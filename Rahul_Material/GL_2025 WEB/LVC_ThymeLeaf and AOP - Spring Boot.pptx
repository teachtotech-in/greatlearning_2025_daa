
<file path=[Content_Types].xml><?xml version="1.0" encoding="utf-8"?>
<Types xmlns="http://schemas.openxmlformats.org/package/2006/content-types">
  <Default Extension="bin" ContentType="image/unknown"/>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9.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17.xml" ContentType="application/vnd.openxmlformats-officedocument.presentationml.notesSlide+xml"/>
  <Override PartName="/ppt/ink/ink13.xml" ContentType="application/inkml+xml"/>
  <Override PartName="/ppt/ink/ink14.xml" ContentType="application/inkml+xml"/>
  <Override PartName="/ppt/notesSlides/notesSlide18.xml" ContentType="application/vnd.openxmlformats-officedocument.presentationml.notesSlide+xml"/>
  <Override PartName="/ppt/ink/ink15.xml" ContentType="application/inkml+xml"/>
  <Override PartName="/ppt/notesSlides/notesSlide19.xml" ContentType="application/vnd.openxmlformats-officedocument.presentationml.notesSlide+xml"/>
  <Override PartName="/ppt/ink/ink16.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5"/>
  </p:notesMasterIdLst>
  <p:sldIdLst>
    <p:sldId id="256" r:id="rId2"/>
    <p:sldId id="257" r:id="rId3"/>
    <p:sldId id="258" r:id="rId4"/>
    <p:sldId id="259" r:id="rId5"/>
    <p:sldId id="269" r:id="rId6"/>
    <p:sldId id="265" r:id="rId7"/>
    <p:sldId id="264" r:id="rId8"/>
    <p:sldId id="263" r:id="rId9"/>
    <p:sldId id="267" r:id="rId10"/>
    <p:sldId id="268" r:id="rId11"/>
    <p:sldId id="372" r:id="rId12"/>
    <p:sldId id="373" r:id="rId13"/>
    <p:sldId id="377" r:id="rId14"/>
    <p:sldId id="379" r:id="rId15"/>
    <p:sldId id="378" r:id="rId16"/>
    <p:sldId id="380" r:id="rId17"/>
    <p:sldId id="381" r:id="rId18"/>
    <p:sldId id="382" r:id="rId19"/>
    <p:sldId id="374" r:id="rId20"/>
    <p:sldId id="371" r:id="rId21"/>
    <p:sldId id="375" r:id="rId22"/>
    <p:sldId id="376" r:id="rId23"/>
    <p:sldId id="260" r:id="rId24"/>
    <p:sldId id="270" r:id="rId25"/>
    <p:sldId id="271" r:id="rId26"/>
    <p:sldId id="272" r:id="rId27"/>
    <p:sldId id="273" r:id="rId28"/>
    <p:sldId id="274" r:id="rId29"/>
    <p:sldId id="383" r:id="rId30"/>
    <p:sldId id="384" r:id="rId31"/>
    <p:sldId id="275" r:id="rId32"/>
    <p:sldId id="385" r:id="rId33"/>
    <p:sldId id="276" r:id="rId34"/>
    <p:sldId id="386" r:id="rId35"/>
    <p:sldId id="387" r:id="rId36"/>
    <p:sldId id="389" r:id="rId37"/>
    <p:sldId id="390" r:id="rId38"/>
    <p:sldId id="388" r:id="rId39"/>
    <p:sldId id="391" r:id="rId40"/>
    <p:sldId id="277" r:id="rId41"/>
    <p:sldId id="261" r:id="rId42"/>
    <p:sldId id="281" r:id="rId43"/>
    <p:sldId id="370" r:id="rId44"/>
  </p:sldIdLst>
  <p:sldSz cx="12192000" cy="6858000"/>
  <p:notesSz cx="6858000" cy="9144000"/>
  <p:embeddedFontLst>
    <p:embeddedFont>
      <p:font typeface="Candara" panose="020E0502030303020204" pitchFamily="34" charset="0"/>
      <p:regular r:id="rId46"/>
      <p:bold r:id="rId47"/>
      <p:italic r:id="rId48"/>
      <p:boldItalic r:id="rId49"/>
    </p:embeddedFont>
    <p:embeddedFont>
      <p:font typeface="Consolas" panose="020B0609020204030204" pitchFamily="49" charset="0"/>
      <p:regular r:id="rId50"/>
      <p:bold r:id="rId51"/>
      <p:italic r:id="rId52"/>
      <p:boldItalic r:id="rId53"/>
    </p:embeddedFont>
    <p:embeddedFont>
      <p:font typeface="Corbel" panose="020B0503020204020204" pitchFamily="34" charset="0"/>
      <p:regular r:id="rId54"/>
      <p:bold r:id="rId55"/>
      <p:italic r:id="rId56"/>
      <p:boldItalic r:id="rId57"/>
    </p:embeddedFont>
    <p:embeddedFont>
      <p:font typeface="Ubuntu" panose="020B0504030602030204" pitchFamily="34" charset="0"/>
      <p:regular r:id="rId58"/>
      <p:bold r:id="rId59"/>
      <p:italic r:id="rId60"/>
      <p:boldItalic r:id="rId61"/>
    </p:embeddedFont>
    <p:embeddedFont>
      <p:font typeface="Ubuntu Mono" panose="020B0509030602030204" pitchFamily="49"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jO4cZSmuOvsU0F1O8Z0nrhYMLQ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16" y="66"/>
      </p:cViewPr>
      <p:guideLst>
        <p:guide orient="horz" pos="2160"/>
        <p:guide pos="3840"/>
      </p:guideLst>
    </p:cSldViewPr>
  </p:slideViewPr>
  <p:notesTextViewPr>
    <p:cViewPr>
      <p:scale>
        <a:sx n="1" d="1"/>
        <a:sy n="1" d="1"/>
      </p:scale>
      <p:origin x="0" y="0"/>
    </p:cViewPr>
  </p:notesTextViewPr>
  <p:sorterViewPr>
    <p:cViewPr>
      <p:scale>
        <a:sx n="100" d="100"/>
        <a:sy n="100" d="100"/>
      </p:scale>
      <p:origin x="0" y="-5986"/>
    </p:cViewPr>
  </p:sorter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2.fntdata"/><Relationship Id="rId63" Type="http://schemas.openxmlformats.org/officeDocument/2006/relationships/font" Target="fonts/font18.fntdata"/><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4"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6.fntdata"/><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openxmlformats.org/officeDocument/2006/relationships/font" Target="fonts/font17.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font" Target="fonts/font15.fntdata"/><Relationship Id="rId65" Type="http://schemas.openxmlformats.org/officeDocument/2006/relationships/font" Target="fonts/font20.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5.fntdata"/><Relationship Id="rId55" Type="http://schemas.openxmlformats.org/officeDocument/2006/relationships/font" Target="fonts/font10.fntdata"/></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06T03:33:17.150"/>
    </inkml:context>
    <inkml:brush xml:id="br0">
      <inkml:brushProperty name="width" value="0.05292" units="cm"/>
      <inkml:brushProperty name="height" value="0.05292" units="cm"/>
      <inkml:brushProperty name="color" value="#FF0000"/>
    </inkml:brush>
  </inkml:definitions>
  <inkml:trace contextRef="#ctx0" brushRef="#br0">1450 7520 119 0,'0'0'116'15,"0"0"-1"-15,0 0 18 0,0 0-6 0,-3-10-33 0,3 10 17 16,0 0-30-16,0 0-6 0,-2-10-11 0,2 10-19 15,0 0 17-15,-5-8 2 0,5 8 3 0,0 0-5 16,0 0 15-16,-7-7-33 0,7 7 30 0,0 0-29 16,0 0 31-16,0 0-36 0,-7-7 27 0,7 7-40 15,0 0 32-15,0 0-44 0,0 0 33 0,0 0-41 16,0 0 37-16,0 0-46 0,-16 4 35 16,16-4-28-16,-8 7 43 0,8-7-52 0,-10 10 49 15,10-10-7-15,-7 11-7 0,7-11-5 0,-9 15 1 16,1-8-6-16,3 2 0 0,1 1-2 0,-1 0 4 15,0 3-8-15,0-1 6 0,-3 2 4 16,3 1-2-16,1 1 7 0,-1-1-6 0,0 4 41 16,-2-1-53-16,1 1 41 0,0 1-50 0,1 0-11 15,-2 2 21-15,3 0 66 0,-3 0-67 0,2 2 42 16,-2 0-46-16,2 1 51 0,1-1-55 0,-1 1 48 16,0 0-52-16,1 0-6 0,0 0 6 0,2 0 13 15,-1-2-3-15,1 1 3 0,0 0-1 0,2-3 3 16,2 3 1-16,-2-2 0 0,2 2 12 0,-2 0 11 15,3 1-1-15,1-1 0 0,-2 0-5 0,2 1-11 16,2-2 18-16,-1 2-34 0,2-1 34 0,-2 0-33 16,3 1 27-16,0-2-33 0,4 5 32 0,-3-6-11 15,1 1-2-15,1 3-2 0,-2-5-7 16,2 2-1-16,-1 1-25 0,2-3 31 16,2 3-23-16,-1-1 23 0,2 0-28 0,-4-4 20 15,5 3-18-15,-1-1 29 0,2 1-25 0,-2-1 22 16,-1-2-24-16,4-1 24 0,-1 4-24 0,-1-2 23 15,2-1-30-15,-1 2 28 0,2-3-19 0,-5-1 22 16,3-1-19-16,3 3 19 0,-2-3-23 0,0 0 17 16,0-1-21-16,0-1 28 0,1-2-24 0,2 5 22 15,-2-5-22-15,1 1 22 0,-2-2-25 0,4 2-5 16,-2-4 7-16,-1 1 24 0,3-1-18 0,-3 0 21 16,3-2-20-16,-1 0 17 0,0-1-22 0,-1-2 17 15,0-2-17-15,-2 0 25 0,1-2-23 16,4 0 19-16,-5-3-22 0,6 0 21 0,-1 1-21 15,0-3 21-15,-5 1-21 0,4-1 14 0,-2-2-18 16,1-1 25-16,-2 0-16 0,0 1 16 0,-1-2-21 16,0-2 14-16,0 0-15 0,0-3 21 0,-3 0-20 15,6-4 20-15,-4-1-21 0,2-4 20 0,-3 1-18 16,0-2 18-16,0-2-19 0,-2-2 13 16,0 0-16-16,-1-2 24 0,-4 0 0 0,4-1-4 15,-4-2 0-15,0 0-9 0,0 1 1 0,-3-2-14 16,-1 0 21-16,2 1-20 0,-4-2 20 0,2-2-21 15,-1 1 20-15,-2 1-18 0,-1-2 19 16,0-1-24-16,-1 1 19 0,-1-1-12 0,0 2 21 16,-1 7-16-16,1-5 17 0,-4 1-12 0,1-1 20 15,0 0-11-15,-1 3 14 0,0 1-1 0,-3 1-6 16,-1-1 1-16,-1 3-2 0,1-1-4 0,-3 2-2 16,-1-3-18-16,-4 3 10 0,4 0-8 0,-6 0 15 15,1-1-13-15,0 1 13 0,0 0-15 0,-1 1-1 16,0 2 3-16,2 1 0 0,-2-2 3 0,2 4 0 15,0-1 2-15,1 4-1 0,2 0-1 0,-1 1 3 16,0 1-1-16,-1 1 2 0,1 0 0 0,1-1-1 16,-3 4 1-16,3-2 1 0,-3 2 1 0,3 1-1 15,-1 0-2-15,-2-1 1 0,2 2 1 16,-2 2-3-16,1-1 1 0,2 3-2 0,-2-2 1 16,2 2-2-16,-2 0 1 0,0 1 0 0,1 0 0 15,-1 0 1-15,16 4 2 0,-26-3 0 0,26 3-2 16,-28-4 1-16,28 4-4 0,-26-1 3 0,26 1 0 15,-27 2 29-15,27-2-36 0,-27 3 0 0,27-3 1 16,-24 6 3-16,24-6 1 0,-24 6-3 0,10-1 2 16,1 0-1-16,-1 1 2 0,2 1-1 0,-2 0 1 15,4 1 0-15,-2-1 0 0,1 2-2 16,-1 0 0-16,3-2 2 0,-2 2-1 0,2 0 1 16,-3-1 0-16,5 0 0 0,-2-2-1 0,1 1 2 0,2 0-2 15,-3 0-1-15,9-7 0 0,-12 13 3 16,12-13-3-16,-11 12 0 0,3-5 2 0,3 1 2 15,-3 1-3-15,3 0 3 0,-1 0 0 0,-3 3-1 16,1-2-1-16,3-1 1 0,0 0 0 0,-3-1 12 16,3 0-14-16,5-8 11 0,-9 12-14 0,9-12 13 15,-6 12-13-15,6-12 11 0,-5 9-14 0,5-9 16 16,-7 7-18-16,7-7 8 0,0 0-53 0,-6 9-37 16,6-9-91-16,0 0 24 0,-4 9-93 0,4-9-117 15,0 0-91-15,-5 9-207 0,5-9-195 0</inkml:trace>
  <inkml:trace contextRef="#ctx0" brushRef="#br0" timeOffset="1251.08">1165 6609 78 0,'0'0'351'0,"-12"-6"-115"16,12 6-53-16,-13-7-29 0,13 7-28 0,-13-9 14 15,13 9-41-15,-15-10 33 0,15 10-48 0,-14-11 35 16,7 4-56-16,7 7 48 0,-12-10-53 0,12 10 43 16,-9-11 1-16,9 11-14 0,-9-6-12 0,9 6-5 15,0 0-25-15,-9-6-6 0,9 6-3 16,0 0 8-16,-6 9-5 0,3-1 4 0,1 5 14 16,-1 5-2-16,0 3 1 0,2 2-5 0,1 4-15 15,0 3 9-15,1 4-7 0,3-1 1 0,0 2-4 16,3-1-8-16,-1 0 19 0,3-3-25 0,0 0 21 15,1-3-27-15,1-1 19 0,1-2-25 0,0-5 18 16,2-1-24-16,-1-3 22 0,3-1-22 0,0-2 17 16,0-4-22-16,2-1 22 0,-3-3-21 0,2-4-28 15,-17-1-8-15,37-2 22 0,-16-5-3 0,4-5 24 16,2-3-24-16,-2-5 23 0,0-1-24 0,-3-5 32 16,-1-3-32-16,1-3 3 0,-4-1 3 0,-4-3 0 15,-1-3 0-15,-5-1 17 0,-2-1-12 16,-5-3 1-16,-1 0-4 0,-6 1 33 0,2 0-36 15,-4 2 32-15,-1 0-32 0,-1 2 36 0,1 4-36 16,-1 2 40-16,-3 6-21 0,4 3 6 0,0 5 8 16,0 2-3-16,-1 2-3 0,1 3-1 0,0 2 1 15,2 3-3-15,7 7-2 0,-15-6-6 0,15 6 0 16,0 0-1-16,-20 3 4 0,12 5 20 0,0 4-20 16,2 7-3-16,-1 1-5 0,0 5 6 0,5 1 0 15,-1 5 5-15,3-2-4 0,3 8-4 0,-1-2 5 16,5 0-6-16,0-1 0 0,2-2-5 0,1-1 0 15,3-2 4-15,1-3-4 0,1-2 2 16,1-2 1-16,2-1-4 0,1-3 20 0,0-5-43 16,-1-2 15-16,0-1-54 0,2-2 23 0,-3-5-71 15,2-1 38-15,-19-2-46 0,33-2 5 0,-12-4-7 16,-2-1-16-16,-1-5 39 0,-3 1-10 0,2-3 48 16,-4-1-16-16,0 2 51 0,-4-4-22 0,-3 3 41 15,-1 2-26-15,-1-1 49 0,1 2-22 0,-5 11 70 16,2-21 13-16,-2 21 8 0,2-12-1 0,-2 12-17 15,0-12-7-15,0 12-7 0,0 0-7 0,0 0-6 16,-3-10-11-16,3 10 5 0,0 0 2 0,0 0-5 16,-2 11-3-16,2-11 3 0,0 15-3 0,1-3-5 15,-1-2-5-15,1 2-1 0,2 3-4 16,-1 1 0-16,2 0-2 0,0 0-2 0,0-1-2 16,0-1-3-16,2 0-1 0,-1 0-21 0,-1-3 19 15,1-1-66-15,-1 2-18 0,1-3-32 0,-5-9-63 16,12 11-41-16,-12-11-9 0,0 0-321 0,0 0-58 15</inkml:trace>
  <inkml:trace contextRef="#ctx0" brushRef="#br0" timeOffset="1392.11">1735 6371 406 0,'-6'-12'296'0,"1"3"-86"0,-2 0-43 15,7 9-45-15,-9-13-29 0,9 13-19 0,-7-4-16 16,7 4-15-16,0 0-15 0,0 0-13 0,0 0-35 15,-9 4-36-15,9-4-61 0,1 12-39 0,-1-12-180 16,5 12 255-16</inkml:trace>
  <inkml:trace contextRef="#ctx0" brushRef="#br0" timeOffset="2407.21">1882 6543 293 0,'0'0'291'0,"0"0"-82"15,0 0-57-15,0 0-25 0,0 0-27 16,9 7 16-16,-9-7-14 0,0 0 34 0,0 0 59 16,15 6-141-16,-15-6 30 0,0 0-50 0,13 6 37 15,-13-6-55-15,12 5 46 0,-12-5-55 0,11 8 46 16,-11-8-59-16,13 7 52 0,-13-7-52 0,15 6 44 16,-15-6-48-16,15 9 45 0,-15-9-47 0,15 9 42 15,-15-9-43-15,14 6 41 0,-14-6-42 0,15 5 75 16,-15-5-37-16,0 0-3 0,17 3-3 0,-17-3-4 15,0 0-1-15,18-5 3 0,-18 5-20 0,11-9-31 16,-11 9 56-16,9-14-9 0,-9 14 1 0,5-17 1 16,-5 17 1-16,0-18 1 0,-1 7 0 0,-2 1-2 15,1 0-16-15,-6 2 27 0,3 0-3 16,-3 0 2-16,8 8-5 0,-12-10 7 0,12 10-9 16,-17-6-1-16,17 6-9 0,0 0 4 0,-24 4-10 15,24-4 5-15,-20 12-6 0,9-2 0 0,2 3 2 16,0 2 3-16,-1 2-2 0,5 2 0 0,0 1 2 15,1 1-1-15,3-3 2 0,1 0 0 0,1 1-2 16,1 1 2-16,4 0-1 0,0-1-2 0,3-1 0 16,1-3 1-16,0-2-2 0,3-3 50 0,-3-1-56 15,6-3 55-15,-2-1-62 0,-14-5-2 0,29 2 42 16,-12-7-60-16,3 0-13 0,-1-5-9 0,-1-3-7 16,0-1-3-16,-1 1 0 0,-2-5 8 0,-2-1 5 15,-2 0 9-15,-1 1 9 0,-3-1 8 16,-2-1 6-16,0 2 8 0,-3 2 10 0,-1 1 8 15,-1 3 6-15,-3-2 14 0,2 3 10 0,0 1-3 16,1 10 8-16,-5-18-1 0,5 18 13 0,-5-13-10 16,5 13-9-16,-5-9-9 0,5 9-5 0,0 0-3 15,0 0 8-15,0 0-6 0,0 0-1 0,-12 3-2 16,12-3-4-16,-3 13-2 0,3-13-7 0,0 18 6 16,0-18-2-16,3 22-5 0,-2-11 3 0,0 3-3 15,2-3 0-15,1 0 1 0,-1 2-1 16,0-3-1-16,1-1-2 0,0-1-2 0,-4-8 6 0,10 13-3 15,-10-13 1-15,9 9 13 0,-9-9-14 16,0 0 2-16,0 0-8 0,21-3 6 0,-21 3 1 16,11-12 1-16,-6 4-2 0,4-5-18 0,-4 1 21 15,0-3 1-15,1 3-7 0,0-3 7 0,-2 1 35 16,-1 3-36-16,1 1 36 0,-1-1-35 0,-3 11 38 16,5-14-35-16,-5 14 33 0,4-12-42 0,-4 12 31 15,0 0-29-15,5-7 16 0,-5 7 27 0,0 0-37 16,9 6 3-16,-9-6 2 0,6 15-2 0,-2-5-2 15,-1 1 0-15,-1 1-4 0,1 4-2 0,2-3 0 16,-1 1-3-16,1 0-3 0,-1-3-3 0,0-1-7 16,0 0-34-16,-1-1-28 0,-3-9-16 0,9 12-14 15,-9-12-15-15,0 0-34 0,0 0-57 16,23-7-22-16,-15-2 10 0,1-3-16 0,-1-7 42 16,-2-1-35-16,1-2 66 0,-2-2 33 0,-3-1 86 15,2-3 22-15,-4 1 44 0,-1-11 15 0,-4 5 37 16,2-3 21-16,-2 1 4 0,0 1 34 0,0 3 18 15,1 4-25-15,0 4 4 0,-2 1 15 0,3 6-12 16,-1 4-10-16,2-1 0 0,-1 4-23 0,3 9-21 16,-2-13-14-16,2 13-11 0,0 0-11 0,0 0 43 15,0 0-45-15,0 0 52 0,0 0-47 0,11 16 28 16,-3-3-42-16,-2 8 27 0,3-2-38 16,1 8 25-16,3 3-40 0,0-2-9 0,0 4 6 15,1 0 8-15,-1 0-10 0,1-3-1 16,0 0-4-16,-2-2-54 0,0-4 10 0,-3-4-6 15,1 0-20-15,-3-5-5 0,-1-2-25 0,-2-1-75 16,-4-11-16-16,4 11-22 0,-4-11-46 0,0 0-8 16,0 0-167-16,0 0 146 0</inkml:trace>
  <inkml:trace contextRef="#ctx0" brushRef="#br0" timeOffset="2553.23">2556 6471 467 0,'-9'-11'354'0,"-1"1"-56"0,2 2-29 0,2 0-60 0,-1 1-36 15,7 7 12-15,-11-11-69 0,11 11 37 0,-9-9-82 16,9 9 33-16,-4-7-57 0,4 7 32 0,0 0-67 15,4-16 50-15,1 7-58 0,3-1 40 16,7-4-51-16,-1 0 38 0,8-2-51 0,0-1 17 16,3 1-68-16,-3 2-40 0,1 0-81 15,-1 3-64-15,-4 0-324 0,0 4-112 0</inkml:trace>
  <inkml:trace contextRef="#ctx0" brushRef="#br0" timeOffset="2881.27">2032 7229 32 0,'-8'12'549'0,"2"-3"-206"0,-2-1-82 16,3 0-96-16,5-8 15 0,-8 12-81 0,8-12 33 15,-5 9-8-15,5-9-17 0,0 0-1 0,0 0-25 16,0 0-10-16,22-4-9 0,-4-4-12 0,2-5-16 16,6-3 47-16,2-4-60 0,4 1 36 0,0-3-61 15,7-4 55-15,-4 3-61 0,5-2 46 0,-7 4-49 16,0 1 28-16,1 0-55 0,-2 4-36 0,-3-2-76 16,-1 2-72 46,-2 1-72-62,-6 5-239 0,-2 0-26 0</inkml:trace>
  <inkml:trace contextRef="#ctx0" brushRef="#br0" timeOffset="3037.28">2285 7257 74 0,'-13'13'518'0,"-1"0"-186"0,5-3-124 0,0 1 2 0,0-3-77 0,3 1 21 0,6-9-12 0,-6 12-12 0,6-12-6 15,0 0-11-15,0 12-12 0,0-12-18 0,0 0-18 16,17-2-11-16,-4 0 46 0,5-6-74 0,1-1 40 15,7-4-56-15,2-2 43 0,-1-3-65 16,2 0 54-16,1 0-56 0,-1-2 24 0,3 0-65 16,-1 0-72-16,-2-2-149 0,-1-1-387 0,-2 1-192 15</inkml:trace>
  <inkml:trace contextRef="#ctx0" brushRef="#br0" timeOffset="3657.35">2872 5750 631 0,'0'-14'441'16,"0"4"-94"-16,0 10-104 0,-4-14-40 0,4 14-39 16,0 0-29-16,0 0-8 0,-13 12-16 0,9 1 9 15,-3 7 12-15,1 10-12 0,-1 7 0 0,2 4 9 16,0 4-10-16,0 4-20 0,1 13-16 0,1 2 4 16,2 1-30-16,4 2-15 0,-1-2-8 0,2-4-6 15,4-3-7-15,-2-10-3 0,2-5-4 0,0-1-3 16,3-6-2-16,-2-2-7 0,0-3-17 0,2-4-47 15,-3-5-56-15,0-4-39 0,1 0-10 16,-3-4-4-16,0-6-70 0,1 0-65 0,-7-8-407 16,11 7-238-16</inkml:trace>
  <inkml:trace contextRef="#ctx0" brushRef="#br0" timeOffset="6885.2">3216 5621 187 0,'0'0'285'0,"-2"-11"-69"0,2 11 39 0,0 0-63 16,-3-10 21-16,3 10-66 0,0 0-7 15,0 0-60-15,-3-10 14 0,3 10-54 0,0 0 27 16,0 0-44-16,0 0 18 0,0 0-33 0,0 0 44 16,3 13-42-16,1 0 42 0,1 3-45 0,0 4 36 15,0 4-43-15,-1 0 36 0,2 1-42 0,0 1 35 16,1 2-42-16,-2-1 33 0,0-2-41 0,1-2 44 16,-1-1-50-16,0-1 50 0,1-1-35 15,-1-5 30-15,-1-1-45 0,-1-3 27 0,1-1-49 16,-4-10 28-16,6 15-24 0,-6-15 29 0,0 0-21 15,6 8 21-15,-6-8-12 0,0 0 33 16,-6-12-30-16,2 4 30 0,-4-5-27 0,-1-6 32 16,-6-4-23-16,2-5 29 0,-5 0-28 0,2-6 33 15,-3 0-31-15,0-3 22 0,-3-5-29 0,5 7 49 16,0-1-42-16,2 2 55 0,3-1-40 0,1 4 31 16,3-1-39-16,3 7 35 0,1 1-40 0,3 0 36 15,1 5-36-15,1 2 33 0,3-1-46 0,0 2 31 16,0 1-21-16,5 1 38 0,-2 3-40 0,3 2 34 15,0 4-37-15,-10 5 36 0,20-3-33 0,-20 3 36 16,26 7-39-16,-15 2 39 0,3 2-40 0,-3 5 29 16,-1 2 10-16,-3 3-4 0,-1 1 5 15,-3 2 0-15,0 0-37 0,-3 2 16 0,0-1-7 16,-3 1 40-16,2-2-42 0,-3-1 42 16,0 1-44-16,-2-6 41 0,2 0-45 0,2-4 40 15,-1-2-50-15,1 1 46 0,2-13-36 0,-4 16 37 16,4-16-36-16,-3 13 45 0,3-13-48 0,-2 11 44 15,2-11-48-15,0 0 39 0,-2 12-40 0,2-12 30 16,0 0-22-16,4 14 29 0,-4-14-38 0,5 9 47 16,-5-9-44-16,9 8 42 0,-9-8-38 0,13 10 35 15,-13-10-42-15,14 10 43 0,-5-5-40 0,1 2 28 16,-1-3-28-16,2 3 42 0,1 0-51 0,1-2 48 16,1 1-47-16,0 0 24 0,0 0-51 0,-1-1-18 15,2 0-53-15,-1-1-22 0,-2 1-24 0,-12-5-44 16,26 2-250-16,-26-2 102 15</inkml:trace>
  <inkml:trace contextRef="#ctx0" brushRef="#br0" timeOffset="7725.29">3496 5684 382 0,'-7'-16'309'0,"0"4"-87"16,-1-2-24-16,2 1-45 0,-2 1 28 0,1 1-69 15,2 1 37-15,1 1-11 0,4 9-16 0,-7-12-26 16,7 12-20-16,-7-10-16 0,7 10-12 15,0 0-12-15,-4-9 0 0,4 9-24 0,0 0 12 0,0 0-47 16,0 0 43-16,5 14-35 0,-5-14 37 16,9 18-38-16,-4-5 40 0,0 1-40 0,0-2 38 15,3 3-41-15,-2 0 40 0,1-2-43 0,-1 1 34 16,2-2-28-16,-1 1 33 0,-1-5-34 16,1 1 38-16,-2-1-33 0,3-1 32 0,-8-7-32 15,14 8 32-15,-14-8-41 0,0 0 41 0,17-4-39 16,-17 4 27-16,14-11-26 0,-8 2 38 0,1-3-29 15,-2 0 27-15,1-2-36 0,-3 1 37 0,-1-2-39 16,-2 2 39-16,0-1-5 0,0 0 2 0,-1 2 0 16,-2 1 11-16,1 1-7 0,2 10 11 0,-8-17-21 15,8 17 4-15,-9-11 4 0,9 11-3 16,-9-7-4-16,9 7-2 0,0 0-2 0,-19 3-1 16,19-3-3-16,-13 12 8 0,3-2-35 0,2 1 22 15,2 3-19-15,1-1 24 0,0 3-26 0,2 1 38 16,-1 0-31-16,3-1 27 0,1 0-26 0,3 0 29 15,2 0-31-15,-1-2 30 0,3-2-28 0,1 1 22 16,2-4-21-16,3 0 29 0,0-5-37 16,-1 0 35-16,-12-4-32 0,32-1 32 0,-10-4-33 15,-2-2 27-15,1-2-34 0,5-4 30 0,-4-2-37 16,2-2 39-16,-2-2-41 0,-1-3 42 0,-3 3-4 16,-1-3-2-16,-4 5 4 0,-1 0-2 15,-1-2 2-15,-5 0 3 0,2 1 0 0,-3 3-4 0,-3 2 4 16,0 0 2-16,-2 13 6 0,0-20 0 15,-2 12 10-15,2 8-20 0,-6-16 15 0,6 16 3 16,-9-11-2-16,9 11-6 0,-9-7-5 0,9 7-1 16,0 0 0-16,-19-1-4 0,19 1-3 0,-16 7 3 15,8-1-5-15,0 2 3 0,0 1-16 0,0 4 9 16,2-1 9-16,1 4-4 0,1-1-16 0,0 0 20 16,3 2-22-16,1-2 29 0,0-1-27 0,3 2 23 15,-1-1-22-15,2 0 19 0,4 0-19 16,-2-4 19-16,3-1-21 0,0-1 27 15,1-3-23-15,-10-6 22 0,20 7-31 0,-20-7 27 16,24-4-32-16,-8-1 26 0,-3-2-4 0,0-2-11 16,2-1 13-16,-2-3 7 0,-1 2-14 0,-3-2 5 15,-2 1 3-15,1-2 3 0,-3 2 0 0,-1 0 1 16,-2 1 3-16,2-2 5 0,-2 2 7 0,-2 11 11 16,1-17 41-16,-1 17-5 0,1-14 32 0,-1 14-9 15,0-11-7-15,0 11-23 0,0 0-14 0,1-14-15 16,-1 14-9-16,0 0-2 0,0 0-4 0,0 0-2 15,0 0-2-15,0 0-2 0,0 15 1 0,0-4-3 16,-1 4-4-16,1 3-2 0,0 3 6 0,1 4 0 16,1 1 0-16,0 2-7 0,1 1 2 15,2-3-12-15,-1 1 2 0,2-2-33 0,-1-1-35 0,4-1 1 16,-1-3-11-16,-2-3-9 0,3-1-53 16,0-3-4-16,0-5-65 0,-9-8-45 15,16 5-10-15,-16-5-250 0,17-4-4 0</inkml:trace>
  <inkml:trace contextRef="#ctx0" brushRef="#br0" timeOffset="8738.41">4143 5587 112 0,'-6'-19'551'0,"2"1"-176"0,-1 3-73 15,0 2-67-15,0 2-28 0,0 1 11 0,-2 1-57 16,7 9-10-16,-6-14-38 0,6 14-8 0,-8-11-16 16,8 11-28-16,-4-8-14 0,4 8-14 15,0 0-6-15,0 0-3 0,0 0 29 0,0 0-44 0,0 0 36 16,-2 12-47-16,2-12 1 0,4 20 1 15,-1-8-1-15,3 2-2 0,-1 3-7 0,0-2-3 16,4 1 12-16,-3-3-2 0,1 1-2 0,0-3-4 16,2 2-6-16,0-4 0 0,-1 0-5 0,0-3-5 15,-8-6-12-15,16 5 4 0,-16-5-10 16,0 0-24-16,24-4 38 0,-15-2 3 0,2-3 1 16,-1 0 8-16,-4-4 1 0,2 1 3 0,-3-2 2 15,1 1 4-15,-3-2-6 0,-2 1 2 0,-1-1 13 16,-1-2-5-16,-2 3 6 0,2-1-2 15,-4-1-2-15,1 3 1 0,0 2-4 0,1 1-10 16,-1 1-13-16,0 0-55 0,4 9 2 0,-10-12-56 16,10 12 9-16,0 0-4 0,-9-8-23 0,9 8 21 15,0 0-13-15,0 0 16 0,0 0-20 0,0 0 47 16,-4 9-14-16,4-9 50 0,0 0-17 0,6 14 52 16,-6-14 1-16,9 11 59 0,-1-4-7 0,-2 0 49 15,-1 0-17-15,3 1 14 0,0-1 5 0,-1 1 4 16,0-2-10-16,-1 0-3 0,3 2 8 0,-1-2-6 15,-8-6-3-15,15 10-14 0,-15-10 27 16,13 9-21-16,-13-9 41 0,11 5-39 0,-11-5 34 16,0 0-42-16,21 1 34 0,-21-1-24 0,18-7-10 15,-7-2-11-15,1 0-2 0,-1-5-20 0,2 0 5 16,-1-2-34-16,-1-2 38 0,-2 1-34 16,-1-2 31-16,-2 1-34 0,-1-4 33 0,-4 5-39 15,-1-2 40-15,-1 2-41 0,-1 1 40 0,-1-1-39 16,-2 3 28-16,0 2-27 0,0 2 36 0,-2 3-38 15,0 0 44-15,7 7-39 0,-14-7 36 0,14 7-37 16,-17 2 37-16,17-2-34 0,-18 12 31 0,9-2-37 16,0-1 38-16,2 5-47 0,0-1 47 0,3 1-41 15,0 2 43-15,2-4-8 0,2 2-1 0,5 3-1 16,-2-1 11-16,3-4-16 0,0 1-4 0,5-2 3 16,0-3-4-16,3 0-32 0,0-2 22 15,3-5 11-15,-17-1-2 0,33 0-10 0,-11-3-17 16,-2-3-44-16,1-3 21 0,-1-1-17 15,-2-3 16-15,0 1-2 0,-1-2 21 0,-4-1-3 16,1 0 21-16,-4 1-10 0,-2 0 46 0,-1 2-13 16,1-2 48-16,-2 1-23 0,-2 4 56 0,-1 0-41 15,1 0 42-15,-4 9-32 0,5-14 26 0,-5 14-34 16,5-10 13-16,-5 10-31 0,3-8 10 0,-3 8-41 16,0 0 23-16,4-9-22 0,-4 9 24 0,0 0-30 15,0 0 26-15,0 0-30 0,0 0 25 0,18 6-26 16,-18-6 23-16,12 12-5 0,-6-3-6 15,-2 2 6-15,4 0-8 0,-2 1-2 0,-1 2 7 16,-1 0-4-16,0-3 0 0,-3 2-1 0,2-2 0 0,-1 3-7 16,-2-3 24-16,0 0-45 0,0 0 23 15,-2-1-40-15,2-10 7 0,-5 18-12 16,5-18 15-16,-7 14-5 0,7-14-12 0,-11 8 0 16,11-8 6-16,0 0-10 0,-16 2-1 0,16-2-14 15,-15-6 34-15,15 6-3 0,-15-12 13 0,7 5-10 16,-1-3 47-16,0 1-34 0,3 0 40 0,-1 2-16 15,7 7 53-15,-10-13-26 0,10 13 40 0,-9-10-42 16,9 10 34-16,-6-6-48 0,6 6 5 0,0 0-17 16,0 0 37-16,0 0-47 0,0 0 38 0,-17 5-38 15,17-5 38-15,-4 15-7 0,2-5-3 16,0 3-6-16,2 0-2 0,0 2-1 0,0-2-3 16,0 5-17-16,3-2 11 0,0 0-12 0,-1-2-19 15,3 2-59-15,0-7-17 0,-1 1-76 0,4-2-22 16,-8-8-68-16,11 6-175 0,-11-6 137 0</inkml:trace>
  <inkml:trace contextRef="#ctx0" brushRef="#br0" timeOffset="8970.42">4818 4918 192 0,'-2'-17'587'0,"0"3"-198"15,0 3-86-15,0 2-78 0,-1-1-47 0,3 10-42 16,-2-14-21-16,2 14-24 0,0 0-23 15,0 0-4-15,0 0-14 0,0 0-11 0,5 9-7 16,0 1-9-16,1 5-2 0,1 4-12 0,3 3-3 16,-1 6 8-16,2 2-11 0,-2 0 4 0,3 1 1 15,-1 0-4-15,2 1-8 0,-2-4-10 0,2 3-10 16,-1-4-25-16,-1-2-26 0,-2-4-40 0,0-2-44 16,0-3-21-16,-2-4-28 0,-2-1-67 15,-5-11-161-15,5 13 157 0</inkml:trace>
  <inkml:trace contextRef="#ctx0" brushRef="#br0" timeOffset="9096.43">4926 5224 185 0,'-9'-13'367'0,"0"2"-84"0,2-1-86 0,0 1-13 15,-1 0-57-15,2-1-11 0,2 3-46 0,2-1 4 16,-1-1-36-16,3-1 6 0,0 1-36 0,4-2 0 16,0 0-43-16,3-2-39 0,0 1-34 0,3 0-69 15,0 2-207-15,-1 2 207 0</inkml:trace>
  <inkml:trace contextRef="#ctx0" brushRef="#br0" timeOffset="9506.44">3840 6135 172 0,'-18'8'491'0,"5"-1"-199"0,0-1-19 15,13-6-77-15,-19 10-10 0,19-10-69 0,-13 5 15 16,13-5-65-16,0 0 28 0,0 0-52 0,0 0 27 16,0 0-40-16,0-12 30 0,11 2-35 15,4-5 26-15,10-4-32 0,4-4 28 0,8-4-35 16,5-4 29-16,4-3-28 0,5-1 29 15,2-4-24-15,7-1 26 0,0 0-8 0,4-3 20 16,3 2-10-16,-1 0 10 0,1 2-5 0,-2-1 1 16,-2 4-6-16,-2 2 13 0,-5 3-40 0,-3 3-15 15,-5 5-34-15,-11 5-11 0,-2 5-11 0,-7 0-7 16,-5 4-3-16,-5 6 2 0,-18 3-11 0,21-2-13 16,-21 2-28-16,0 0-40 0,5 15-24 0,-12-1 13 15,-4 4 8-15,-10 6 24 0,-3 2 10 0,-9 8-8 16,-4 2-9-16,-6-1-56 0,-4 1 28 15,-2 0-91-15,-3 0 76 0</inkml:trace>
  <inkml:trace contextRef="#ctx0" brushRef="#br0" timeOffset="9786.5">4259 5996 563 0,'-35'22'167'16,"4"-4"-29"-16,-1 0-24 0,0 2-22 0,3-3-10 15,0 1-10-15,2-3 4 0,1-2-2 16,7-1 26-16,1-1-20 0,4-4 29 0,1 1-39 16,4-4 30-16,9-4-51 0,-17 9 30 0,17-9-58 15,-11 7 32-15,11-7-44 0,0 0 25 0,0 0-21 16,0 0 39-16,0 0-36 0,26-9 51 0,-5-1-35 15,10-5 37-15,3-4-32 0,15-7 30 0,2-3-19 16,4-1 18-16,4-2-16 0,2-3 16 0,1-1-4 16,-1 0 13-16,1 2-7 0,-2-1 5 15,-3 1 2-15,-2 1-10 0,-1 2-2 0,-3 3-4 0,-5 1-6 16,0 3-8-16,-12 4-8 0,-3 3-4 16,-1 2-10-16,-5 1-4 0,-4 4-5 0,-4 0-8 15,-3 3-3-15,-3 3 2 0,-2-1 7 0,-9 5-7 16,14-8-6-16,-14 8 0 0,0 0-1 0,14-3-3 15,-14 3-22-15,0 0-38 0,0 0-42 0,-2 15-17 16,2-15-6-16,-8 17-46 0,2-8-24 0,-1 2-92 16,0-4-394-16,0 4-212 0</inkml:trace>
  <inkml:trace contextRef="#ctx0" brushRef="#br0" timeOffset="10329.56">5261 4659 58 0,'-6'-18'552'0,"-2"3"-214"0,4 2-25 16,-1 2-92-16,1 2-22 0,4 9-60 0,-7-13 7 15,7 13-62-15,-6-12 14 0,6 12-56 0,0 0 26 16,0 0-46-16,0 0 27 0,0 0-9 16,-8 17-14-16,9 3 10 0,0 10-7 15,2 10 8-15,2 10-3 0,1 13 41 0,-1 8-16 16,4 4 19-16,-2 3 0 0,3 2 2 0,0-1 5 15,0-1-11-15,2-2-5 0,-2-5-4 0,0-4-17 16,3-4-2-16,-3-4-15 0,4-4 4 0,-5-14-13 16,2-2-6-16,0-3-12 0,-1-5-13 0,-2-3-23 15,0-7-9-15,-1-3-32 0,-3-2-30 0,3-2 0 16,-5-6-4-16,-2-8-53 0,7 14-31 0,-7-14-118 16,0 0-356-16,0 0-192 0</inkml:trace>
  <inkml:trace contextRef="#ctx0" brushRef="#br0" timeOffset="11594.7">3624 11308 662 0,'0'0'456'0,"-10"-6"-126"0,10 6-84 16,0 0-12-16,0 0-87 0,0 0 8 15,-16 6-63-15,16-6-19 0,-2 22-12 0,-1-6-17 0,3 4-8 16,2 5-5-16,0 2-9 0,2 9-5 0,1 1-4 16,3 3 19-16,2 1-48 15,-1 2 43-15,5 8-28 0,0 0 32 0,-1-10-65 16,-2 1 29-16,2-2-41 0,-1-3-18 0,-1 0-26 16,1-4-39-16,-1-1-40 0,-2-5-41 0,0-7-23 15,-2-3-268-15,0-3 36 0</inkml:trace>
  <inkml:trace contextRef="#ctx0" brushRef="#br0" timeOffset="12017.74">3480 11512 265 0,'-20'-31'457'0,"1"-2"-135"16,0 1-69-16,5-1-57 0,-1 1-52 16,4 0-33-16,4 3-14 0,-1 4-25 0,4 0-1 15,0 2-18-15,3 3 2 0,1 3-19 0,1-1 2 16,3 2-28-16,0 1 17 0,2 2-16 15,2 2 13-15,5 4-18 0,2-1 5 0,-1 7-14 16,4 2 17-16,5 4-13 0,0 5 16 0,4 6-18 16,0 4-1-16,-3 5 9 0,-2 3-12 0,-3 2 9 15,0 2-13-15,-4 0 7 0,-2 0 2 0,-1-2-2 16,-3 1-1-16,-4-6 3 0,0 0 0 0,-1-1-3 16,-3-1 3-16,-1-3 3 0,0-3-1 0,-1-1-11 15,-2-2 14-15,2-3-6 0,-4-1 9 0,5-10 1 16,-5 15-8-16,5-15-1 0,-9 9 2 15,9-9 0-15,0 0 2 0,0 0-2 0,-20 0 0 16,20 0-2-16,-11-9-8 0,11 9 14 0,-7-10-3 16,7 10 6-16,-7-11-6 0,7 11 0 0,-5-10 1 15,5 10-2-15,-4-10 0 0,4 10-2 0,0 0 3 16,4-11-5-16,-4 11 2 0,0 0 3 0,14-5-2 16,-14 5-1-16,16 0-1 0,-4 5 1 15,1 0-1-15,6 2-1 0,-2 2 8 0,3 3-7 16,-1-1 3-16,2 0-14 0,0 1-29 15,-1 0-22-15,-1 1-42 0,2-1-38 0,-1 0-48 16,-2-2-72-16,1 0-187 0,-1-2 130 0</inkml:trace>
  <inkml:trace contextRef="#ctx0" brushRef="#br0" timeOffset="12438.78">3990 11567 277 0,'-8'-9'432'16,"3"3"-140"-16,5 6-65 0,-10-11-29 0,10 11-32 15,-9-11-16-15,9 11-14 0,-8-8-20 0,8 8-20 16,0 0-29-16,-9-10-14 0,9 10-1 16,0 0-16-16,0 0-10 0,-6-6 0 0,6 6-7 15,0 0-2-15,0 0-4 0,10 9-1 16,-10-9-4-16,13 12-1 0,-7-4-8 0,3 0 5 16,2 3-7-16,-1-1 35 0,1-3-34 0,0 2 30 15,0-2-32-15,-1-2 25 0,-1 0-27 0,-9-5 24 16,19 5-28-16,-19-5 28 0,0 0-30 0,23-1 21 15,-23 1-35-15,16-10-8 0,-16 10 10 0,11-16-4 16,-7 6 3-16,-3-1 2 0,2-2 5 0,-4-1 2 16,-1-2 4-16,-3 0 1 0,-1-3 4 0,-2 1 3 15,-1 2 4-15,0 1 4 0,-1 4-4 0,1 1 6 16,-1 1 19-16,1 3-8 0,9 6-3 0,-17-8-2 16,17 8-4-16,-16 3-2 0,7 2 0 0,2 1 1 15,-2 3-3-15,4 3 4 0,-1 2-7 0,3 1-10 16,-1 2 2-16,3 0 11 15,1 0-4-15,3 1 10 0,1-1 8 0,1 1-24 16,1-3 16-16,4 1-30 0,-1-6 1 0,3-1-23 16,2-3-35-16,-14-6-17 0,27 3-30 0,-12-6-34 15,7-3-15-15,-2-4-46 0,2-5-38 0,1-3-106 16,-3 0 227-16</inkml:trace>
  <inkml:trace contextRef="#ctx0" brushRef="#br0" timeOffset="12829.83">4302 11336 224 0,'1'-11'470'16,"-1"11"-129"-16,-1-18-61 0,1 18-45 0,-3-16-5 15,3 16-69-15,-5-14 12 0,5 14-65 0,-1-10 4 16,1 10-48-16,0 0 19 0,-4-11-59 0,4 11 34 16,0 0-47-16,0 0 30 0,0 0-34 15,0 0 22-15,9-6-28 0,-9 6 23 0,10 5-35 16,-10-5 32-16,17 12-35 0,-7-6 25 0,-1 4-31 16,2-1 8-16,-1 3 0 0,-1 0-1 15,1 2 6-15,-3-2 1 0,1 2 0 0,-1-2-2 16,-2 2-2-16,-1 0-2 0,-2-2-8 0,-1-1-1 15,-1 1-20-15,-1-3-1 0,-3 1 4 0,0-2-22 16,-1 0-15-16,5-8-17 0,-13 9-29 0,13-9 22 16,-16 1 5-16,16-1 10 0,-20-6 9 15,9-2 5-15,-2-3 18 0,-1-3 12 0,1 0 7 0,2-1 18 16,1 0 22-16,2 3 27 0,0 0 28 16,2 3 30-16,0 1 19 0,6 8 2 0,-8-12-14 15,8 12 12-15,-8-10-51 0,8 10 7 0,0 0-37 16,-7-8 10-16,7 8-19 0,0 0-9 0,-4 9 1 15,4-9-4-15,-1 20 1 0,2-5-2 0,-1 2-3 16,1 10 0-16,2 2-3 0,-1 7 0 0,2 3 21 16,-2 1-37-16,1 3 33 0,1 2-30 15,-1 2 23-15,-1-1-41 0,2 0-25 0,-1-1-32 16,-1-4-44-16,4 0-50 0,-2-4-33 0,0-3-299 16,0-9 15-16</inkml:trace>
  <inkml:trace contextRef="#ctx0" brushRef="#br0" timeOffset="13122.87">4376 11183 64 0,'-1'-17'751'0,"-3"2"-272"0,1 3-114 0,1-1-138 16,-1 3-1-16,3 10-81 0,-4-15 8 0,4 15-70 15,-4-9 18-15,4 9-25 0,0 0-9 0,0 0-55 16,0 0 33-16,-2 16-45 0,6 1 35 0,2 4-42 15,2 9 27-15,1 4-37 0,4 6 43 16,2 12-48-16,3 6 46 0,1 4-40 16,0 3 32-16,3 3-45 0,-3 0 43 0,4 0-46 15,-2-2 32-15,-1-2-50 0,2-3 36 0,-2-4-34 16,1-6 30-16,-2-5-36 0,-5-11-11 0,2-5-30 16,-2-1-31-16,0-7-25 0,-3-6-17 0,-1-4-5 15,-10-12-41-15,13 7-28 0,-13-7-170 0,9-5 182 16</inkml:trace>
  <inkml:trace contextRef="#ctx0" brushRef="#br0" timeOffset="13360.88">4535 11457 297 0,'-7'-15'450'0,"2"0"-145"0,1 3-71 0,0 2-59 16,0-2-39-16,2 2-26 0,2 10-23 15,-4-17-19-15,4 17-17 0,2-14-8 0,-2 14-7 16,7-10-3-16,-7 10-9 0,12-5-4 0,-12 5 1 15,20 4-34-15,-7 2 20 0,2 3 10 0,-1 3-2 16,1 3-1-16,-3 2-2 0,0 1-3 0,-2 4-1 16,-2 0 1-16,-3-1-3 0,-3 4 2 0,1-1-3 15,-4 0-2-15,-2-1 1 0,1-1 2 0,-5-1-5 16,1-1 14-16,-3-2-15 0,1-2 3 16,-3-2-36-16,0-4-28 0,1-2-2 0,0-4-23 0,10-4-36 15,-22 3-34-15,11-10-31 0,-1 0-262 0,-1-7 133 16</inkml:trace>
  <inkml:trace contextRef="#ctx0" brushRef="#br0" timeOffset="13694.92">4640 11286 46 0,'9'-11'328'0,"-9"11"-99"0,0 0-50 0,9-6-32 0,-9 6-19 15,0 0-22-15,5 10 0 0,-5-10-18 0,5 14 0 16,-4-2-32-16,0 0-1 0,3 4-23 0,-3 1 7 15,3 0-28-15,0 5 18 0,1-3 0 0,-1 4-4 16,2-3-3-16,1-1 1 0,-1 0 5 0,2-1-5 16,-3-4-2-16,5-2 7 0,-3 1-2 15,-1-4-2-15,2-2-2 0,-8-7-8 0,16 9 7 16,-16-9-2-16,0 0 1 0,23-1-5 0,-23 1-2 16,13-10 10-16,-4 1-3 0,-4 0 11 0,0 0 17 15,-1-2 8-15,-1-1 27 0,-2-1-33 0,-2 1 20 16,-2-1-31-16,-1-2 31 0,-3 1-50 15,0 2 32-15,-2-1-44 0,-1 3 26 0,-3 2-41 16,2 0 22-16,-3 6-37 0,14 2-10 16,-23-3-20-16,23 3-31 0,-27 4-48 0,13 1-58 15,2-1-53-15,2 1-62 0,10-5-168 0,-18 7 93 0</inkml:trace>
  <inkml:trace contextRef="#ctx0" brushRef="#br0" timeOffset="14088.97">4843 11207 89 0,'0'0'356'0,"14"-6"-124"0,-14 6-51 15,0 0-48-15,18 0-23 0,-18 0-20 0,15 6-16 16,-6-1-9-16,-1 1-2 0,2 5-21 16,-4 0-3-16,4 1-8 0,-3 4-1 0,3 2-9 15,-3 1-2-15,-1-2-5 0,-1-2-12 0,2 0 9 16,-4 0-2-16,3 0 1 0,-4-4-2 15,2 0-3-15,-4-11-2 0,5 14 2 0,-5-14 3 16,4 14 18-16,-4-14 13 0,4 9-1 0,-4-9-5 16,0 0-7-16,0 0-8 0,0 0 2 0,0 0 1 15,4-15-8-15,-4 15 6 0,0-19-17 0,1 5-1 16,0 2 5-16,-1-2 0 0,1-1 4 0,2 3 3 16,-2-5 2-16,3 2 2 0,-1-1 0 15,-1 5 5-15,2-1-3 0,-3 1-2 0,3 3-8 0,-4 8-16 16,8-15 14-16,-8 15 3 0,9-10-4 15,-9 10 1-15,10-6-1 0,-10 6 0 0,0 0-2 0,24 6-8 16,-24-6 2-16,18 12 8 0,-7-3 2 16,0 1-6-16,-1 0-7 0,3 4-3 15,-3-2-23-15,3 1-44 0,-3-3-47 0,-1 0-34 16,3-2-86-16,-3-1-195 0,-9-7 153 0</inkml:trace>
  <inkml:trace contextRef="#ctx0" brushRef="#br0" timeOffset="14581.01">5408 11068 306 0,'0'0'559'0,"-14"-7"-211"0,14 7-50 16,-13-4-106-16,13 4-11 0,0 0-33 0,-25 1-25 16,25-1-22-16,-18 6-17 0,18-6-46 0,-17 7 14 15,17-7-41-15,-12 6 38 0,12-6-46 16,-8 10 34-16,8-10-38 0,-3 10 29 0,3-10-35 15,2 10 32-15,-2-10-36 0,7 10 32 0,-7-10-32 16,13 12 29-16,-13-12-40 0,17 11 47 0,-17-11-42 16,19 11 33-16,-9-6-30 0,0-1 28 0,-10-4-28 15,18 9 28-15,-9-3-28 0,1-1 28 0,-10-5-28 16,16 10 36-16,-16-10-37 0,14 10 18 0,-14-10-25 16,7 10 42-16,-7-10-36 0,7 13 28 15,-7-13-24-15,1 14 30 0,-1-14-48 0,-2 14 22 0,2-14 2 16,-7 15 2-16,7-15-1 0,-10 15-12 15,10-15-22-15,-17 11-15 0,17-11-12 0,-19 4-27 16,19-4-23-16,-22-3-32 0,10-1-12 0,-1-5-17 16,1-4 21-16,-2 0-17 0,5-2 29 0,-1-3-1 15,5-1 31-15,1 6 44 0,0-4 40 0,-1 3 36 16,3 2 28-16,-1-1 31 0,0 3 31 16,3 10 30-16,-6-15 7 0,6 15 12 0,-2-11-31 15,2 11-8-15,-2-10-12 0,2 10-22 0,0 0-7 16,0 0-12-16,0 0 8 0,0 0-14 0,0 0 7 15,0 0-22-15,-9 10 2 0,8 0-15 0,0 1 11 16,1 3-18-16,-3 1-3 0,3 3 1 16,0 0-3-16,-1 6 4 0,0-1-20 0,1 2 14 15,-2-1-2-15,1 1-1 0,0 0-1 0,1-2-12 16,0 1-31-16,-2-4-45 0,4-1-70 0,-2-2-54 16,1-3-304-16,0-2 12 0</inkml:trace>
  <inkml:trace contextRef="#ctx0" brushRef="#br0" timeOffset="15026.06">5564 11058 532 0,'0'0'444'0,"0"0"-115"0,0 0-72 0,0 0-88 15,0 0-11-15,-11 8-52 0,11-8-5 0,0 0-39 16,-1 14 6-16,1-14-33 0,1 12 15 0,-1-12-31 16,7 15 15-16,-3-5-26 0,1-1 9 0,-1 2-12 15,1-1 16-15,2-1-25 0,0 1 22 0,-2 0-24 16,2-3 19-16,-2 2-21 0,-5-9 28 0,9 13-32 16,-9-13 21-16,9 11-20 0,-9-11 21 0,5 7-33 15,-5-7 29-15,0 0-12 0,0 0 23 16,0 0-25-16,0 0 15 0,13-4-21 15,-13 4 14-15,4-13-12 0,-3 3 20 0,-1-1-19 16,0-2 21-16,0-1-17 0,-1-1 22 0,-2 2-27 16,-1-1 33-16,2 3-6 0,-1-1 34 0,-1 2-33 15,4 10 34-15,-9-14-9 0,9 14-41 0,-10-5 31 16,10 5-36-16,0 0 31 0,-19 5-3 0,10 3-37 16,1 5 34-16,-2 2-35 0,2 3 23 0,1 1-22 15,0 3 31-15,2-1-39 0,4 2 40 0,-2-4-39 16,5 1 36-16,0-2-42 0,1-2 14 0,2-1-37 15,3-3-23-15,2-2-29 0,-2-3-44 0,-8-7-43 16,21 2-27-16,-7-3-48 0,3-7-206 0,1 0 93 16</inkml:trace>
  <inkml:trace contextRef="#ctx0" brushRef="#br0" timeOffset="15458.11">5865 11046 39 0,'4'-10'549'0,"-4"10"-184"0,2-17-66 16,-2 17-60-16,1-12-33 0,-1 12-59 0,3-10 25 15,-3 10-64-15,0 0 20 0,0-12-55 0,0 12 20 16,0 0-62-16,0 0 32 0,1-10-46 0,-1 10 31 16,0 0-45-16,0 0 30 0,0 0-36 0,0 0 21 15,18 5-2-15,-18-5 5 0,10 7-39 16,-10-7 47-16,13 6-13 0,-13-6-5 0,14 12 0 16,-14-12-3-16,13 13 0 0,-13-13 0 0,7 17-32 15,-5-5 37-15,-1-1-32 0,-1 3 38 0,-1 3-32 16,-1 0 30-16,-4 3-22 0,-1 1 40 0,-1-1-33 15,-2 2 43-15,0-3-39 0,-1 0 30 0,-1 0-43 16,1-3 43-16,0-2-39 0,1-1 37 0,1-5-44 16,1 0 38-16,8-8-67 0,-17 7 29 0,17-7-44 15,-14-2 15-15,14 2-26 0,-12-13 14 16,6-1-31-16,3-2-35 0,1-1-20 0,2-3-38 16,0-5 13-16,3 0-20 0,1 0 43 0,1 0 30 15,0 1 27-15,1 0 30 0,-1 2 33 16,1 3 34-16,0 0 34 0,-1 4 20 0,-2 4 5 15,-1 0 2-15,3 2 3 0,-5 9 2 0,5-14 6 16,-5 14-17-16,2-10 10 0,-2 10-25 0,0 0 13 16,0 0-44-16,0 0 18 0,0 0-13 0,-7 13 12 15,1-2-7-15,-2 5-11 0,-1 2-10 0,-1 2-38 16,-4 5-22-16,0 2-43 0,-3 2-54 0,-2 2-60 16,-1 0-53-16,-7 11-229 0,-1-1 62 0</inkml:trace>
  <inkml:trace contextRef="#ctx0" brushRef="#br0" timeOffset="16077.18">4352 12571 28 0,'-26'18'796'0,"3"-2"-273"16,-2 0-154-16,4-4-48 0,4 0-97 0,1-1-15 15,3-3-78-15,3-1-10 0,1-2-55 0,9-5 14 16,-12 7-44-16,12-7 21 0,0 0-43 0,0 0 32 15,21-4-34-15,6-9 25 0,6-5-30 0,19-12 22 16,7-3-37-16,5-6 37 0,19-14-35 0,3-1 3 16,0-4 33-16,3-2-28 0,2-1 31 15,-3 2-23-15,2-1 20 0,-5 2-31 0,-4 4 23 0,-17 10-11 16,-1 1-41-16,-6 6 13 0,-2 0-44 16,-7 8 25-16,-6 4-46 0,-10 6 44 0,-7 4-37 15,-4 3 43-15,-7 8-24 0,-14 4 34 0,0 0-33 16,20 3 56-16,-20-3-63 0,-6 23 10 0,-3-3-6 15,-8 9 4-15,-3 3-16 0,-11 11-12 16,-5 4-14-16,-6 4-29 0,-1 2-16 0,-6 3-2 16,-15 13 3-16,0-1-4 0,0-1 30 0,9-15 4 15,1 2 23-15,0-3 32 0,-1 0 40 0,0-2 18 16,2 0 30-16,-2-4 29 0,5-1 17 0,2-3 21 16,-1-2-20-16,7-3 50 0,1-4-26 15,4-2 42-15,9-8-13 0,2-2-1 0,6-3-22 0,3-4-1 16,4-3-22-16,1-1-29 0,4-3-9 15,0 0-11-15,8-6-5 0,-8 7-5 0,8-7 5 16,0 0-2-16,0 0 4 0,22-8-7 0,5-9 4 16,5-1 0-16,14-10-5 0,3-5 6 0,6-4 16 15,5-4-34-15,5-2 28 0,18-11-44 0,0-2 39 16,-2 0-37-16,-1 4 26 0,-18 8-39 0,-1 2-6 16,-2 0-21-16,-6 3 25 0,-2 6-44 0,-8 1 42 15,-2 6-36-15,-12 6 30 0,-2 4-22 16,-9 3 50-16,1 2-44 0,-6 4 53 0,-1-1-39 15,-12 8 46-15,15-7-42 0,-15 7 42 0,0 0-42 16,0 0 42-16,0 0-41 0,0 0 36 0,0 12-48 16,0-12 23-16,-13 17-55 0,4-7-8 15,0-1-37-15,0 1-85 0,0 3-80 0,-1-2-335 16,0 0-140-16</inkml:trace>
  <inkml:trace contextRef="#ctx0" brushRef="#br0" timeOffset="17815.5">10500 3763 619 0,'-5'-7'389'0,"-2"0"-40"16,0 0-93-16,7 7-25 0,-11-14-29 0,11 14-29 15,-11-11-46-15,11 11-15 0,-13-10-37 0,13 10-7 16,-9-8-38-16,9 8 11 0,-8-7-30 16,8 7 9-16,0 0-21 0,-10-7 5 0,10 7-23 15,0 0 28-15,0 0-24 0,-6 7 18 0,6-7-22 16,1 24 22-16,0-6 7 0,3 4 4 0,0 2-6 15,1 3 5-15,2 6-3 0,-2-1 1 0,2 1-18 16,1 0 17-16,0 0-19 0,-1-2 19 0,0 1-22 16,-1-7 6-16,0-2-60 0,0-2 17 0,-1-2-84 15,-1-5-64-15,0-3-18 0,-4-11-80 0,5 12-220 16,-5-12 11-16</inkml:trace>
  <inkml:trace contextRef="#ctx0" brushRef="#br0" timeOffset="18377.56">10435 3830 409 0,'-13'-20'490'0,"3"1"-166"0,-1 3-38 16,-1 0-97-16,4 3-3 0,0 2-61 0,2 2 4 16,0 0-47-16,6 9 6 0,-9-12-44 0,9 12 12 15,-7-9-20-15,7 9-4 0,0 0-25 0,0 0 19 16,0 0-27-16,0 0 27 0,22 5-29 0,-9 3 27 16,0-3-32-16,6 5 31 0,2-2-13 0,1 1-7 15,1-3-8-15,1 0-20 0,1 0-38 0,-1-3 29 16,0-2-46-16,2-2 29 0,-1 0-26 15,-2-3 37-15,2-3-25 0,-3-1 29 0,-2 0-11 0,-1-4 9 16,-6 0 10-16,2-2 3 0,-3 0 2 16,-3-2 15-16,-4 1 26 0,-1-1 0 15,-1-2 8-15,-3 1 9 0,-3-1 5 0,0 0 7 16,-2 0 4-16,-3-1-8 0,3 5-5 0,-4 3-8 16,0 2 6-16,0 3-16 0,9 6-4 0,-23-2-5 15,23 2-3-15,-29 12 3 0,14 0-1 0,-5 1-4 16,1 6 0-16,3 1-4 0,-1 1 30 0,5-2-35 15,2 0 30-15,1 0-34 0,2 1 22 0,3-4-26 16,1-2 24-16,3-1-29 0,0-3 28 16,3 2-10-16,1-4-8 0,-4-8-58 0,14 10 15 15,-14-10-44-15,16 1-1 0,-16-1-16 0,28-8-2 0,-11-1 17 16,-2-3 24-16,3-1 14 0,-4-2 13 16,2 0 14-16,-3-1 15 0,-1-1 18 0,0 1 23 15,-1 1 19-15,-2 0 20 0,-1 1 12 0,-3 4 9 16,-1 2 16-16,-4 8-10 0,6-14 4 15,-6 14-38-15,6-11 20 0,-6 11-44 0,4-8 23 16,-4 8-42-16,0 0 21 0,0 0-30 0,11 5 23 16,-11-5-29-16,8 18 18 0,-6-4-17 0,3 7 21 15,0-1-30-15,-1 3 24 0,1 2-5 0,-1 0 0 16,2 7 0-16,-2-1 28 0,5-1-36 0,-4-5-5 16,3 4 0-16,-2-4-15 0,1-3-10 0,2-1-25 15,0-2-13-15,1-3-54 0,0-4-9 16,-1-3-32-16,-9-9-47 0,19 4-10 0,-19-4 1 15,20-6-218-15,-8-3 163 0</inkml:trace>
  <inkml:trace contextRef="#ctx0" brushRef="#br0" timeOffset="18711.59">11069 3603 386 0,'-1'-23'410'0,"0"0"-105"16,-2 1-27-16,2 5-27 0,-2 4-62 16,0 1-6-16,2 3-53 0,1 9-10 0,-2-16-42 15,2 16-2-15,0 0-30 0,0 0 10 0,0 0-29 16,0 0 12-16,-4 16-27 0,5-4 10 0,-1 5-15 15,3 6 8-15,0 1-14 0,3 2 17 0,1 5 0 16,2 1-5-16,-1-3-3 0,2 2 1 16,2-4 33-16,-1 0-41 0,1-2 5 0,0-4-7 15,0-3 2-15,1-2-3 0,0 0 0 0,-1-5-2 16,1-3 6-16,-4-2-1 0,-9-6-12 0,20 3 13 16,-20-3-1-16,25-7 5 0,-12-2 3 0,2-3 11 15,-2-5 5-15,-2 0 17 0,-1-5-20 0,1-4-5 16,-2-1 6-16,0-3 0 0,-3-1 4 0,0 1-4 15,-2 1-3-15,-2 1-2 0,0 1-4 0,-2 2 0 16,0 0-4-16,-2 2-2 0,-1 2-4 16,0 3-1-16,-2 5-6 0,-1-1-6 0,-2 5-11 15,1 3-24-15,7 6-34 0,-18-2-13 0,18 2-43 16,-25 8-26-16,11 0-44 0,0 3-66 16,0 0-77-16,4-1-176 0,2 1-3 0</inkml:trace>
  <inkml:trace contextRef="#ctx0" brushRef="#br0" timeOffset="19490.89">11734 3395 469 0,'7'-14'376'0,"-7"14"-50"0,2-12-85 0,-2 12-7 16,3-10-56-16,-3 10 8 0,0 0-42 0,-2-13-8 16,2 13-39-16,0 0-1 0,-7-9-40 0,7 9 4 15,0 0-26-15,-16 7 0 0,6 0-13 0,-2 5 5 16,-1 5-12-16,1 0 7 0,-2 8-21 15,1-1 9-15,2 2-4 0,3-3 12 0,-1 0-19 16,5 0 10-16,2-1-10 0,-1-1 20 0,6-3-20 16,-2 0 11-16,4 3-5 0,1-3 7 0,6-3-3 15,1-2-9-15,4 0 11 0,2-4-12 16,4-4 4-16,2-1-1 0,4-1 4 0,1-3-3 16,4-4-1-16,2 0-20 0,-1-2-8 0,-2-1-53 15,-2 0-3-15,-6 0-85 0,0-1-43 0,-5 1-87 16,-5 2-268-16,1-1-86 0</inkml:trace>
  <inkml:trace contextRef="#ctx0" brushRef="#br0" timeOffset="20009.93">10809 4357 117 0,'-17'11'421'16,"1"-1"-130"-16,2-2-56 0,3-1-61 0,2 0-10 16,9-7-65-16,-17 10 14 0,17-10-26 15,0 0 29-15,-5 8-49 0,5-8 35 0,0 0-42 16,23-1 22-16,-3-4-42 0,6-1 28 0,9-4-38 16,4-2 28-16,11-6-38 0,6-3 23 0,2 0-26 15,2-3 25-15,3-1-11 0,1 0 17 0,0-1-27 16,-2-1 20-16,1 0-5 0,-3 0-6 0,-3 2-9 15,-2 2-7-15,-2 2-28 0,-7 2-6 0,-11 5-24 16,-3 1-2-16,-8 5-34 0,-3 0-42 0,-6 3 18 16,-15 5-28-16,15-4-18 0,-15 4 11 0,0 0-15 15,-3 10 12-15,-11 2 19 0,-2 1 20 0,-11 6 23 16,-4 1 23-16,-8 6 9 0,-5 1 17 16,-2 2 16-16,-4-2 21 0,-2 2 10 0,-3 1 18 15,1 0 16-15,1 0 20 0,0-1 26 16,5-2 23-16,2-2-25 0,12-8 7 0,3 1-18 15,4-4 39-15,7-3-16 0,1-2-14 0,5-2-18 16,2 1-16-16,2-3-12 0,10-5-9 0,-15 9-10 16,15-9-2-16,-11 7 1 0,11-7-4 0,0 0 14 15,5 9 3-15,-5-9 9 0,21 2 3 0,-3-2 7 16,9-2 2-16,7-3 7 0,6-4-11 0,1-1 5 16,12-6 0-16,1-2-4 0,1 0-16 0,0-5-2 15,1 2-9-15,-2-2-8 0,-4 1-6 0,2-2-39 16,-3 4-41-16,-2-1-12 0,-9 6-29 0,-1-2-58 15,-2 4-83-15,-3-3-69 0,-2 2-305 0,-3 0-152 16</inkml:trace>
  <inkml:trace contextRef="#ctx0" brushRef="#br0" timeOffset="20730.02">13342 3618 187 0,'-27'-1'379'0,"0"0"-119"16,3-2-27-16,-3 2-26 0,1-1-22 0,2 1-36 16,2 1-5-16,0-2-25 0,1 0-7 0,4 0-19 15,0 1-16-15,17 1-15 0,-26-2-12 0,26 2-12 16,-21 0-8-16,21 0-5 0,0 0-11 0,-22-1 0 15,22 1 2-15,0 0-8 0,-16-2-3 0,16 2-3 16,0 0 5-16,0 0-3 0,0 0 0 0,19-5 2 16,-2 1 6-16,7 2 5 0,4-2 16 15,8-1-27-15,2 0 3 0,2 0-1 16,1 0-2-16,0 2 19 0,0 0-24 0,0-1 25 16,-3 4-34-16,3 0-12 0,-4 0-36 0,-6 1-31 15,-1 2-58-15,0-2-58 0,-3 1-98 0,-3-2-210 16,-2 0 15-16</inkml:trace>
  <inkml:trace contextRef="#ctx0" brushRef="#br0" timeOffset="20998.04">13624 3491 137 0,'-19'-7'567'0,"-1"0"-210"0,-2 2-70 16,7 1-67-16,-4 2-48 0,3-2-32 0,16 4-16 16,-26-3-9-16,26 3-20 0,-19-7-14 0,19 7-20 15,-15-2-12-15,15 2-9 0,0 0-9 16,0 0-12-16,0 0-4 0,0 0 4 15,0 0-5-15,0 0 19 0,29 2-26 0,-9-1-2 16,4 3-3-16,3-1 0 0,1 1 1 0,-1 0 1 16,0 3-3-16,-4 2-3 0,1-1-1 0,-2 3 7 15,-3 2-2-15,-4 1 0 0,-3 2 17 0,-2 4-17 16,-5 0 39-16,-2 3-47 0,-5 2 14 0,-2 0-2 16,-3 4-16-16,-3 0-9 0,1 1-19 0,-2-2-31 15,1-6-85-15,4-1-70 0,1-3-73 0,1-3-243 16,4-5-36-16</inkml:trace>
  <inkml:trace contextRef="#ctx0" brushRef="#br0" timeOffset="21346.08">14382 3421 19 0,'-7'-16'470'0,"2"2"-139"16,0-2-81-16,1 2-21 0,0 3 8 0,0-2-62 16,2 3 19-16,2 10-6 0,-5-16 1 0,5 16-25 15,-6-12-32-15,6 12-47 0,-3-11-24 0,3 11-15 16,0 0-1-16,0 0-13 0,0 0-1 0,0 0-10 15,-5 9 1-15,5 4-11 0,0 2 5 0,0 5-6 16,0 6 2-16,0 2-5 0,0 0 5 0,0 7 2 16,1 3-4-16,0-3 0 0,2 1-18 15,-3-7 4-15,1-1-16 0,3-1-29 0,-4-2 16 16,4-3-56-16,0 0-36 0,-1-7-72 0,1-1-61 16,-1-5-70-16,-3-9-225 0,9 12-60 0</inkml:trace>
  <inkml:trace contextRef="#ctx0" brushRef="#br0" timeOffset="21909.14">14337 3405 571 0,'-7'-14'424'0,"2"-1"-89"15,0 5-101-15,1-1-29 0,0 2-63 0,4 9-2 16,-5-12-56-16,5 12 9 0,-6-12-50 0,6 12 20 16,0 0-35-16,0 0 20 0,0 0-37 0,0 0 16 15,0 0-19-15,20 4 25 0,-9 4-43 16,3 0 33-16,0 2-31 0,4 1 37 0,0 1-52 15,1-1-11-15,1-1-2 0,-2 1-10 0,3-2-6 16,2-3-7-16,-2-1-18 0,1 0 3 16,-3-3-6-16,1-2 5 0,-3-2 9 0,1-3 7 15,2-1-72-15,-4-3 118 0,-1-1 11 0,1-1 11 16,-3-3 7-16,-3-1 6 0,0-1 3 0,-2-2 1 16,-4 2 13-16,-1-1 4 0,0 0 13 0,0 1 47 15,-3 4-44-15,0-1 33 0,0 13-42 0,-3-18 16 16,3 18-48-16,-6-16 40 0,6 16-47 0,-11-6 19 15,11 6-28-15,-15 4 11 0,3 4-19 0,1 3 8 16,-4 4-3-16,2 2 2 0,-4 6-1 0,3-1-6 16,0 3 16-16,2 0-12 0,0 0 0 15,3-3 8-15,4-2-6 0,-2 1 27 0,3-1-42 16,2-5 27-16,-1-1-44 0,6-5-13 16,-1 0-8-16,-2-9-11 0,9 11-15 0,-9-11-9 15,16 4-13-15,-16-4-8 0,25-6-98 0,-8-2 113 16,0-3-91-16,0-3 94 0,4-3-62 0,-4-2 113 15,2-3-69-15,-1-1 117 0,-2 0-58 0,0-1 141 16,2 1 32-16,-8 5 18 0,0 1-13 0,-1 1 2 16,-3 3 11-16,0 3 18 0,-1 3-55 0,-5 7 10 15,8-14-52-15,-8 14 15 0,0 0-43 0,7-7 21 16,-7 7-37-16,0 0 29 0,6 9-42 0,-6-9 2 16,3 21-7-16,-2-4 2 0,1 3 1 0,-2 4 8 15,1 2-1-15,-1 1 4 0,1 1-2 16,-1 2 22-16,3 5-32 0,-3 2 26 0,3-2-41 15,-1-7-5-15,0 5-34 0,2-6 17 0,-1-2-65 16,2-1-36-16,-1-3-39 0,1-4-91 16,0-6-238-16,-1 1 29 0</inkml:trace>
  <inkml:trace contextRef="#ctx0" brushRef="#br0" timeOffset="22268.18">15059 3545 308 0,'2'-10'539'0,"-2"10"-210"15,-3-17-23-15,3 17-121 0,-1-11-3 0,1 11-58 16,0-10-5-16,0 10-44 0,0 0 10 16,0 0-47-16,0 0-6 0,0 0-6 0,0 0 25 15,-12 8-39-15,10 1 25 0,1 4-35 0,-1 5 29 16,1-1-26-16,1 2 23 0,-1 0-27 0,1-2 24 16,1 2-21-16,2-2 9 0,1 4 3 15,0-7-5-15,1 0-1 0,1-2-5 0,-1-1-2 16,3-4 1-16,-8-7-4 0,16 10 2 0,-16-10-20 15,0 0 4-15,24 0 12 0,-13-5-7 0,4-2 5 16,-4-2-29-16,2-3 40 0,1-4-34 16,-2-1 37-16,-1 0-28 0,1-5 32 0,-4 1-30 0,-3-2 34 15,2 2-29-15,-3 0 34 0,-1 4-23 16,-3 1 18-16,-3 0-24 0,2 3 33 0,-4 2-32 16,-2 1 24-16,0 3-24 0,7 7 19 0,-21-5-24 15,21 5 20-15,-27 7-25 0,8 2 25 0,0 3-43 16,2 1 23-16,0 2-64 0,1 1-12 0,2 1-24 15,4 0-29-15,1 1-34 0,1-3-54 0,3-3-279 16,4-2 25-16</inkml:trace>
  <inkml:trace contextRef="#ctx0" brushRef="#br0" timeOffset="22770.24">15359 3511 122 0,'9'-15'494'0,"-4"1"-145"15,0 2-84-15,-1 1-32 0,-1 1-34 0,-3 10 5 16,3-17-50-16,-3 17-9 0,-1-12-47 0,1 12 1 16,0 0-37-16,-8-9 2 0,8 9-27 0,0 0 4 15,-15 11-25-15,8-3 6 0,-1 4-16 0,0 5 17 16,0 0-20-16,2 4 18 0,-3 0-18 0,2 3 16 16,2 1-1-16,0 0 2 0,1 0-4 0,2-1 7 15,2-1-24-15,0 0-1 0,2 0 33 16,-1-6-48-16,5-2 31 0,-1-1-43 0,1-3 20 15,2-2-29-15,-8-9-4 0,14 10-8 0,-14-10-19 16,18-1-24-16,-7-4-32 0,1-4 16 16,2-3-2-16,-1-4 42 0,1-2 6 0,-1-7 16 15,-2-5 11-15,1-2 15 0,-5-4 1 0,0-3 7 16,-3-2 6-16,0-4 4 0,-2-2 4 0,-2 1 8 16,0-1 20-16,-2 4 16 0,-1 2 50 0,0 5-41 15,1 8 45-15,-2 3-30 0,0 3 13 0,1 1-38 16,1 6 22-16,-2 3-33 0,3 2 14 0,1 10-19 15,-4-18 2-15,4 18-23 0,-4-10 9 0,4 10-14 16,0 0 8-16,0 0-11 0,0 0 20 0,-6 11-2 16,6 2-23-16,-2 2 21 0,2 3-22 15,2 6 19-15,-2 5-6 0,2 5 18 0,0 2-10 16,-2 3 20-16,1-1-6 0,0 4 6 0,0-2-3 16,2 0-2-16,-1 0-22 0,1-4 5 15,1 0-24-15,0-3-14 0,0-8-15 0,1-2-13 16,-3-5-13-16,4-2-34 0,0-2-55 0,-1-5 21 15,3-2-54-15,-8-7-37 0,15 3-4 0,-15-3-30 16,22-8-144-16,-10 1 190 0</inkml:trace>
  <inkml:trace contextRef="#ctx0" brushRef="#br0" timeOffset="23440.31">15621 3591 377 0,'10'-17'303'0,"-2"0"-48"0,-3 2-20 0,-1 1-41 16,0 3-33-16,-1 0-10 0,0 1-5 0,-3 10 16 16,6-15-42-16,-6 15 8 0,3-11-31 0,-3 11-10 15,4-10-40-15,-4 10 2 0,0 0-19 16,0 0 13-16,0 0-27 0,0 0 11 0,0 0-19 15,7 8 11-15,-7-8-11 0,3 20 16 0,-2-7-17 16,2 2 13-16,-3 1-14 0,1-3 16 0,2 3-13 16,2-1 8-16,-2 0-18 0,1-5 6 15,2 1 4-15,-3-1 0 0,3-1-1 0,-6-9 0 16,11 11-1-16,-11-11-2 0,10 8-19 0,-10-8 21 16,0 0-16-16,21-4 14 0,-21 4-10 0,14-11 5 15,-6 2-16-15,2-3 12 0,-4-3-18 0,2-4 16 16,-2-1-16-16,0-3 17 0,-2-1-20 0,0-1 21 15,-1 1-19-15,-3 1 23 0,0 3-13 0,0 2 21 16,-2 2-22-16,1 4 28 0,0-1-20 16,-3 2 19-16,4 11-17 0,-6-14 15 0,6 14-14 15,-8-7 13-15,8 7-16 0,0 0 15 0,-14 7-9 16,5 2 8-16,1 4-19 0,1 4 21 0,-1 3-8 16,0 1 21-16,2 1-24 0,2 1 23 0,0 1-10 15,2 1 14-15,2-2-18 0,1-2 14 0,0 1-9 16,2 0 11-16,1-3-8 0,1 0 1 0,4-1 0 15,-4-5-3-15,1 0-5 0,3-2 1 16,1-2-9-16,-1-3 6 0,-9-6 0 16,22 5-3-16,-22-5-8 0,27-2-10 0,-13-3-5 0,5-4-3 15,0-2 2-15,3-6-2 0,-2-1-7 16,0-2 10-16,-2-3-5 0,0-4 14 0,-2-3-23 16,-2-3 23-16,0-2-23 0,-3-4 25 0,0-2-23 15,-2 0 24-15,-1-1-2 0,-3-1 4 0,0 3-5 16,-5 0 13-16,-1 3-31 0,-2-1 27 0,-2 4-15 15,0 3 25-15,-3 1-20 0,1 5 7 0,-2 4 7 16,1 1 11-16,1 1 7 0,-1 5 1 0,0 3-1 16,1 0-4-16,0 3-11 0,7 8-1 0,-13-9 1 15,13 9 12-15,0 0-20 0,-19 4 15 0,10 5-15 16,3 2 19-16,-2 5-17 0,3 6 15 0,-2-1 11 16,2 5 4-16,1 8 1 0,2 1 3 0,2 4 9 15,0 1 7-15,1 1 0 16,2 1-5-16,2 0 0 0,1-1-6 0,2-1 1 15,0 0-8-15,2-3-2 0,-1 1-9 0,4-3-2 16,-2 0 0-16,3-4-4 0,3-2-14 0,-3-1-3 16,1-5-25-16,0-2-21 0,1-3-36 0,-2-4 8 15,2-2-69-15,0-2-73 0,-3-4-190 0,2 0-272 16,-15-6-207-16</inkml:trace>
  <inkml:trace contextRef="#ctx0" brushRef="#br0" timeOffset="24019.37">16785 3342 395 0,'-3'-29'405'0,"1"2"-91"0,-1 0-88 16,0 0 10-16,1 4-83 0,0-2 13 0,-1 5-31 15,3 3 26-15,-1 1 12 0,-1 4 2 0,0 2-41 16,2 10-29-16,0-20-24 0,0 20-21 0,-2-11-6 16,2 11-22-16,0 0-1 0,0 0 2 0,7 14-7 15,-1 3-2-15,1 4-8 0,-1 10-2 0,2 3 1 16,0 3 18-16,-1 2-3 0,1 0-1 0,1 2-8 16,1-3-1-16,-3 0-9 0,1-2-13 0,-1 0-13 15,3-4-24-15,-1-3-43 0,2-3-25 0,-1-5-22 16,1-4-29-16,-1-4-50 0,3-4-76 15,-3-5-58-15,-10-4-219 0,26 0-74 0</inkml:trace>
  <inkml:trace contextRef="#ctx0" brushRef="#br0" timeOffset="24240.39">17133 3194 106 0,'-4'-25'594'16,"0"1"-230"-16,-1 3-35 0,0 0-115 0,-3 2-8 15,3 4-49-15,0 2-5 0,1 3-38 0,-1 0 0 16,5 10-35-16,-5-14-3 0,5 14-31 0,-8-8-2 15,8 8-15-15,0 0-2 0,-10 6-12 0,5 1 13 16,-1 7-5-16,1 1-5 0,-2 6-17 0,2 2 27 16,-3 8-29-16,3 1 16 0,-3 5-17 0,2-1 21 15,2 2-21-15,0 0 13 0,2 0-10 63,-1-2-7-63,3-1-18 0,0-6 11 0,3-2 1 0,-1-1-34 0,3-1-52 0,0-2-17 0,3-4-64 0,0-2-18 0,-2-4-79 0,3-4-250 15,1-4-12-15</inkml:trace>
  <inkml:trace contextRef="#ctx0" brushRef="#br0" timeOffset="24464.41">17284 3399 292 0,'1'-13'511'0,"0"2"-133"0,0-1-111 0,-1 12-22 16,2-17-49-16,-2 17-3 0,1-12-25 0,-1 12-15 15,0-13-41-15,0 13-20 0,0 0-33 16,4-12-4-16,-4 12-21 0,0 0 1 0,0 0-14 15,0 0 6-15,1 10-8 0,-1-10-2 16,0 22-14-16,1-8 10 0,0 3-16 0,-1 2 11 16,0 0-24-16,2-1 2 0,-2 1-32 0,2 1 6 15,0-2-42-15,-1-1 5 0,0-2-63 0,2-2-34 16,-2-1-84-16,-1-12-331 0,5 11-124 0</inkml:trace>
  <inkml:trace contextRef="#ctx0" brushRef="#br0" timeOffset="24614.43">17359 3150 167 0,'-4'-16'517'0,"-2"2"-214"0,2 3-41 0,0-1-96 15,1 3-31-15,3 9-53 0,-7-11 4 0,7 11-43 16,0 0 6-16,0 0-30 0,0 0 4 0,-15 4-54 16,15-4-34-16,0 18-27 0,1-5-32 15,1 5-40-15,1 2-244 0,4 1 186 0</inkml:trace>
  <inkml:trace contextRef="#ctx0" brushRef="#br0" timeOffset="25424.52">17478 3443 3 0,'5'9'403'0,"-5"-9"-137"0,8 14-61 15,-8-14-43-15,6 10-13 0,-6-10-10 16,5 9-15-16,-5-9-8 0,4 7-8 0,-4-7-8 16,0 0-18-16,0 0 31 0,10 8-61 0,-10-8-9 15,0 0-4-15,16-7 25 0,-16 7-39 0,16-9 25 16,-8 2-45-16,2-3 45 0,0 0-53 0,-2 0 32 15,0-2-39-15,0-1 35 0,-2 1-54 0,0-3 13 16,-2 0 44-16,0 1-39 0,-2 0 40 16,0 1-29-16,-1 1 34 0,-1 1-21 0,0 11 38 15,0-20-23-15,0 20 11 0,-4-15-22 16,4 15 16-16,-5-11-33 0,5 11 27 0,-9-7-26 0,9 7 21 16,0 0-26-16,-18 4 18 0,18-4-21 0,-15 13 26 15,6-2-24-15,0 0 16 0,0 6-14 16,0 0 17-16,1 2-23 0,2 1 14 0,1-1-10 15,1 0 17-15,0-1-18 0,3-2 21 0,1 3-20 16,1-3 17-16,2-1-17 0,0 0 20 0,3-1-20 16,-1-2 10-16,4-1-14 0,2-3 9 0,1-3-20 15,2-1 6-15,-14-4-36 0,32 0 26 0,-16-5-45 16,6-1 29-16,0-4-40 0,-3 0 33 0,0-4-37 16,3-2 12-16,-4-3 24 0,-4 1 7 15,-1 1 12-15,-2-2 2 0,1 0 16 0,-3 1 34 16,0-1-15-16,-3 4 49 0,-2 3-27 0,0 0 29 15,1 2-14-15,-5 10 29 0,1-16-44 16,-1 16 24-16,3-11-32 0,-3 11 21 0,0 0-33 16,0 0 25-16,0 0-35 0,0 0 27 0,0 0-28 15,-13 10 28-15,13-10-22 0,-4 18 21 0,-1-5-28 16,4-2 21-16,1 4-17 0,-1-2 23 0,1-1-23 16,1 1 17-16,0-1-19 0,4-1 20 0,-2 0-20 15,0 0 15-15,3-2-12 0,-1-2 7 0,-5-7-14 16,15 9 10-16,-15-9-11 0,15 3 15 0,-15-3-19 15,21-3 17-15,-8-2-17 0,2-3 16 0,-2-2-20 16,1-1 15-16,0-2-15 0,-1 1 17 0,-3 1-13 16,-1 0 16-16,-1 1-21 15,-3 1 25-15,2 1-16 0,-7 8 22 0,11-12-16 16,-11 12 14-16,5-8-22 0,-5 8 17 0,0 0-16 16,0 0 12-16,0 0-8 0,4 13 12 0,-4-13-13 15,-4 18 13-15,3-5-18 0,-2-2 18 0,3 1-14 16,0 1 15-16,1-1-15 0,1 0 16 0,-1-1-10 15,3-1 12-15,0 0-15 0,0-1 15 0,-4-9 6 16,9 10-10-16,-9-10-15 0,16 5 12 0,-16-5-3 16,20-4 7-16,-8-1 0 0,3-3 9 0,1-3 3 15,-2-3 21-15,0-1 20 0,-2-4 11 0,3-6 8 16,-2-3-1-16,-2-2 2 0,0-1-18 0,1-4 4 16,-3 0-19-16,-1-1-5 0,-1 1 5 0,-3 2-7 15,-2 4 2-15,-2 3-10 0,-2 1 1 16,-2 2-5-16,-3 3-12 0,-4 1-4 0,-4 1-9 15,0 3-8-15,-5 4-2 0,-2 2-25 16,0 3-28-16,-5 2-40 0,0 3-49 0,1 3-44 16,-3 2 14-16,-3 4-74 0,-1 1-13 0,1 2-84 15,1 1-319-15,0 2-195 0</inkml:trace>
  <inkml:trace contextRef="#ctx0" brushRef="#br0" timeOffset="26132.6">19321 3135 114 0,'3'-15'358'0,"-1"-2"-123"0,2 1-40 15,-2-1-43-15,1-1-9 0,-3 0 6 0,0-2-15 16,0 1-17-16,0 0-3 0,-3 2-8 0,2-1-13 16,-4 2-6-16,0 1-7 0,0 1-5 0,0 2-21 15,-2 3-3-15,2 0-10 0,-5 2-8 0,1 1-4 16,9 6-7-16,-19-2-6 0,19 2-3 0,-31 12 0 15,14 2-3-15,-4 6 0 0,1 8 29 0,0 2-12 16,-3 12 20-16,3 5-21 16,0 1 11-16,4 4-11 0,3-1 9 0,3-8-22 15,1 3 22-15,4-3-24 0,1 0 10 0,4-2-9 16,4-2-1-16,1-2-11 0,1-2-8 0,7-5-4 16,0-1-14-16,2-4-7 0,3-4-39 0,4-3 20 15,-3-6-53-15,0-3-5 0,5-4-40 0,2-5-31 16,1-3 15-16,4-4-39 0,-2-4-39 0,3-5-179 15,-4-2 172-15</inkml:trace>
  <inkml:trace contextRef="#ctx0" brushRef="#br0" timeOffset="26464.62">19546 3394 290 0,'8'-23'390'0,"-4"4"-83"0,-2 3-16 0,-2-1-91 15,0 3-7-15,-2 1-68 0,-1 1 25 16,-1-1-54-16,-4 1 25 0,1 3-26 16,0 1 0-16,-2 2-37 0,9 6-11 0,-16-7 8 15,16 7-27-15,-18 1 8 0,8 4-23 0,-2 3 9 16,1 5-22-16,-2 4 19 0,3 2-11 0,1 3 16 15,0 2-8-15,2 1 12 0,3 0-13 0,1 0 13 16,0 0-11-16,3 0 7 0,1 0-16 0,2-2 22 16,3-2-12-16,1-2 1 0,2 0-9 0,1-3 4 15,1-3 0-15,3-2-2 0,-2-4-11 0,4-3 11 16,-1-1-11-16,-15-3 4 0,32-2-8 0,-12-3 7 16,-1-2-7-16,0-3 11 0,-1 0-12 0,-2-4 3 15,-1 1 4-15,-2-4-1 0,-4 1-3 16,0-1 6-16,-5 1-6 0,-3 0 4 0,-1 2-7 15,-1 2 6-15,-5-3 17 0,-2 4-20 16,-3-3-11-16,-3 3-3 0,-1 2-17 0,-1 3 5 16,-4-1-30-16,2 5 13 0,1 2-37 0,17 0 27 15,-33 1-64-15,33-1-11 0,-27 5-35 0,27-5-22 16,-21 5-34-16,21-5-310 0,-13 7-18 0</inkml:trace>
  <inkml:trace contextRef="#ctx0" brushRef="#br0" timeOffset="26846.66">19725 3324 80 0,'13'-4'521'0,"-13"4"-187"0,19-7-84 15,-19 7-50-15,15-4-60 0,-15 4-26 0,0 0-25 16,19 0-17-16,-19 0-8 0,12 4-14 16,-12-4-7-16,12 13-9 0,-6-4-2 0,-1 1-3 15,0 4-11-15,-1-2-5 0,0 3 7 0,0 1-10 16,-2 1 3-16,1-1-3 0,1-1 0 0,-3-2-2 15,0 1 0-15,2 0-4 0,-2-3-1 0,-1-1-6 16,0-10 10-16,1 19-6 0,-1-19 2 0,3 14-3 16,-3-14 11-16,0 11 47 0,0-11-46 15,0 0 32-15,0 0-32 0,0 0-11 0,0 0-3 16,6-9-6-16,-2-1 7 0,3-5 30 0,-1-5-38 16,2-1 5-16,-1-1-4 0,6-7 4 0,-3 2 0 15,2 1-1-15,-1 6 29 0,1-1-27 0,-3 4 30 16,3-1-38-16,-1 3 38 0,-2 4-38 15,1 0 42-15,-1 3-46 0,-9 8 39 0,15-10-44 16,-15 10 32-16,17-1-31 0,-17 1 39 0,18 6-33 16,-11 2 36-16,2 0-39 0,-1 3 5 0,1 3 5 15,-4 0-2-15,2 5 2 0,-5-2-1 0,2 3-2 16,-1-1 18-16,-2 0-60 0,1-3-22 0,1 2-37 16,-2-5-37-16,-1 0-76 0,0-13-285 15,4 17 25-15</inkml:trace>
  <inkml:trace contextRef="#ctx0" brushRef="#br0" timeOffset="27423.73">20290 3136 283 0,'3'-23'514'0,"1"6"-201"16,-3 1-16-16,2 2-102 0,-2 1 0 0,-1 4-64 16,0 9 3-16,4-17-56 0,-4 17 3 0,1-11-36 15,-1 11 21-15,0 0-46 0,0 0 24 0,13 5-35 16,-8 2 28-16,0 6-6 0,3-1-4 0,2 6-6 15,-1 2-31-15,-4 2 29 0,8 6-30 0,-3 0 29 16,-1 0-35-16,1 2 29 0,-1 0-23 16,-2-1 27-16,-1-4-29 0,-1-1 30 0,0-2-27 15,-1-1 26-15,0-3-26 0,-2-3 25 0,0-1-35 16,-1-4 32-16,-1-10-21 0,4 18 28 16,-4-18-11-16,1 11 20 0,-1-11-25 0,0 0 17 15,0 0-20-15,0 0 11 0,0 0-16 0,0 0 21 16,8-13-22-16,-6 3 19 0,3-5-20 0,0 1-4 15,1-1 13-15,-1 2 12 0,0-4-11 0,1 3 10 16,-1 2-6-16,0 1 26 0,-1 1-20 0,0 1 14 16,-4 9-17-16,8-15 10 0,-8 15-17 0,7-10 10 15,-7 10-14-15,0 0 10 0,13-6-13 16,-13 6 12-16,0 0-18 0,19 7 22 0,-12 0-15 16,2 1 12-16,-1 2-16 0,0 3 18 0,0-1-15 15,0 3 15-15,1 3-6 0,-3-3-2 16,1 2-8-16,-1-2 4 0,-2 0-3 0,1-1 16 15,0-1-14-15,-3-2 10 0,1 0-16 0,-3-11 14 16,4 16-11-16,-4-16 16 0,3 13-11 0,-3-13 23 16,2 11 60-16,-2-11 24 0,0 0-15 0,0 0-24 15,0 0-7-15,0 0-12 0,0 0 0 16,0 0-15-16,-6-9 24 0,3-1-34 0,0-3-3 0,1-4-5 16,2-2-15-16,0 0 5 0,0-5-9 15,0-1 3-15,2 1-4 0,1 0-5 0,1 3-19 16,-1 0-6-16,0 3-30 0,1 3-44 0,1 3-11 15,2 0-25-15,-4 2 32 0,4 2-30 0,-7 8 31 16,10-10-37-16,-10 10-7 0,13-4-16 0,-13 4-11 16,18 1-18-16,-18-1-10 0,22 4-257 15,-10 1 99-15</inkml:trace>
  <inkml:trace contextRef="#ctx0" brushRef="#br0" timeOffset="28414.83">20968 3267 138 0,'0'0'389'0,"0"0"-131"16,17 2-75-16,-17-2-1 0,0 0-21 0,11-6-12 15,-11 6 3-15,0 0-52 0,8-10 22 0,-8 10-48 16,3-9 26-16,-3 9-52 0,0 0 22 16,0-16-31-16,0 16 26 0,-3-9-27 0,3 9 26 15,-3-9-33-15,3 9 20 0,0 0-36 0,-5-10 33 16,5 10-46-16,0 0 19 0,0 0-24 0,-16 0 20 16,16 0-26-16,-17 16 32 0,7-6-31 15,0 5 30-15,-2 1-29 0,2 2 29 0,0 2-12 16,1 1 6-16,0-1-25 0,1 1 19 0,3-2-18 15,2-1 24-15,2-3-27 0,0-2 23 0,1-1-31 16,1-1 30-16,0-1-32 0,-1-10 21 0,8 13-24 16,-8-13 23-16,13 8-37 0,-13-8 34 0,0 0-40 15,24-4 41-15,-11-1-31 0,0-3 33 16,-2-2-46-16,2-4 51 0,0 0-36 0,0-2 42 16,-3-2-40-16,0 1 45 0,2 0-36 0,-3 1 44 15,-3 4-27-15,0 1 37 0,-2 2-5 0,-4 9 24 16,8-13-20-16,-8 13 12 0,5-11-34 15,-5 11 22-15,0 0-34 0,0 0 26 0,0 0-24 16,0 0 17-16,0 0-28 0,6 11 28 0,-6-11-25 16,2 17 23-16,-2-17-21 0,1 21 20 0,0-9-23 15,3-1 22-15,-3 2-17 0,3-2 16 0,-1 0-25 16,2 1 26-16,-1-2-16 0,1-1 17 0,0-2-24 16,4-1 20-16,-9-6-18 0,14 6 16 15,-14-6-20-15,19 1 18 0,-19-1-19 0,23-5 13 16,-10-3-12-16,2-2 24 0,2-3-26 0,-3-3 26 15,5-5-26-15,-1-3 27 0,-3-4-24 0,2-2 23 16,-4-2-10-16,-2-3 12 0,2-1-2 16,-4-1-19-16,-1-2 20 0,-2 0-12 0,-2 3 8 15,-3 1 38-15,-1 7 14 0,-1 2-3 0,-2-1 0 16,-1 4-3-16,0 3-3 0,0 4-3 0,0 2 0 16,0-1-12-16,0 5-2 0,-1 0-6 0,0 1-4 15,5 9-6-15,-12-9-7 0,12 9-1 0,0 0-2 16,-15 3 2-16,6 4-2 0,0 5 0 0,0 3 4 15,1 2-5-15,1 3-3 0,-1 3-5 0,3 1 2 16,1 2 3-16,0 1-1 0,3 2-1 16,-3 6-1-16,3 0-1 0,2-5 7 0,2 5-10 15,-1 0 11-15,2-1-9 0,0-2-2 0,0-4 0 16,1 2 2-16,0-5-3 0,3-1 3 0,-2-3-1 16,2-1 7-16,0-3-7 0,2 0-3 15,0-7-3-15,0-2 5 0,4-1-8 0,0-4 1 16,-14-3-9-16,35 0 4 0,-13-3-1 0,2-6-5 15,3-2-6-15,0-2 4 0,-3-3 5 0,3-3 3 16,-4-3 1-16,1-3 1 0,-1-2-1 0,-5-4-7 16,2 0 4-16,-3-4 4 0,1-1 7 0,-3-1-6 15,1 0-5-15,-5-2 2 0,1 0 5 16,-5 2 4-16,0 1 1 0,-2 1 3 0,-5 6 7 16,0 1 3-16,-1 3 8 0,-2 2 19 0,-2 0-10 15,0 3 6-15,-2 3 1 0,0 2-8 0,0 2 0 16,0 2 23-16,-4 1-36 0,3 2 38 0,-1 3-42 15,9 5 30-15,-21-6-31 0,21 6 26 16,-18 1-36-16,7 3 30 0,-2 3-35 0,-2 3 1 16,2 4 4-16,0 3 1 0,0 0 1 0,3 3 0 15,0 6 10-15,0 3-7 0,2-1 2 0,1 3-4 16,3-5 7-16,0 8 3 0,1-5 8 0,3 0-2 16,0 3 2-16,1 4-11 0,3-1 9 15,-2-1-2-15,2-2 2 0,0-5-11 0,0-1 3 16,1-1 1-16,2-1-3 0,-1-2 0 0,0-2-5 15,2-1-39-15,-1-2-31 0,-1-4-47 0,4 3-59 16,-1-7-3-16,1 0-75 0,2-6-47 0,-12-3-437 16,24 5-261-16</inkml:trace>
  <inkml:trace contextRef="#ctx0" brushRef="#br0" timeOffset="29119.01">21003 3735 14 0,'-17'4'658'0,"3"0"-242"16,-2 2-99-16,0-2-82 0,2 2-47 0,3-3-41 15,11-3-28-15,-23 6-16 0,23-6-13 16,-16 7-16-16,16-7-18 0,-10 3-12 0,10-3-7 16,0 0-7-16,0 0-11 0,6 8 2 0,-6-8-6 15,33 0 1-15,-4-2-29 0,8-5 26 0,2 1-3 16,6-3 0-16,9-2-6 0,5-3-28 0,-2 2 19 16,2-3-42-16,0 1 28 0,-2 2-72 15,0-4-38-15,-12 5-57 0,-3-1-75 0,-7-1-279 16,0 3-35-16</inkml:trace>
  <inkml:trace contextRef="#ctx0" brushRef="#br0" timeOffset="29304.02">21151 3855 14 0,'-19'7'521'0,"2"1"-206"0,3-2-61 15,3 2-74-15,-1-4-13 0,3 1-72 0,9-5-2 16,-13 8-34-16,13-8 24 0,0 0-42 15,-5 9 28-15,5-9-40 0,11 5 28 0,-11-5-39 16,24 1 22-16,-6-4-3 0,6-1-9 0,8-3-25 16,1-2-12-16,3 0-56 0,2-4-84 0,1-1-119 15,-2 0-207-15,1 1 84 0</inkml:trace>
  <inkml:trace contextRef="#ctx0" brushRef="#br0" timeOffset="33721.33">12160 7907 83 0,'0'0'214'0,"0"0"-33"15,0 0-19-15,-1-8 5 0,1 8-42 0,0 0-5 16,0 0-26-16,-6-12-13 0,6 12-13 0,0 0-6 16,-3-9-11-16,3 9 6 0,0 0-4 0,-7-7 0 15,7 7 1-15,0 0 3 0,0 0 4 0,-7-10-7 16,7 10-14-16,0 0 9 0,0 0-4 0,-9-8-2 15,9 8-1-15,0 0-10 0,-10-6 2 16,10 6-6-16,0 0 8 0,-13-5-12 16,13 5 14-16,0 0-16 0,-15-1 12 0,15 1-29 15,0 0 24-15,-17-1-12 0,17 1 34 0,0 0-39 16,-22 1 26-16,22-1-29 0,0 0 23 0,-21 1-31 16,21-1 29-16,-17 3-32 0,17-3 29 0,-18 4-30 15,18-4 33-15,-16 3-40 0,16-3 47 0,-17 4-37 16,17-4 38-16,-19 4-36 0,19-4 36 0,-17 5-44 15,17-5 46-15,-18 5-40 0,18-5 39 0,-19 5-42 16,19-5 42-16,-22 6-43 0,22-6 41 0,-20 6-44 16,20-6 32-16,-20 8-33 0,20-8 30 0,-20 7-35 15,9-2 41-15,11-5-58 0,-17 8 59 16,17-8-42-16,-18 9 40 0,18-9-44 0,-19 8 41 16,19-8-42-16,-16 9 41 0,16-9-41 0,-16 10 29 15,16-10-28-15,-16 10 40 0,7-4-39 0,2 1 31 16,7-7-28-16,-16 11 39 0,9-5-47 15,-1 0 50-15,0 0-38 0,0 1 1 0,0 0 4 16,0 1 4-16,1-2 0 0,0 0 0 0,-2 0 3 16,2 2 4-16,0-1 5 0,-1 1 8 0,0-2-1 15,1 0 5-15,0 2-18 0,0-1 15 16,-1 0 4-16,2 0-1 0,-1 0 1 0,7-7-1 0,-11 10-12 16,11-10 12-16,-13 11-1 0,13-11-3 0,-10 11 2 15,2-5 0-15,8-6 3 0,-13 14 1 16,6-8-8-16,7-6-1 0,-12 13 0 0,12-13 0 15,-13 11 1-15,13-11-4 0,-11 12 0 0,4-4-2 16,0-2-2-16,7-6-1 0,-13 14 1 0,6-7-1 16,-1 1 6-16,2-1 0 0,-1 1 3 0,0 0 1 15,0-1-2-15,0 2-1 0,0-2 1 0,7-7 3 16,-13 14-2-16,8-7-1 0,-4 1-1 0,4-1 2 16,-1 1-1-16,-1 0-1 0,2-1 0 0,-2 1 0 15,7-8 2-15,-11 14 3 0,11-14-4 0,-11 14-1 16,7-6 1-16,4-8-2 0,-11 14 0 15,6-6 0-15,0 1 2 0,0-1-4 0,-1 0-2 16,0 1 4-16,3 0-7 0,-1 0 6 16,-2 0-9-16,1 0 8 0,0 0-7 0,2 1 6 15,-1 0-2-15,1 0 5 0,1 0-8 0,-2-1 8 16,4-9-11-16,-5 17 10 0,5-17-3 0,-3 18-2 16,3-18 3-16,-3 18-2 0,2-6-1 0,1-12 1 15,-1 18 1-15,-2-8-4 0,3-10 6 0,0 21-7 16,0-21 4-16,0 19 3 0,0-10-5 0,0-9-6 15,0 22 3-15,0-22-4 0,4 18 6 0,-3-8-5 16,1 1 5-16,-1 2-3 0,2-3 1 0,-2 3 2 16,1-2 2-16,1-1-2 0,0 2 7 0,0-1-4 15,0-1 5-15,1 2-4 0,1-1-2 16,-1-1 0-16,-1 3-1 0,3-2-1 0,-2-1 2 16,-1-1-1-16,3 5 2 0,0-3 0 0,0 3 2 15,1-3-6-15,-1 2 0 0,1-2 0 0,-1 2-1 16,1-2 4-16,0 0-2 0,1 2 2 15,0-3 2-15,0 3 0 0,-1-2-2 0,2-1 1 16,-1 1-3-16,0 0 7 0,0-1-8 0,0 0 1 16,2 2-5-16,-3-2 5 0,2-1-3 0,1 2 4 15,0 0-7-15,-1-1 3 0,1-1 1 0,-1 0 3 16,0 0-4-16,1 0 5 0,1 1-4 16,0-2 10-16,-2 1-10 0,3 0 2 0,-1 0-7 15,0 0 0-15,-1 0 5 0,1-1 0 0,1 1 1 16,-1-1-1-16,-1-1 1 0,3 0 17 0,-4 1-17 15,2-1-5-15,1 0 1 0,-2 0 4 0,-1-2 1 16,2 0 2-16,0 2-2 0,-2-3 21 0,3 1-30 16,0 1 23-16,-12-6-24 0,27 8 29 0,-27-8-22 15,25 6 17-15,-12-3-22 0,-13-3 18 0,28 4-22 16,-28-4 20-16,28 4-21 0,-12-2 19 0,-16-2-20 16,28 1 13-16,-28-1-10 0,27 2 15 0,-27-2-22 15,28 3 3-15,-28-3 3 0,29 3 2 16,-29-3 2-16,28 0-4 0,-28 0 6 0,30-1 1 15,-30 1 0-15,29-3 3 0,-11 0 1 0,-3 1-2 16,5 0-4-16,-5-2 2 0,2 0 1 16,-1-1 0-16,1 1-1 0,-2-1 0 0,0 0 0 15,1 0-1-15,0-1 0 0,-1 2 4 0,-1-1-1 16,-2 0-1-16,4 0-5 0,-3-1-2 0,1-1 3 16,-2 3 2-16,0-3 2 0,2 0-2 0,-2-1-2 15,1 1 2-15,0-1-1 0,1-1 2 0,0 0-5 16,2-1 5-16,-3 0 4 0,0-2-6 0,2 1-3 15,-2 0 15-15,1-1-12 0,-3 3 10 0,2-4-16 16,-3 2 17-16,0 1-15 0,3-2 13 0,-3-2-16 16,1 3 1-16,-1-3 7 0,0-1-4 0,-1-1 2 15,1 2-3-15,0-2 4 16,0-1 0-16,-3 0-1 0,3 1 1 0,-2-4 0 16,0 3 0-16,1-2 0 0,-4 3-3 0,2-1 4 15,-1-2 5-15,-1 4-1 0,-1-1-5 0,1-1-2 16,-3 1 2-16,1 0 0 0,-1 0 2 0,0-2 15 15,-1 2-19-15,0-2 15 0,-1 2-14 0,0-2-1 16,-1 0 0-16,0-2-1 0,-1-2 7 0,0-2-1 16,0 1-6-16,-1-2-2 0,-2 0 17 0,2 1-16 15,0-1 12-15,0 2-7 0,-3 2 8 16,4-2-14-16,-3 3 15 0,1-1-15 0,1 3 19 16,-3 1-10-16,2 0 16 0,-1 1-6 0,0 0 15 0,0 1-27 15,0 0 28-15,-3 0-32 0,2 1 18 16,-1-1-20-16,-1-1 18 0,0 0-20 0,-1-1 18 15,1 0-20-15,0 1 18 0,-2-2-18 0,1 1 19 16,0-1-20-16,-1 1 7 0,1 0-2 0,-1 0-1 16,0 0 2-16,-1 0 8 0,0 2 4 0,-1-1 1 15,1 1 0-15,-2 3-3 0,0-2-1 16,2 1-9-16,-3 1 0 0,-1 1-2 0,3 2-4 16,0 0 2-16,1 0-5 0,-2 1-4 0,1 0-2 15,-2 1-3-15,3-1 1 0,-1 0 0 0,0 2 10 16,-1 0-14-16,-3 0 12 0,5-1-13 0,-4 2 8 15,3 2-10-15,-1-2 35 0,13 5-36 0,-25-5 7 16,11 1-5-16,14 4 14 0,-25-3-12 16,25 3 5-16,-25-2-4 0,25 2 5 0,-26-3-4 15,26 3 8-15,-23 0-2 0,23 0 1 0,-23 0-1 16,23 0 4-16,-20 2-2 0,20-2 4 0,-22 2 1 16,22-2 1-16,-20 1 1 0,20-1 1 0,-19 4 0 15,19-4-3-15,-21 5 0 0,21-5 0 0,-17 4 5 16,17-4 0-16,-18 6-1 0,18-6 1 0,-18 6 1 15,18-6 1-15,-15 7-2 0,15-7-1 0,-15 5 0 16,15-5-1-16,-12 5-2 0,12-5-5 0,-10 6 1 16,10-6 2-16,-9 6-1 0,9-6-1 0,-8 8 2 15,8-8-26-15,-7 10-28 16,7-10-41-16,-4 10-47 0,4-10-14 0,-5 13-62 16,5-13-12-16,-2 19-78 0,2-19-45 0,-2 18-414 15,2-18-306-15</inkml:trace>
  <inkml:trace contextRef="#ctx0" brushRef="#br0" timeOffset="34784.43">12224 8077 588 0,'0'0'411'16,"-5"-7"-96"-16,5 7-52 0,-9-10-80 0,9 10-15 16,-7-13-58-16,7 13 7 0,-3-19-55 0,-1 8 24 15,2-3-35-15,2 1 25 0,0-6-48 0,4-3 36 16,1-3-51-16,1-6 29 0,4 0-34 0,-1 0 32 15,2-3-36-15,1-1 6 0,-2 0-3 0,3 0-6 16,-3-1 8-16,-1 1 5 0,0 0-1 0,1 0 3 16,-1 2 10-16,-2 2-11 0,3 2 1 0,-7 4 10 15,3 2 14-15,-2 0 2 0,1 3 3 0,-3 4 7 16,0 2 10-16,0 3 0 0,-2 11 3 0,4-18-3 16,-4 18-7-16,2-16-5 0,-2 16-14 15,2-11-6-15,-2 11-8 0,0 0-6 0,1-13-1 16,-1 13-2-16,0 0-7 0,0 0 2 0,0 0-3 15,0 0-1-15,-4-8-1 0,4 8-5 0,0 0 1 16,-9 6 1-16,9-6 5 0,0 0-2 0,-7 9-5 16,7-9-1-16,0 0-3 0,-4 8 2 15,4-8 1-15,0 0-1 0,0 0-1 0,-7 9-5 16,7-9-7-16,0 0-9 0,0 0-12 0,0 0-8 16,-2 9-1-16,2-9 6 0,0 0 12 0,0 0 5 15,0 0-4-15,0 0 6 0,0 0 11 0,0 0 4 16,0 0 1-16,-9-6 1 0,9 6 1 15,-7-13 1-15,1 5 1 0,-2-4-5 0,-2 2 34 0,1 0-25 16,0 0 28-16,-4 2-21 0,4-1 27 16,2 0-25-16,-3 2 20 0,1 0-16 0,0 1 20 15,9 6-19-15,-16-9 18 0,16 9-24 0,-13-9 14 16,13 9-20-16,-12-6 17 0,12 6-23 0,0 0 17 16,-17-5-16-16,17 5 16 0,0 0-17 0,-12-5 13 15,12 5-21-15,0 0 12 0,0 0-13 0,-11-5 16 16,11 5-24-16,0 0 23 0,0 0-19 0,0 0 21 15,11-5-20-15,-11 5 23 0,20-2-23 0,-20 2 21 16,30-5-18-16,-10 4 25 0,0-2-21 0,-1 1 20 16,2 1-21-16,-3 0 18 0,2 1-17 15,-2 1 20-15,-1 0-21 0,0 2 20 16,-1 1-20-16,-2 1 20 0,-3 0-24 0,1 1 21 16,1 3-13-16,-6 0 0 0,1 3 3 0,0-1 2 15,-4 5-3-15,1 0-3 0,-5 0 1 0,0 1 3 16,0 3 1-16,-2 3-2 0,-1 0 0 0,-1 0-3 15,-2-2-23-15,-1 3-58 0,1-2-42 0,2-1-36 16,-1-2-60-16,1-3-72 0,-2-1-426 0,2-3-248 16</inkml:trace>
  <inkml:trace contextRef="#ctx0" brushRef="#br0" timeOffset="35136.47">12456 6791 183 0,'-7'-13'533'0,"-1"2"-219"0,1 0-27 16,-1 1-82-16,2 1-6 0,0 0-41 0,3 2 17 15,3 7 9-15,-9-12-32 0,9 12-30 0,-8-9-31 16,8 9-28-16,0 0-18 0,-6-7-11 16,6 7-3-16,0 0-7 0,-6 16-3 0,6-16-9 15,2 23-3-15,0-5 1 0,1 6 6 0,0 2-4 16,4 3-3-16,-1 3 30 0,1 0-39 0,1 2 35 16,2 1-41-16,-3-1 24 0,1-1-77 0,1-1 20 15,0-1-54-15,0-2-17 0,-1-7-77 16,-1 1-37-16,0-5-98 0,-1-5-238 0,-2-3-75 15</inkml:trace>
  <inkml:trace contextRef="#ctx0" brushRef="#br0" timeOffset="35538.51">12179 6550 503 0,'-24'-18'412'0,"-2"1"-94"16,-1 2-66-16,-1 0-70 0,1 4-29 0,4 0-32 15,2 2-25-15,-2 2-17 0,2 0-16 0,2 1-14 16,4-1-9-16,3 4-5 0,-1-1-12 0,13 4-15 16,-16-5-2-16,16 5 10 0,-13-6-12 0,13 6-1 15,0 0 1-15,0 0-5 0,0 0 1 16,0 0 6-16,15-8-3 0,1 7 4 16,7 1-10-16,3 0-20 0,6 0 31 0,6 2-20 0,4 2 25 15,-1 2-34-15,1 0 49 0,3 3-33 16,-3 0 34-16,3 1-6 0,-6 3-2 0,1-1 9 15,-3 3 7-15,0 1-3 0,-6 3 0 0,-2 2-3 16,-4 2 7-16,-4-1 4 0,-4 4 1 0,-3 2 2 16,-4 1 6-16,-4 3-5 0,-2-3-2 0,-4 0 6 15,-4 7 26-15,0 2-37 0,-4-4 18 0,0 4-30 16,-4-2 15-16,1-1-27 0,0 0 12 0,-3-2-25 16,3-1 2-16,0 0 3 0,-1-5-3 0,1-1-4 15,3-4-7-15,-1-3 5 0,3 2-2 0,1-8 2 16,-1 1-48-16,3-3-47 0,3-11-6 0,-6 16-7 15,6-16-23-15,0 0-54 0,-3 9-59 0,3-9-63 16,0 0-271-16,9-11-109 0</inkml:trace>
  <inkml:trace contextRef="#ctx0" brushRef="#br0" timeOffset="35745.55">12593 6825 532 0,'0'-14'450'0,"0"2"-122"16,0 0-56-16,0 12-56 0,0-19-30 0,0 19-32 15,0-12-34-15,0 12-25 0,0-11-18 0,0 11-15 16,0 0-11-16,0 0-13 0,0 0-9 0,0 0-7 16,10 14-7-16,-7-5 3 0,4 7-11 0,-2 1 35 15,1 3-39-15,1 0 36 0,-2 0-50 16,4 1 44-16,-4-1-42 0,2 2 31 0,-1-3-58 16,1 3 17-16,0-3-54 0,-2-4-54 0,-1-2-68 15,-2 0-86-15,-2-13-313 0,4 15-126 0</inkml:trace>
  <inkml:trace contextRef="#ctx0" brushRef="#br0" timeOffset="35915.55">12668 6515 518 0,'-11'-15'431'0,"2"2"-107"0,-1 3-78 0,3 1-65 0,7 9-39 15,-13-9-29-15,13 9-20 0,-12-9-27 16,12 9-25-16,0 0-13 0,0 0-6 0,0 0-26 15,0 0-66-15,0 0-34 0,-5 9-39 0,5-9-33 16,14 11-26-16,-5-5-246 0,2 0 136 0</inkml:trace>
  <inkml:trace contextRef="#ctx0" brushRef="#br0" timeOffset="36300.58">12842 6575 151 0,'0'0'328'0,"19"9"-103"0,-19-9-30 0,13 6-33 15,-13-6-4-15,13 5-34 0,-13-5 8 16,10 5-38-16,-10-5 20 0,12 6-41 0,-12-6 25 0,14 7-39 15,-14-7 25-15,15 11-49 0,-15-11 17 0,16 12-29 16,-8-6 32-16,0 5-51 0,1-3 48 16,1 1-50-16,-4-2 32 0,2 2-39 0,-2 0 37 15,2-1-39-15,-3 1 38 0,-1 3-30 0,0-2 6 16,-2 1-17-16,0 0 41 0,-4-1-13 0,0 1-2 16,-2 2 8-16,-1-1-12 0,-2 1-2 0,-2-2-4 15,-1-2-9-15,2-2-10 0,8-7-14 0,-17 8-4 16,17-8-11-16,0 0-40 0,-23-3 46 0,14-3-25 15,0-3 38-15,-3-6-19 0,3-1 26 16,0-3-13-16,1 1 34 0,0-3-16 0,0 3 49 16,1 0-26-16,1 3 49 0,1 1-33 0,0 3 48 15,2 3 4-15,-1-1-17 0,4 9-4 16,-5-14-12-16,5 14-12 0,-4-9-8 0,4 9-2 16,0 0-9-16,0 0-2 0,0 0-3 0,-3 14-8 15,4-5 5-15,-1 4-1 0,0 2-6 0,1 6 3 16,0 1 0-16,-1 3 1 0,3 3-5 0,-2-2 2 15,1 2 32-15,-1 0-37 0,0 0 32 0,0-1-39 16,3 1 11-16,-2-3-43 0,-1-2 3 0,2-1-45 16,-2-5-49-16,4-2-68 0,-1-5-18 0,-4-10-108 15,6 14-155-15,-6-14 69 0</inkml:trace>
  <inkml:trace contextRef="#ctx0" brushRef="#br0" timeOffset="36823.65">12975 6359 140 0,'-8'-35'606'16,"2"1"-202"-16,-4 4-83 0,2 6-81 0,3 3-31 16,-3 1-33-16,3 3-12 0,0 5-30 0,0-1-27 15,1 5-22-15,0-1-29 0,4 9-31 0,-4-9-9 16,4 9 15-16,0 0-4 0,3 13-4 0,0 0-2 16,4 10 36-16,3 10-40 0,2 3-6 0,-2 5 18 15,6 14-3-15,0 3 6 0,2 2 16 0,-1 2 3 16,2 3-8-16,-2 1-9 0,0-1-5 0,1 0 10 15,-1 0-21-15,0-2 11 0,0-1-29 0,-2-2 0 16,-2-5-26-16,1-2-12 0,-5-15-7 16,3 1 4-16,-3-6-19 0,0-4-7 0,-3-7 22 15,2-2-49-15,-2-6 4 0,-1-4-6 16,-5-10-8-16,9 9-36 0,-9-9-16 0,0 0 17 16,12-4-11-16,-12 4 51 0,3-21 2 0,-1 8 2 15,-4-11 18-15,-1-1 6 0,-5-8 18 0,0-2 22 16,1-5 17-16,-4-2 29 0,-3-9 13 0,0-3 7 15,0 1 28-15,1 0-32 0,-1 0 53 0,3 10-17 16,2 1 37-16,-1 2-47 0,1 4 35 0,4 1-42 16,-2 2 27-16,5 5-14 0,-3 4-14 0,5 1-3 15,-2 2-14-15,4 4-4 0,-2-1-4 16,3 2-17-16,0 2 6 0,1 2-2 0,1 2-3 16,0 1 2-16,4 2 1 0,-9 7-6 0,17-7 9 15,-17 7-12-15,20 4 1 0,-8 2 0 0,-2 4 1 16,2 4 0-16,-2 2-9 0,-1 3-22 0,-2 3 35 15,-2-3-36-15,-2 4 44 0,-1 1-36 16,0-4 39-16,-4 2-6 0,0 2-7 0,-2-3-2 16,-1 1-22-16,-1-2-25 0,-2 1-50 0,1-4 5 15,2-3-54-15,-2-3-60 0,2-2 7 16,5-9-294-16,-9 9 59 0</inkml:trace>
  <inkml:trace contextRef="#ctx0" brushRef="#br0" timeOffset="37489.71">13375 6443 506 0,'3'-9'412'0,"-3"9"-100"0,5-17-57 15,-5 17-54-15,1-14-53 0,-1 14-16 0,-1-11-38 16,1 11-9-16,0 0-11 0,-9-8-13 16,9 8-11-16,0 0-9 0,-14 6-8 0,14-6-7 15,-14 11-5-15,6 0-5 0,0 2-12 16,0 4 12-16,-2 0-23 0,3 2-18 0,0 3 40 0,1 0 1 15,0 1 0-15,0-1 8 0,3 1-10 0,-1-2-1 16,2-1-3-16,2-2 0 0,0-1-10 16,2-2 1-16,-1-3 7 0,3 1-7 0,0-3-2 15,2-1 7-15,-6-9-2 0,15 9 1 0,-15-9-5 16,18 2-1-16,-18-2-2 0,23-9-3 0,-10 2-1 16,1-4-11-16,1-3 6 0,-4 0 16 0,0-4-14 15,1 1 10-15,-5-2 1 0,0 2-1 0,-2 0 4 16,0 2 5-16,-1 2 8 0,-3-2 6 0,2 3 21 15,-2 2 8-15,-1 10 9 0,1-18 11 0,-1 18 9 16,2-14-2-16,-2 14-11 0,0-11-16 0,0 11-18 16,0 0-9-16,0 0-7 0,0 0 1 15,0 0-4-15,0 0 1 0,-6 14-7 16,5-4 4-16,0 3-15 0,-1 3 4 0,1 2 1 16,1 0-1-16,0 0 2 0,1 0-3 0,1 0-11 15,2 0-16-15,-2-1-15 0,2-2-9 0,3 0-17 16,-2-1-13-16,3-4-3 0,0-2-1 0,1-2-5 15,-9-6-8-15,22 5-22 0,-22-5-19 0,28-5 14 16,-12-2-18-16,3-5 1 0,-4 0 3 0,5-7 1 16,-2-2 32-16,-2-2 21 0,-1-2 14 0,-3-1 38 15,-2-1 26-15,0-1 21 0,-2-3 44 16,-4 6 1-16,-1 0 40 0,-1 0 3 0,-1 1 9 0,-1 5-6 16,0 0 5-16,-1 3 24 0,-2 3-45 0,2 1 37 15,-2 1-58-15,3 11 31 0,-5-15-66 16,5 15 27-16,-6-8-49 0,6 8 36 0,0 0-49 15,-13 4 35-15,13-4-38 0,-10 17 30 16,4-5-33-16,3 3 0 0,-2 6 6 0,0-1 5 16,2 4 8-16,2 0 7 0,-1 0 0 0,2-2-3 15,2 0-3-15,2 0-2 0,-1-2-5 0,4-2-12 16,-1 0 0-16,3-3-22 0,-1-4-4 0,3-1-9 16,-2-5-11-16,2 0-17 0,-11-5-56 0,24 0-19 15,-8-5-30-15,1-4-44 0,0-3-19 0,-1-3-274 16,3-4 15-16</inkml:trace>
  <inkml:trace contextRef="#ctx0" brushRef="#br0" timeOffset="37716.74">13883 6087 163 0,'-10'-20'528'0,"2"3"-134"0,0 1-105 16,0 4-36-16,0 1-68 0,1 2-7 0,1 0-33 16,6 9-2-16,-9-11-19 0,9 11-24 0,-8-10-39 15,8 10-12-15,0 0-14 0,0 0 5 16,0 0-14-16,-9 5-2 0,9-5 2 0,0 24-7 15,1-7-1-15,2 6-2 0,0 1 0 0,2 2-3 16,1 7 35-16,2 0-36 0,-2 2-11 0,1 5 6 16,1-1-12-16,-1 3-15 0,1 1-21 0,-2 0-20 15,3-1-24-15,-4-1-62 0,1-3-51 16,0-2-14-16,0-5-70 0,0-7-258 0,-2-3-36 16</inkml:trace>
  <inkml:trace contextRef="#ctx0" brushRef="#br0" timeOffset="37847.75">13958 6615 235 0,'-1'-15'420'0,"0"-1"-145"0,-1-2-30 0,0 1-63 16,-1-3-3-16,-1 3-41 0,2 0-15 0,-1-1-3 16,-2 3-19-16,3-1-15 0,-2 2-15 15,3 0-15-15,-2 2-14 0,3-2-11 0,0 0-11 16,1 2-14-16,2-4-32 0,1 1-43 0,2-2-39 16,2 0-41-16,-1 0-45 0,4-2-15 0,-1-1-257 15,1 0 103-15</inkml:trace>
  <inkml:trace contextRef="#ctx0" brushRef="#br0" timeOffset="38292.81">14084 6024 465 0,'0'0'349'0,"0"-18"-43"0,0 18-88 16,-2-15-9-16,2 15-74 0,-6-15 16 0,6 15-56 15,-5-11 25-15,5 11-34 0,-8-12 11 0,8 12-24 16,-6-8 17-16,6 8-29 0,0 0 6 0,-7-10-27 16,7 10 1-16,0 0-23 0,-6-8 8 0,6 8-20 15,0 0 12-15,0 0-15 0,0 0 11 0,0 0-19 16,0 0 12-16,0 0-12 0,0 0 21 15,-5 15-21-15,6-5 25 0,0 5 12 0,1 2 2 16,0 1-1-16,1 6 11 0,-1 1 3 16,0 2-5-16,1 2 28 0,0 6-20 0,1 0 14 15,0 0-27-15,-1 2-6 0,1-2 0 0,1-2-7 16,-2-7-3-16,1 1 1 0,0-2-3 0,1-2-5 16,0-3 0-16,-1-4-4 0,0 0-1 0,-3-4-6 15,3-2 2-15,-4-10 5 0,5 15-2 0,-5-15 2 16,0 0-6-16,12 4 1 0,-12-4-2 0,11-8-2 15,-3 1 4-15,0-4-1 0,-1 0-1 0,2-7 1 16,-1-1 0-16,2 2 14 0,-5-1-19 0,1 3 13 16,-1-1-18-16,1 4 22 0,-2-1-18 0,-1 3 16 15,1 0-13-15,-4 10 10 0,5-14-14 16,-5 14 14-16,4-11-22 0,-4 11 19 0,0 0-20 16,6-8 20-16,-6 8-15 0,0 0 16 0,8 7-20 15,-8-7 16-15,5 13-16 0,-5-13 17 0,6 16-35 16,-3-5-32-16,1-1 3 0,0 1-69 15,0-1 23-15,2 0-45 0,-2-1-42 0,1 0-59 16,-5-9-29-16,9 11-82 0,-9-11-183 0,14 5-45 16</inkml:trace>
  <inkml:trace contextRef="#ctx0" brushRef="#br0" timeOffset="38959.87">14392 6275 436 0,'-1'-9'415'15,"1"9"-104"-15,-3-16-35 0,3 16-59 16,-1-12-28-16,1 12 11 0,-2-11-72 0,2 11-2 15,0 0-52-15,-2-9 20 0,2 9-60 0,0 0 33 16,0 0-44-16,-1 10 38 0,1-10-38 0,-3 22 45 16,2-10-38-16,1 2 30 0,-2 2-37 0,2-1 33 15,2-1-38-15,-2 2-3 0,2 0 1 0,1-2-4 16,-1-3-3-16,2 2 5 0,-1-4 0 0,1 1-5 16,-4-10-11-16,7 12 4 0,-7-12 6 15,9 6-1-15,-9-6-1 0,0 0 1 0,13-2-5 16,-13 2 0-16,10-10-1 0,-3 3 24 15,-5-3-31-15,2-2 26 0,-1 0-34 0,-2-4 30 0,0-2-37 16,1 1 21-16,-4-3-35 0,2 3 46 16,-2 0-32-16,-1 0 0 0,2 5 18 0,-3 0 1 15,1 1 5-15,3 11 2 0,-7-12-9 0,7 12 5 16,-13-6 0-16,13 6 28 0,0 0-33 0,-19 7 25 16,9 1-28-16,2 2 26 0,0 2-32 0,-1 4 39 15,3 3-33-15,1 0 33 0,1-1-27 0,1-2 3 16,2 1 6-16,1 0-8 0,3-1 1 0,-1 0-6 15,5-1 6-15,-2-4 0 0,5 0-11 0,-1-2-29 16,2-3-24-16,1 0-6 0,-12-6 6 0,27 1-29 16,-12-5-14-16,4-2-18 0,-1-3-19 0,0-2-22 15,-1-2 18-15,1-2 11 0,-3 0 17 16,-2-1 25-16,0-2 28 0,-3 0 30 16,0 2 34-16,-2-3 18 0,-3 4 47 0,1 0-6 15,-3 4 47-15,0-2 0 0,-3 13-4 0,2-19 14 16,-2 19-12-16,0-15 5 0,0 15-1 0,1-11-27 15,-1 11-15-15,0-12-17 0,0 12-8 0,0 0-12 16,1-9-7-16,-1 9 2 0,0 0-9 0,0 0-3 16,0 0 3-16,12 6 0 0,-12-6 36 0,13 12-53 15,-4 0 42-15,0-2-26 0,1 5 23 0,-1 0-25 16,0 1 28-16,2-1-31 0,-3 1 0 0,0-2-2 16,-3 0-1-16,2-3-3 0,-3 0 6 0,0-2 2 15,-4-9-1-15,6 14 11 0,-6-14 32 16,6 11 52-16,-6-11 32 0,0 0-21 0,0 11-19 15,0-11-11-15,0 0-3 0,0 0 2 0,0 0-10 16,-20-4-12-16,20 4-11 0,-16-12-13 0,7 2-9 16,-1-5-6-16,1-1-18 0,1-2-9 0,1-1-26 15,0-1-31-15,3 2-36 0,1 0-52 16,3 1-56-16,0-2-20 0,2 0-49 0,3-2-111 16,2 0-409-16,2 1-340 0</inkml:trace>
  <inkml:trace contextRef="#ctx0" brushRef="#br0" timeOffset="39699.96">15090 6000 457 0,'0'0'337'0,"0"0"-49"0,0 0-73 0,-4-10-7 16,4 10-67-16,0 0 22 0,0 0-49 0,-5-12 27 15,5 12-11-15,0 0-21 0,-7-7-18 0,7 7-19 16,0 0-15-16,-4-11-16 0,4 11-6 0,0-11-8 16,0 11 1-16,0-17-10 0,0 17-5 15,4-22-2-15,-2 9-4 0,2 0 1 16,-3-3-5-16,2 1-2 0,-1-1 4 0,-1-1-6 15,1 0-2-15,-2 4 8 0,-2-2-1 0,1-1 2 16,-3 0-3-16,2 2 7 0,-4 3-1 0,2 2 2 16,-3 1-11-16,1 0 1 0,-3 3 1 0,9 5 0 15,-19-4 1-15,19 4-6 0,-23 2-10 0,9 4 15 16,0 2-17-16,-2 3 21 0,2 3-19 0,3 2 19 16,-1 2-17-16,3 1 21 0,3 3-20 0,2-1 15 15,3 0-15-15,1-1 18 0,1 3-10 0,5-1 10 16,1-2-3-16,3 3-8 0,0-5 10 15,4 1 2-15,-1-2-7 0,1 1 1 0,3-2-2 0,-2-1 1 16,2 0-1-16,-3-1 3 0,1-3 39 16,-1 2-49-16,-2-3 29 0,-1-1-31 0,-3-2 37 15,1 1-50-15,-9-8 49 0,13 10-40 16,-13-10 43-16,9 10-34 0,-9-10 46 0,6 7-20 16,-6-7-21-16,-4 9 21 0,4-9 27 0,-13 11-22 15,3-5 14-15,-4 1-22 0,1-1 16 0,-3-2-25 16,0 1 22-16,0-3-31 0,0 1 23 0,16-3-30 15,-28 2 12-15,28-2-51 0,-28-1 9 0,28 1-52 16,-23-4 4-16,23 4-34 0,-15-6-7 0,15 6-49 16,-9-10-43-16,9 10-6 0,0-10 24 0,0 10-30 15,10-16 9-15,-2 7-219 0,2-3 153 16</inkml:trace>
  <inkml:trace contextRef="#ctx0" brushRef="#br0" timeOffset="40072.01">15042 6086 598 0,'12'-8'139'15,"-1"1"8"-15,-2 1-1 0,-1 0-9 0,1-1 13 16,-9 7-44-16,17-10 5 0,-17 10-26 0,13-8 14 15,-13 8-42-15,9-8 17 0,-9 8-40 16,0 0 21-16,14-8-37 0,-14 8 28 0,0 0-33 16,0 0 34-16,0 0-47 0,18-1 32 0,-18 1-19 15,12 7 25-15,-12-7-5 0,13 5-11 0,-13-5 14 16,17 12 0-16,-9-7 2 0,-1 1-5 0,2 1-3 16,1-3-1-16,-1 1-15 0,2 1 1 0,-11-6 7 15,21 7-5-15,-21-7 2 0,19 4-3 16,-19-4 1-16,20 0-4 0,-20 0-5 0,18-3 1 15,-18 3-3-15,15-7 0 0,-6 0-9 0,-3 1-1 16,1-2 11-16,-7 8-9 0,5-17 0 0,-2 7 6 16,-3 10 2-16,0-23-4 0,-3 11 1 0,-1-3-1 15,-1 1 1-15,0 2 3 0,1 2-3 0,-1-2-2 16,-1 5 6-16,-1 1 0 0,7 6-8 0,-13-9 10 16,13 9-4-16,0 0-3 0,-23 5 7 15,14 1-7-15,-2 4-2 0,-1 4 2 16,1 3-6-16,2 0 4 0,0 0 6 0,2 2-4 0,2 0 2 15,3-3 41-15,-2 0-47 0,3-3 41 16,3 1-41-16,1-3 37 0,2 0-45 0,1-1 34 16,1-3-52-16,3 0-10 0,3-2-26 0,-13-5-15 15,26 2-45-15,-9-4-41 0,4-3-10 0,0-3-39 16,-1 0 4-16,0-2-11 0,0-1-213 0,-3-2 163 16</inkml:trace>
  <inkml:trace contextRef="#ctx0" brushRef="#br0" timeOffset="40724.06">15501 6025 693 0,'10'-10'196'0,"-5"-1"21"0,-1 3-29 16,-4 8 19-16,5-15-70 0,-5 15 16 0,1-13-36 15,-1 13 23-15,-1-11-40 0,1 11 15 0,0 0-14 16,-1-14-18-16,1 14-18 0,0 0-19 0,0 0-10 16,-2-9-9-16,2 9-4 0,0 0-7 15,0 0-2-15,0 0 0 0,9 4-6 16,-9-4 2-16,10 12-2 0,-4-6-2 0,1 3 3 16,2 1-8-16,0 0 9 0,-1 1-2 0,0 0-2 15,-1 0 2-15,1 0-3 0,-3 0 0 0,0-1 1 16,-1-1-8-16,-4-9 7 0,4 16-5 0,-4-16 3 15,4 13-1-15,-4-13-2 0,0 11 6 0,0-11 16 16,0 0 6-16,-4 11-6 0,4-11-2 0,0 0-4 16,0 0-1-16,-16 1-7 0,16-1-4 0,-14-8 2 15,7 1-10-15,0-2-9 0,1-3-15 0,0-2-12 16,1-2-2-16,1-1-1 0,2 1-32 0,1-1 33 16,1-1-34-16,0 2 34 0,3 0-40 0,2 0 46 15,-1 3-20-15,-3 0 46 0,4 2-31 16,-1 3 41-16,0-1-35 0,-4 9 41 15,6-13-40-15,-6 13 47 0,6-9-34 0,-6 9 25 16,0 0-22-16,11-7 38 0,-11 7-40 0,0 0 48 16,0 0-37-16,14 4 43 0,-14-4-37 0,6 6 38 15,-6-6-40-15,9 11 40 0,-4-3-37 0,-1 1 34 16,2-1-49-16,0 2 48 0,-1 0-47 0,2 3 44 16,0-1-36-16,2 0 33 0,-2 0-2 0,3 1-2 15,1-1-3-15,-2-1-2 0,0-1 2 0,0 0-20 16,1-1 9-16,-1-3-22 0,1 0 4 15,-10-6-14-15,19 8-27 0,-19-8-30 0,19 3-41 0,-19-3-17 16,21-4-8-16,-21 4-17 0,19-11 25 16,-10 4 27-16,0-3 4 0,-1 0 15 0,-2-2 23 15,-1-2 29-15,-1-1 26 0,0-1 20 16,-4-3 27-16,0 0 23 0,0 0 34 0,0 2 14 16,-3 0 19-16,1 0-17 0,-1 1 41 0,-1 3-38 15,1 2 26-15,1 1-16 0,0 0-6 0,-2 2-6 16,4 8-8-16,-5-14-14 0,5 14-23 0,-5-10-14 15,5 10-12-15,0 0-6 0,0 0-7 0,0 0-3 16,-14 4-9-16,14-4 0 0,-8 18-2 0,5-6-3 16,1 4 7-16,-1 0-1 0,2 2 0 0,1-2-4 15,-1 2-5-15,2 1-15 0,-1 0-9 16,4 0-24-16,-3-3-11 0,3 2-23 0,0-5-41 16,0 0-80-16,3-3-21 0,-2-3-3 0,-5-7-309 15,12 9-25-15</inkml:trace>
  <inkml:trace contextRef="#ctx0" brushRef="#br0" timeOffset="41662.15">16011 5796 14 0,'1'-11'532'0,"-1"11"-201"0,3-17-40 0,-3 17-80 16,0-11-13-16,0 11-52 0,0-11-27 0,0 11-13 16,0 0-29-16,0 0-13 0,0 0-46 0,0 0 37 15,0 0-37-15,0 11 30 0,0-11-38 16,1 18 31-16,0-8-6 0,1 2-5 0,-2 1-2 15,2 1-5-15,1-3-10 0,1 1 3 0,-1 0-3 16,1-3-4-16,0 1-2 0,0-1-2 0,-4-9 4 16,9 14-6-16,-9-14 0 0,8 8 2 0,-8-8-16 15,0 0 7-15,16 2-3 0,-16-2 1 0,10-7 0 16,-10 7-8-16,13-12-5 0,-8 2-41 16,-1-2 38-16,0-2-26 0,0-1 19 0,-2-2-25 15,0-4 57-15,-2 3-42 0,0-1 40 16,0 0 0-16,-2 0 10 0,0 3 3 0,1 4 7 0,-2-1 2 15,0 2 2-15,3 11 2 0,-6-14-19 0,6 14 10 16,-9-5 0-16,9 5-4 0,0 0 0 16,-17 5 1-16,10 3 1 0,-1 3 3 0,0 0 1 15,1 4 1-15,2-1 0 0,-2 6 1 0,1 0-13 16,2 3 3-16,1-3 7 0,2 0-8 0,0-2 4 16,3 1 2-16,0-1-3 0,0 2 1 0,5-2-1 15,-2-1-3-15,0-2 0 0,1-2 34 0,2 0-42 16,1-2 36-16,0-1-41 0,1-3 34 0,2-1-37 15,-12-6 38-15,23 3-50 0,-23-3 6 16,29-3-1-16,-8-5 5 0,-2-1 3 0,0-2-5 16,4-4 0-16,-1-1 1 0,-3-5 6 0,0 1-1 15,-1-4 2-15,-3-1-1 0,-2-6-1 16,0 2 2-16,-3-3-5 0,-2-1-2 0,1-1-6 16,-5 0 40-16,-3-1-37 0,0 5 36 0,-2 3-38 15,-2-1 5-15,-1 1 1 0,-1 2 4 0,-2 1 3 16,-1 2 3-16,0 0-4 0,-2 4 6 0,0 0-3 15,1 1 8-15,0 2 13 0,0 2-10 0,3 3 12 16,-2 1 11-16,3 2-8 0,5 7-6 0,-13-11-5 16,13 11-4-16,-10-7-6 0,10 7 0 0,0 0-3 15,-14 7 5-15,6 0-2 0,3 2-2 0,0 3 25 16,0 3-33-16,1 4 41 0,-1 2-31 16,2 4 42-16,2 0-29 0,1 4 7 0,0 1 4 15,4 5 3-15,1 1 4 0,-1 1 1 16,1-3 3-16,1 1-9 0,2 0-2 0,2-3-1 15,-1-1-4-15,1-3-3 0,2-1 0 0,-2-6-7 16,0-1-3-16,2-2 0 0,-1-2-3 0,1-2 0 16,1-5 4-16,-2-1-6 0,6-2-4 0,-3-3-8 15,-14-3-5-15,33-3-11 0,-10-3-8 0,-1-2-1 16,-2-3 0-16,6-4-8 0,-3-1 3 0,-3-4 4 16,0-2 0-16,-3-2 9 0,-1-1-10 0,-1-1 1 15,-3-2-4-15,-1-1 7 0,-3 1 12 16,-3 3 31-16,-3 0-34 0,0 1 33 0,-4 0-41 0,0 3 45 15,-1 0-32-15,-2 4 35 0,1 1-27 0,-3 4 8 16,-1-2 1-16,2 4-6 0,-2 2 4 16,-2 1 6-16,10 7 2 0,-16-9-2 15,16 9 22-15,-15-2-32 0,15 2 21 0,-15 3-23 16,15-3 25-16,-16 14-27 0,9-4 22 0,2 4-21 16,-1 2-2-16,3 4 0 0,-1 3-1 0,1 1 5 15,3 2-1-15,0-1 2 0,4 0 0 0,1 1 0 16,0-2-9-16,2 1-3 0,-1-4-19 0,4-1-24 15,1-2-22-15,-1-2-21 0,4-4-34 0,-3-4-52 16,1-3-74-16,-12-5-13 0,27 0-314 0,-9-8-119 16</inkml:trace>
  <inkml:trace contextRef="#ctx0" brushRef="#br0" timeOffset="41864.18">16849 5463 46 0,'2'-26'582'0,"0"2"-169"15,-4 4-83-15,1 2-59 0,0 2-29 0,-1 2-24 16,0 3 0-16,0-2-15 0,2 13-43 15,-3-17-36-15,3 17-27 0,-4-9-20 0,4 9-20 16,0 0-11-16,0 0-5 0,-14 8-5 0,10 1-7 16,0 4-7-16,2 3 25 0,-2 4-30 0,1 3 15 15,2 2-19-15,-1 1-3 0,2 1-1 0,0 2-2 16,2 0-5-16,-2 1-8 0,4-3-7 16,-3 0-17-16,3 1-19 0,0-3-29 0,1-3-35 0,-1 0 3 15,0-6-25-15,0 1-67 0,-2-8-69 16,0 1-9-16,-2-10-315 0,0 0-126 0</inkml:trace>
  <inkml:trace contextRef="#ctx0" brushRef="#br0" timeOffset="42040.2">16725 5553 242 0,'-8'-10'565'16,"0"2"-227"-16,1 0-28 0,1 1-109 0,6 7-13 15,-9-11-62-15,9 11-4 0,-3-14-51 0,3 14-12 16,1-11-3-16,-1 11-22 0,13-16-10 0,-3 9-6 15,3-1-26-15,2 1-7 0,3-1-31 0,1 2-38 16,-3 0-44-16,0 2-51 0,1 2-29 16,-1-1-286-16,-16 3 48 0</inkml:trace>
  <inkml:trace contextRef="#ctx0" brushRef="#br0" timeOffset="42444.25">14470 6764 213 0,'-15'4'454'0,"2"3"-182"0,1-4-39 16,12-3-59-16,-19 8-25 0,19-8-59 0,-15 6 7 16,15-6-40-16,0 0 16 0,-13 8-46 0,13-8 41 15,0 0-37-15,0 0 40 0,0 0-38 0,23 0 36 16,1-5-45-16,11-3 37 0,4-3-36 16,19-5 39-16,4-2-35 0,5-4 31 0,6-2-26 15,6-2 28-15,20-8-10 0,7 0-1 16,-1-1 8-16,7-1-11 0,0 0 1 0,-1 1 4 15,-2 0 25-15,-3 2-41 0,-4 1 23 0,-19 6-43 16,1 1 18-16,-4 1-48 0,-4 1-12 0,-6 3-3 16,-6 3-11-16,-8 1-17 0,-15 3-10 0,-5 3 5 15,-7 1-13-15,-7 6-29 0,-9-1-64 0,-13 4-44 16,0 0-56-16,0 0-282 0,0 0-55 0</inkml:trace>
  <inkml:trace contextRef="#ctx0" brushRef="#br0" timeOffset="42809.28">14621 6941 507 0,'0'0'446'15,"0"0"-118"-15,-12 5-76 0,12-5-64 0,0 0-36 16,22-5-33-16,0-2-21 0,7-2-12 0,6-4-20 15,6 0 10-15,12-7 5 0,5 0-18 0,6-3 5 16,5-1-22-16,6-3 19 0,22-8-5 0,3-1-10 16,1-3-3-16,3 1 0 0,-3 0-6 0,-1 0-6 15,-4 2-5-15,-17 7 15 0,-2 0-39 16,-3 2 28-16,-5 2-38 0,-5 1 26 0,-5 1-24 16,-7 5 31-16,-12 3-28 0,-8 1 33 15,-4 4-24-15,-5 2 39 0,-5 1-4 0,-4 2 42 16,-4 0-5-16,-10 5 12 0,14-5-34 0,-14 5-6 15,0 0-20-15,0 0 1 0,0 0-29 0,-18 3-18 16,3 0-60-16,1 2-26 0,-7 2-76 0,2 0-31 16,-1-1-104-16,-2 0-115 0,4 3-278 0,0-1-228 15</inkml:trace>
  <inkml:trace contextRef="#ctx0" brushRef="#br0" timeOffset="42958.3">16246 6436 1056 0,'8'9'833'0,"-8"-9"-197"16,0 0-193-16,8 8-84 0,-8-8-83 0,0 0-44 16,0 0-59-16,0 0-31 0,0 0-40 15,0 0-26-15,0 0-60 0,0 0-78 0,0 0-110 16,0 0-89-16,0 0-74 0,0 0-148 0,0 0-405 16,0 0-509-16</inkml:trace>
  <inkml:trace contextRef="#ctx0" brushRef="#br0" timeOffset="50460.63">12003 7936 30 0,'0'0'158'0,"5"-14"-63"0,-5 14-10 15,7-14 15-15,-7 14-50 0,6-11 55 16,-6 11 89-16,3-10 9 0,-3 10-6 0,4-9-15 16,-4 9-42-16,0 0-16 0,0-11-7 0,0 11-21 15,0 0 8-15,-6-10-17 0,6 10 12 0,0 0-26 16,-10-8 19-16,10 8-38 0,-9-6 31 0,9 6-51 15,-13-3 22-15,13 3-36 0,-12-5 26 0,12 5-44 16,-16-3 31-16,16 3-38 0,-18-1 45 0,18 1-37 16,-19-1 29-16,19 1-36 0,-20 1 42 0,20-1-39 15,-27 2 42-15,27-2-44 0,-30 6 43 0,12-3-36 16,1 2 25-16,-4-1-34 0,0 2 43 0,1 1-51 16,-3-1 39-16,4 0-31 0,-4 1 35 15,3 2-37-15,-1 0 40 0,-1 0-42 16,3 1 33-16,-2 0-36 0,-1 0 37 0,4 1-36 15,-2 0 7-15,1 2 4 0,0-2 3 0,0 3-4 16,0 0 5-16,0-1 4 0,0 1 7 0,3 0 2 16,-4-2 0-16,4 3 2 0,-1 0 3 0,0-1 4 15,0 2-2-15,1-1 3 0,0 1 7 0,-3 3 5 16,4-3-2-16,0-1-10 0,1 3-3 0,1-2 7 16,-1 2 2-16,1-1-2 0,-1 1 2 0,1 1 7 15,1-1-3-15,0 1 2 0,1 0-3 16,-1 1 9-16,3 0-14 0,-2 1 12 0,1-1-5 15,0 1 5-15,1-1-12 0,1 3 3 0,1-2-2 16,-1 1-3-16,5 1 5 0,-3-1-6 0,3 1 1 16,-4 1-4-16,6-2 2 0,-1-1-6 0,2 3 8 15,-3 0-5-15,4-4 1 0,-1 4 2 0,2-1-1 16,-2 0-4-16,2-1-3 0,1 1 4 0,2 1-1 16,-3-2-1-16,3-1 2 0,-1 2 5 15,3 0-5-15,-1-2 5 0,2 1-5 0,1 1 0 16,-2-3-3-16,2 4 12 0,3 1-15 0,-2-6 6 15,4 5-11-15,0 0 11 0,3-1-10 0,-4-2-2 16,4 0 1-16,1-1 0 0,1-2 1 0,0 3-2 16,2-3 2-16,1-1-2 0,0 0-2 0,1 1 11 15,0-2-10-15,2 0-4 0,-1-1-2 16,0-1 1-16,1 0 4 0,0 0 2 0,1-3 0 16,-3-2-2-16,-1 3-2 0,2-3 0 0,-1 0-2 15,2-2 1-15,-1-2-1 0,2 1-1 0,1-1 2 16,-2-1-1-16,3-3 2 0,2 3 2 0,-2-4-8 15,0 1 1-15,2-2 1 0,-1 0 3 0,1-3-3 16,0 2 2-16,4-5-2 0,0 1 1 0,-2 0 7 16,0-2-10-16,0-2 8 0,-3 0-3 0,2 0 0 15,-2-2-6-15,0-1 0 0,0 1-2 0,-1-1 2 16,-4-1 1-16,2 1-2 0,-1-2 1 16,-1 1 0-16,2 0-1 0,-4-1 2 0,1 0 0 15,-1-2 4-15,-1 2-1 0,1-2-6 16,-1 0-2-16,-2 1 2 0,-1 0 2 0,2-2-4 15,-1-1 3-15,0-1 0 0,1 0 1 0,-2-3 1 16,1 3-1-16,-3-4 0 0,4 0-1 0,-6 0 8 16,4-1-8-16,-2 0-1 0,-2-1 2 0,0 0 0 15,0 0 0-15,-2-4 1 0,1 3 0 0,-2-1-1 16,0-3 6-16,-1 1-5 0,0 2 0 0,-1-5 5 16,1 2-6-16,-2 1-3 0,-1-1 23 0,0-1-25 15,0 4 19-15,-1 0-20 0,-4 1 20 16,1 0-19-16,-3 1 17 0,1-1-19 0,-2-1 19 0,-2 1-19 15,-1 1 19-15,-1-6-17 0,-2 1 28 16,-2 2-19-16,0-1 15 0,-4 3-24 0,1-3 25 16,-4 2-26-16,2 2 2 0,-3 0 1 0,0 0 2 15,0 1 4-15,-2 1-2 0,0 1 2 16,-2 1 0-16,1 1 0 0,-1 0 0 0,-2 3 5 16,1 0 0-16,-2 1-9 0,1 2-2 0,-3 1-1 15,-1 0-5-15,1 2-4 0,-2 0 6 0,0 3-20 16,4 0 13-16,-5 1-21 0,0 1 7 0,-1 0-15 15,2 3 8-15,0 0-5 0,-2 2 8 0,-1 0-8 16,2 1 4-16,0 2-4 0,-3 0 5 0,-3 0 0 16,1 3-1-16,3 0 1 0,1 0-1 0,-2 1 5 15,0 1 1-15,6-1 4 0,-2 1 4 16,1 2-1-16,0-1 1 0,0 1 2 0,3-1 0 16,-5 3-1-16,4-1 22 0,2 0-18 0,-2 2-5 15,2 0 9-15,-2 2-3 0,3-1 6 0,-1 1-4 16,-1 2 7-16,1 1-5 0,1 0 4 0,2 1 1 15,-3-1 2-15,2 2 1 0,1 0 3 0,1 2 0 16,-3 0 0-16,2 0 0 0,1 2 1 0,2 1 1 16,-1-2 2-16,0 3 2 0,2-1 4 15,-1 0 0-15,2 1 2 0,0 0 0 0,1 1 2 16,-1 1 0-16,3 0 5 0,-1 1 0 0,1 0 2 16,1 0 3-16,1 1 1 0,0-1-2 0,2 2 1 15,2-5 6-15,-1 0-4 0,2-1-2 16,1 2 2-16,2 0-4 0,1 0 8 0,-1 0-8 15,2-1 7-15,2 2-9 0,1-1 12 0,1 2 28 16,1 3-31-16,6-2-20 0,-2 3 13 0,2-4-15 16,2 2 17-16,0-1-12 0,4 0 16 0,0 1-17 15,2-2 18-15,0 2-17 0,3 0 16 0,-1-3-21 16,2 1 3-16,0 0-4 0,2-1 6 0,0-1 6 16,2 0-4-16,-2-1-5 0,1-2 0 0,-1 1 0 15,1-1 0-15,1-1 1 0,0 1 1 0,-2-2-1 16,1 0 0-16,0 0 27 0,0-3-35 15,0 1-1-15,1-2 3 0,-1-1-1 0,1 0-1 0,1-3 0 16,-1 2 7-16,-1-4 0 0,-2-1-7 16,1-2 0-16,1 1-1 0,1-5 2 0,0 3-1 15,0-4 1-15,0 1-1 0,2-2-1 16,-1-1 1-16,1-1-2 0,-1-2 2 0,-2 1 0 16,3-4-2-16,-4 3 34 0,2-3-38 0,-3 1 1 15,2-3-5-15,-2 1 26 0,0-2-26 0,2-3 8 16,-1 1-4-16,-3 0 4 0,3-4 2 0,-2 0-2 15,0-2 1-15,-1-1-1 0,1 0 11 0,-2-3-12 16,-1 0 3-16,-1-1 0 0,-1-3-1 0,1 0 0 16,-1-1 0-16,-4-4 1 0,4 1 0 0,-4-3-2 15,0 1 0-15,0-2 3 0,-1 3-3 16,-1-2 0-16,-1 1 8 0,1-1-10 0,-3 3 1 16,0-1 1-16,-2 0 1 0,0 3 0 0,-3 2 0 15,0 0-3-15,-1 0 5 0,0-1-4 0,-3 0 30 16,2 0-32-16,-2-2-1 0,-2 1 3 0,0-1-2 15,1 1 9-15,-5-6 11 0,3 0-22 0,-4-1 2 16,0 0 27-16,0 0-32 0,-1-2 26 0,-2 1-26 16,1 0 28-16,-1 0-25 0,-1 0 6 15,-2 3 4-15,1-1 0 0,-2 2 30 0,-1-1-32 16,-3 4 1-16,1 0 4 0,-2 1 1 0,-1 2 1 16,2 1 5-16,-5 3-12 0,1-2-22 0,0 5-6 15,-3-3-9-15,0 4-5 0,-1-1-3 16,0 2-3-16,-1 1 0 0,-1 2-1 0,1-1 7 15,-2 1-11-15,0 2 6 0,0 0-3 0,0 1 8 16,-1 1-9-16,0 0 4 0,4 3-5 0,-1 0 0 16,0 2 6-16,-2-1-1 0,1 4 1 0,1-2-6 15,-1 1 4-15,-2 2 2 0,0 1 10 0,-2 2-8 16,-4 0 9-16,1 2-9 0,0 2 9 0,1 1-3 16,-2 1 12-16,4 2-6 0,0 0 15 0,1 2-8 15,0 2 13-15,1 1-8 0,1 1 9 16,0 1-4-16,0 1 2 0,1 1 3 0,2 1 1 0,-3 2 2 15,5-1 3-15,-2 2-1 0,0 2 1 0,1 3 6 16,0-2 2-16,1 5 6 0,-6 4 3 16,8-5 3-16,-5 9 2 0,7-6 4 0,1-1 5 15,-2 0-6-15,2 2 7 0,2-2-10 16,1 2 10-16,0-2 2 0,3 2-1 0,1 1-8 16,2-1 5-16,0-1-1 0,1 1 1 0,3 2 3 15,1-1-3-15,3-1 3 0,-1 1 2 0,2-6-2 16,2 6 3-16,2 0-4 0,-1-1 7 0,2-2-3 15,1 1 10-15,0-1-13 0,3 0 20 0,2 0-17 16,-1-1-4-16,2-1 2 0,2 1-1 0,-1-1 0 16,3-1-2-16,-1-1 3 0,4-1-5 15,0 0 0-15,1-1-3 0,3 0-1 0,-1-1 6 16,3-1-3-16,1 0-4 0,2 0 18 0,1-1-26 16,1-1 7-16,1-1-5 0,-1 0 2 0,1 1 5 15,1-4-3-15,0 3-9 0,2-3 0 0,-1-2 0 16,0-1-1-16,1 1-3 0,-1-3 3 0,2-2-2 15,0-1-3-15,2-2 0 0,-1-1 0 0,1-5 0 16,2 1-2-16,0-3 1 0,-1-4-2 0,3 0 8 16,-2-5-2-16,0 1-10 0,-1-4 5 0,0-3-3 15,-1 0-3-15,0-1 3 0,0-5-1 16,-3 1-15-16,-1 1 18 0,0-5-16 0,-1 0 18 16,-2 1-17-16,0-1 3 0,0-2 7 0,-1-2-1 15,-3-1 15-15,2 1-20 0,-2-1 19 16,0-3-2-16,3-5-4 0,-6 4-3 0,2-8 0 15,1-2-1-15,-2 0 1 0,-2-2-3 0,-1 2-1 16,-3 4 1-16,-2 1 1 0,0-2 1 0,-2 1 7 16,-1 1-3-16,-3-1-5 0,0 2-20 0,-1 0 26 15,0-1-15-15,-3 3 18 0,-1-1 0 0,-3 1 2 16,-1 4 6-16,0 1 1 0,-3-4 1 0,-1 0 1 16,-1-2 18-16,-3 3-30 0,-1-2 26 0,-2 0-23 15,-1-1 16-15,-1 0-25 0,-1 1 23 0,0 0-25 16,-4 1-3-16,1 1 3 0,-1 1-2 0,0 1-8 15,-1 4-10-15,-1 0-11 0,0 1-8 16,-1 1-9-16,-1 1 3 0,0 4-10 0,-1 1-2 16,-2-1-1-16,0 4 7 0,-1 1-5 0,0 2 2 15,-4 1-1-15,1 1 2 0,-2 2-2 16,0-1 5-16,0 2 0 0,-3 1 3 0,-1 2 5 16,0 0-7-16,6 2 2 0,-3 0 2 0,0 4 1 15,-5 0 0-15,-2 2 4 0,1 0 5 0,0 1-2 16,0 2-4-16,1 2 11 0,-1 0-6 0,0 2 10 15,1 2-5-15,1 0 12 0,-2 2-6 0,3 3 4 16,0-1 4-16,1 2 3 0,1 0 2 0,1-1 2 16,1 4 2-16,1-2 0 0,2 3 3 0,2 0 1 15,0-1-1-15,0 3 1 0,1 0 3 16,2 3 2-16,1-1-2 0,0 2 8 0,0 1 5 16,4 3 7-16,-1 0 4 0,1 1 10 0,2 0-2 15,0 1 4-15,2 3-3 0,1-2 1 0,-1 3-3 16,5-1 0-16,-1 1 0 0,3 1-3 0,0-1 2 15,2-1-3-15,1 2 2 0,2-2 0 0,2-1 0 16,0 1 7-16,3-1-6 0,0-2 6 0,3 2-8 16,1-2 12-16,-1 0-12 0,6-2 0 0,-2 0 0 15,3 0-4-15,1-2 0 0,2 0 16 16,0 0-20-16,2-1 1 0,1-1 6 0,1 1 5 16,3-3-5-16,-1 1-7 0,1 0 0 0,3-2-1 15,1 0 2-15,-1-1-1 0,2-1 2 16,2-3 1-16,1 0-4 0,1-1 1 0,1-3 1 15,0 0-5-15,0-3 1 0,3-2-4 0,-1 0 7 16,1-4-3-16,3-1-11 0,0-4 2 0,-2-1-3 16,1-2 0-16,2-2-1 0,-1-1 1 0,0-5-3 15,-1-4 1-15,2 1 0 32,-3-4 0-17,0-2-1 16,0-1-1-31,5-5-2 0,-7 2 9 0,2-7-10 16,-6 6-1 0,-1-3-1-16,0-1 6 15,-4-1 1 1,3-1 3 0,-5-2-6-16,2 1 2 0,-1-10 2 0,-3 6 0 0,2-8-1 0,-6 5 0 0,3-8 1 15,-3-2 0-15,-1 0 7 0,-1-3 0 0,-2 0-8 0,-1-1 1 0,-2 6-10 0,-1-1 13 0,-2 1 2 0,1 2 9 0,-1-2-8 0,-3-1 15 0,1 3 3 0,-3 0 13 16,2 2-2-16,-5 2 0 0,0-2 19 0,0 2-28 0,-7 1 23 0,4 1-29 0,-3-2 18 0,-3 3-32 0,-1 0-11 0,-1 1-14 0,-1 2-19 0,-2-1-12 0,-1 1-9 0,-3-1-5 0,0 3-2 0,-2 0-3 0,-2 1-3 15,0 2 1-15,0 2 1 0,-1 1 1 0,-1 2 3 16,-1 2 5-16,-1 1-1 0,-2 3-1 16,-2-1-2-16,-1 4 3 0,0 1-1 0,-3 3 7 0,-1 1-7 15,0-1 10-15,1 3-5 0,-2 2 9 16,0 0-7-16,6 2 14 0,0 1-6 0,2 0 12 16,-1-1-10-16,1 4 12 0,0-1-6 0,1 0 15 15,-1 0-8-15,3 3 14 0,-1 0-13 0,0 1 12 16,0 0-8-16,1 2 16 0,2 1-11 0,-2-1 13 15,-2 3-13-15,0 4 15 0,0 0-10 0,0 2 15 16,1 4-16-16,0 0 4 0,-1 4 5 0,3 1 5 16,-3 0 2-16,4 5-1 0,-1-2 1 0,4 4 5 15,-1-2 8-15,3 2 5 0,1 1 4 16,2 2 2-16,1 0 6 0,1 2 3 0,1-1 5 16,3 2-2-16,3-2 9 0,1 3-7 0,1-2 9 15,3 2-1-15,1 1-6 0,3 0 1 16,1 2 0-16,1-1 5 0,3-1-7 0,0 1-2 15,3 0-3-15,1-1-2 0,2 0 3 0,0-1-5 16,3-2 7-16,-1-2-13 0,3 2 0 0,-1-5-3 16,3-1 7-16,0 1-7 0,1-2 4 0,3-3-2 15,0-1 39-15,1-1-46 0,2-1 1 0,1-1 14 16,2-3-22-16,1-1 18 0,1 1-20 0,2-4 15 16,1-2-18-16,-1 0 7 0,3 0-13 0,0-3 12 15,0-1-18-15,-1-1 6 0,1-3 0 0,0 1 1 16,-2-5 1-16,-4-1 15 0,0-2-19 15,5-1 18-15,-1-5-14 0,-2-1 13 0,1-1-17 16,-1-5-1-16,-1 1 7 0,0-4-5 0,-1-2-4 0,-1-1 3 16,-1-1-4-16,0-2 11 0,0-1-2 15,-2-2-3-15,-2-3 2 0,0 1 11 16,-1-3-14-16,-1-1 29 0,-2 2-28 0,-1-4 8 16,-1-2-14-16,-1 2 2 0,-3-2 0 0,1-2 1 15,-3 1 6-15,0-2 0 0,-2-2 19 0,-1 0-17 16,1 0 3-16,-3-1 13 0,-2-2-10 0,0 1 24 15,0-1-18-15,-2 0 11 0,1 0-17 0,-5 0 27 16,1 2-20-16,-2-1 20 0,-2 3-17 0,1 0 32 16,-5 4-28-16,0-2 2 0,-4 5-2 15,1-1 2-15,-1 1 0 0,-6 5-13 0,1-2-20 16,-2 3 15-16,-4 1-32 0,1 0-1 0,-1 2-13 0,-5 0-9 16,1 2-6-16,-1 2 9 0,-2 1-10 15,-2 0 4-15,0 3-5 0,-1 3 2 0,-1-1 0 16,0 3-1-16,-1 1 27 0,-3 1-33 0,2 3 2 15,-2 0 4-15,0 4 3 0,4 1 3 0,0 2 9 16,-7 0-5-16,3 4 10 0,-2 0-4 0,3 4 7 16,-1 0-2-16,0 2 13 0,3 0 2 15,-4 5 4-15,3 0 1 0,1 2-9 0,-1 1 14 16,0 3-9-16,-4 6 9 0,-1 1-2 0,9-4 4 16,0 1 1-16,-2 5 4 0,4-3 2 15,3 2 7-15,-1-2 1 0,2 3 2 0,3 0 2 16,0 0 5-16,-1 1 1 0,3 2 0 0,1 1 3 15,1 2 2-15,1-1 6 0,2 0 1 0,-1 2 3 16,4 0 3-16,1 1-4 0,1 1 0 0,2 0-3 16,2 1 3-16,-1-1 3 0,3 1 3 0,1 2-3 15,1-2 5-15,1 0-10 0,2 0 12 0,2 1-8 16,1-2 14-16,1 1-19 0,-1-2 8 0,4-2-15 16,-1 1 11-16,2-2-14 0,1-1 0 0,1-2-2 15,1-1-3-15,1 1-2 0,2-3 16 0,0-2-21 16,1 3 5-16,2-4 2 0,2-1 0 15,-1 1 14-15,3-2 14 0,-1-1-39 0,2 0 0 16,0-2 3-16,2-3 1 0,-1 0 2 0,1-3 2 16,1-1 2-16,2-1-2 0,0-3 0 15,2-2-1-15,1-4 5 0,-2-1-7 0,1-4-3 16,4-1-1-16,4-5 1 0,-2 1-2 0,0-6 1 16,1 0-3-16,0-3-1 0,0-2-1 0,-3-2 5 15,0 0-6-15,0-2 2 0,-2-1 2 0,0 0-5 16,-2-2 2-16,0-1 2 0,-2-1 0 0,-1 0-2 15,-1-1 0-15,0-1 1 0,-4-4 0 0,0 3-1 16,0-2 2-16,-1-3-1 0,-4-2 6 0,1 0-1 16,1-10-6-16,-6 7 1 0,3-10-1 15,-4 6 1-15,-4-1 0 0,2-2 5 0,-3 1 3 16,-1-1 4-16,0 1 0 0,-3 1 0 0,-2 0-1 16,-1 2 5-16,-2 0-3 0,-1-1-2 0,-2 2 0 15,-3 2 2-15,0-3-2 0,-2 0-10 0,-3 3 2 16,1 0 0-16,-2-1 32 0,-2 3-41 0,0 1-1 15,-2-1-1-15,-2 2 1 0,-1 2-7 16,-1 2-12-16,-4 0-9 0,2 2-5 0,-4 3-4 16,0 1-4-16,-3 3 36 0,-1 2-45 0,-4 4 1 15,2 2-4-15,-5 1 7 0,2 4-1 0,-2 2 6 16,1 2 2-16,-1 1-1 0,6 3 2 0,-6 1 1 16,2 2 7-16,7-2 3 0,-6 5 4 15,4 1-1-15,-3 1-2 0,2 2 4 0,2 3 3 16,-2-1 11-16,1 3-8 0,-1 3 16 0,2 1-12 15,1 2 3-15,0 2 4 0,-1 0 3 0,1 4 2 16,-4 4-2-16,1 2 3 0,0 3 2 0,0-1 2 16,4 1-1-16,-2 1 3 0,3 2 24 0,0 1-20 15,3 0 5-15,5-5 12 0,-3 7 2 0,7-4 5 16,0-1 4-16,2 3-5 0,0 1 4 0,3-1 1 16,2-1 2-16,0 1 0 0,5 0 0 0,-1-1-1 15,2-1 1-15,2-1 9 0,3-1-12 0,1 2 8 16,2-2-13-16,0-1 10 0,2 0-11 0,1 0 9 15,3-3-14-15,-1 1-4 0,0 0 0 16,4-1 1-16,-1-2 4 0,2 0 14 16,0 1-14-16,2-3-4 0,1 2 0 0,1-4 0 15,1 1 2-15,2 0 4 0,0-2-2 0,3-2 2 16,0 0-4-16,2-1 0 0,2-3-3 0,1-1 0 16,2-2-2-16,1-1-2 0,1-4-3 0,3 1 7 15,1-6-11-15,2 0 0 0,1-2-1 0,-1-3-2 16,0-4 2-16,3 1-1 0,-1-7-1 0,1 1 0 15,8-9-2-15,-3 1-2 0,-3-5 2 0,3 0 4 16,-4-4-6-16,-2 0 6 0,-1-3 1 0,-2 2-4 16,0-3-4-16,-4-2 2 0,-1 0 1 15,-1 0 1-15,-2-2 0 0,-6 3-2 0,0 1 2 16,3-7-1-16,-7 6-3 0,4-9 5 0,-4 5-1 16,-3-1 1-16,-1 1 3 0,3-10 4 0,-5 6-9 15,3-7 0-15,-5 5 0 0,0 0 0 0,-2-2 6 16,0 0-3-16,-1 0 0 0,-2 0-2 15,1-2 21-15,-4 1-19 0,-2 1 22 0,0-1-21 16,-2 1 27-16,-2-1-4 0,-1 2 11 0,-3 0-32 16,-2-1 25-16,-1 2-22 0,-5 1 2 0,-1 0-11 15,-2 0 1-15,-2 3-2 0,-6-7 0 0,-3 3-5 16,0 4-2-16,1 5-16 0,0 3-10 0,-6 1-10 16,3 4-5-16,-4 1 11 0,0 3-4 15,-2 0-17-15,-1 6 4 0,-2-1-6 0,-2 5 6 0,0 1 1 16,-6 5-2-16,0-1 1 0,-2 3-3 15,1 2 7-15,-5 4-3 0,2 3 10 0,-10 1 1 16,3 3 11-16,1 3-2 0,3 1 2 0,0 1-1 16,2 4 11-16,4 0-6 0,-1 1 13 0,3 3-8 15,2 1 7-15,4 1 3 0,0 3 2 0,-1 0 1 16,4 2 4-16,1 3 0 0,1 0 4 0,2 1 4 16,1 5 1-16,1-1 5 0,3 1 6 0,1 1 8 15,2 1-1-15,2 0 5 0,6-4 6 0,1 0 0 16,1 2-2-16,3 0 1 0,3 2 1 15,2-1 2-15,3 2 0 0,1 0 3 16,4-2-2-16,0 0 6 0,5 0-7 0,2-1 15 0,1 0-19 16,4-3 3-16,4 7-11 0,-2-10 13 15,6 8-14-15,-3-10 1 0,2 0-2 0,1-2-3 16,0-1-1-16,3-1 2 0,-1-2-4 0,1 2 3 16,2-1-2-16,0-3 18 0,0 0-18 0,1-1-5 15,1-4 0-15,-1 1 1 0,4-3 0 0,-1-1 1 16,4-3 23-16,1-4-32 0,2-2 3 0,2-4-1 15,1-4 2-15,2-3-6 0,1-4 1 0,10-4 1 16,-2-5 8-16,1-3-4 0,-2-4-1 16,-2-1 21-16,-1-2-29 0,-1-1-3 0,-4-2 0 0,-1 0 1 15,-2-1 2-15,-1 0 3 0,-4 0-5 16,-8 5 2-16,0-2 1 0,-1-1 0 0,-2 1 14 16,-2-1-9-16,-1-2 19 0,0-1-28 0,-4 0 2 15,0-5 4-15,-1 2 7 0,-5-2-1 0,1-5 3 16,1 1 1-16,-3-2 4 0,-2-2-5 15,0-2 0-15,-2 0-3 0,-2-11 25 0,-1 9-17 16,-3-1 21-16,-2-1-33 0,-1 1 24 0,-2 2-14 16,-2-1 20-16,-2 5-25 0,-3 1 8 0,1 2-1 15,-6 4 0-15,1 0-14 0,-4 5-5 0,0-1-24 16,-4 3-5-16,-3 3 21 0,-2 1-36 0,-1 3-7 16,-5 2-4-16,0 1-5 0,-1 3 1 15,-3 1 5-15,-2 4 3 0,-1 2 0 0,-2 1 1 16,1 2-1-16,-3 5 4 0,-1 2 4 0,1 4 3 15,-2 3 2-15,-6 5-2 0,-1 5 12 0,-1 3 32 16,3 2-28-16,1 3-2 0,0 1 5 0,1 6 2 16,0 0 5-16,1 2 5 0,2 2 4 0,0 0-3 15,1-1 3-15,0 4 2 0,3 0 1 0,-1 1 3 16,3-1 8-16,4-2-5 0,-1 3 6 0,2-1 7 16,4 2 2-16,0-2 0 0,3 2-5 0,6 1 6 15,-1-1-3-15,6-4 4 0,4 0 0 0,0 2 1 16,2 1 2-16,3 0 4 0,4 0 2 15,-1 0 3-15,5-1 5 0,2 1 0 0,2 0 0 16,4 1 0-16,1-2 0 0,2 1-5 16,4-2 15-16,2-1-19 0,4 8 5 0,2-3-5 15,1-1 1-15,2-3-5 0,-2-9 1 0,5 7 0 16,-1-8-1-16,5 3 11 0,-4-6-15 0,10 6 1 16,-6-8 4-16,0-4 2 0,1 2-10 0,3-3 0 15,1-2-5-15,1-2 1 0,0 0 0 0,1-4-2 16,3-2 1-16,-1-1-3 0,2-3 0 0,1-3-1 15,1-2 33-15,-1-2-42 0,1-5 0 0,-1 0 7 16,2-3-8-16,6-5 1 0,-2-4-1 16,-1-2 1-16,-3 0 0 0,0-3 0 0,-1-1 2 0,-3-1 4 15,-1-2-9-15,-3-1 10 0,-6 6-2 16,-3-1 3-16,2 2-8 0,-1-2 4 0,-4-1-8 16,1 1 1-16,-1-1-1 0,-2 0 2 0,-1-1 3 15,-1-3 0-15,0 1 1 0,-1 0-1 16,-1-3 14-16,0-3-15 0,-2-3 13 0,2-8-15 15,1-1 22-15,-5-1-22 0,4-3-12 0,-6 0 14 16,1-3 0-16,-2 1 7 0,-1 0-1 0,-2 8-1 16,-1-3-1-16,-4 1 15 0,2 0-9 0,-3-1 17 15,-1 2-20-15,-3 3 30 0,-2-2-20 0,-2 2 29 16,-2 1-26-16,-1 1 22 0,-5 1-22 0,-2 1 4 16,-1 2 4-16,-5 2 1 0,-1 2-5 15,-6-5-10-15,-1 10-21 0,-1-1-12 0,-3 5-5 16,1 1-11-16,-1 4-7 0,-5 3-5 0,1 1 4 15,-1 5 0-15,-2 4-1 0,-1 1 0 0,-3 7 7 16,0 1 32-16,-3 4-31 0,-11 4 0 0,4 1 3 16,0 5 6-16,0-1-1 0,1 2 2 0,1 1 1 15,1-1 1-15,2 4-3 0,2-4 3 0,-1 3 3 16,9-6 0-16,1 2 0 0,1-1-1 0,0 0-1 16,2 0 5-16,1 0 0 0,1-1-1 15,0 2 4-15,1 1 1 0,2 0 1 0,-2 0 2 16,1 1 2-16,4 2 2 0,-2 0 1 15,-1 1 11-15,5 2-8 0,-3 0 10 0,4 2-8 16,0 1 6-16,2 2 6 0,1 0 0 0,0 2-7 16,2 3 12-16,2 2-1 0,3-1 7 0,2 3-2 15,2 0 9-15,0 5 2 0,3 0 4 0,2 0-1 16,2 2 4-16,2-1-1 0,3 1-2 0,1-2-1 16,1 0-4-16,6-2-4 0,-2 0-4 0,2 0 1 15,4-2-3-15,0-1-1 0,1-2 0 0,0 0 0 16,3-2-4-16,1-2 12 0,1-1-13 0,0-3 4 15,2 0-10-15,1-1 7 0,-2-3-3 0,4-1-3 16,0-4 2-16,-1 1 3 0,1-5-9 0,2 0 12 16,-3-3-9-16,4-4 0 0,-6-2-1 0,1-1 0 15,1-3 2-15,1-2-2 0,0-2-5 16,1-2 7-16,1-2-3 0,-3 0 1 0,6-2-1 16,-2-3-1-16,1-2 1 0,-4 1 0 15,1-2-2-15,-2 1 5 0,-4 2-2 0,2-4 0 16,-5 2-2-16,2-1-2 0,-1 2 0 0,-5-1 4 15,1 1 0-15,-1 1 3 0,-3-1-2 0,0 1-1 16,-2 2 2-16,-1 0 0 0,0-1 5 0,-2 2 4 16,0 1 1-16,-6 6 1 0,9-13 8 0,-9 13 5 15,10-11 28-15,-10 11-33 0,7-7-7 0,-7 7 12 16,3-8-8-16,-3 8 3 0,0 0-11 0,8-8 6 16,-8 8-7-16,0 0 3 0,0 0-8 15,5-8-2-15,-5 8 0 0,0 0 5 0,0 0-8 16,0 0-1-16,0 0-3 0,7-8 2 0,-7 8-14 15,0 0 3-15,0 0-23 0,0 0 6 0,0 0-53 16,0 0 31-16,0 0-41 0,0 0-4 0,0 0-12 16,0-11-11-16,0 11-13 0,0 0-23 0,0 0-28 15,-11-6-4-15,11 6-2 0,0 0-23 0,0 0-34 16,-10-8-34-16,10 8-91 0,-8-5-31 16,8 5-160-16,0 0-75 0</inkml:trace>
  <inkml:trace contextRef="#ctx0" brushRef="#br0" timeOffset="53670.97">12714 8314 8 0,'0'0'440'0,"0"0"-145"15,0 0-44-15,0 0-67 0,0 0-11 0,-14-6-57 16,14 6-3-16,0 0-42 0,0 0 15 0,0 0-38 16,0 0 14-16,0 0-34 0,0 0 23 0,0 0-40 15,0 0 25-15,0 0-34 0,0 0 28 0,0 0-33 16,0 0 32-16,9-6-31 0,-9 6 31 0,11-3-39 15,-11 3 34-15,19-7-19 0,-7 5 30 0,4-3-41 16,-1 1 43-16,2-2-34 0,3-1 42 0,3 1-40 16,0-1 45-16,-1-1-37 0,2 1 23 15,5-2 3-15,-3 2 12 0,3-2-22 0,0 1-5 16,-3 1 4-16,0-1-1 0,-3 2 0 0,4 0 0 16,-3 0-1-16,1-1-8 0,-2 4-3 15,1-3 0-15,-1 1-24 0,-1 2 23 0,1-1 6 16,-1 0 5-16,1 2-6 0,2-3 11 0,-2 2 1 15,0-1-3-15,1 1-5 0,3-1 1 0,-3 0-3 16,3 1-3-16,-1-3 1 0,-1 4-1 16,1-3-4-16,1 3 9 0,-2-4-1 0,2 4 4 15,0-3 4-15,-3 2-2 0,3 0-5 0,-1-1-1 16,-1 2-1-16,1-2-4 0,-3 1 1 0,1 0-4 16,0-1 1-16,1 2 9 0,-2-1-2 0,0 0 15 15,0 1-17-15,1-1 2 0,-1 1-2 0,-2-1 2 16,2 1-1-16,-3-1-4 0,-1 1-6 0,0-1 3 15,4 1 1-15,-2-2-2 0,1 2 1 0,1-2-5 16,-3 1 10-16,2 0-11 0,-3 0-3 16,0 0 6-16,3-2-10 0,-3 3 3 0,-1 0-1 15,3-1-4-15,-2 0 4 0,-3 2-2 0,2-1 4 16,0-1 1-16,3 1-6 0,-2 0 1 0,-1 0 1 16,1-1 2-16,4 1 1 0,0 0 0 15,0-2 1-15,0 1 3 0,1 1-1 0,-1-2-3 0,2 1 6 16,-2 1-2-16,1-2-4 0,-2 2-1 15,1-1-1-15,-4 1 0 0,3-1-1 0,-2 2 14 16,-1-3-17-16,1 3 9 0,-3 0-12 0,2 1 16 16,-2-2-13-16,2 1 13 0,-1 0-17 0,0-2 15 15,0 2-15-15,0 0 11 0,1 0-10 0,-1 1 13 16,2-1-13-16,1-2 12 0,-4 2-12 0,4-2 6 16,4 2-8-16,-7 0 15 0,6-2-14 0,0 2 4 15,0-2-4-15,-2 2 11 0,2 0-11 0,-3 0 15 16,0-1-15-16,3 1 15 0,0 0-16 15,-2 0 15-15,-2 1-16 0,5-1 12 0,-4 1-9 16,1-2 14-16,2 2-10 0,-3 0 18 16,6-1-2-16,-8 1 12 0,4-1-12 0,2 2 10 15,0-2-13-15,-2 1 9 0,0 1-13 0,0 0 9 16,1-1-9-16,2 2 10 0,-3-1-11 0,1-1 11 16,2 1-12-16,-2 0 9 0,1 0-7 0,0 2 9 15,-1-2-8-15,2 0 7 0,-2-1-8 0,1 2 6 16,-1-1-7-16,1 0 7 0,-1 2-2 0,2-2 11 15,1 0-7-15,-2-1 5 0,0 3-8 0,2-3 5 16,-2 2-6-16,1-2 8 0,1 2-4 0,-2-2 3 16,1 0 6-16,-2 1-3 0,2-1 0 15,0 0 16-15,-1 0-18 0,0 0-2 0,0 1 0 16,0-2-3-16,1 1 28 0,-5 0-36 16,0 0 7-16,5 0-7 0,-5 0 0 0,2-1-5 15,-3 1 10-15,3 0 1 0,0 0-11 0,1 0 9 16,0 0-2-16,-2 0-1 0,5-2 3 0,-3 2 1 15,2-2 2-15,-3 2-1 0,0-2-3 0,-3 1-6 16,6 1 9-16,-7 0-8 0,3-1-3 0,-1 1 7 16,0 0-10-16,1-1 14 0,-2 1-12 0,1 0 14 15,-2 0-16-15,1 0 9 0,1 0-13 0,-2 0 14 16,1 0-9-16,-2 1 9 0,3-1-11 0,-2 0 10 16,3 1-10-16,-3-1 10 0,1 1-9 15,-1-1 19-15,2 2-19 0,-3-1 15 0,2 0-12 16,1 1 4-16,-3-2-2 0,1 1-1 15,-1 0-1-15,1-1 0 0,0 1 2 0,-2 0 3 16,2 2 0-16,-2-2-4 0,-1 0 2 0,0 1 2 16,-16-2 2-16,29 2-3 0,-14 1 2 0,-15-3-2 15,31 2 1-15,-31-2-1 0,28 3 2 0,-28-3 4 16,28 2-7-16,-28-2 0 0,28 3 2 0,-28-3 1 16,25 0 0-16,-25 0-2 0,23 1-1 0,-23-1 0 15,23 1-4-15,-23-1 2 0,18 1 5 0,-18-1-6 16,20 2 4-16,-20-2 0 0,18 1 1 15,-18-1 2-15,0 0-1 0,22 0 1 0,-22 0 1 0,0 0 0 16,23 1 6-16,-23-1-11 0,0 0 1 16,21 0 0-16,-21 0 1 0,0 0-4 0,0 0 1 15,20 1-1-15,-20-1-1 0,0 0 0 16,0 0 18-16,0 0-24 0,19 0 3 0,-19 0 0 16,0 0-1-16,0 0 1 0,0 0-1 0,0 0 2 15,0 0-3-15,0 0 1 0,0 0 0 0,18 0 5 16,-18 0-21-16,0 0-24 0,0 0-34 0,0 0-31 15,0 0-37-15,0 0-82 0,0 0-53 0,0 0-60 16,0 0-69-16,0 0-63 0,0 0-411 0,0 0-497 16</inkml:trace>
  <inkml:trace contextRef="#ctx0" brushRef="#br0" timeOffset="59217.56">22642 7976 169 0,'0'0'321'0,"0"0"-71"0,0 0-41 0,0 0-50 16,0 0-8-16,-5-10-42 0,5 10 4 0,0 0-41 16,0 0 16-16,-6-9-4 0,6 9-8 0,0 0 9 15,-8-8-11-15,8 8-9 0,0 0-8 0,-10-8-5 16,10 8-8-16,0 0-6 0,-9-8-15 15,9 8 10-15,0 0-7 0,-13-8-1 0,13 8-2 16,0 0 4-16,-16-7-5 0,16 7-2 0,-17-2-11 16,17 2 14-16,-18-1-2 0,18 1-1 0,-20-1-3 15,20 1 0-15,-22-2 1 0,22 2 2 16,-27 3-7-16,27-3-12 0,-30 2 20 0,30-2 38 16,-30 3-46-16,12-1 47 0,3 1-52 0,-2-1 8 15,4 2-4-15,13-4 4 0,-29 5-1 0,15-1 2 16,14-4-11-16,-26 5 7 0,15 0-2 15,-2-3-2-15,0 3 0 0,-1-1-1 0,0 2 0 16,1-1-1-16,-1 0-20 0,0 1 18 0,1 2 0 0,-1 0 4 16,1-1-3-16,-2 2 0 0,0 1 2 15,-1 0 14-15,2 0-12 0,-1 1-6 0,2-1 6 16,-1 1 2-16,3-1-7 0,0 0 6 16,-3 3-8-16,3-1 8 0,-2 1 2 0,0 2-5 15,1 0-1-15,1-3 4 0,-2 3 0 0,2-1-3 16,2 0 0-16,-1 1-1 0,-3 0-1 0,5-3 10 15,-1 3-4-15,3-1 0 0,-3 0-2 0,3-1 0 16,-1 1-10-16,2 0 7 0,-2 0 2 0,0 1 3 16,3 1-4-16,-1-1-6 0,0 0 7 15,1 1 0-15,0 0 3 0,-1 1 0 0,3-1-1 0,-1 0 7 16,-1 0 1-16,3 1 17 0,0-1-28 16,-1 0 23-16,1 0-18 0,1 0 28 15,0 1-21-15,0 0-5 0,0 1 11 0,1 1-12 16,1 0-5-16,-1-1 0 0,0 1 4 0,0 0 7 15,3 2 1-15,-1-2-6 0,-2-2 4 0,3 3 1 16,-2 0-2-16,2 0 3 0,0-4 1 0,0 3 3 16,1-2-1-16,-1-1-1 0,2 3-3 0,-1-1 2 15,0-3-1-15,2 3 0 0,-2-3-3 0,4 0 0 16,-3 1-4-16,2 0 1 0,1-1-3 0,1 1-4 16,-1-1 1-16,-1 2-2 0,5-2 1 15,-2 0-4-15,-1-1-2 0,3 2 1 16,0-1-1-16,-3 1 0 0,4-1-1 0,-1 0 12 15,2-1-14-15,0 1 10 0,1-1-9 0,-3-2 9 16,5 1-9-16,-4-1 11 0,4 1-7 0,-3-2 13 16,2-1-5-16,-1 2 14 0,1-2-8 0,-2-1 1 15,2 0-7-15,2-1 5 0,-2 1-9 0,-1-1 3 16,1-1-2-16,2 2 2 0,-2-1-2 0,2-1 3 16,0 1-7-16,0-1 4 0,2-1-9 0,-2 2 9 15,-2-1-3-15,2 0 0 0,-5-1-6 0,4-1 11 16,-4 1-9-16,2-1 7 15,0 0-2-15,-1 1 4 0,2-2 4 0,-2 2 1 0,-1-1 1 16,3-1-2-16,-3 2 1 0,3-2-1 16,-2 0-1-16,0-1-1 0,-2 1 1 0,1-1-6 15,-1-1 6-15,-13-2-9 0,25 6 6 0,-25-6-2 16,30 6-1-16,-30-6-4 0,28 3 4 0,-28-3-5 16,35 2 8-16,-20 1-11 0,-15-3 2 0,33 2-2 15,-15-1 4-15,1 0-5 0,-1-1 4 0,1 0-4 16,-1 0 5-16,1-1-4 0,2 0 4 0,-3-1-8 15,6-1 10-15,-1 1-1 0,0-1 6 0,0-3-4 16,3 0 9-16,-2 1-7 0,0-1 10 16,1-2-11-16,-2 2 7 0,1-2-10 15,-1 3 9-15,1-3-13 0,-3 1 1 0,1-2-1 16,-1 0 4-16,-1 2 1 0,1-2 1 0,-3-1-9 0,0-1 4 16,1 3-1-16,-1-2 9 0,0 0-11 15,0-1 11-15,-3-2-12 0,2 2 18 0,-3-3-20 16,2 2 10-16,-1-2-8 0,0-1 8 0,-2 0-8 15,1-2 10-15,1 0-12 0,-3 0 12 0,0-2-8 16,3-4 9-16,-3 4-10 0,1-5 21 0,0 0 3 16,-2 3 8-16,0-1-10 0,-2 0 21 15,1 1-18-15,-2-2 31 0,-1 0-32 0,2 3 27 16,-4-2-26-16,2 2 32 0,-3 0-21 0,-1 2 29 16,0 1-33-16,0 0 21 0,-1-1-33 15,2 2 0-15,-8-2-1 0,4 2 3 0,0-1-9 0,-1 0 1 16,-2 0-5-16,2 0 0 0,0-5-4 15,-2 1 1-15,-1-2-2 0,2 1-1 0,-2 0 25 16,0-1-22-16,-2 0 18 0,2 2-29 0,0-1 21 16,-1 0-25-16,1 1 26 0,0 0-4 0,-1 1-1 15,-3-1-3-15,2 2-2 0,1 0-1 0,0 1-2 16,-2-1 3-16,-2 0-6 0,3 3 0 16,-2-2 0-16,3 3 1 0,-4-1-2 0,2 0 2 15,0 2-1-15,-2-2 2 0,2 1-1 0,0 0 5 16,-2 1-6-16,1-1-2 0,1 0 2 0,-1-1 0 15,-1 1 1-15,-1-2 1 0,-1 1-2 0,0 1 0 16,2 0-23-16,-3 0 43 0,1 0-33 0,-3 0 30 16,3 0-25-16,-1 2 26 0,-2-1-25 15,0 1 24-15,-1-1-16 0,-1 1 10 0,1 1-14 16,-2 0-10-16,2-1-17 0,-3 2 1 0,2 0 22 16,0 0-30-16,-2 1 28 0,0-2-32 0,3 2 32 15,-4 0-24-15,2 2 20 0,-1 0-28 0,0-1 24 16,0 1-23-16,-1 0 24 0,1 1-23 15,-1-1 27-15,1 2-26 0,-2 0 18 0,-2-1-17 16,3 1 12-16,-3 3-13 0,0-3 11 0,1 3 3 16,-1-1-3-16,-1 1 6 0,3 1-1 15,0 1-10-15,-1-1 8 0,0 1-1 0,0 1-1 16,1 0 2-16,-2 0 1 0,3 0 22 0,-3 1-20 0,3 2 2 16,1-2 3-16,-1 0 3 0,2 1 0 15,0 0 1-15,-1 1 1 0,1-1 2 0,-2 1 4 16,-2 2-4-16,1-2 1 0,-3 2 1 0,0 2 4 15,2-1-2-15,-3 0 1 0,1 2-6 16,-1-1 9-16,1 2-2 0,-4 1 22 0,-1 1-29 16,5-2 9-16,0 1-5 0,1 0 4 0,-1 0 1 15,3 0 0-15,-1 1 1 0,-1-1 6 0,2 1-7 16,1 2 1-16,0-2 3 0,-2 2-5 0,4-1 5 16,-3 2 1-16,5 0 1 0,-3-1-1 15,1 2 6-15,0 1-5 0,2 0-1 0,-1-1 3 16,-1 1 18-16,3 0-24 0,0 2 21 0,-2-1-24 15,3 1 29-15,0 0-28 0,-3 4 25 0,3-3-25 16,-1 3 27-16,3-2-26 0,-2-1 2 16,3 2 5-16,-2-1 4 0,3 1 7 0,0-1-6 15,1 2 1-15,1-3 3 0,-1 1 1 0,3 1 0 16,0-2 2-16,0 2-15 0,1-3 26 0,3 0-22 16,-2 0 26-16,2 3-20 0,1-2 20 0,0 4-20 15,3-1 24-15,-2 2-26 0,2 0 25 0,1 0-17 16,0 1 19-16,1-1-3 0,2 1-8 15,-2 0 1-15,5 2-1 0,-2 3 0 0,1-3-8 16,-3-3 0-16,4 2 0 0,2 1 0 0,-4-4 0 0,3 2 3 16,2 0-3-16,-3 0 5 0,3-6-7 15,0 5-23-15,2 0 27 0,-1-3-26 16,-1-2 27-16,1-1-26 0,-1 1 26 0,1-2-21 16,5 4 18-16,-2-3-23 0,-2-1-1 0,2-1-2 15,3 1 2-15,-4 0 6 0,0-2-1 0,0-2-1 16,1 1 2-16,-1 1 4 0,0-3-5 0,1 2 5 15,0-3 1-15,-1 2 7 0,1-3 2 0,2 0 0 16,-2 2-1-16,3-4-1 0,1 2 18 0,-2-2-21 16,1 1 17-16,2-3-21 0,0 0 13 15,1 0-21-15,1 1 19 0,-1-3-23 0,0 0 28 0,3 0-31 16,-2 0 17-16,2-2-14 0,-1-1 7 0,0-1-5 16,0 1-4-16,-1-1 2 15,3-2 3-15,-1 1 0 0,-3 0-1 0,5-3 14 16,-5 0-14-16,0 0 3 0,1 0-2 0,-2-2 2 15,1 2-1-15,0-3 0 0,0 0-2 0,-1-1 2 16,1 1 1-16,-3-2 0 0,2 0-1 0,0-1 2 16,0 0-3-16,3-4 4 0,-2 2-5 0,2-2 21 15,-1 0-27-15,0-1 24 0,-1 1-24 0,0-1 24 16,0-2-26-16,-1 0 26 0,-2-1-28 0,2 1 27 16,1-2-29-16,-5 0 23 0,2 2 0 15,0-3-4-15,-1-2 2 0,-1 3-4 0,1-4-19 0,-2 0 22 16,0-1 1-16,0 2-20 0,2-3 18 15,-3 0-20-15,0 0 20 0,0 0-18 16,-2 0 26-16,0 2-28 0,-2-2 28 0,-1 2-25 16,-2 2 6-16,1-1 3 0,-4 3-3 0,1-3 4 15,-1 1-2-15,-2 0 2 0,1 1 1 0,-4 1-3 16,-1 0 17-16,2 2-14 0,-4-2 28 0,2-4-34 16,-5 1 19-16,1 1-23 0,1-2 23 0,-3 1-4 15,0 1 2-15,1-2-3 0,-4 2-3 0,3-1 9 16,-1 0-8-16,-1 2-2 0,0-1-3 0,-1 1 1 15,0-2 1-15,0 2-1 0,-3-1 4 0,-3-1-1 16,2 2 4-16,0 2 0 0,-3-3 1 0,0 0-5 16,-3 2-1-16,1 0-1 15,-1 0-8-15,-3 2-1 0,2 1-13 0,-5-1-8 16,1 1-2-16,0 3-8 0,-3-3-23 0,-1 3 25 16,2-1-28-16,-2 0 25 0,0 0-26 0,-1 3 28 15,-1-1-23-15,2 0 24 0,0 2-24 0,-1 2-4 16,-1-1 14-16,5 1 19 0,-2 2-17 0,1 1 19 15,-1 0-12-15,-1 2 17 0,0-1-20 0,-1 1 11 16,-1 2-5-16,1-2 10 0,-1 2-6 16,1 1 6-16,-2 0 2 0,1 0 5 0,0 1-4 0,-2 2-4 15,3-1 4-15,-2 1 5 0,3 1-2 16,-1-2 3 15,0 3 1-15,1-1 2-1,2 2 5-15,0 1-4 0,0-1 0 16,-3 4 5-16,1 0 2 16,0 0 0-16,-1 2 3 0,3 1 1 0,0 2 0 0,-1-2 4 0,0 4-3 15,2 0-1-15,-1 2 19 0,1 0-19 0,1 1 18 0,0 1-17 16,1 2 21-16,0-1-13 0,0 2 17 16,3-1-18-16,-2 2 22 15,4 0-22-15,0 2 26 0,-1-1-22 0,3 0 4 16,1 2 5-16,1-1 10 0,2-1-6 0,0 5 2 0,1-3-2 0,1 2 12 0,1 2-9 0,3 0 17 0,-2 0-14 0,4 4 22 0,-1-1 3 0,3 1-4 0,1 3-4 0,-1-2 1 0,5 2-3 0,-2 1 0 15,4-2-3-15,-1 1-2 0,1 1 1 0,2-1-3 0,-1 0-10 16,3-2 12-16,0-1-22 0,0 0 20 0,1 1-32 16,3-3 6-16,-2 0 3 0,3-1 2 0,-1 0-1 15,2-1 0-15,0-2 5 0,1 0 15 0,-3-1-26 16,4 1 25-16,-2-4-34 0,3 0 24 0,-1 0-23 16,0-2 25-16,1 1-27 0,2-1 24 0,0 0-21 15,-1-4 18-15,3 2-21 0,2-3 24 0,-2 1-30 16,2-2 24-16,1-2-25 15,0-1 27-15,1 0-26 0,-1-1 24 0,1-3-20 0,2 2 19 16,-1-4-22-16,-3 0 22 0,0-2-24 0,2-1 24 16,-3-3-25-16,3 3 26 0,-1-4-28 15,1-1 29-15,-1 0-20 0,1-1 18 0,-2-1-22 16,2 0 21-16,-2-1-25 0,2-4 26 0,-1 3-27 16,-2-3 26-16,2-2-24 0,3-1 26 0,0-1-21 15,1-2 18-15,1-1-22 0,-2-1 21 0,1-2-25 16,-1-1 25-16,3-2-24 0,-2-2 24 0,2 1-18 15,-4-3-7-15,3-1 11 0,-1 0-6 0,-1-1 4 16,-1-2 18-16,1 2-22 0,5-9 2 16,-1 2 0-16,-5 5 1 0,0-3 1 15,-2 2 24-15,-1-1-25 0,0 0 23 0,-1 2-24 16,-1-3 29-16,-2 3-34 0,-1-3 25 0,0 2-24 16,-2 1 24-16,0-4-24 0,-3 3 30 0,0-2-19 15,-1-1 17-15,-2 3-18 0,2-3 20 0,-3-1-26 16,-1 1 24-16,3-2-24 0,-6-3 2 0,3 1 2 15,-1 0 0-15,-2 1 8 0,-1-1-4 0,-1-2 28 16,1 2-32-16,-2 0 23 0,-2 2-24 0,2 2 24 16,-3 4 0-16,-3 0 1 0,2-2 1 0,-2 2-2 15,-2 2-1-15,-3-5 2 0,-2 3 7 0,1 0-16 16,-5 0-3-16,-1 0 0 0,-2 2-1 16,-2 1 5-16,0 0-9 0,-2 2-9 15,-3-2-6-15,-2 3-8 0,0-1-15 0,-2 0-11 16,-2 2-4-16,3 0-33 0,-2 0 29 0,-1 2-23 15,0 2 27-15,0 0-24 0,1 1 24 0,-1 3-16 16,2-2 21-16,0 3-15 0,0 1 18 0,1 2-7 16,3 1 10-16,-2 0-11 0,-1 1 15 0,0 2-7 15,-1 0 8-15,-1 2-5 0,-2 1 5 0,-1 0-2 16,2 2 14-16,-9 0-7 0,1 0 0 0,1 4 0 16,0-2 4-16,1 2 0 0,0-2 2 15,-1 3 2-15,4-2-1 0,0 3 9 0,6-2-4 16,0 0 1-16,1 1 2 0,1 0 2 15,-1 1 0-15,3-1 3 0,0 1 0 0,1 2 2 0,-1 0 3 16,0 1-3-16,3 1 2 0,-6 1-5 0,2 3 8 16,0 0 1-16,2 2 0 0,-1 0 17 15,-2 3-14-15,3 0 13 0,1 1-18 0,-2 2 18 16,1 0-14-16,3-1 16 0,1 2-16 0,-1-2 19 16,4 3-16-16,-2 0 7 0,4-1-4 0,-1 1 6 15,4 1 4-15,0-1 2 0,2-1 0 16,-1 0 6-16,3 4-3 0,0-3 29 0,3 2-23 15,0 2 9-15,0-2-12 0,2 2 17 0,2-1 0 16,-1 4-2-16,3 2-2 0,1 0 1 16,1 0 5-16,0 0-12 0,3-2 5 0,-1 0-6 15,1-1-3-15,2-1-1 0,2 0 0 0,-2-3-28 16,3 1 28-16,1 1-29 0,0-3 28 0,0 0-20 0,2 0 19 16,0-1-31-16,1 0 3 0,2-1-1 15,-2 1 5-15,2-1 0 0,1-1 10 0,0-2-10 16,1 1 4-16,-2-1-1 0,2 1 3 0,2-4-2 15,0 3 3-15,0-4-1 0,0-1 2 16,1 1 1-16,2-4-2 0,-2 1 26 0,-2-4-24 16,3 4 16-16,-2-5-30 0,0-1 26 0,2 1-27 15,-3-3 24-15,2 0-29 0,0-1 28 0,-1 2-26 16,-1-5 26-16,1 3-22 0,0-2 18 0,-4-2-24 16,2 0 24-16,-1-1-26 0,-1 0 3 15,7-2 2-15,-3-1 1 0,0-2 2 0,0 2 1 0,0-4 9 16,1 0-9-16,0-1 5 0,3-3-4 15,-1-1-1-15,1 1 3 0,0-4-1 0,-2 3-16 16,1-3 22-16,-2-1-3 0,-1-2 7 0,0 2-11 16,0-1 5-16,0-4 18 0,-2 1-26 15,-1-1 27-15,0-1-32 0,1-2 28 0,-2-1-30 16,2-2 28-16,-2-2 0 0,0 0-6 0,-1-1 3 16,1-2-9-16,-1 2 0 0,-3-2-2 0,3 0-26 15,-2 0 32-15,-1 3-29 0,-2-2 32 0,1 1-20 16,-4 2 20-16,0-1-25 0,0 0 1 15,-2 5 5-15,-3-1 1 0,0 2 4 0,1-4 2 0,-2 2 26 16,-1-1-28-16,-3 0 30 0,0 0-30 0,0-2 34 16,-3 1-12-16,1 0-3 0,-3-1-1 15,1-2-1-15,-2-2 5 0,-1 7-2 0,-1-3 3 16,-2-1 0-16,0 1-1 0,-2 3-6 0,-1 0-1 16,-4 0-6-16,3 2-1 0,-4 2-11 15,0-2-7-15,-1 2-7 0,-3 1-3 0,2-2-11 16,-2 4-27-16,-1 0 29 0,1 0-32 0,-2 0 24 15,1 2-25-15,0 0 27 0,1 0-21 0,3 4 19 16,-1-1-21-16,0 4 17 0,1-3-25 0,-1 3-22 16,2 1-24-16,-3 0-35 0,2 1-37 15,0 1-65-15,1 0-10 0,3 3-32 0,-2-1-52 0,-1 1-42 16,-1 2-78-16,4-3-242 0,-2 2-236 0</inkml:trace>
  <inkml:trace contextRef="#ctx0" brushRef="#br0" timeOffset="70042.95">21615 9127 290 0,'0'0'383'16,"0"0"-112"-16,0 0-64 0,0 0-39 0,0 0-34 15,0 0-46-15,0 0-2 0,0 0-17 0,0 0-2 16,0 0 28-16,0 0-45 0,-20-1 22 0,20 1-33 15,0 0 28-15,-16 4-46 0,16-4 31 0,-15 2-43 16,15-2 35-16,-17 5-40 0,17-5 26 16,-25 9-26-16,11-4 36 0,1 2-36 0,-2 0 36 15,-2 2-39-15,-1-2 36 0,3 2-38 0,-4 0 27 16,2-1-18-16,-1 1 25 0,1 0-2 0,1-1-6 16,-2 2 0-16,1-1 0 0,-2 0-5 15,4 1-6-15,-4-1 3 0,2 0-4 0,-1-1 9 16,3 1-10-16,-2-3-1 0,4 0 6 0,-2 2-9 15,1-1-5-15,-1 0 4 0,2-1-8 0,-2 0 7 16,2 0 0-16,-1 2 0 0,1-2 6 0,-1 0-4 16,1-1 3-16,3 2 6 0,-2-4-5 0,2 4 36 15,0-2-55-15,-4 0 50 0,1 2-45 0,0 0 41 16,2-3-39-16,-2 3 4 0,0-1 7 16,-1 0 4-16,0-1-1 0,1 1-3 0,-2 1 8 15,1-1 2-15,-2-1-2 0,1 1 4 16,1 1-4-16,-4-4 0 0,3 4 1 0,-2-3-10 15,1 1 8-15,-4 2 6 0,4-4 4 0,-1 3 3 16,-1-3-6-16,0 2 3 0,4-2-4 0,-4 2 1 16,2-3-1-16,-1 2 0 0,0 0-1 0,-1-2-5 15,3 1-3-15,-4-1-4 0,2 1 2 16,-1-2 1-16,-1 3-4 0,2-3-3 0,-2 1 1 16,1-1-1-16,-1 2 2 0,0 0 4 0,0-2 4 0,-2 0 5 15,1 2-1-15,-3-1-5 0,0-1-3 16,0 1 8-16,4 0-12 0,-3 0 0 15,3-1-2-15,-3 0 22 0,-1 0-15 0,4 1 6 16,-1 0 2-16,0-1 0 0,1 1 0 0,1-1 1 16,-1 0-6-16,0-1 0 0,2 0-6 0,-2 1-1 15,1-1-3-15,-1 0 1 0,0 1-5 0,1-1-1 16,-1-1 0-16,-1 1 0 0,0 0-3 0,1 0 0 16,-1-1-1-16,0 1-4 0,0 0-1 0,0 0-3 15,0 0-2-15,0-1 0 0,0 1-1 0,0-1 0 16,1 1 1-16,1 0 4 0,-1-2-5 0,1 2-1 15,-1 0 0-15,1-1-2 16,0-1-1-16,-1 2 1 0,0-1-2 0,2 1 1 16,-1 0 5-16,-1-1-7 0,-1 1 1 0,2 0 1 15,-1 0-2-15,19 0 1 0,-36-1 0 0,15 1-2 16,1 0 4-16,-1 1-5 0,-2-1-4 0,0 0 2 16,-3 0 0-16,1 0 1 0,-1 0-3 0,-1 0-2 15,0 1 5-15,2-1 1 0,-2 0-5 0,1 0-8 16,1-1 10-16,-1 1-3 0,1 0 0 0,0-1 3 15,5 0-2-15,-2 0 1 0,-1-2 0 0,4 2-8 16,-2-1 12-16,1 0 31 0,2 1-35 16,-1-2 34-16,0 2-43 0,2-3 40 0,-2 1-38 15,3 1 29-15,-1-1-36 0,0-1 44 0,0 1-38 16,2-2 38-16,-3 2-38 0,3-3 26 16,-3 3-17-16,1-2 16 0,1 1-25 0,-5-1 34 15,2-2-32-15,0 3 31 0,1-1-29 0,0 0 20 16,-1 0-19-16,2-1 31 0,1 3-30 0,-1-2 28 15,-1 1-25-15,0-1 2 0,3 2 1 0,-3-4-8 16,1 4 14-16,1-3-5 0,-1 3 6 0,-1-2-2 16,1-1 2-16,1 3-1 0,-1-2 4 15,2 0-13-15,1 0 6 0,-3 1 9 0,3-1-4 16,-3 2 3-16,3-3 0 0,-1 1-2 16,2 2 2-16,0-3-12 0,2 3 13 0,0-1 1 0,11 4 2 15,-21-7-4-15,21 7 4 0,-20-8 1 16,20 8-3-16,-19-7-2 0,8 2-10 0,11 5 9 15,-19-9-27-15,19 9 26 0,-18-9-16 0,8 6 24 16,-2-3-24-16,2 1 24 0,0 1-35 0,-4-3 34 16,5 1-22-16,-4 2 18 0,3-2-23 0,-2 1 22 15,1 0-17-15,2 0 17 0,9 5-13 16,-21-9 14-16,21 9-10 0,-15-8 18 0,15 8-18 16,-14-5 18-16,14 5-12 0,-9-6 14 0,9 6-21 15,0 0 25-15,-13-6-15 0,13 6 14 0,0 0-15 16,0 0 13-16,-11-5-14 0,11 5 23 0,0 0-25 15,0 0 11-15,0 0-22 0,-9-6 26 0,9 6-18 16,0 0 2-16,0 0-52 0,0 0-87 16,0 0-296-16,10-9 129 0</inkml:trace>
  <inkml:trace contextRef="#ctx0" brushRef="#br0" timeOffset="70616">18431 8680 429 0,'0'0'291'16,"0"0"-76"-16,-13-5-51 0,13 5-31 16,-16 1-25-16,16-1-10 0,-25 7-33 15,7-1-32-15,-2 1 12 0,-1 0-22 0,-7 6 7 16,0 1-13-16,-2 2-4 0,0 2-3 0,-3 1 8 15,-7 6-13-15,-2 2 9 0,1 2-18 0,0 0 14 16,-1 2-11-16,-1-2 9 0,5 1-9 0,-3-2 4 16,9-4-6-16,3-1 13 0,-2-1-19 0,3-1 16 15,3 0-12-15,3-3 10 0,4-3-11 0,2-3 9 16,2 1-7-16,4-4 11 0,1-4-5 0,2 2-2 16,7-7-8-16,-11 13 11 0,11-13-9 15,-2 11 7-15,2-11 5 0,1 12 1 0,-1-12-15 16,9 15 19-16,1-3 3 0,2-1 4 15,3 4-14-15,0-3 18 0,6 8-1 0,-1-1 8 16,3 4-7-16,3-1-2 0,-1 3 5 0,1 3-3 16,2-1-2-16,4 8-45 0,-1-1 47 0,-6-5-27 15,2-2 27-15,-1-1-28 0,2 0 34 0,-3-1-22 16,2-1 40-16,-1 0-36 0,-4-3 21 0,1 0-26 16,-2-3 47-16,-1 0-40 0,-5-4 39 0,-2 0-41 15,2-3 35-15,-5-2-39 0,-1 0 26 16,-1-2-30-16,0 1 48 0,-8-8 2 0,10 10-1 15,-10-10-7-15,9 7-9 0,-9-7-5 0,6 7-8 16,-6-7-7-16,0 0 2 0,8 9 0 16,-8-9-6-16,0 0 0 0,0 0-3 0,8 6 0 15,-8-6-5-15,0 0-12 0,0 0 18 0,0 0-3 16,0 0 0-16,0 0-1 0,10 6-2 0,-10-6 1 16,0 0-8-16,0 0-9 0,0 0-24 0,0 0-65 15,0 0-124-15,0 0-131 0,-10 7-208 16,10-7-83-16</inkml:trace>
  <inkml:trace contextRef="#ctx0" brushRef="#br0" timeOffset="77796.7">7302 10793 73 0,'-15'9'449'0,"-3"-1"-152"15,0-1-70-15,4 1-67 0,-2-3-7 0,1 0-43 16,3 1 2-16,12-6-29 0,-23 8 29 0,23-8-3 16,-18 6-11-16,18-6-13 0,-13 3-16 0,13-3-16 15,0 0-7-15,-17 7-11 0,17-7-18 0,0 0 4 16,0 0-4-16,0 0-3 0,0 0 0 15,0 0-4-15,0 0 0 0,17-3-3 0,-3-1-1 16,7-3 3-16,3-2-3 0,5-2-4 0,1-2 1 16,2 1-12-16,2-3 22 0,-1-1-6 0,2-1-9 15,0 0-28-15,0 0 37 0,0-1-34 0,-3 2 45 16,-1 0-50-16,-2 0 30 0,-2 1-40 16,-8 5 27-16,-2 2-40 0,-5 0 7 0,-3 3 12 15,-9 5 35-15,9-7-27 0,-9 7 30 0,0 0-27 16,0 0 35-16,0 0-28 0,0 0 33 15,-22 2-22-15,9 3 33 0,0 1-28 0,-5 2 29 16,0 1 18-16,0 0-7 0,2 3-7 0,-1-2-3 16,1 1-4-16,1 2-7 0,2-2-1 0,0 4-4 15,3 0-1-15,2 1-3 0,0 2-3 0,1 0-1 16,3 4-8-16,2-1-2 0,3 4 10 0,0 0 21 16,3 7-20-16,4 2 26 0,1 1-20 0,2 2 20 15,0 0-28-15,3 1 3 0,0-1-1 0,1-1 1 16,0 0-3-16,1-1 0 0,0-1 0 0,0-3-2 15,-1-2-5-15,0 0 3 0,0-4 3 0,-2-1 0 16,-4-6 0-16,2 0-2 0,-4-4 2 0,1-2 0 16,-3-2-1-16,-1 0 2 15,-4-10-8-15,5 15 17 0,-5-15-2 0,0 15 8 0,0-15 7 16,-8 16 11-16,2-8-10 0,-4 2 19 16,-6-1-2-16,1 1-1 0,-5-1-7 0,-1 1 26 15,-3-2-42-15,-5 2 23 0,0 0-36 0,0-1-1 16,-1 1 5-16,1-3-8 0,3 1-1 0,4-1 3 15,-1-1-13-15,3-2 4 0,4 0-16 0,16-4-30 16,-26 4-3-16,26-4-59 0,-17 0-75 0,17 0-57 16,-7-11-22-16,7 11 22 0,4-26-270 0,5 4 9 15</inkml:trace>
  <inkml:trace contextRef="#ctx0" brushRef="#br0" timeOffset="78180.75">7910 10877 497 0,'6'-15'433'0,"-2"2"-150"0,-1 0-12 16,-1 3-97-16,0 0 1 0,-2 10-16 0,0-17-27 16,0 17-26-16,-6-16-16 0,6 16-18 0,-9-9-16 15,9 9-12-15,-15-6-8 0,15 6-4 0,-20 4-12 16,8 3-7-16,-1-1 4 0,-2 5-3 0,2 1-3 16,0 1-2-16,2 1-4 0,1 2 0 0,3 0-1 15,1 0 32-15,2 1-40 0,2-1 25 0,2-1-21 16,2 0 25-16,3 1-41 0,0-2 41 0,4 2-39 15,0-1 36-15,3-1-37 0,1-2 35 16,2 1-36-16,0-2 38 0,0-1-38 0,2 0 35 16,0 0-37-16,-1-1 29 0,1 0-27 0,-4-2 5 15,1 0-5-15,-3 1 4 0,0 0 8 0,-1-1 0 16,-4-1 3-16,3 3-1 0,-4-1 1 0,-5-8 2 16,8 15 1-16,-8-15 0 0,-1 21 7 15,-4-6-12-15,-2 1-1 0,-4 3 2 0,-2-2 7 16,-4 4 7-16,-1-2-10 0,-2 0-1 0,-3 0-1 15,1-4 0-15,-1 0-2 0,5-2-2 0,-1-4-13 16,2 0-26-16,2-4-5 0,2-1-28 0,13-4-71 16,-21 0-46-16,21 0-25 0,-15-14-8 0,9 4-33 15,5-2-183-15,1-4 145 0</inkml:trace>
  <inkml:trace contextRef="#ctx0" brushRef="#br0" timeOffset="78545.78">8086 10855 342 0,'8'-9'504'0,"-1"2"-148"0,-7 7-68 16,7-13-74-16,-7 13-32 0,9-9-29 16,-9 9-28-16,0 0-29 0,0 0-14 0,0 0-21 15,0 0-14-15,0 0-2 0,0 0-8 0,-7 18-8 16,3-3-7-16,-1 1-6 0,-1 5 35 0,2 2-47 16,1 2 33-16,-2 2-40 0,2 1 21 0,-1-1-24 15,3 2-17-15,1-1 16 0,0-1 7 0,1-1-2 16,4-1 1-16,0-1 0 0,2-2 1 15,2-2 0-15,0-3 1 0,3-2 2 0,1-4-5 16,1-5 6-16,-2-1 2 0,-12-5-8 0,31-3 2 16,-11-2 8-16,-1-4 37 0,6-6-42 0,-1-3 42 15,-1-2-40-15,-3-1 53 0,1-3-42 0,-3 0 39 16,-3 1-22-16,-2-2 36 0,-4 4-25 0,-3-1 24 16,-5 1-23-16,-1 1 15 0,-2-1-24 0,-5-1-12 15,-1 4-23-15,-3 2-4 0,-3-1 2 0,-4 4-1 16,-3 2-8-16,-3 5-4 0,2 3-10 15,-7 1-22-15,1 4-19 0,0 0-19 16,-5 4-19-16,2 1-5 0,4 0-24 0,4-1-52 16,1 2-63-16,3-1-38 0,4-3-286 0,15-4-95 15</inkml:trace>
  <inkml:trace contextRef="#ctx0" brushRef="#br0" timeOffset="78820.81">8372 10590 30 0,'7'-7'702'0,"-7"7"-261"16,16-8-109-16,-16 8-92 0,0 0-50 0,12-6-42 16,-12 6-23-16,0 0-28 0,11 12-18 0,-9-2-7 15,3 1-16-15,-1 6-11 0,-3 5-8 0,3 2-12 16,-1 1-5-16,-1 1 30 0,1 1-44 16,0 1 34-16,-1 1-43 0,-1-3 34 15,3 2-70-15,0-3 55 0,0 0-57 0,0-3-10 16,0-1-58-16,-1-4-96 0,1-2-39 0,0-4-44 15,0-1-236-15,-4-10-8 0</inkml:trace>
  <inkml:trace contextRef="#ctx0" brushRef="#br0" timeOffset="78979.83">8448 10639 493 0,'-7'-18'489'0,"0"4"-124"0,0 3-93 0,0 2-29 0,2 2-84 0,5 7-37 16,-9-13-19-16,9 13-29 0,0 0-8 15,-10-6-22-15,10 6 0 0,0 0-9 0,-5 10-9 16,5-10-4-16,4 14-5 0,-2-3-5 16,2 1-5-16,1 2-9 0,0 0-1 0,4 2-9 15,1 0-14-15,-1-1-2 0,0-1-18 0,2-3-21 16,-1 2-31-16,0-3-40 0,0 0-20 0,1-1-12 16,-4-3-41-16,-7-6-25 0,18 8-180 0,-18-8 180 15</inkml:trace>
  <inkml:trace contextRef="#ctx0" brushRef="#br0" timeOffset="79260.87">8415 10541 701 0,'-9'-9'549'15,"9"9"-120"-15,0 0-127 0,-8-7-31 0,8 7-85 16,0 0-16-16,0 0-74 0,-7-8-23 0,7 8-16 16,0 0 16-16,0 0-44 0,0 0 5 0,0 0-18 15,19 4 6-15,-4 1-9 0,3 1-2 16,5 1-7-16,1 1-1 0,5 2 9 0,1 0-6 16,2 2-1-16,-1-1 0 0,0 1-3 0,1 2 2 15,-2-1-13-15,-2 0-27 0,-2 1-43 0,1-1-30 16,-3 1-48-16,-3-1-75 0,-5-2-147 0,0-1-219 15,-5 0-130-15</inkml:trace>
  <inkml:trace contextRef="#ctx0" brushRef="#br0" timeOffset="79511.89">8794 10341 619 0,'-13'-14'583'15,"3"4"-129"-15,0 1-137 0,2 2-37 0,1-1-77 16,7 8-29-16,-11-10-70 0,11 10-5 0,-8-7-47 16,8 7 18-16,0 0-40 0,0 0 23 0,0 0-38 15,2 9 24-15,6 5-33 0,1 2 12 0,4 8-18 16,2 3-4-16,0 3 1 0,1 1 2 0,0 3 3 16,0 4 0-16,0-2-5 0,-1 3-3 0,0-1-7 15,-2 1-36-15,0 2-40 0,0-1-26 16,-4 0-85-16,-3-1-98 0,-1 0-391 0,-1-3-215 0</inkml:trace>
  <inkml:trace contextRef="#ctx0" brushRef="#br0" timeOffset="79883.92">7492 11741 655 0,'-16'7'427'16,"2"0"-63"-16,3-4-146 0,11-3-18 0,-18 9-59 15,18-9 1-15,-10 5-63 0,10-5 19 0,0 0-44 16,0 0 20-16,17-2-43 0,5-4 29 0,13-6-39 15,15-5-5-15,11-2-1 0,4-4 2 16,9-3 5-16,5-4 8 0,20-9 9 0,5-3 4 16,-1-3-1-16,2-1 1 0,0-3 4 0,-2 0 1 15,-1 0-4-15,-8 3-5 0,-2 0 19 0,-24 10-29 16,-2 1 19-16,-5 3-27 0,-4 1 17 0,-8 6-26 16,-5 0 19-16,-10 9-38 0,-6 2 2 0,-8 3-49 15,-3 1 7-15,-2 2-54 0,-15 8 26 0,17-3-43 16,-17 3-58-16,0 0-95 0,-4 10-49 15,-5 1-278-15,-11 6-130 0</inkml:trace>
  <inkml:trace contextRef="#ctx0" brushRef="#br0" timeOffset="80165.95">7662 12041 400 0,'-12'7'566'0,"3"0"-154"0,9-7-114 15,-14 9-64-15,14-9-51 0,0 0-37 16,-12 4-32-16,12-4-17 0,0 0-15 0,15-12-14 16,0-1-7-16,11-3-8 0,4-3-8 0,16-4-2 15,4-2 19-15,7-3-27 0,5 0 25 0,4-3-30 16,1 0-3-16,5 1-2 0,0-2-4 0,-1 0-1 16,3 1-4-16,-2 1-2 0,-5 0 2 0,-3 3 2 15,-3-1-5-15,-5 6-1 0,-6-1-8 0,-12 6-6 16,-4 0-11-16,-4 4-15 0,-3 1-15 0,-6 4-19 15,-5 0-8-15,-2 2-3 0,-14 6-9 0,14-6-57 16,-14 6 4-16,0 0-70 0,0 0-30 0,-3 9-9 16,-9-1-291-16,-5 2-28 0</inkml:trace>
  <inkml:trace contextRef="#ctx0" brushRef="#br0" timeOffset="80455.98">8285 11815 545 0,'0'0'523'0,"0"0"-90"0,0 0-161 15,0 0-23-15,0 0-93 0,0 0 14 0,0 0-72 16,0 0 20-16,0 0-65 0,-5 10 24 0,5-10-45 16,5 18 30-16,0-1-41 0,1 4 31 0,3 6-40 15,0 6-1-15,0 1-10 0,1 3 1 0,-2 1 8 16,1 3-2-16,-3 0 0 0,3 0-3 15,-2 2-1-15,-1-1 1 0,0 1 31 16,-2-3-44-16,3 1 31 0,-4-3-74 0,1-2 25 16,0-1-43-16,-1-8 7 0,-1 0-51 0,2-5-49 15,-1 1-49-15,-1-6-43 0,0-3-330 0,0-3-116 16</inkml:trace>
  <inkml:trace contextRef="#ctx0" brushRef="#br0" timeOffset="80664">8253 12558 343 0,'-17'-11'554'0,"2"0"-166"16,-1 1-92-16,6 1-54 0,1 3-11 16,1 0-1-16,8 6-6 0,-14-9-30 0,14 9-26 15,-10-7-21-15,10 7-30 0,-9-7-28 0,9 7-22 16,0 0-19-16,0 0-10 0,-9-6-6 0,9 6-9 16,0 0-1-16,14 6-6 0,-14-6-2 15,18 9-6-15,-2-3 2 0,0 3 12 0,3-1-15 16,2 0 7-16,-1 1-28 0,2-1-10 0,1-2-53 15,-2 0-1-15,3 0-63 0,-2-3 11 0,2 1-39 16,-4-4-48-16,2-2-47 0,1-2-62 0,0-2-283 16,2-3-140-16</inkml:trace>
  <inkml:trace contextRef="#ctx0" brushRef="#br0" timeOffset="80827.02">8752 12336 103 0,'2'-10'578'15,"-2"10"-146"-15,1-15-92 0,-1 15-84 0,-3-11-47 16,3 11-32-16,-8-10-32 0,8 10-19 0,-12-4-15 15,12 4-21-15,-20 3-21 0,7 1-26 0,-4 7-8 16,0 1 0-16,-3 5-7 0,-1 4-5 0,-2 4-9 16,3 2-8-16,-3 2 12 0,0 3-74 15,-2 8 12-15,-1 1-98 0,1 2-98 0,0-1-52 16,0 1-302-16,2-1-130 0</inkml:trace>
  <inkml:trace contextRef="#ctx0" brushRef="#br0" timeOffset="86548.69">2529 14116 122 0,'0'0'441'0,"0"0"-142"16,0 0-73-16,0 0-46 0,0 0-38 0,0 0-37 15,0 0-24-15,0 0-16 0,0 0-14 0,-10 7-8 16,10-7-21-16,-4 16 35 0,2-5-32 0,-3 4 24 16,2 7-28-16,2 3 36 0,-2 10-24 0,2 5 2 15,0 4 2-15,1 6 8 0,-2 11 5 0,2 8 16 16,0 3 6-16,2 3 21 15,-2 8 4-15,2 2 13 0,-2 6-27 0,2 4 7 16,-1 5-1-16,-1 1-20 0,0 2 1 0,-1 25 8 16,-3-3 9-16,0-2-1 0,1-20-3 0,-6 19-7 15,-1-3-8-15,1-25-7 0,0-4-5 0,-1-2-10 16,2-2 1-16,-2-6-9 0,-1-2-5 0,3-3-8 16,0-5 0-16,-1-4-11 0,2-3 32 0,1-4-40 15,3-12-2-15,-1 0-3 0,1-4-8 0,1-3-31 16,0-3-21-16,1-6-28 0,1-4-44 15,0-3-43-15,0-6 10 0,1 0-38 0,-1-4-6 0,2-1-8 16,-2-13-51-16,2 14-104 0,-2-14-200 16,0 0-93-16</inkml:trace>
  <inkml:trace contextRef="#ctx0" brushRef="#br0" timeOffset="88484.9">2490 14231 299 0,'0'0'382'16,"0"0"-100"-16,-7-9-99 0,7 9 3 0,0 0-67 15,0 0-8-15,0 0-49 0,0 0 10 0,-7-6-35 16,7 6 14-16,0 0-35 0,0 0 21 0,0 0-30 15,0 0 32-15,0 0-40 0,7-8 27 0,-7 8-28 16,13-3 1-16,-13 3 2 0,28-5-2 16,-5 0 2-16,-1 1 5 0,6-1-3 0,9 0-1 15,0-3-7-15,4 0 14 0,5 0-12 16,-1 1 16-16,5-1-6 0,11-1 11 0,-1 2-10 16,-1 1-2-16,5 0 0 0,-1-1 1 0,2 4-1 15,0-1-1-15,2 1-1 0,1 1 0 0,1 0-8 16,2 1 8-16,1 1-2 0,-2 0-8 0,4 0 13 15,1 3 29-15,3-3-34 0,0 1 2 0,2-1-3 16,3 0 0-16,-1 1-1 0,1-1 1 16,-1-1-10-16,0 0 37 0,1-2-29 0,0 1 36 0,1-1-39 15,2-2-1-15,1 2 6 0,0-4-4 0,-2 2 3 16,-1-4-2-16,1 5 2 0,-4-2-4 16,-1 0 38-16,-4 1-45 0,0 0 14 0,-5-1-6 15,-1 2 16-15,-3-1 7 0,1 0-3 0,-4-1 7 16,-2 0 1-16,-11 1-4 0,2 0-1 0,7-2-2 15,-12 3-1-15,3-2 9 0,-5 3-4 16,1-2 22-16,-1-1-34 0,0 4 34 0,-3-1-34 16,0 0 26-16,-3 0-34 0,-2 2 30 0,1-1-35 15,-9 2 1-15,1 1 1 0,-2 0 2 0,-2 2 10 16,0-2 7-16,-3 4-27 0,-1-3 6 0,-2 5 27 16,-5-5-30-16,0 3 27 0,-1-1-25 0,-5 0 24 15,-10-4-30-15,22 7 26 0,-22-7-23 0,19 9 22 16,-19-9-29-16,14 9 30 0,-14-9-23 15,16 11 23-15,-7-5-22 0,-2 3 25 0,2 0-17 16,1 2 19-16,2 4-16 0,-2 0 17 0,2 1-11 16,-1 2 6-16,1 0 11 0,3 7 2 0,-1 0-5 15,0 3 7-15,0 2-14 0,3 1 22 0,-3 3-5 16,1 2 0-16,1 4-5 0,2 8-3 16,-2 2 0-16,2 1 1 0,1 0-12 0,-3 0-5 15,2 5 6-15,-2-4-4 0,1 2-2 0,-2 1 2 16,2 0-4-16,-2 1-11 0,-1 0 9 15,0 4-6-15,0-1 10 0,-2 0-10 0,0 0 1 0,-1-2-6 16,-1-1 5-16,3-2 1 0,-3 0-2 16,-2-9 0-16,2 8 2 0,0-9-5 0,2 9 7 15,-3-8 5-15,2 9-9 0,2-2 2 0,-2 2-2 16,1 0-2-16,0-2 1 0,-2-8-1 0,1 10 0 16,-2-10-2-16,1 9 21 0,0-8-15 0,-3-3-6 15,2 2 4-15,-3-3-4 0,2-1-3 0,-1-1 3 16,-1-1 8-16,0-2-5 0,2-2 2 0,-3-2-3 15,0-1 2-15,1-5-1 0,-3 1 2 0,4-2-2 16,-4 0 1-16,3 0 1 0,-1-2-3 0,-1 1 1 16,-1 0 4-16,4 0-5 0,-5-1 0 15,3 0-3-15,-3 0 6 0,0-2-1 16,0-2-4-16,0-2 5 0,-2 1 2 0,0-3 0 16,1-1 14-16,-2-2-10 0,1-1 0 0,-2-1-2 15,2-10 1-15,-2 18-2 0,2-18 1 0,-4 15-7 16,4-15 2-16,-5 12 0 0,5-12 1 0,-9 9-2 15,9-9 23-15,-10 7 21 0,10-7 15 0,-14 4 13 16,14-4 7-16,-18 3 1 0,18-3 2 0,-21 2 0 16,21-2-3-16,-29 0-3 0,29 0-4 0,-34 1-12 15,14 0 9-15,-2-1 0 0,-3 2-7 0,-2-2 1 16,1 1-3-16,-4 1-8 0,4-1 1 0,-3 0-4 16,0-1-5-16,1 1-8 0,-1 0 5 0,0 1 3 15,0-1-5-15,0 0-1 0,1 0-8 0,-2 1-4 16,0-1-4-16,0 2-2 0,-1-1-4 15,-4 0 1-15,-2 1 2 0,0 1-4 0,-2 1-3 16,1 0-8-16,-3 0 3 0,-1 1 1 0,-1 0-5 16,0 2-3-16,-4 0-3 0,1 1 2 0,-11 2-1 15,0-2 1-15,1 1 4 0,-3 1-2 0,2-1 0 16,-2 1-5-16,0-1-3 0,-2-2-8 0,-1 2-37 16,-3-1 22-16,2 0-19 0,-1-1 20 0,-1 0-1 15,-3-1-3-15,-1 1 3 0,-1-2-7 0,-2 2 3 16,2-2 4-16,-3 0 1 0,0 1 4 0,3 0-13 15,-3 1 23-15,3-3-14 0,-1 3 21 0,2 0-13 16,-1-2 17-16,2 2-15 0,0-2 19 16,0 0 19-16,3-1-26 0,1 0-12 0,11-1 20 15,0-2-15-15,-2 1 18 0,5-3-12 0,-1 0 19 16,-1-2-13-16,2 1 19 0,1-2-16 0,2-2 20 16,0 2-11-16,0-3 27 0,3 1 10 0,0-3-1 15,3 2-5-15,0-2 0 0,4 1-2 0,-1-2 2 16,1 0-4-16,1 1-5 0,3-1-1 0,1 0-4 15,1 1-2-15,1-2-9 0,0-1-1 0,2 2-3 16,0 0 0-16,5-1-1 0,-2 1 1 16,-3-1-2-16,1-3-1 0,1 2-2 0,-1-2-1 0,-1 1-2 15,2-2-7-15,-2 2-3 0,1-2 1 16,0-1 1-16,2 3 2 0,-1-2-1 0,2 0 3 16,3 3-1-16,1 0 2 0,-2-1 0 0,3 2 0 15,-2 0 0-15,1 1 1 0,1 0-1 0,-3-1-1 16,2 1 1-16,-1 2-2 0,-1-1-1 0,-1 1 2 15,1-1 0-15,-2 3 0 0,0-1-6 0,0 2 7 16,-2-1-2-16,3 2-1 0,-4 0 2 0,2-1 0 16,-2 0-8-16,0 0-2 0,1 1-6 0,3-1 4 15,-5 0 0-15,4 1 4 0,0-1 0 0,-2-1 2 16,4 1 1-16,-2-1 0 0,2 1 0 0,-2-1 13 16,3 0-8-16,1-1-3 0,0 1 1 0,4 0-2 15,-2 0-1-15,0-1-2 0,3 0-7 0,1-1 0 16,-3 1 2-16,2-3 0 0,-2 3 4 15,3-1 2-15,0-1-1 0,0 2-2 0,1-2 5 16,1 2 1-16,0 0 0 0,-1 1-1 0,4-1 1 16,0 2 1-16,9 4 1 0,-19-9-2 0,19 9-8 15,-15-6-18-15,15 6-24 0,-14-7-26 0,14 7-16 16,-12-4-19-16,12 4-25 0,-12-4-36 0,12 4-50 16,0 0-16-16,-11-5-3 0,11 5-20 0,0 0-119 15,-5-9 43-15,5 9-281 0,9-15-151 0</inkml:trace>
  <inkml:trace contextRef="#ctx0" brushRef="#br0" timeOffset="89702.04">6802 14830 406 0,'-20'3'309'0,"1"4"-89"0,-2-2-54 15,3 1-33-15,0 1-27 0,-1 2-22 0,4-1-20 16,0-1-14-16,2 0 9 0,1-4 16 0,3 3 3 15,9-6 2-15,-13 7 1 0,13-7 27 0,0 0-63 16,-16 6 27-16,16-6-46 0,0 0 30 16,0 0-47-16,0 0 45 0,0 0-31 0,9-7 42 15,9-5-26-15,7-4 22 0,3-3-20 0,13-8-1 16,5-3-4-16,4-3-4 47,4-2-1-47,3-2 3 0,4-2 5 0,1-2 4 0,4-2 3 0,15-7-17 0,-15 9 7 0,1 1-2 0,3 0-3 0,-3 3-6 0,2 0-11 0,-1 4 0 0,-4 3-5 15,-4-1 4-15,-5 6-10 0,-5 3 1 16,-13 6-3-16,-1 1 4 0,-5 2-13 16,-10 4-7 15,1 2-23-31,-6 1 15 0,-2 2-9 0,-14 4 18 0,19-4-15 0,-19 4 6 0,0 0-38 0,10 5 7 0,-10-5-55 0,-5 13 15 0,-3-6-58 16,-1 2-3-16,-6 2-5 0,-3 0 12 0,-1 0 24 0,-2-3 26 0,0 0 17 15,-1-3 25-15,0-3 28 0,0 0 12 16,2-2 27-16,-3-3 36 0,0-1 8 0,1-1 44 15,2 2-15-15,4-3 41 0,0 2-32 0,2 0 30 16,2-1-30-16,12 5 24 0,-22-8-9 16,22 8 12-16,-17-6-25 0,17 6-21 0,-12-5-9 15,12 5-10-15,0 0-16 0,-15-5-8 0,15 5-8 16,0 0-7-16,0 0-6 0,-9-5 4 0,9 5-10 16,0 0 5-16,0 0-7 0,20-8-2 0,-20 8 6 15,31-2-2-15,-11 1-5 0,5 0 3 0,0 1-3 16,1 0 1-16,-1 1-1 0,-2 1 8 0,0-1-3 15,-1 5-6-15,-3-3-3 0,-3 2 0 16,-1 2 1-16,0 1 7 0,-2 3-4 0,0 3 8 0,-4 3-7 16,-4 1-42-16,-2 3-29 15,-5 3-65-15,-2 4-35 0,-5 3-91 0,-6 1-123 16,-2 2-182-16,-4 0-89 0</inkml:trace>
  <inkml:trace contextRef="#ctx0" brushRef="#br0" timeOffset="95184.43">3934 14780 281 0,'0'0'592'15,"0"0"-205"-15,0 0-92 0,-17 2-82 0,17-2-37 16,0 0-36-16,0 0-26 0,0 0 33 0,-17 1-36 16,17-1 5-16,0 0-20 0,0 0-19 0,0 0-16 15,0 0-15-15,0 0-15 0,-18 3 0 0,18-3-12 16,0 0-12-16,0 0-6 0,0 0 2 15,-5 9 1-15,5-9 2 0,0 10-10 0,0-10 7 16,5 17-2-16,-2-7 8 0,1 0-9 0,1 2 4 16,3 0-3-16,-2-2 7 0,2 1-1 0,1-1-1 15,2-2-6-15,1-2 1 0,2-1 3 0,-14-5 1 16,29 1-1-16,-11-3 8 0,5-5-14 0,5-5 9 16,0-2-7-16,-1-3 1 0,-1-3-1 15,1-4 3-15,-2-1-4 0,1-1 0 0,-3-3 1 16,-4-1 1-16,0 0 1 0,-5 0 3 0,-1-1-4 15,-5 1 8-15,-4 4-8 0,-3 1 3 0,-2 0-2 16,-3 2 1-16,-3 1 15 0,-2 1-7 0,1 4 10 16,-2 2 33-16,4 4 19 0,-2 1 2 15,2 2-21-15,-2 1-8 0,8 7-15 0,-14-10-3 16,14 10-12-16,-16-3 1 0,16 3-14 0,-18 8 8 16,6 0-9-16,-1 6 7 0,2 4-10 0,2 3 1 15,0 9-7-15,1 1 7 0,2 4-1 0,2 3-1 16,3-1 1-16,1 3-4 0,1 0 5 0,2-1-5 15,-1 0 2-15,6-2-13 0,-2-2-22 0,3-2-48 16,4-3-38-16,-1-1-8 0,2-6-44 0,1-2 13 16,-1-6-46-16,5-3-63 0,-5-7-16 15,4-3-286-15,-18-2-96 0</inkml:trace>
  <inkml:trace contextRef="#ctx0" brushRef="#br0" timeOffset="95355.46">4518 14741 393 0,'1'-12'519'0,"-1"12"-112"15,2-20-113-15,-2 20-55 0,2-14-63 0,-2 14-19 16,1-12-50-16,-1 12-13 0,0 0-27 0,2-12-4 16,-2 12-22-16,0 0-1 0,0 0-25 0,0 0-3 15,0 0 11-15,-2 16-18 0,1-6 10 0,1 4-29 16,0 0 5-16,-1-2-52 0,0 2-24 0,1 1-17 16,0 0-33-16,2-2-40 0,-1-1-32 15,2-2-97-15,-3-10-162 0,7 15 103 0</inkml:trace>
  <inkml:trace contextRef="#ctx0" brushRef="#br0" timeOffset="95838.51">4642 14623 251 0,'0'0'453'0,"0"-15"-147"0,0 15-71 0,0 0-42 16,0-10-71-16,0 10-16 0,0 0-22 0,0 0-14 15,0 0-16-15,0 0-7 0,-14 4-5 0,14-4-8 16,0 0-11-16,-2 14-3 0,2-14-7 0,2 15-1 15,1-6-13-15,2-1 11 0,1 2-7 0,1 2 2 16,2-1-1-16,3-1 0 0,1 1-1 0,2 1-1 16,0-1 2-16,1-3-5 0,-1 4 1 15,1-2-4-15,-1 0-4 0,0-2 15 16,-2 0-8-16,0 1 11 0,0-2-11 0,-3 1 34 16,-1-1-39-16,1 1 42 0,-3-2-48 0,-1 1 35 15,-1 2-37-15,-5-9 25 0,9 14-25 0,-9-14 36 16,1 13-43-16,-1-13 34 0,-1 11-47 0,1-11 15 15,-9 11-48-15,9-11-17 0,-13 6-11 0,13-6-2 16,-17 0 2-16,17 0 0 0,-22-5-3 0,8-1-80 16,1-3 112-16,-2-2-68 0,2 0 123 15,0-2-82-15,4 2 125 0,1 0-83 0,2-1 141 16,-3 2-99-16,5 2 133 0,-2-1 12 0,6 9-1 0,-9-14-11 16,9 14-7-16,-7-9-8 0,7 9-9 15,-6-8-14-15,6 8-21 0,0 0-12 0,-6-10-8 16,6 10-13-16,0 0-9 0,0 0-2 15,0 0-7-15,0 0 4 0,-9 8-4 0,7 2 4 16,0 7-10-16,-2 4-9 0,-1 2 32 0,1 0-34 16,-2 5 33-16,1 2-33 0,-2 1 13 0,5-5-45 15,-2-2 10-15,0 0-74 0,3-6-59 0,-1-3-40 16,5-2-86-16,-2-2-182 0,-1-11 103 0</inkml:trace>
  <inkml:trace contextRef="#ctx0" brushRef="#br0" timeOffset="96066.54">4918 14470 10 0,'4'-12'878'0,"0"4"-307"0,-4 8-167 15,5-11-89-15,-5 11-69 0,3-9-56 16,-3 9-53-16,0 0-27 0,0 0-20 0,0 0-11 16,0 0-19-16,0 0-9 0,11 12-10 0,-10 2-8 15,2 3-9-15,0 6-2 0,-1 3-8 0,2 0 1 16,-3 3-10-16,3 5 5 0,-4-4-1 0,4 4-5 15,-4-4 5-15,3-2-25 0,-1 0-58 0,1 0-45 16,-2-2-1-16,0-1-50 0,0 0-14 0,2-7-76 16,-3 0-49-16,-1-4-290 0,2 0-131 15</inkml:trace>
  <inkml:trace contextRef="#ctx0" brushRef="#br0" timeOffset="96206.55">4930 14827 617 0,'0'0'471'0,"-5"-13"-135"0,5 13-73 15,-4-10-78-15,4 10-21 0,0 0-64 16,-4-13 4-16,4 13-45 0,0 0 6 0,0 0-36 16,0-11-7-16,0 11-9 0,9-8 10 15,-9 8-68-15,19-10-42 0,-6 5-26 0,1-1-49 16,1 0-59-16,1 1-72 0,-2-2-160 0,0 5 122 0</inkml:trace>
  <inkml:trace contextRef="#ctx0" brushRef="#br0" timeOffset="96485.58">4099 15386 229 0,'-15'5'553'0,"4"-1"-189"0,11-4-80 16,-18 6-86-16,18-6-53 0,-14 4-36 15,14-4-25-15,0 0-18 0,0 0-12 0,0 0-8 16,10-8-10-16,8 1-7 0,5-2-6 0,7-2-6 16,5-1-2-16,4-1-7 0,12-5 3 0,0 2-1 15,-1-1-4-15,1 0 0 0,1-2-1 0,-1 2 33 16,0-1-40-16,-3 2 35 0,-7 1-45 0,-2 2 26 16,0-1-52-16,-4 1-10 0,-2 2-77 0,0 1-63 15,-10 2-39-15,0 2-36 0,-8 2-179 0,-15 4 150 16</inkml:trace>
  <inkml:trace contextRef="#ctx0" brushRef="#br0" timeOffset="96705.6">4330 15442 497 0,'-19'9'392'0,"0"0"-108"0,2-2-57 0,3 1-65 15,1-2-36-15,4 0-20 0,9-6-26 0,-14 7-13 16,14-7-17-16,-10 6-9 0,10-6-6 0,0 0-7 15,5 8 2-15,-5-8-19 0,22 3 11 0,-4-3-28 16,9 0 15-16,3-3 4 0,9 1-2 0,3-3-1 16,0-1-2-16,4-2-3 0,-2 0 9 0,4 0-12 15,-2-1-2-15,1 2-16 0,0-2-46 16,-1 3-84-16,-3-4-430 0,2 5-102 0</inkml:trace>
  <inkml:trace contextRef="#ctx0" brushRef="#br0" timeOffset="98058.24">3142 15512 415 0,'0'0'491'0,"0"0"-144"15,-8-7-80-15,8 7-76 0,-9 12-34 0,3 6-34 16,-2 5-30-16,-1 10-13 0,-1 6-18 0,-3 13 16 16,0 4-46-16,-2 6-1 0,2 3-5 0,-3 3-8 15,0 3-4-15,-2 0-3 0,3 1-2 16,-3 0-5-16,0-1 0 0,3-3-1 0,-2-3 21 0,3-1-24 15,-1-5-2-15,3-4-2 0,3-11-17 0,1-6-18 16,0-1-53-16,1-6 48 0,2-9-129 16,1 0 62-16,2-7-152 0,-2-5 103 0,4-10-305 15,0 0 105-15</inkml:trace>
  <inkml:trace contextRef="#ctx0" brushRef="#br0" timeOffset="99276.37">2978 15825 160 0,'1'-13'475'0,"2"1"-173"15,0 0-79-15,-3 12-37 0,2-16-47 0,-2 16-35 16,7-14-30-16,-7 14-6 0,11-14-32 0,-5 6-60 16,2 2 78-16,5-2-9 0,4-1-11 0,2 1-11 15,3-1-8-15,7-1 9 0,3 1-6 0,6-1 0 16,4 1-6-16,3 3-71 0,14-4 82 0,4 4-76 15,1-1 83-15,3 1-76 0,1 0 78 0,1 4-16 16,3-1 5-16,2 2-3 0,2-2 0 16,3 1-7-16,0 0 2 0,4-2 5 0,3 0-8 15,0-2 6-15,-1-2-10 0,5 3-4 0,-3-5-7 16,2-2 11-16,3-1-2 0,3 1-3 0,-1-2-61 16,0-1 77-16,0 1-4 0,-4 0-3 0,1-1-5 15,-3 3-9-15,-3-1 2 0,-3 1-16 16,-2-1 9-16,-2 2-3 0,0-1 4 0,0-1 5 15,-2-1-4-15,2 2 5 0,-3-1 1 0,3 1 0 16,-2-1 41-16,-2 1-48 0,0 1-8 0,-4 1 8 16,1 0 10-16,-2 0 1 0,-3 2 9 0,-2-1-13 15,-1 2 5-15,-13-1 0 0,-2 2 3 0,-2 0-2 16,-5 1 2-16,0 0-19 0,-1 0 12 16,-6 0 13-16,-6 1-5 0,-2 0 2 0,-3 2-1 15,-4 1 3-15,-2-2 2 0,-17 3 49 0,26-2-32 16,-26 2 36-16,17-3-9 0,-17 3 25 0,0 0-30 15,19-1 30-15,-19 1-7 0,0 0 3 0,0 0 0 16,0 0-4-16,16 2-7 0,-16-2-11 16,0 0-9-16,0 0-4 0,-3 11-5 0,3-11-15 15,-5 12-5-15,5-12-5 0,-7 15-3 0,7-15-5 16,-7 20 1-16,3-5-4 0,2 1 0 0,-1 5 0 16,2 2 3-16,1 2-6 0,0 2 2 0,1 2-3 15,3 5-1-15,0 2 1 0,1 2 1 0,3 0-3 16,-1 4 2-16,1-1-2 0,2 0 10 15,1 2-9-15,0-1 1 0,2 8-3 0,-2-7 3 16,1-1-5-16,1 1 2 0,-2-2 0 16,0 0 0-16,0 1-2 0,-1-3 3 0,-1 1 8 0,1-1-4 15,-1 0-4-15,-1-3 0 0,1 0-2 16,-3-2-6-16,1-1-11 0,-2-1-8 0,0-6-17 16,-1-1 4-16,0 0-10 0,-2-2 6 0,-1-3 40 15,-1-1-33-15,0-2-16 0,0-2 33 0,-1-1-15 16,-1 0 27-16,-1-2-17 0,-1 3 24 0,-2-1-17 15,-1-2 25-15,0 1-19 0,-5 0 25 0,-1 0-16 16,0-2 22-16,-3 1-8 0,-2-1 25 0,-1-2 1 16,-3-1 10-16,-2 1 5 0,-2-1 0 0,-5-1-5 15,-1-2 2-15,-3 0-5 0,-1-1-4 0,-4-1-1 16,-2-2 0-16,0-2 0 0,-2-2-6 0,-3 0 3 16,0-1-3-16,-3-2-5 0,-1 1 6 0,-12-1-9 15,1 0 6-15,-2 1-9 0,-2 2 1 16,0 2-5-16,-2 2-5 0,-3 3-2 0,-1 2-4 15,-3 2 0-15,0 1-3 0,0 3-6 0,-3 1 1 16,1-1-3-16,-4 1 4 0,2 1-5 0,0-1 0 16,-3 0 3-16,3-1 2 0,-1 0 11 0,2-3-3 15,0 0 5-15,-1-2-1 0,2-3-6 0,-2 0 0 16,0-1 28-16,-2-2-39 0,0-1 35 0,2-1-35 16,-1-2 3-16,4-2 2 0,1 2 2 0,4-3 2 15,5 0 3-15,1 0-2 0,3 0 2 0,11 2-4 16,4-2 5-16,-2-1-1 0,4 1 4 0,1 0 4 15,1-1 10-15,4-1 10 0,-1 1 11 0,3-1 0 16,3 0-1-16,-1 0-7 0,-1-1-7 16,-1 0 2-16,3 1-12 0,-2-1-2 0,1 0-5 15,-2 0-2-15,3 2-2 0,0-1-3 0,0 1-11 16,1 0 8-16,6 3-8 0,0-2 10 16,0 1-7-16,0 2 7 0,2-1-1 0,0 0-2 15,2 1 2-15,0-1 0 0,3 1-3 0,3 1 1 16,-1-1 0-16,0 1-1 0,18 2 1 0,-27-3-1 15,27 3 3-15,-24-4 0 0,24 4-4 0,-23-2-1 16,23 2-1-16,-19-1 3 0,19 1-1 16,-21-3-6-16,21 3-2 0,-20-2 1 0,20 2-2 0,-20-2-1 15,20 2 2-15,-20-2 6 0,20 2-8 16,-17-3-4-16,17 3 2 0,-16-1-1 0,16 1 0 16,0 0 1-16,-19-2 1 0,19 2-3 0,0 0-2 15,0 0-15-15,-17-3-42 0,17 3-42 0,0 0-40 16,0 0 5-16,0 0-27 0,0 0-9 0,0 0-15 15,-11 5-43-15,11-5-61 0,0 0-266 0,11 9-95 16</inkml:trace>
  <inkml:trace contextRef="#ctx0" brushRef="#br0" timeOffset="102137.63">6869 14845 304 0,'0'0'327'16,"-18"3"-93"-16,18-3-76 0,-17 3-32 0,17-3-17 15,-16 1-21-15,16-1-14 0,0 0-24 0,-22 2 2 16,22-2-2-16,0 0 7 0,-22-2 10 0,22 2 0 16,0 0 1-16,-18-1-4 0,18 1-7 0,0 0 6 15,-15-1-8-15,15 1-4 0,0 0-8 0,0 0-9 16,0 0-4-16,-18 0-4 0,18 0 30 0,0 0-44 15,0 0 22-15,0 0-28 0,0 0 24 0,0 0-30 16,0 0-2-16,-17-2 41 0,17 2-48 16,0 0 3-16,0 0 1 0,0 0-2 0,0 0 1 15,0 0 28-15,0 0-29 0,0 0 34 16,0 0-35-16,0 0 35 0,11-9-36 0,3 2 1 16,4-2 14-16,6-6-5 0,5 1 50 0,3-4-68 15,9-7 14-15,6-1 14 0,1-3 3 0,3-1 1 16,1-3 23-16,0 1-22 0,1-2 14 0,1 0-1 15,-3 2-8-15,4-2-1 0,-2 3-3 0,-1-1-1 16,-1 0-17-16,0 2 17 0,-2 0 1 0,-3 1-18 16,-4 3 25-16,-6 5-25 0,-3 1 24 0,-2 1-12 15,-4 3 11-15,-4 1-10 0,-5 4 8 16,-1 1-6-16,-4 2 0 0,-2 1-10 0,-1 2 1 16,-10 5-1-16,15-10 7 0,-15 10-11 0,11-7 4 15,-11 7-4-15,0 0 6 0,14-7-13 0,-14 7 9 16,0 0-10-16,0 0-4 0,10-8-25 15,-10 8 8-15,0 0-29 0,0 0 18 0,0 0-40 16,0 0 26-16,0 0-59 0,0 0 13 0,-1-10 5 16,1 10 8-16,0 0-2 0,-15-6 27 0,15 6 0 15,-19-6 8-15,8 1 11 0,-2-2 6 0,0 3 14 16,-1-3 7-16,1 1 26 0,0 1 7 16,2 0 5-16,0 2-4 0,-3-1 9 0,2 0 2 15,12 4 6-15,-26-5 0 0,26 5 4 0,-28-2 1 16,28 2-3-16,-28-2 7 0,28 2 33 0,-28 2-24 15,28-2 24-15,-27 1-23 0,27-1 18 0,-26 2-16 16,26-2 13-16,-20 3-15 0,20-3 6 0,-20 2-14 16,20-2-2-16,-16 1-15 0,16-1 3 15,0 0-16-15,-16 3-1 0,16-3-6 0,0 0 0 16,0 0-9-16,-12 4 7 0,12-4-8 0,0 0 6 16,0 0-6-16,16 11 8 0,-4-7 3 0,10-1-4 15,4 1-3-15,3 0-4 0,9-2 5 0,1-2 4 16,0 0-5-16,2 0 6 0,0 0-3 0,-4-1 5 15,-5 0-1-15,-1 1 8 0,-2 1-10 0,-2-1-11 16,-3 1 7-16,-2 3 2 0,-5 0-4 16,-2 0 2-16,-1 2-1 0,-1 4 9 0,-3 1 8 15,-2 3 12-15,-4 1 15 0,-2 4 2 0,-4 3-8 16,-2 4-3-16,-5 6-16 0,-4 0-2 0,-1 2-9 16,-4 0 2-16,0-1-6 0,-5 9-6 0,-2-2-10 15,4-8-35-15,0 0-68 0,1-3-19 16,1 2-25-16,4-4-20 0,0-2-46 0,6-5-153 15,-2-2-248-15,7-5-154 0</inkml:trace>
  <inkml:trace contextRef="#ctx0" brushRef="#br0" timeOffset="103642.77">7581 14234 464 0,'0'0'433'0,"0"0"-112"0,0 0-68 16,-10 6-80-16,10-6-23 0,0 0-31 0,0 0-22 15,0 0-9-15,-11 5-12 0,11-5-11 0,0 0-7 16,0 0-13-16,0 0-5 0,0 0-11 16,0 0-5-16,0 0-15 0,0 0 7 15,-6 10-6-15,6-10 3 0,10 16-2 0,-3-4-32 16,3 7 39-16,-1 2-36 0,7 7 36 0,-4 1-35 16,4 3 26-16,-3 1-25 0,3 2-4 0,-2 0 11 15,1 1 0-15,-2 0 1 0,3 2-3 0,-1-1-25 16,0 2-40-16,-1 0-73 0,0 0-96 0,-1-2-306 15,-1 1-56-15</inkml:trace>
  <inkml:trace contextRef="#ctx0" brushRef="#br0" timeOffset="104760.9">13022 15792 391 0,'0'0'394'15,"-11"-7"-202"-15,11 7 45 0,-9-5-118 0,9 5 55 16,-11-5-28-16,11 5-22 0,0 0 5 16,-15-5-7-16,15 5 2 0,0 0-3 0,0 0 6 15,-10-7-6-15,10 7-19 0,0 0-7 0,0 0-8 16,0 0-4-16,-11-5-5 0,11 5-1 0,0 0 1 15,0 0 7-15,0 0-1 0,0 0-7 0,0 0-10 16,0 0-9-16,-10-4-11 0,10 4-5 0,0 0-9 16,0 0-8-16,10-10-4 0,-1 3-1 0,6-3 25 15,4-1-39-15,5-4 30 0,3-3-36 16,1 0 25-16,3-2-33 0,2 0 29 0,7-7-27 16,1 1 20-16,-1 0-41 0,-1 1-13 15,-6 4-118-15,-1 1-52 0,-1 1-21 0,-3 3-105 16,-1 2 45-16,-9 3-125 0,-1 2-193 0,-5 4-140 15</inkml:trace>
  <inkml:trace contextRef="#ctx0" brushRef="#br0" timeOffset="105049.92">13071 15895 338 0,'-9'10'375'0,"0"0"-53"16,1-3-136-16,0 2 26 0,2-3-116 0,6-6 38 15,-9 11-84-15,9-11 42 0,-7 8-65 0,7-8 57 16,0 0 5-16,0 0 19 0,4 9 16 0,-4-9 5 16,20-3-4-16,-3-2-12 0,8-2-22 0,4-5 0 15,4-3-16-15,1-2-8 0,2-2-8 0,8-5-10 16,1-2-14-16,-1 0-2 0,2-2-9 16,-4 2-1-16,1 0 27 0,-3 1-48 0,-7 2 30 15,-1 5-40-15,-2 0 25 0,-2 2-52 0,-4 2 1 16,-6 3-68-16,0 2-37 0,-7 3 16 0,-1 0-60 15,-10 6 63-15,12-5-122 0,-12 5 82 0,0 0-114 16,0 0 59-16,0 0-262 0,-8 8 83 16</inkml:trace>
  <inkml:trace contextRef="#ctx0" brushRef="#br0" timeOffset="105525.97">13420 15362 60 0,'-10'-7'349'0,"1"-1"11"0,-2 2-169 15,0 0 46-15,1 1-88 16,-2 1 42-16,12 4-62 0,-23-9 20 0,13 5 6 0,10 4-10 16,-21-5 12-16,21 5-11 0,-16-3 2 15,16 3-9-15,0 0-61 0,-16-4-21 0,16 4-11 16,0 0-12-16,-11-4-12 0,11 4-2 0,0 0 1 15,0 0-5-15,0 0-3 0,7 13 30 0,5-6-40 16,6 1 35-16,3-1-18 0,3 2 6 0,8-2-31 16,4 1 28-16,2-1-37 0,-1 0 37 0,3-1-39 15,-2 0 35-15,2 0-36 0,-3 1 38 16,-4 0-34-16,-1 2 31 0,-3 0-39 0,-6 1 37 16,-3 1-40-16,-3 2 45 0,-2 2-40 0,-5 2 41 15,-4 2-32-15,-3 3 29 0,-3 1-38 0,-5 0-2 16,-3 8-25-16,-5-3-48 0,0 2-44 0,-6 0-33 15,-1 0-62-15,-1-1-137 0,-4 0-235 0,2-2-137 16</inkml:trace>
  <inkml:trace contextRef="#ctx0" brushRef="#br0" timeOffset="106169.04">10433 15291 181 0,'-18'-14'314'0,"0"2"-8"0,-5-5-95 0,1 1-35 16,1 0-32-16,4 2-20 0,-3-5-21 0,5 5 5 15,-1-1 35-15,3-1-32 0,1 1 25 0,1 1-30 16,2 3 8-16,2 1-35 0,0 2 21 16,7 8-40-16,-9-13 4 0,9 13-35 0,-7-9 6 15,7 9-24-15,0 0 11 0,0 0-15 16,0 0 7-16,2 14-9 0,5 4 11 0,0 4-17 16,5 7-1-16,-1 5 0 0,3 2 2 0,-2 1 3 15,0 2-6-15,2 1 1 0,-2-1 0 0,1 0-2 16,0-2-5-16,-1 0-21 0,1-5-16 0,-2-2-33 15,1-2-23-15,-3-1-30 0,0-8-145 0,-2-5 90 16,-1-5-92-16,-1 0-185 0,-5-9 109 0</inkml:trace>
  <inkml:trace contextRef="#ctx0" brushRef="#br0" timeOffset="106483.07">10082 15316 219 0,'-20'-21'485'0,"-1"1"-146"16,2 1-61-16,3 5-63 0,0 1-51 0,1 0-32 15,2 2-16-15,3 2-7 0,1 1-2 0,2 2 2 16,7 6-25-16,-12-11-2 0,12 11-34 0,-6-13 5 16,6 13-29-16,3-13 11 0,2 4-20 0,6 0 3 15,3-1-15-15,4 1 16 0,3 2-18 0,3 1 14 16,1 1-18-16,4 2 16 0,0 3-14 0,2 1 8 16,2 3-17-16,1 1 20 15,0 3-17-15,-4 2 3 0,0 0-2 0,-2 2 3 16,-3 3 0-16,-2 2 5 0,-2 1-4 0,-3 3-3 15,-4 1 5-15,-3-1 0 0,-2 1 5 0,-3 3-6 16,-3 0 0-16,1 2 0 0,-4 2-1 0,-2-2 2 16,-1 7 1-16,-3-2 1 0,-1 1-1 0,0-1 3 15,-5 1 0-15,1-2 0 0,-2 1-10 0,1-2 18 16,-1 1-21-16,0-3 5 0,1-2-48 0,1-4-22 16,3-4-29-16,1 0-47 0,1-4-49 15,2-4-98-15,4-10-225 0,-6 12-2 0</inkml:trace>
  <inkml:trace contextRef="#ctx0" brushRef="#br0" timeOffset="106703.09">10624 15327 402 0,'5'-10'597'0,"-5"10"-148"16,7-15-139-16,-7 15-64 0,3-12-54 0,-3 12-45 15,7-9-31-15,-7 9-14 0,0 0-37 16,0 0-12-16,9 10-12 0,-6 0-9 0,3 5-4 15,-3 4-9-15,5 2-3 0,-2 3-3 0,1 0-36 16,1 4-22-16,-3-3-23 0,2 0-12 0,0-1-32 16,-2-1-132-16,0-2 73 0,1-2-102 0,-1-5 14 15,-2 0-201-15,1-4 113 0</inkml:trace>
  <inkml:trace contextRef="#ctx0" brushRef="#br0" timeOffset="107199.15">10706 15150 292 0,'-2'-9'304'0,"2"9"-113"0,-5-14-74 16,5 14-39-16,0 0-18 0,-3-10-13 0,3 10-11 15,0 0-7-15,0 0-3 0,0 0-114 0,0 0 125 16,0 0-107-16,15 4 115 0,-15-4-116 0,13 6 125 16,-13-6-110-16,18 10 118 0,-9-3-94 0,0-1 136 15,-1 1-104-15,0 1 126 0,0-1-105 16,0 1 108-16,-1 0-30 0,1 0-18 15,0 1-8-15,-2-1 1 0,1 0-27 0,2 2-5 16,0-1-17-16,3-1 8 0,-1 2-2 0,4 1 1 16,0-1-4-16,0-1-69 0,3 0 73 0,0 0-69 15,-3-2 74-15,4 2-72 0,-3-1 75 0,-1-1-74 16,-1 0 76-16,0-1-76 0,-3 1 65 0,0 2-60 16,-1-3 66-16,-3 2-48 0,-1-1 59 0,-2 2-56 15,-4-9 50-15,3 17-57 0,-3-4 53 0,-6-2-53 16,3 2 45-16,-8 2-54 0,-1-1 50 15,-1-3-9-15,-2 0-14 0,2-4-13 0,-4 0-13 16,3-3-100-16,14-4 86 0,-29-2-87 16,12-3 100-16,-1-3-98 0,0-5 121 0,1-3-94 15,-2-4 115-15,4-2-102 0,3 2 103 0,1 2-62 16,3-1 98-16,-1 1-74 0,6 6 96 0,-1-1-1 16,0 3-11-16,4 10-21 0,-5-15 1 0,5 15-13 15,-6-12-4-15,6 12-7 0,-4-9-5 0,4 9 1 16,0 0 0-16,0 0-4 0,0 0 7 15,0 0 1-15,0 0-2 0,10 15-57 0,-7-5 66 16,0 4-62-16,1 2 56 0,0 4-56 0,-2 1 59 16,4 3-56-16,-2 0 59 0,-2 0-71 0,2 2 43 15,-2-1-125-15,1 0 34 0,1-1-147 16,-4-4-231-16,3 2 99 0</inkml:trace>
  <inkml:trace contextRef="#ctx0" brushRef="#br0" timeOffset="108121.25">10942 15442 391 0,'0'0'406'0,"0"0"-125"0,0 0-73 16,0 0-30-16,-3-11-55 0,3 11 18 0,-3-15-70 15,4 5-13-15,1-8-14 0,-1-3-7 0,3-2-21 16,2-4 7-16,-1-7-9 0,0 1 1 0,0-5 36 15,-1 1-41-15,-2-4 5 0,-2 2-7 0,0-2-15 16,-6-2 13-16,-1 2 9 16,-2 1 14-16,-4 2 18 0,0 3 5 0,-1 5 10 15,0 4 0-15,-3 2-5 0,2 8-14 0,-2 2-12 16,-1 6 0-16,2 2-9 0,0 4 0 0,-3 3-4 16,0 7-7-16,1 3 2 0,-2 7-5 0,4 5-7 15,1 5 5-15,5 3 12 0,1 4-18 0,5 5 17 16,4 3-19-16,3 4-1 0,6 10 1 0,0 3 2 15,5 2-4-15,1-1-2 0,3 0 4 0,0-2 0 16,3-3-1-16,-1-1 2 0,2-1 16 0,-1-3-15 16,0-2 12-16,-1-2-21 0,1-2 23 15,-9-7-21-15,5-3 18 0,-4-1-22 16,-2-3 34-16,0-1-44 0,-5-9-14 0,0 1-8 16,2-4-20-16,-4-4 9 0,0-3 4 0,-2-2 3 15,-2-9-19-15,2 9-1 0,-2-9-2 0,0 0 1 16,0 0 16-16,-7-11 10 0,3-1 8 0,-2-7 10 15,0-4 30-15,-3-6-6 0,-1-5 11 0,3 1 45 16,1-5-38-16,-1 1 11 0,3-2 1 0,0 0 1 16,3 0-12-16,1 0 2 0,1-1-2 15,3 0-5-15,1-1-4 0,2 3-2 0,3-3-2 16,2 1-1-16,0 2-8 0,4-1 7 16,0-7 28-16,6 1-32 0,1 1 32 0,-1-1-40 15,0 1 0-15,-1 1 1 0,0-2-4 0,-6 8 3 16,0-3-9-16,-2 0 13 0,-2 2-57 0,-1-5 67 15,-4 2 0-15,-2 0-2 0,-3-1 5 0,-1 3-4 16,-4 0-7-16,-1 5 13 0,-4 1 30 0,0 5-19 16,2 5 31-16,-2 3-32 0,-1 3 33 0,1 2-20 15,0 2 20-15,-2 3-15 0,4 2 3 16,7 8-19-16,-16-7 10 0,16 7-21 0,-15 4 11 16,15-4-17-16,-15 16 11 0,7 2-13 0,3 1 9 15,1 7-22-15,1 9 6 0,3 3-1 0,6 2 0 16,-2 5 2-16,6 11 0 0,0 3 2 0,3-1 15 15,3 2-20-15,-2 1 17 0,6-1-16 0,-1 1 0 16,-1-1 1-16,1-1 1 0,-1-2 2 16,1-2 4-16,-1-2 3 0,-1-2-5 0,0-3-3 15,-4-8 2-15,0-3 0 0,-2-2 3 0,0 0-1 16,1-2-2-16,-4-2 12 0,1-1-9 16,-2-6 7-16,-1 0-21 0,0-2-4 0,-2-2-65 15,-1-4-45-15,1-1-60 0,-3-2-76 0,-1-13-334 16,0 15-126-16</inkml:trace>
  <inkml:trace contextRef="#ctx0" brushRef="#br0" timeOffset="109699.4">11317 15546 342 0,'-5'-15'416'0,"1"1"-86"16,2 2-122-16,-2 1 1 0,2-1-100 0,1 1 23 15,0 1-73-15,1-1 32 0,1-1-58 0,0 0 21 16,5-1-47-16,-1 0 44 0,5-4-15 0,1 4-18 15,1-2-20-15,1 1-19 0,1 0-110 0,0 2 89 16,1-1-120-16,0 2 105 0,-2 0-110 0,3 1 107 16,-5 0-98-16,0 1 121 0,1 0-89 0,-3 0 123 15,-1 2-99-15,-2-2 134 0,-6 9-91 0,13-12 138 16,-13 12-83-16,8-14 127 0,-8 14 12 16,5-10-5-16,-5 10-1 0,3-10-39 0,-3 10-4 15,0 0-6-15,3-13-12 0,-3 13-18 16,0 0-2-16,0 0-15 0,3-10-3 0,-3 10-7 15,0 0-4-15,0 0-3 0,0 0-4 0,0 0-7 16,-9 7 4-16,9-7-6 0,-1 11-1 0,1-11 6 16,-2 17-2-16,2-6 0 0,0 0-4 0,0 1-5 15,2 0-50-15,-1-1 66 0,-1-11-54 0,3 18 62 16,0-9-60-16,-3-9 64 0,7 15-57 0,-7-15 54 16,5 10-46-16,-5-10 53 0,0 0-1 15,11 8-5-15,-11-8-6 0,0 0-4 0,16-9-3 16,-10 1-2-16,-1 0-8 0,2-4 4 15,-4-1-3-15,4-3 1 0,-5 2 1 0,0-4-9 16,-2 2 5-16,-3-1-9 0,0 0 42 0,-4 1-42 16,2 1 2-16,0 1 2 0,-3 3 1 0,1 3 3 15,-1 1-7-15,8 7 7 0,-17-4 34 0,17 4-36 16,-19 4 34-16,7 3-38 0,1 2 0 0,0 5 4 16,0 1-8-16,0 1 9 0,3 1 2 15,3 4 1-15,-1-5-54 0,4 0 68 0,2-1-62 16,0-1 57-16,2-1-50 0,2-1 57 0,2-1-52 15,1-2 60-15,3-3-66 0,1-1 61 0,-11-5-94 16,23 4 60-16,-23-4-88 0,29-5 93 0,-10-1-104 16,0-2 103-16,2-2-97 0,-4-1 114 0,2 0-3 15,-4-2 4-15,2 1-6 0,-4-2 0 16,0 0-3-16,-2 0 15 0,-3 3-6 0,-1 0 13 16,-1 1 24-16,1 1-3 0,-7 9 57 15,8-13-36-15,-8 13 28 0,6-9-46 0,-6 9 23 16,8-11-46-16,-8 11 31 0,0 0-55 0,6-9 36 15,-6 9-36-15,0 0 35 0,0 0-38 0,0 0 33 16,0 0-35-16,0 0 32 0,21 4-47 0,-21-4 23 16,8 7-17-16,-8-7 9 0,9 10 0 0,-9-10 4 15,8 11-2-15,-8-11 4 0,5 10 2 16,-5-10 3-16,5 9-2 0,-5-9 15 0,0 0 10 16,5 7 16-16,-5-7 25 0,0 0 27 0,0 0 42 15,4 11 22-15,-4-11-26 0,0 0-33 16,0 0-17-16,0 0-23 0,-7-7-10 0,7 7-14 15,-9-12-7-15,9 12-15 0,-8-17-8 0,4 6-13 16,2 0-30-16,-1 0-19 0,2-2-36 0,-1 1 3 16,2 0-37-16,2 1 26 0,0 0-53 0,0-1-17 15,1 0 1-15,1 2-8 0,1 0 10 0,1 1-80 16,1 0 93-16,0 0-60 0,-1 0 85 0,0 2-40 16,3-1 94-16,-2 2-37 0,-7 6 89 0,11-10-54 15,-11 10 113-15,8-9-84 0,-8 9 136 16,7-6-103-16,-7 6 124 0,0 0-110 0,10-7 136 15,-10 7-114-15,0 0 111 0,0 0-18 0,9 5-10 16,-9-5-19-16,5 8-17 0,-5-8-16 16,6 15-6-16,-6-15-5 0,6 18-8 0,-2-9-18 15,-1 1 10-15,1 0-6 0,0 1-3 0,-1 0-1 16,4-3-28-16,-4 2 41 0,3-1-12 0,-6-9-14 16,9 13 13-16,-9-13-2 0,12 10 1 0,-12-10-2 15,11 6 1-15,-11-6-4 0,0 0-3 0,19-3-13 16,-19 3 35-16,13-7-34 0,-13 7-12 15,15-14 1-15,-10 4-3 0,0 0-2 0,-1-3 0 16,-1-3-7-16,-2 1-80 0,-2 0 115 0,1-2-94 16,-4-1 117-16,0 1-90 0,0 1 119 0,-1 2-70 15,0 3 69-15,1 1-64 0,-1 2 83 16,5 8-15-16,-10-10-8 0,10 10-12 0,0 0-21 16,0 0 6-16,-22 5-5 0,15 3-6 0,1 0 14 15,0 5-16-15,1-1 9 0,-1 5-4 0,4-2-5 16,1 1 31-16,-1-2-50 0,2-1 43 15,0 2-40-15,2-1 2 0,1-1 1 0,1-2 3 16,0-1-7-16,4-1 5 0,-2-3-13 0,-6-6 4 16,16 6-6-16,-16-6-22 0,19 0-9 0,-19 0-8 15,24-10-2-15,-12 3-20 0,0-5 39 0,4 0-96 16,-5-3 107-16,1 0-67 0,-2-1 128 0,-1 1-84 16,1-2 117-16,-4 5-91 0,1 1 99 0,-3 1-59 15,-4 10 79-15,9-15-8 0,-9 15-12 16,6-11-14-16,-6 11-15 0,5-8-6 0,-5 8-16 15,0 0 4-15,0 0-10 0,0 0-1 16,13 6-4-16,-13-6 5 0,8 13-11 0,-8-13-2 16,6 17-9-16,-1-7 8 0,-2 0 0 0,1 0-1 15,-1 0-3-15,1-1 2 0,1 0 33 0,-5-9-44 16,7 15 24-16,-7-15-35 0,6 11 24 0,-6-11-49 16,8 7-10-16,-8-7-16 0,0 0-18 0,15-2-15 15,-15 2-6-15,13-14-85 0,-7 3 117 0,2-3-89 16,-2-3 122-16,0-3-82 0,-3-4 128 0,1-1-94 15,-1-2 135-15,-1-8-103 0,0-2 120 16,1 0-94-16,-1-2 149 0,0 2-95 16,1 1 142-16,-1 10-29 0,1 0-2 0,-2 3-16 15,1 5-7-15,0 4-5 0,-2 2 17 0,3-1-51 16,-3 13 17-16,0-18-52 0,0 18 22 0,1-14-42 16,-1 14 29-16,3-10-36 0,-3 10 30 0,0 0-35 15,0 0 1-15,13 6 1 0,-6 2-6 0,1 5 7 16,-1 6 11-16,2 1-14 0,0 2-1 0,0 7 0 15,1 1-1-15,-2 1 0 0,-2 1-4 16,1 0 9-16,0 1-7 0,-3 0 1 0,0 1-4 16,0-2 17-16,-3-3-81 0,1-1-10 0,-2-2-76 15,0-1-44-15,0-1-72 0,-2-6-220 16,0-1 55-16</inkml:trace>
  <inkml:trace contextRef="#ctx0" brushRef="#br0" timeOffset="109842.43">12394 14961 550 0,'-5'-14'373'15,"1"3"-99"-15,0-3-46 0,0 3-74 0,0 0-28 16,3 2-20-16,-1-2-21 0,2 1-19 16,0-2-16-16,2 1-8 0,1-2-19 0,2 0-17 15,3-1-14-15,-2 2-114 0,5-3 61 0,-2 2-138 16,1 4 49-16,0-1-103 0,-3 3-125 0,-7 7 212 16</inkml:trace>
  <inkml:trace contextRef="#ctx0" brushRef="#br0" timeOffset="110137.46">10994 15833 49 0,'-36'15'609'0,"-1"3"-204"0,0-2-91 16,3 0-74-16,2-2-42 0,6-1-37 15,5-5-25-15,3 1-26 0,4-3-22 0,3-2-13 0,11-4-19 16,0 0-11-16,0 0-1 16,0 0 12-16,17-7-9 0,14-5 21 0,6-1-3 15,17-7 0-15,7-4-8 0,7-2-2 0,6-3-13 16,25-9-4-16,-1-1-11 0,-1-3 0 0,1 0-4 16,-1-1-5-16,-2 2-3 0,-6 0 1 0,-14 8 20 15,-5 0-55-15,-4 1-42 0,-5 2-48 0,-4 4-25 16,-9 2-18-16,-13 8-142 0,-3 2 76 0,-10 4-118 15,-8 5-204-15,-14 5-36 0</inkml:trace>
  <inkml:trace contextRef="#ctx0" brushRef="#br0" timeOffset="110426.49">11293 16097 507 0,'-10'9'458'0,"1"-3"-111"0,9-6-92 0,-9 9-59 15,9-9-45-15,0 0-30 0,0 0-18 0,0 0 17 16,26-8-4-16,3-5 32 0,1-4 13 16,7-1-26-16,10-6-12 0,4-2-22 0,2-2-21 15,2-1-16-15,2 1-6 0,2-1-12 0,-1-1-12 16,0 1-2-16,-3-1-8 0,0 1-9 16,-5 3-3-16,-3 1 23 0,-3 1-42 0,-10 4 14 0,-2 3-75 15,-2 1-41-15,-4 1-31 0,-1 1-12 16,-7 3-70-16,-1 1 58 0,-1 2-154 0,-7 1 69 47,0 0-332-47,-9 7-112 0</inkml:trace>
  <inkml:trace contextRef="#ctx0" brushRef="#br0" timeOffset="119215.79">11816 8026 329 0,'-21'7'280'0,"2"-3"-67"0,0 2-50 0,-1 1-28 16,-2 0-23-16,3 1-19 0,-3-1-14 0,2-1-50 15,-1 3 33-15,1-1-17 0,-2 0 14 16,3 0-3-16,-3 2-3 0,2-1-3 0,1 1 0 16,-1-1-6-16,3 0 0 0,-3 3-3 0,2-1-5 15,1 0 0-15,0 3-5 0,0 0-14 0,0-1 3 16,-3 6 7-16,1 0-3 0,1 1 4 16,0-1 0-16,1 2 4 0,0 0-2 0,1 2 22 15,0-1-7-15,1 1-27 0,1 0 28 0,-2 2-39 16,3 0 26-16,-3 4 9 0,2-1 4 0,0 3-3 15,1 2-4-15,0 2-42 0,0 1 47 0,2 3-39 16,-1 1 41-16,1-2-43 0,1 4 45 0,-1 0-44 16,2-3 44-16,0 3-40 0,1-3 37 0,0-2-37 15,5 1 35-15,-1-2-26 0,0-3 18 16,2-3 2-16,2-3-5 0,3-1-13 0,1 1 0 16,2 4 5-16,2-3-1 0,3 2 1 0,4-3-6 15,-1 2 0-15,4-3-6 0,2 0 2 0,2-1-17 16,2 0-27-16,3 0 37 0,2-1-27 0,2 0 30 15,8 3-28-15,1-2 35 0,1 0-42 0,0-1 45 16,-3-5-33-16,6 0 32 0,-5-2-32 0,1-1 32 16,1-1-4-16,2-2 1 0,2-3-4 0,2-1-38 15,1-2 39-15,0-3-29 0,3 0 29 16,1-4-38-16,-1-3 44 0,2-1-34 0,-2-2 32 16,9-3-31-16,-3-2 32 0,-4-3-2 15,-10 2-4-15,0-1-6 0,-4-3-3 0,0-2 5 0,-1 1-5 16,-3-2 0-16,-1-1 3 0,-2 0-20 15,-2-2 67-15,-1-2-55 0,-2 2 49 0,0-3-53 16,-3 0 1-16,-2-3 3 0,1 0 2 0,-4-3 3 16,-1 0-2-16,0-3-19 0,-3-1 33 0,0-1-14 15,-3-4 23-15,1 0-22 0,-3-3 24 0,-1 1-10 16,0-2 21-16,-2-1-20 0,0 0 21 0,-1 0-1 16,-3 1 10-16,1 6 8 0,-1-3-5 15,-3 0 2-15,-1 5 4 0,-2 0 0 0,-1 2-13 0,-2 2 2 16,-1 1-8-16,-4 0 2 0,-1 0-5 0,-1 4-1 15,-4-1-9-15,-1-1 0 0,-2 2-8 16,-3 2 2-16,-3-1 12 0,2 2-12 0,-4 0 6 16,0 2-3-16,-4 1-8 0,0-1 0 15,-2 3-4-15,0 1 2 0,-2 2-3 0,-1-1-2 16,0 2-2-16,-1 1-3 0,-4 3 2 0,1 2 0 16,0 1-1-16,-2 0-4 0,2 1 3 0,-1 3-4 15,0-2 2-15,1 3 1 0,1-1 1 0,0 3 2 16,3 1-1-16,5-1-3 0,1 2-2 0,1-1 3 15,4 1-6-15,0 2 3 0,3 1-5 0,0-2-2 16,3 3 0-16,3 0-22 0,2 1-21 0,-2 3-6 16,2 3-26-16,2-1-31 0,-1 4-2 15,3 1-57-15,2 2 23 0,-1 0-33 0,4 2 18 16,1 1-37-16,1-1-29 0,3 1-62 0,1-4-14 16,0 0-300-16,3 0-140 0</inkml:trace>
  <inkml:trace contextRef="#ctx0" brushRef="#br0" timeOffset="120769.01">12845 8553 90 0,'0'0'584'0,"0"0"-204"15,0 0-70-15,0 0-88 0,-21-1-39 0,21 1-68 16,0 0 10-16,0 0-48 0,0 0 15 0,-16-2-44 16,16 2 18-16,0 0-36 0,0 0 19 15,0 0-35-15,0 0 26 0,0 0-33 0,0 0 26 0,0 0-47 16,0 0 34-16,9-8-25 0,4 5 37 0,2-1-36 15,6-1 34-15,3-1-29 0,7-2 34 16,1-1-37-16,4 1 38 0,1-2-36 0,1-2 36 16,3 2-40-16,1 0 25 0,1 0-29 0,2-1 36 15,7-3-43-15,3 0 46 0,1 2-51 0,0-2 49 16,2 0-42-16,-2 2 37 0,2-2-39 0,-1 2 38 16,1-1-41-16,-1 2 39 0,-2-3-39 0,1 4 40 15,-11 0-40-15,3 2 35 0,-4-1-36 16,4 1 39-16,-3 0-39 0,0 0 40 0,-1 1-40 15,1 0 38-15,0 1-38 0,1-2 28 16,0 4-27-16,1-3 39 0,0 0-38 0,2 0 39 16,-3 3-40-16,2-3 41 0,-1 1-38 0,1 1 38 15,1-1-38-15,1-1 46 0,-4 1-38 0,14-1 48 16,-1-1-41-16,1 1 54 0,-1-1-39 0,1 0 44 16,-1-1-53-16,-1 0 45 0,2 0-38 0,1-1 35 15,0 0-47-15,-1 1 39 0,3-1-41 0,-3-1 34 16,1 0-7-16,2 1-7 0,0 0-3 0,2-1-3 15,-1-1-6-15,0 2-2 0,1-1 11 0,3 0-1 16,1 2-3-16,-3-1 8 0,1 3-2 0,-2-1 46 16,0 1-57-16,-1-1 46 0,-1 3-61 15,1-1 41-15,-12 1-44 0,1 1 51 16,-3-1-63-16,2 3 60 0,-1-2-54 0,-1 0 54 16,0 2-59-16,-4 1 53 0,1-1-57 0,-3 0 58 15,-2 0-53-15,-2 2 51 0,-8 0-52 0,-3 2 58 16,0-2-60-16,-3 2 63 0,0 0-52 0,-7-1 51 15,-1 0-56-15,-18-1 56 0,28 2-61 0,-28-2 58 16,20 2-52-16,-20-2 52 0,18 1-39 0,-18-1 61 16,0 0-45-16,19 2 63 0,-19-2-53 0,0 0 48 15,0 0-62-15,0 0 48 0,16 3-58 0,-16-3 40 16,0 0-56-16,0 0 57 0,0 0-56 0,-12 6 52 16,12-6-60-16,0 0 59 0,-19 5-61 15,19-5 47-15,-14 4-62 0,14-4 41 0,-19 5-60 16,19-5 51-16,-18 2-59 0,18-2 52 0,-19 4-54 15,19-4 46-15,-19 4-72 0,19-4 44 16,-20 1-61-16,20-1-3 0,-20 1 1 0,20-1 16 16,-22 0-21-16,22 0-2 0,-23 0 14 0,23 0 14 15,-28-1 5-15,28 1 3 0,-30-1 13 0,11 0 16 16,-1-2 12-16,3 2 12 0,-2-2 10 0,-1 1 14 16,-2-4-2-16,0-1 26 0,1 1-4 0,0-3-2 15,-2 1 8-15,0-1 11 0,1-1 13 0,-1 1 10 16,0 0 9-16,3 0 10 0,-1 1-1 0,1 0 4 15,1 1 5-15,4 1 2 0,-1 2 24 16,2-2-19-16,14 6 8 0,-23-7-10 0,23 7-13 16,-18-4-11-16,18 4-15 0,-17-6-9 0,17 6-4 15,0 0-7-15,-15-3-5 0,15 3-14 16,0 0 6-16,0 0 0 0,0 0-4 0,0 0 1 16,0 0-1-16,0 0 0 0,0 0-7 0,5 11 4 15,7-6 1-15,1 0 44 0,6 2-51 0,1 0 35 16,2 0-48-16,1 2 58 0,1-3-58 0,7 2 54 15,-1-1-57-15,1-1 54 0,2 2-54 0,1-1 51 16,-2 1-61-16,1 0 60 0,-1-1-54 0,0 1 51 16,1-1-55-16,-7-1 0 0,4 3 8 15,-8 0 12-15,1-2-1 0,-5 2 3 0,1 2 1 16,-2 2 2-16,-3 1-4 0,-4-1 7 0,-1 5 2 16,-4 2-2-16,-2 4-5 0,-7 2 6 0,-6 7-2 15,-4 8-2-15,-12 3-10 0,-5 4-33 0,-7 0-45 16,-4 3-46-16,-11 0-102 0,-3 0-135 15,-18 13-415-15,-5 1-325 0</inkml:trace>
  <inkml:trace contextRef="#ctx0" brushRef="#br0" timeOffset="126788.96">16875 7861 3 0,'0'0'710'0,"0"0"-260"0,0 0-93 0,0 0-95 15,0 0-56-15,6-8-36 0,-6 8-37 0,0 0-21 16,0 0-16-16,0 0-14 0,0 0-14 0,0 0-3 16,0 0-21-16,0 0-7 0,0 0 5 0,0 0-14 15,0 0 2-15,0 0-3 0,0 0-10 0,0 0-4 16,0 0-3-16,0 0-2 0,0 0 3 0,0 0 10 15,6 11 0-15,-6-11 0 0,6 18 10 0,-2-3 4 16,1 5 6-16,2 3-21 0,-2 2 30 16,3 5-19-16,-1 3 22 0,1 3-22 0,0 0 14 15,-1-1-17-15,1 2 13 0,0-2-20 0,-2 0 11 16,2 0-22-16,1 2 15 0,-4-5-4 16,1 0-15-16,2 0 10 0,-2-1-3 0,-2-6-7 15,1 0 3-15,0 0 42 0,-1-2-74 0,1-4-60 16,-2-2-20-16,2-1-22 0,-1-1-30 0,-2-1-56 15,2-3-42-15,-1-1-100 0,-3-10-14 0,5 15-206 16,-5-15-95-16</inkml:trace>
  <inkml:trace contextRef="#ctx0" brushRef="#br0" timeOffset="129499.97">17236 10592 226 0,'-4'-13'458'0,"-2"-1"-146"0,1 0-80 0,-2 3-34 16,0-2-42-16,-2 3-15 0,0 0-25 0,-1 0-10 15,-2 3-9-15,2-2-6 0,-2 3 13 16,0-2-37-16,1 3 45 0,0 0-63 0,-3 0 41 16,14 5-57-16,-27-5 31 0,27 5-47 0,-28-1 32 15,28 1-30-15,-32 3 28 0,15-1-31 16,-3 4 29-16,2 1-33 0,-3 1 38 0,1 3-40 16,-3 5 5-16,1 0 0 0,0 2 5 0,-1 5 9 15,3 1 3-15,-1 2 0 0,1 3 15 0,2 1-1 16,-1 2-3-16,3 1 2 0,0 1 14 0,2 1-14 15,1-1 14-15,4 1-11 0,-1 2 9 16,2-2-42-16,2 1 18 0,3-2-18 0,-1 2 12 16,3 0-16-16,2-1 10 0,1 0 5 0,0 2 21 15,3-3-25-15,2 1-2 0,3-1 4 0,-1-1 0 16,1-1 1-16,3 0-2 0,-2-3-4 0,5 3 1 16,-1-5 0-16,2 1 4 0,1-3 6 15,1 0-7-15,4-4 8 0,-3 0-5 0,5-1-2 16,-1-2-4-16,1-2 2 0,4-2-6 0,0-3 3 15,3-2-4-15,0-2 4 0,1-1-2 0,3-3 5 16,-5-2 5-16,1-1-7 0,6-1-9 0,1-4 6 16,0-1-3-16,1-3-3 0,0-1-4 15,-1-3 1-15,1-2-4 0,-3-1 0 0,3 0 1 16,3-5-3-16,-6 2 8 0,4-6-6 0,-8 4-2 16,-1-2 2-16,-1 2-3 0,0-3 3 0,-3-1 3 15,-3 0-4-15,0 0 2 0,-1-1 24 16,-5-3 1-16,3 3 1 0,-4-2 15 0,-4-2 4 15,2 3 11-15,-4-2 3 0,-2 0-6 0,0-2 4 16,-3 6 4-16,-2 2 19 0,-1-1-2 0,-2 0-4 16,0-1-6-16,-1 1-5 0,-4 0 31 0,1 2-38 15,-2 0 15-15,-3 0-12 0,0 1 16 0,-3 0-26 16,-1 0 10-16,-4-2-24 0,1 0 12 0,-5 2-28 16,1 1 21-16,-4 2-29 0,-1-1 10 15,0 0-23-15,-1 2 16 0,-3 3-16 0,-1-1 11 16,0 1-21-16,-3 0 20 0,0 3-20 0,-2 0 17 15,0 1-19-15,-2 1 24 0,1 2-27 0,-5 0 18 16,1 1-18-16,1 2 19 0,0-1-23 16,1 2 17-16,-1 0-20 0,5 0 13 0,3 2-21 15,2 0 6-15,-3 0-39 0,3 0-1 0,3-1-53 16,4 2-29-16,2 0-28 0,18 0-29 0,-31 3-31 16,13 0-44-16,4 1-29 0,-1 3-44 0,2 5 24 15,-1-1-38-15,2 4-32 0,1 2-47 0,2 0-299 16,4 0-266-16</inkml:trace>
  <inkml:trace contextRef="#ctx0" brushRef="#br0" timeOffset="130591.09">16728 11337 363 0,'-5'-8'440'0,"5"8"-117"16,-10-13-52-16,10 13-80 0,-11-12-20 0,11 12-16 16,-9-11 13-16,9 11-51 0,-8-7 27 0,8 7-61 15,0 0 28-15,-10-9-66 0,10 9 27 0,0 0-57 16,0 0 35-16,0 0-46 0,0 0 39 16,0 0-46-16,-11 6 37 0,11-6-64 0,2 21 28 15,2-6 0-15,0 6 9 0,0 1-8 0,3 2 21 16,-1 6-5-16,1 1 3 0,1 2 0 15,-1 1 27-15,1 0-31 0,-1 1 27 0,0 2-29 16,2-1 24-16,-2 0-21 0,1 3 29 0,0-2-36 16,1 3 33-16,-2 0-23 0,0-1 5 0,1 0 13 15,0 2 5-15,-1-1-1 0,2-1-7 0,-1-2 39 16,0 1-8-16,-1-1-10 0,-1 0-10 0,1 0-5 16,0-2-4-16,-2 3-6 0,2-3 4 15,-3-3-16-15,1 1 11 0,-1-2-18 0,2-5 9 16,-2-1-7-16,0-2 4 0,-1 0-2 0,0-1-19 15,1-5 12-15,0 0-10 0,0-2 11 16,-2-3-14-16,2 1 14 0,0-3-16 0,-2 1 18 16,1-3-12-16,1 2 9 0,1 5-12 0,0-6 11 15,3-1-11-15,-3 0 12 0,2 0-13 0,2 2 7 16,3-3-5-16,-3 2 5 0,4 0-3 0,2 2 1 16,0-2 0-16,2-1 0 0,2-3-1 0,-1 2 1 15,4-1-1-15,-1-2 10 0,1 0-8 0,1-1 1 16,3-2-2-16,-2 1 11 0,3-4-12 15,-1 2-1-15,1-1 0 0,-2 0 0 0,2-2 4 16,0-1-2-16,1 0 1 0,4-3 13 0,0-1-17 16,0-2 14-16,0-2-13 0,0 1 4 15,0-1-6-15,0-2 11 0,-2 0-2 0,2-1-8 16,0 1-10-16,-1-4 12 0,0 0-15 0,-1 1 14 16,0-2-18-16,-2 1 16 0,-1-3-9 0,1 3-3 15,-3-2 3-15,-1-2 3 0,0 1 2 0,-2-1 1 16,-3-1 4-16,1 2 0 0,-2-3 2 0,-1-1 4 15,1 0-4-15,-2-1 2 0,1-3 2 16,-3 1-1-16,3-1 2 0,-3 0-1 0,0-1 6 16,-1 2 18-16,1 0-10 0,-4 0 17 0,-1 6 2 15,1-1 22-15,-4-1 39 0,1 2-21 0,-3 1 5 16,0-1 5-16,-3 5 0 0,-1-2-4 0,0-1-5 16,-1 1-7-16,-2-2-6 0,0 0 15 15,-2-2-19-15,0 2 16 0,0-1-42 0,-4-1 15 16,3 1-29-16,-3-1 18 0,1-1-30 0,1 3 18 15,-1 0-23-15,-1 0 17 0,0 2-16 0,3-1 9 16,-2 3-19-16,0-2 20 0,2 1-20 16,-3 2 20-16,4 2-23 0,-2 0 21 0,1-1-19 15,1 3 28-15,-2-2-32 0,1 2 27 0,1-2-28 16,0 0 24-16,-1 2-22 0,-1-2 20 0,2 0-21 16,0 0 21-16,0 1-15 0,-1 0-4 0,3 3 1 15,-2-1 2-15,1 1 4 0,4 10-1 0,-7-16 1 16,7 16 0-16,-4-14 2 0,4 14 3 0,-3-10-8 15,3 10 1-15,0 0 0 0,-6-12-6 16,6 12-16-16,0 0-21 0,-2-9-22 0,2 9-28 16,0 0-32-16,0 0-22 0,0 0-43 0,-5-12-12 15,5 12-60-15,0 0 38 0,0 0-23 16,0 0-17-16,0 0-18 0,0 0-23 0,0 0-41 16,0 0-230-16,0 0-114 0</inkml:trace>
  <inkml:trace contextRef="#ctx0" brushRef="#br0" timeOffset="131732.2">18229 11466 39 0,'0'0'581'0,"0"0"-209"0,-11-6-68 0,11 6-80 16,0 0-39-16,-11-6-32 0,11 6-15 0,0 0-22 15,-10-8-11-15,10 8-13 0,-8-6-6 0,8 6 31 16,0 0-49-16,-8-9-20 0,8 9-8 15,0 0-17-15,-5-12 4 0,5 12-7 0,-1-9-2 16,1 9-5-16,3-13-2 0,-3 13-4 0,6-17 31 16,-1 5-48-16,0 0 48 0,2-2-42 0,-1 1 37 15,0-1-44-15,2-4 43 0,0 1-45 0,-2-3 34 16,2 1-34-16,-1-4 33 0,0 2-35 16,0-3 45-16,0-1-42 0,-1-5 43 0,2 4-29 15,-4 1 41-15,2-1-30 0,-1 1 37 0,0 0-41 16,2 1 31-16,-3 0-25 0,1 5 35 15,0-1-30-15,-3 2 2 0,2 3 3 0,-1 0 3 16,1 2 1-16,-1 2 3 0,0-2 6 0,1 2-5 16,-2 2-5-16,-2 9-4 0,6-17-7 0,-6 17 0 15,3-15-1-15,-3 15-7 0,6-11-4 0,-6 11-1 16,7-13-2-16,-7 13-3 0,10-8 0 0,-10 8-2 16,16-4 2-16,-16 4 3 0,19-1-6 15,-19 1 4-15,31 3-2 0,-16 3 17 0,3-1-19 16,2 6 18-16,-2 0-22 0,1 0 24 0,1 3-19 15,-1 3 8-15,0 2-12 0,-1 0 17 0,0 1-17 16,-2 0 17-16,0 2 0 0,-1 2-7 0,-2 0 4 16,-1 1 2-16,-1 0-18 0,-3-1 16 15,-2 1-18-15,-1 0 18 0,1 1-18 0,-2 0 19 16,-1 0-21-16,-1 1 21 0,1 0-14 0,-3 1-4 16,3-2 3-16,-3-1 2 0,1-1 0 0,-1 1 2 15,-1 0-1-15,-1-1-2 0,1-1 8 0,0-2-4 16,-1 3 12-16,1-5-12 0,0-2 18 15,0 1-24-15,-1 0 19 0,1-1-22 0,1-2 17 16,0 3-10-16,0-5 15 0,1 3-22 0,1-2 20 16,-1 0-19-16,1 1 18 0,1-1-25 0,1 0 13 15,-2-2-17-15,4 2 21 0,-3-3-26 0,1 0 11 16,1 1 5-16,-1-3-2 0,0 1-2 0,0 0 2 16,0 2-10-16,0-3-15 0,-4-9 30 15,6 16-19-15,-6-16 24 0,2 15-22 0,-2-15 29 16,3 13-25-16,-3-13 30 0,0 14-31 0,0-14 35 15,0 14-16-15,0-14 13 0,-3 15-32 16,3-15 35-16,-2 16-27 0,2-16 28 0,-5 18-28 16,2-10 26-16,3-8-25 0,-4 18 27 0,2-8-26 15,-1 0 19-15,1 0-23 0,2-10 33 0,-5 17-32 16,5-17 5-16,-4 17 0 0,4-17 3 0,-7 16 7 16,7-16-6-16,-2 15-5 0,2-15 10 0,-5 15-12 15,5-15 12-15,-3 15 2 0,3-15-5 0,-5 16 4 16,5-16 4-16,-1 16-11 0,-2-5 7 0,3-11-1 15,-1 14 0-15,1-14 0 0,-1 15 0 16,1-15-2-16,-3 13 8 0,3-13-6 0,-1 12-4 16,1-12 6-16,-2 12 2 0,2-12 10 15,-3 11 15-15,3-11 1 0,-1 9 9 0,1-9 23 16,0 0 18-16,-4 11 21 0,4-11-5 0,0 0-12 16,0 0-14-16,-9 6 2 0,9-6-14 0,0 0 19 15,-18-3-3-15,18 3-10 0,-22-11-7 0,9 4-16 16,-1-4-5-16,-2-4-17 0,0-2-5 0,-3-4-25 15,2-3-20-15,1-2-14 0,3-3-23 0,-1 2 0 16,2-2-2-16,5 0-10 0,-2 4-22 0,4 2-58 16,-1 0 2-16,3 2-55 0,-1-2-64 15,-1 5-82-15,-3-2-61 0,4 5-252 16,-4-2-201-16</inkml:trace>
  <inkml:trace contextRef="#ctx0" brushRef="#br0" timeOffset="135092.74">17359 11022 358 0,'0'0'298'0,"0"0"-72"15,0 0-26-15,0 0-37 0,5 8-16 0,-5-8-38 16,0 0-15-16,0 0-3 0,0 0-14 0,0 0 1 15,0 0-7-15,0 0-7 0,0 0-38 0,0 0 31 16,3 10-18-16,-3-10 1 0,0 0-24 0,0 0 26 16,0 0-12-16,-9 9 18 0,9-9-17 0,0 0 28 15,-13 7-27-15,13-7 38 0,-9 5-44 0,9-5 46 16,-14 6-54-16,14-6 32 0,-13 5-50 16,13-5 44-16,-14 5-37 0,14-5 44 15,-14 5-32-15,14-5 46 0,-14 1-36 0,14-1 29 16,0 0-27-16,-19 3 40 0,19-3-27 0,0 0 23 15,-19-3-32-15,19 3 8 0,0 0 0 0,-17-6-7 16,17 6 1-16,-13-8-9 0,13 8-14 0,-9-9 10 16,9 9-5-16,-9-11-22 0,9 11 24 0,-9-12-21 15,9 12 16-15,-7-12-13 0,7 12 13 0,-7-14-22 16,7 14 21-16,-4-12-18 0,4 12 18 16,-2-14-21-16,2 14 19 0,-3-10-23 0,3 10 23 15,0-11-21-15,0 11 16 0,1-13-16 0,-1 13 19 16,3-11-21-16,-3 11 20 0,6-13-22 15,-6 13 21-15,8-12-15 0,0 4 17 0,-3 2-25 16,1-2 25-16,1 1-23 0,-7 7 18 0,14-14-16 16,-5 8 2-16,-3 0 0 0,-6 6 8 0,15-13-4 15,-7 8 0-15,-8 5 3 0,13-10-1 0,-13 10 1 16,14-8 0-16,-14 8-3 0,9-7 3 0,-9 7 5 16,8-6-7-16,-8 6 0 0,0 0-2 0,10-5 2 15,-10 5 1-15,0 0 7 0,0 0-11 0,14-4 3 16,-14 4 4-16,0 0-2 0,0 0-1 15,18 4 1-15,-18-4-1 0,0 0 1 0,14 8-3 16,-14-8 21-16,14 5-21 0,-14-5 21 16,11 7-25-16,-11-7 24 0,13 9-14 0,-13-9 10 15,16 7-21-15,-16-7 21 0,14 9-23 0,-14-9 23 16,14 6-17-16,-14-6 15 0,14 8-23 0,-14-8 23 16,14 6-20-16,-14-6 19 0,11 6-19 0,-11-6 15 15,12 6-11-15,-12-6 14 0,9 8-18 0,-9-8 14 16,9 6-11-16,-9-6 16 0,8 8-17 0,-8-8 18 15,7 6-22-15,-7-6 22 0,0 0-15 0,9 11 3 16,-9-11-11-16,7 7 27 16,-7-7-24-16,0 0 22 0,6 11-21 0,-6-11 17 0,5 9-16 15,-5-9 21-15,5 8-23 0,-5-8 21 0,4 10-1 16,-4-10-1-16,1 14-2 0,-1-14-1 16,3 12-4-16,-3-12 3 0,0 15 0 0,0-15-1 15,-2 18-24-15,2-18 29 0,-1 16-24 0,1-16 23 16,-1 16-23-16,1-16 23 0,0 14-24 0,0-14 26 15,0 13-22-15,0-13 16 0,-1 13-15 0,1-13 22 16,1 12-21-16,-1-12 21 0,0 11-23 0,0-11 22 16,1 10-16-16,-1-10 16 0,1 11-23 15,-1-11 24-15,2 10-20 0,-2-10 22 0,2 12-24 16,-2-12 18-16,2 9-16 0,-2-9 18 0,0 0-19 16,1 14 17-16,-1-14-15 0,0 0 19 15,0 11-20-15,0-11 22 0,0 0-25 0,-1 12 24 16,1-12-14-16,-3 8 13 0,3-8-21 0,-4 9 19 15,4-9-19-15,-4 10 22 0,4-10-23 0,-7 10 17 16,7-10-16-16,-5 9 5 0,5-9-2 0,-5 10 1 16,5-10 1-16,-7 7 12 0,7-7-12 0,-5 9 2 15,5-9-3-15,-5 7 4 0,5-7 5 0,0 0-7 16,-9 11 3-16,9-11 1 0,-5 7 2 16,5-7-3-16,-7 8-4 0,7-8 4 0,-7 8 6 15,7-8-5-15,-10 10-1 0,10-10 0 0,-9 9 1 16,9-9 0-16,-8 9 0 0,8-9-4 15,-10 7 3-15,10-7 6 0,-8 8-4 0,8-8-1 16,-6 6-1-16,6-6 2 0,0 0-2 0,-9 9-4 0,9-9-12 16,0 0-9-16,-11 6-46 0,11-6-45 15,0 0 35-15,-11 5-45 0,11-5-23 0,0 0-48 16,0 0-66-16,-18 1-77 0,18-1-243 0,-10-4-118 16</inkml:trace>
  <inkml:trace contextRef="#ctx0" brushRef="#br0" timeOffset="136328.87">17225 11031 281 0,'0'0'356'0,"0"0"-109"0,0 0-38 15,-9-7-17-15,9 7-21 0,0 0-30 0,-9-6-20 16,9 6-9-16,0 0-16 0,-12-6-4 0,12 6-36 16,0 0 34-16,-11-5-42 0,11 5 17 15,0 0-34-15,-12-6 21 0,12 6-34 16,0 0 34-16,-14-7-44 0,14 7 47 0,0 0-47 15,-14-5 41-15,14 5-45 0,0 0 35 0,-18-4-49 16,18 4 41-16,0 0-48 0,-19-5 45 0,19 5-44 16,-13-3 34-16,13 3-28 0,-14-2 36 0,14 2-38 15,0 0 35-15,-22-3-36 0,22 3 28 0,0 0-33 16,-21-4 44-16,21 4-43 0,0 0 46 0,-18 0-38 16,18 0 38-16,0 0-37 0,0 0 25 0,-21-1-26 15,21 1 33-15,0 0-54 0,0 0 58 16,-18 4-40-16,18-4 35 0,0 0-2 0,-12 6-5 15,12-6-3-15,-8 6-5 0,8-6-9 0,-9 9 10 16,9-9 3-16,-6 13 1 0,6-13 2 0,-7 12-1 16,7-12-1-16,-4 15-1 0,4-15 19 15,-2 15-32-15,2-15-7 0,-3 17-27 0,3-17 58 16,-1 15-47-16,1-15 46 0,2 17-40 0,-2-17 42 16,2 18-41-16,-2-18 36 0,5 17-33 0,-5-17 35 15,5 16-34-15,-1-6 42 0,-4-10-45 0,6 18 42 16,1-10-38-16,-7-8 46 0,7 17-37 0,-2-10 23 15,1 2-32-15,-6-9 45 0,10 13-41 16,-10-13 37-16,9 12-38 0,-9-12 37 0,10 11-42 16,-10-11 34-16,13 12-31 0,-13-12 27 15,10 11-28-15,-10-11 34 0,10 8-37 0,-10-8 36 0,12 10-39 16,-12-10 39-16,10 11-34 0,-10-11 33 16,9 8-44-16,-9-8 43 0,10 9-33 0,-10-9 0 15,10 8 4-15,-10-8 1 0,11 8 4 0,-11-8 1 16,11 6-2-16,-11-6-6 0,9 8 11 0,-9-8 0 15,10 7-1-15,-10-7 2 0,10 7-7 0,-10-7 4 16,8 6 5-16,-8-6-1 0,0 0-7 16,12 10 8-16,-12-10-2 0,9 6 3 0,-9-6 0 15,7 5-4-15,-7-5 0 0,8 6 6 0,-8-6 5 16,8 7-8-16,-8-7 9 0,0 0-6 0,16 6 6 16,-16-6-4-16,12 4 4 0,-12-4 2 15,0 0-4-15,18 4-8 0,-18-4 6 0,0 0-2 0,14 6-1 16,-14-6-4-16,0 0 1 0,14 2 1 15,-14-2 4-15,0 0-6 0,0 0-5 0,13 5 8 16,-13-5-1-16,0 0-1 0,0 0 4 0,14 7-5 16,-14-7 0-16,0 0 4 0,0 0-11 15,12 6 9-15,-12-6-2 0,0 0 0 0,11 6-1 16,-11-6-1-16,0 0 0 0,10 7 6 0,-10-7-4 16,0 0-3-16,10 9 6 0,-10-9-3 0,0 0 3 15,11 8-2-15,-11-8-2 0,0 0 3 0,11 7 2 16,-11-7-2-16,0 0-7 0,11 5 7 15,-11-5 1-15,0 0-2 0,12 5 0 0,-12-5-2 0,0 0 3 16,0 0-2-16,14 5-11 0,-14-5 12 16,0 0 0-16,0 0 0 0,13 4 2 0,-13-4-5 15,0 0 1-15,0 0 5 0,0 0-6 0,10 4-5 16,-10-4 8-16,0 0 0 0,0 0-2 16,0 0 2-16,0 0-3 0,12 6 3 0,-12-6 0 15,0 0-12-15,0 0 17 0,0 0-1 0,5 6-7 16,-5-6 7-16,0 0 2 0,0 0-4 15,0 0 8-15,0 0-6 0,5 9-5 0,-5-9 5 0,0 0 4 16,0 0-7-16,0 0 2 0,0 0-2 0,0 0 1 16,0 0 5-16,0 0-4 0,0 0-4 0,0 0 7 15,5 7 5-15,-5-7 11 0,0 0 13 0,0 0 3 16,0 0 8-16,0 0 5 0,0 0-1 16,0 0 2-16,0 0-29 0,0 0-3 15,0 0-5-15,0 0-2 0,0 0-5 0,5-8 3 16,-5 8-4-16,0 0-4 0,4-13 1 0,-4 13-1 15,4-11-1-15,-4 11 1 0,2-12-5 0,-2 12 4 16,4-16 3-16,-4 16-6 0,4-13 2 0,-4 13-3 16,4-12-3-16,-4 12-17 0,2-12-17 0,-2 12-97 15,3-11 1-15,-3 11-103 0,1-15-96 0,-1 15-470 16,-1-17-352-16</inkml:trace>
  <inkml:trace contextRef="#ctx0" brushRef="#br0" timeOffset="143936.96">17286 10481 117 0,'0'0'379'0,"-19"-9"-109"0,6 4-60 0,3 2-40 16,-4-1-12-16,2 0-16 0,-2 0-34 0,0 2-13 16,14 2-12-16,-28-6-9 0,28 6-5 0,-28-2-3 15,28 2 1-15,-32 4-14 0,15-1 5 0,1 0-18 16,-2 3 15-16,-1 3-22 0,-1 1 18 15,1 3-27-15,0 1-24 0,0 3 32 0,-3 3-14 16,2 1 9-16,2 2-1 0,-2 0-2 16,1 2 27-16,3 0-42 0,-2 2 5 0,4 2-3 15,-2-2 40-15,2 1-49 0,2 3 39 0,0-1-33 16,2-2 37-16,1 3-44 0,0-2 42 0,2 2-44 16,0-1 42-16,3-4-48 0,0 0 49 0,0 0-53 15,3 0 53-15,0 2-43 0,1 0 53 0,2-1-38 16,1 0 27-16,2 1-36 0,1 2 31 0,2 0-34 15,1-1 33-15,2-2-23 0,0 1 31 16,2-3-37-16,2 0 33 0,-1-1-34 0,4-2 28 16,-1 0-27-16,2-3 23 0,0 2-27 0,1-3 18 15,2-1-22-15,0 0 26 0,1-2-29 0,-3-4 29 16,6 2-31-16,-3-4 24 0,2 5-22 16,-1-6 23-16,-1-2-34 0,1 1 35 0,1-1-28 15,1-3 26-15,0 0-27 0,-1-2 23 0,2-1-25 16,2-1 28-16,-2-2-23 0,3 0 14 0,2-3-30 15,1-1 41-15,-1-2-25 0,-1 0 22 0,-1-1-25 16,1-1 24-16,-3 0-28 0,1 0 28 0,-2 0-32 16,-1-1 37-16,-4 1-31 0,-2 1 27 15,2-3-28-15,-3 3 28 0,0-1-30 0,-1-1 30 16,1-1-23-16,0 1 15 0,-2-2-19 16,0 0 27-16,1-1-26 0,1-2 25 0,-3 2-24 0,0-3 22 15,-3 1-18-15,3-5 20 0,-4 4-26 16,3-6 26-16,-3 4-23 0,0-4 26 0,0 2-23 15,-3 1 24-15,-2-1 9 0,0 1 11 0,1-2 2 16,-4 1 0-16,-1 1 10 0,0 2-11 0,-2 0 30 16,-1 2-22-16,-1-2-7 0,-3-1-7 0,-1 0 4 15,-2 0-16-15,0 0 4 0,-5 1-13 16,1 1 9-16,-2-3-17 0,-1 2 12 0,-5-1-10 16,1-1 0-16,-1 3-5 0,5 2 8 0,-8-2-9 15,-1 1 8-15,0-1-12 0,0-1 12 0,-3 3-13 16,1 1 6-16,-2 0 16 0,-1 1-25 0,0 1 4 15,1 0 1-15,-2 2-1 0,0-1 3 0,1 2-2 16,-3 2 2-16,0-1 2 0,1 1-1 16,-3 1 2-16,1-1-1 0,-2 5 1 0,0-2 10 15,6 2-10-15,-5 1 8 0,2-1-11 0,-1 3 10 16,4 2-11-16,-4 0 8 0,-4 0-8 0,0 5 9 16,3 0-8-16,1 1 9 0,-1 1-7 15,2 1 13-15,-1-1-5 0,2 5 9 0,0-1-5 16,2 2 10-16,-2 1-13 0,3 1 5 0,-1 4 5 15,4-1-4-15,0 0 4 0,-1 4 1 0,4 0 1 16,4 2-4-16,-2 2-5 0,6 2 5 0,0 1 1 16,4 1 1-16,3 3-4 0,1-1 2 0,3 2-5 15,2 3-1-15,2 1 2 0,3 1-8 0,0-1-1 16,3 2 2-16,1-2 0 0,3 0-2 16,0 0-1-16,3-1-1 0,1-2 1 0,0 1 5 15,2-2-11-15,1-1 3 0,2-3 2 0,2 1-4 16,-1-4 3-16,2-1-1 0,1-1 1 15,2-2 1-15,0-3 0 0,3-2-3 0,0-2 0 16,1-2 2-16,5-2 1 0,-3-4-3 0,1-3 2 16,2-3 0-16,1-3-2 0,1-3 0 0,0-2-2 15,0-4-3-15,2-1 2 0,-2-4-1 0,2-3-2 16,5-4-6-16,-3-3-2 0,0-2 2 0,-7 4 1 16,2-8 0-16,0 1 1 0,-1-4 4 15,-3 1 1-15,-4-3 2 0,-4 4-1 0,3-9 3 16,-8 8 0-16,2-4 3 0,-4 0 3 0,-3 0 2 15,-1-2 7-15,-1-1 7 0,-3-2 12 16,-1-1 4-16,-1 0 5 0,-2-1 11 0,-3 0 7 16,-1 0-11-16,-2 0-3 0,-2 0 2 0,-1 2 6 15,-4-1-2-15,2 3 0 0,-3 2 12 0,-4 2 3 16,1 1 3-16,-6 2-3 0,1 3-3 0,-4 0-6 16,0 3-16-16,-4 3-2 0,-3 0-14 0,-1 3-5 15,-4 3-7-15,-2 0-4 0,-1 6-2 0,-4 0-6 16,-2 4 0-16,-1 0 2 0,1 4-7 0,-2 2 2 15,2 0-5-15,0 4 1 0,-1 1 0 0,2 0 0 16,3 3 1-16,2-1-3 0,1 3 3 16,-3 1 2-16,5 3 0 0,0-1 5 0,0 4 16 15,2 3-25-15,1 0 19 0,1 4-24 16,3 1 24-16,0 2-27 0,1 3 2 0,-2 10 30 16,5-6-32-16,2 1 9 0,2 3-7 0,-1 8-17 15,4-6 25-15,1 2-2 0,4 1 19 0,0-1-25 16,2 3-10-16,4 0 16 0,0-1-31 0,2-2 26 15,5 1-31-15,-1-2 26 0,4-1-26 0,2 0 27 16,2-2-19-16,2-2 6 0,0-2 13 0,4-1-5 16,0-1 1-16,2-2 5 0,1-1 5 0,2-3 0 15,0-1 6-15,0-3-4 0,3-1 5 0,1-2 2 16,3-1-4-16,-1-3-6 0,0-3 0 16,4-2 2-16,0-2 1 0,4-5 0 15,-4-1 0-15,5-5-2 0,1-2 10 0,2-2-8 16,1-6 1-16,-2 1 0 0,9-8 1 0,-5-1 0 15,1-2 1-15,-3-2-1 0,-4-1 2 0,-5 2 5 16,-3-2-4-16,4-6-2 0,-7 5 3 0,-3-2 4 16,-3 0-1-16,-2-2 1 0,-1-1 2 0,-4-1 3 15,-4 2 22-15,-2-3-7 0,-3 2-11 0,-1 2 12 16,-5 1-4-16,0-6 1 0,-2 1 7 16,-5 0-13-16,0 2 8 0,-1 1-5 0,-7-2 4 15,3 2-11-15,-5 1 4 0,0 1-11 0,0 2-6 16,-3-1-10-16,-1 3-17 0,0 4-11 15,0 0-39-15,-3 3-14 0,1 3-37 0,-2 4-33 16,5 3-23-16,-5 6-61 0,3 2 15 0,-4 4-43 16,-3 5 5-16,0 4-46 0,-1 2-58 0,-1 2-61 15,1 0-237-15,3 3-202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06T03:36:28.539"/>
    </inkml:context>
    <inkml:brush xml:id="br0">
      <inkml:brushProperty name="width" value="0.05292" units="cm"/>
      <inkml:brushProperty name="height" value="0.05292" units="cm"/>
      <inkml:brushProperty name="color" value="#FF0000"/>
    </inkml:brush>
  </inkml:definitions>
  <inkml:trace contextRef="#ctx0" brushRef="#br0">20129 6853 406 0,'0'0'278'0,"-23"-4"-53"0,23 4-39 16,-24-4 14-16,24 4-59 0,-26-4 21 0,26 4-11 16,-25-5-15-16,25 5-1 0,-25-4-9 0,25 4-14 15,-23-3-6-15,23 3 4 0,-20-2 10 0,20 2-13 16,0 0 4-16,-23-1-8 0,23 1-10 0,0 0-5 15,-18 0-20-15,18 0-11 0,0 0-3 0,0 0 1 16,0 0-4-16,-17 1-3 0,17-1 17 0,0 0-24 16,0 0 5-16,18 5-3 0,-5-2 0 0,5-1-5 15,5 1-3-15,1-1 0 0,6 1-6 0,8-2-1 16,-1 2-2-16,3-3-2 0,6 1 5 0,0-1-14 16,4-1-2-16,1-2-3 0,15 0-2 15,1 0-2-15,1-2 1 0,0-2-5 16,-2 1 1-16,3 0-2 0,-5-3 1 0,0 2 0 15,-4-1 1-15,-14 2-1 0,1 1 0 0,-4 0 1 16,-5 0-3-16,-2 1-1 0,-8 2 3 0,-4-2-1 16,-6 3-1-16,-18 1 1 0,30-3 17 0,-30 3 13 15,19 0 21-15,-19 0 24 0,0 0 28 0,16 2 23 16,-16-2-7-16,0 0-32 0,0 0-79 0,-1 9-222 16,1-9 27-16,-9 7 30 0,9-7 18 0,-13 6 20 15,13-6 20-15,-14 5 16 0,14-5 14 16,-16 5 13-16,16-5 4 0,-18 2 14 15,18-2 8-15,-22 4 11 0,22-4-14 0,-20 2 8 16,20-2 0-16,-27-4-2 0,27 4 0 0,-28-4-4 16,12-1 6-16,1 0-6 0,1-1-4 0,-3-1-12 15,3 1 14-15,-1 0-7 0,1-1 11 0,1-1-10 16,-1 1 17-16,1 0-18 0,0 1 10 0,3 1-4 16,1 0 21-16,9 5-13 0,-18-9 19 0,18 9-18 15,-14-7 20-15,14 7-12 0,-11-5 15 0,11 5-17 16,0 0 19-16,-13-6-16 0,13 6 18 0,0 0-16 15,-12-7 18-15,12 7-19 0,0 0 21 16,0 0-24-16,0 0 24 0,-11-3-20 0,11 3 16 16,0 0-25-16,0 0 26 0,0 0-23 0,0 0 22 15,0 0-15-15,0 0 19 0,0 0-12 0,23 4 24 16,-23-4-16-16,27 7 27 0,-11-3-23 16,6-1 20-16,2 1-11 0,1 0 13 0,-1-2-2 15,3 0 1-15,1 1-5 0,1-1 5 0,1-1-5 16,-1 0 8-16,-1 0 16 0,2 2-27 0,-2-1-2 15,-3-1 12-15,-1 2 8 0,-1 0-27 0,-6-1-4 16,0 0 3-16,-2 2-2 0,-15-4 3 0,24 8 3 16,-14-3-8-16,-3 1 8 0,0 2-13 15,-2-1 17-15,-5-7-3 0,4 16 3 0,-8-5-2 16,0 3-6-16,-5 3 0 0,-1 0 12 0,-4 1-15 16,-3 1-23-16,-3 4-27 0,-1 0-86 0,-1-2-75 15,2 1-124-15,-4-2-430 0,2 0-278 16</inkml:trace>
  <inkml:trace contextRef="#ctx0" brushRef="#br0" timeOffset="1055.07">21514 6766 30 0,'0'0'383'16,"-10"-6"-122"-16,10 6-54 0,-9-6-53 0,9 6-9 16,-9-4-10-16,9 4-4 0,-10-5-12 0,10 5-10 15,0 0-7-15,-13-6 26 0,13 6-56 0,0 0 26 16,-9-5-58-16,9 5 30 0,0 0-48 16,0 0 30-16,0 0-46 0,-14-3 34 0,14 3-44 15,0 0 26-15,0 0-39 0,0 0 10 16,0 0 28-16,0 0-41 0,0 0 39 0,0 0-37 15,0 0 37-15,0 0-41 0,0 0 45 0,12 5-33 16,-12-5 37-16,20 4-34 0,-1-3 40 0,1 0-40 16,1-1 47-16,6 0-50 0,0 0 33 0,1 0-28 15,0-1 33-15,2 0-33 0,-4-2 34 0,1 1-32 16,-1 1 30-16,-2-1-31 0,-3-1 29 0,-3 2-31 16,-1-1 33-16,-17 2-30 0,27-1 26 0,-27 1-26 15,18-4 26-15,-18 4-29 16,17-1 25-16,-17 1-20 0,0 0 17 0,18-3-24 15,-18 3 23-15,0 0-24 0,0 0 1 0,0 0 3 16,18-1 7-16,-18 1-12 0,0 0 21 0,0 0-38 16,0 0 9-16,0 0-71 0,0 0-42 0,0 0-56 15,0 0-53-15,0 0-306 0,0 0-48 0</inkml:trace>
  <inkml:trace contextRef="#ctx0" brushRef="#br0" timeOffset="1684.12">21793 6017 406 0,'0'0'294'15,"-13"-11"-59"-15,13 11-42 0,-10-10-36 0,10 10-22 16,-9-8-35-16,9 8-23 0,-10-4-16 0,10 4-22 16,0 0-1-16,0 0-12 0,0 0-5 0,-19 4-6 15,12 4 0-15,2 6-3 0,-1 2 3 16,-1 7-7-16,1 0 44 0,0 8-30 0,-2 7 47 15,2 0-36-15,-1 7 38 0,1 1-39 0,-3 11 43 16,0 3-38-16,1 3 27 0,-1 2-22 16,2 1 27-16,-1 3-10 0,0-2 29 0,-1 3-4 15,2 0 30-15,-1 2-41 0,1 1-13 0,0 0-4 16,-1 1-4-16,3-6-8 0,0 0-12 0,1-3 4 16,0-5-2-16,3-12-3 0,0 0-4 0,1-4-5 15,1-2-1-15,-1-1 14 0,4-3-22 16,-3-2 11-16,3-3-20 0,-1-7-1 0,-1-1-1 15,2-4-3-15,-1-2-24 0,-1-3-50 0,1-5-27 0,0 1 33 16,-3-12-43-16,5 15-11 0,-5-15-44 16,0 0-56-16,12 5-55 0,-12-5-84 15,14-19-159-15,-5 0-2 0</inkml:trace>
  <inkml:trace contextRef="#ctx0" brushRef="#br0" timeOffset="2508.17">21788 6315 35 0,'-4'-20'273'0,"-1"0"-63"0,0 1-62 0,0-1-24 16,-3 1-27-16,1 3 0 0,0 1-9 0,2 0 25 15,-3 3-13-15,3-2-9 0,-1 4 8 0,2 0-20 16,0 1-6-16,0 2-14 0,4 7-10 0,-5-14-10 16,5 14-10-16,-5-10-15 0,5 10 8 15,0 0-8-15,0-15 12 0,0 15-19 0,13-13-2 16,1 6-2-16,3-2-2 0,7 2-10 0,5-3 5 16,7-1 7-16,0 5-4 0,5-2 3 0,4-1 3 15,2-2-2-15,12 2 2 0,1 0-13 16,5 0 11-16,0 0 14 0,0 2-24 0,1-2 13 15,0 2 0-15,-2-2 3 0,0 1 0 0,0 2-15 16,-13 1 15-16,-2 0 4 0,-1 2-5 0,0-2 3 16,-5 2 3-16,-2 2-5 0,-1-2 14 0,-12 2-22 15,3 0 1-15,-3 1 13 0,-4 0-1 16,-2 0-1-16,-2 0-2 0,-2 0 0 0,-18 0-1 16,31 1-12-16,-31-1 12 0,28 4-6 0,-28-4 5 15,27 3-1-15,-16 3-3 0,3-3 5 0,1 2-2 16,0 5-5-16,-4-2-3 0,6 3 15 15,-4 3 2-15,0 1 2 0,1 2 33 0,0 6-38 0,0 2 36 16,-3 1-38-16,1 4 30 0,-2 2 4 16,-1 6-2-16,-2 0-7 0,0 4-2 0,-2 3-24 15,-1 1 26-15,0 3-13 0,-2 2 4 16,2 8-9-16,0 1 32 0,1-10-20 0,-1 9 10 16,1 0-7-16,2-2-19 0,-1-1 11 0,-1 2 35 15,3-1-44-15,-2 0-7 0,-2-9-9 0,4 10 9 16,-4-11-4-16,3 0-1 0,-2 0 0 0,-1-1-6 15,0-1 7-15,-1-1-2 0,-1-3-9 0,1 1 8 16,-3-4 1-16,1 0-1 0,-1-2-2 0,-1-6 36 16,1-1-42-16,-2-2 24 0,0 1-25 0,1-3 29 15,-3 0-32-15,1-3 38 0,-1-1-43 0,-1 0 41 16,1-5-41-16,1-3 34 16,0 1-35-16,-1-4 32 0,0 0-39 0,4-10 47 15,-5 16-27-15,5-16 47 0,-8 13-16 0,8-13 26 16,-11 10-24-16,11-10 24 0,-13 4-19 0,13-4 12 15,-23 0-14-15,4-2 11 0,-3 0-22 0,-5-4 15 16,-6 1-19-16,-4 0 6 0,-6-2-12 0,-4 3 7 16,-4 0-18-16,-14 0 16 0,-3 1-18 0,-2 2 12 15,-3 1-16-15,-4 1 14 0,-1 3-19 0,5-1 20 16,-3 3-20-16,1-2 9 0,4 2-25 0,3 1 2 16,3 1-56-16,6-2-4 0,10 0-61 0,5 1 26 15,3-1-32-15,4-1-13 16,3 0-49-16,9-1-63 0,2-1-75 0,5-1-228 15,3-1-110-15</inkml:trace>
  <inkml:trace contextRef="#ctx0" brushRef="#br0" timeOffset="3773.28">23709 6950 3 0,'0'0'538'0,"0"0"-141"0,-10-8-137 0,10 8-1 16,0 0-104-16,-10-7 13 0,10 7-32 16,-8-7-46-16,8 7 42 0,0 0-24 0,-9-8-6 15,9 8 8-15,0 0-16 0,0 0-25 0,-10-8-15 16,10 8-13-16,0 0-15 0,0 0 4 0,0 0-11 16,-9-6-1-16,9 6-7 0,0 0 2 0,0 0-9 15,0 0-2-15,0 0-19 0,0 0 14 0,6-7 7 16,-6 7 2-16,21-4 0 0,-21 4 0 0,33-3-1 15,-5 1 1-15,0-1 1 0,9 1-7 16,2 1 2-16,1-2 13 0,4 0-1 0,-2 1 8 16,4 1-2-16,0-2 4 0,0 1 11 0,-1 0-6 15,0 1 1-15,-4-1 1 0,-1 1 1 0,-2-2-3 16,-8 2-1-16,-1 0-2 0,-5-1 3 16,-4 1 2-16,-1-1-3 0,-19 2-8 0,26-2-1 15,-26 2 0-15,22-1-4 0,-22 1-2 0,0 0-5 16,23-1 2-16,-23 1 5 0,0 0-3 0,0 0-7 15,20 0 0-15,-20 0 1 0,0 0-4 0,0 0-1 16,0 0-4-16,0 0 2 0,0 0 3 16,0 0-8-16,0 0 4 0,0 0-7 0,0 0 3 15,0 0-5-15,-3-10 2 0,3 10-4 0,0 0 1 16,-12-5 2-16,12 5-15 0,0 0-38 0,-18-7-38 16,18 7 8-16,-13-4-24 0,13 4 26 0,-14-7-17 15,14 7 40-15,-19-6-24 0,19 6 39 16,-20-8-22-16,20 8 49 0,-20-6-30 0,20 6 36 15,-21-6-21-15,21 6 46 0,-23-7-27 0,23 7 36 16,-21-8-32-16,21 8 49 0,-23-8-32 0,11 5 39 16,1-2-14-16,11 5 30 0,-23-9-6 15,23 9 18-15,-18-9-31 0,18 9 13 0,-18-7-30 16,18 7 12-16,-13-7-18 0,13 7 14 0,0 0-21 16,-15-6 4-16,15 6-7 0,0 0 12 0,-9-5-18 15,9 5 13-15,0 0-13 0,0 0 6 0,0 0-6 16,0 0 16-16,0 0-6 0,27 0 17 15,-11 3-11-15,1 2 15 0,5-2-3 0,0 4 5 0,1-1 8 16,1 0-4-16,-2 1 0 0,0 1 1 16,-2 1-6-16,-1-1 0 0,-1 3 0 0,-1-1-9 15,-6-1 2-15,1-1 1 0,-1 1-10 16,-3 0 1-16,0-1 1 0,-1 0-3 0,-3 1-3 16,-4-9 0-16,4 16-3 0,-4-16 13 0,-3 16-11 15,1-6-7-15,-7 2 2 0,-1-1-2 0,-7 0-3 16,1 2-15-16,-5-2-45 0,-7 1-8 0,1 0-67 15,-2-1-37-15,-1-3-68 0,-2 3-59 0,8-7-68 16,0 3-178-16,-1-5-51 0</inkml:trace>
  <inkml:trace contextRef="#ctx0" brushRef="#br0" timeOffset="4775.35">24576 6071 485 0,'0'0'394'0,"0"-12"-152"15,0 12-5-15,0 0-94 0,-2-14-5 16,2 14-54-16,0 0 8 0,0 0-45 0,0 0 20 16,0 0-50-16,0 0 34 0,0 0-39 0,-2 12 28 15,2 5-16-15,0 8 41 0,-1 3 5 0,0 12 1 16,-2 8-4-16,-1 13 10 0,-1 5-1 0,0 7 3 15,0-2 15-15,0 2 1 0,0-1 0 0,1-1-9 16,-1-1 9-16,2 0-20 0,2-2-6 16,-1-2-16-16,0-1-8 0,2-14-10 0,0 2-3 15,-1-5-5-15,0 1-6 0,1-4-7 0,0-1 1 16,0-4 1-16,0-3-7 0,1 0-4 16,-1-8 2-16,1-3-2 0,-1-2-6 0,2-6-53 15,0 0-33-15,-2-1-33 0,1-4 22 0,2-2-41 16,-3-11-4-16,2 17-14 0,-2-17-37 0,7 8-46 15,-7-8-42-15,0 0-282 0,15-12-82 0</inkml:trace>
  <inkml:trace contextRef="#ctx0" brushRef="#br0" timeOffset="5571.41">24549 6121 409 0,'-10'-18'304'16,"0"2"-47"-16,0 1-36 0,3 2-44 0,-1 0-36 15,2 2-33-15,2 1-23 0,2-2-13 0,-1 2-22 16,3 10-5-16,4-17-8 0,1 6-8 16,4-1-7-16,5-1-8 0,4 0-2 0,6 1-3 15,7-3 1-15,4 1-4 0,6 2-9 16,12-4 6-16,7 2 0 0,4 2 0 0,2-2-2 15,5 3-11-15,1-2 12 0,2 1-1 0,2 2-2 16,1-1 2-16,5 0 5 0,-1 1-2 0,1 0-2 16,1-1-7-16,-5 5 10 0,0-2-6 0,-6 2 4 15,-2 0 4-15,-7 3 2 0,-11-2-3 0,-4 2 4 16,-3 2 22-16,-2 0-25 0,-4 1-22 16,-7-2 21-16,-4 4 6 0,0-2-3 0,-3 0 8 15,0 1-5-15,-6 0-12 0,0 2 2 0,0-2 35 16,0 3-34-16,-4-2 1 0,3 3 3 0,-1-1 0 15,3 3-2-15,-3 2 1 0,2 1-3 16,-1 3 7-16,-3 2 5 0,4 4 2 0,-1 0 3 16,-1 4 2-16,-3 4 7 0,0 4 1 0,-4 2 0 15,-2 3 33-15,0 6-12 0,-2 3 28 0,-3 1 2 16,-1 4-9-16,-2 4-14 0,0 9 4 16,0 2-3-16,0 1-8 0,-1 0-3 0,1-1-8 15,-1-2-3-15,-1 0-7 0,2-11-3 0,0 0-6 16,0-1-2-16,0-1 21 0,0-1-29 0,0-1-7 15,0 0 3-15,-1-3 2 0,1-2-4 0,-3 2 1 16,2-4-6-16,0-3 17 0,-2 1-11 16,1-3 2-16,-2 1-3 0,1-5 5 0,2-4-4 0,-3-2 6 15,2 0-6-15,-2-2 9 0,0 0-1 16,0 1 1-16,-1-5-10 0,0 1 4 0,1-5-1 16,0-1 0-16,0-1 2 0,1-1-7 0,0-2 6 15,-1 0 4-15,2 0-6 0,-2-2-3 16,4-9 0-16,-5 15-2 0,5-15 3 0,-7 14-1 15,7-14-4-15,-6 12 2 0,6-12 6 0,-9 11-4 16,9-11 8-16,-17 13 4 0,4-8 5 0,-3 0 6 16,-6 1 3-16,-2-1-3 0,-13 1 18 0,-3 2-19 15,-5-2 1-15,-17 2-1 0,-6-2 6 0,-5 1 4 16,-6 2 0-16,-2 0 1 0,-6 0-11 0,-1-1 4 16,-3 1-11-16,-1 1 3 0,1 0-12 0,2-1 5 15,4-1-12-15,7-1 9 0,7-1-10 16,7 0 3-16,14 0-5 0,8-4 9 15,3 2-9-15,12-2 4 0,3 1-10 0,6-3-13 16,18 0-34-16,-29 2-17 0,29-2-61 0,-18 0-10 16,18 0-58-16,0 0 19 0,-15-4-42 0,15 4-37 15,0 0-45-15,0 0-67 0,12-9-229 0,-3 2-134 16</inkml:trace>
  <inkml:trace contextRef="#ctx0" brushRef="#br0" timeOffset="6680.5">26653 6870 409 0,'0'0'439'0,"-11"-5"-163"15,11 5-15-15,0 0-107 0,-12-5 14 0,12 5-70 16,0 0 29-16,0 0-51 0,-13-4 29 16,13 4-49-16,0 0 15 0,0 0-36 0,0 0 24 15,0 0-50-15,0 0 35 0,0 0-36 16,0 0 28-16,0 0-33 0,0 0 32 0,27 0-28 16,-8 1 29-16,6 1-33 0,2-1 36 0,3-1-21 15,9 0 18-15,0 0-18 0,1 0 14 0,2 0-16 16,0 0 24-16,-2-1-3 0,1 1-10 0,-3-2-3 15,-2 1 11-15,-5-1-8 0,-2 1 7 0,-2-1 5 16,-3 1 7-16,-4 0 12 0,-3-1-3 0,-17 2 2 16,29-2-9-16,-29 2 1 0,19-2-9 15,-19 2 2-15,16-1-8 0,-16 1 8 16,0 0-12-16,17-2-7 0,-17 2-16 0,0 0 0 16,10-6-11-16,-10 6 1 0,0 0-10 0,0 0 7 15,2-9-9-15,-2 9 5 0,0 0-10 0,-6-8 6 16,6 8-3-16,0 0-4 0,-10-10 0 0,10 10 2 15,-10-7-10-15,10 7-7 0,-16-8-3 0,16 8-10 16,-20-8 6-16,11 2-8 0,-4 3 18 0,2-2-14 16,-2 0 25-16,-1-1-7 0,0 0 18 0,1 2-8 15,0-2 5-15,-2 3-3 0,3-2 16 0,-3 1-12 16,4 0 13-16,-2 1-14 0,13 3 9 16,-21-7-6-16,21 7 7 0,-19-3-15 0,19 3 20 15,-14-4-14-15,14 4 16 0,0 0-17 16,-18-4 17-16,18 4-8 0,0 0 7 0,0 0-20 15,-14-4 18-15,14 4-14 0,0 0 16 0,0 0-13 16,0 0 16-16,0 0-6 0,8 7 12 0,-8-7-19 16,17 7 24-16,-17-7-12 0,24 8 16 0,-9-5-10 15,2 4 18-15,2-1-20 0,-1-1 16 0,1 1-11 16,-4 0-4-16,1 1 2 0,-1-1 4 0,-2-1-9 16,-1 2 6-16,-2-2-11 0,-1 1 9 15,-2 1-2-15,2 0-5 0,-4 1 0 0,-5-8 8 16,8 16 11-16,-8-16 22 0,0 18-3 15,-3-7-15-15,-2 3 8 0,-5-1-11 0,-3 3-9 0,0-1 2 16,-3 1-6-16,-6 1-5 0,3-1-33 16,1-1-61-16,1-1-65 0,2-1-15 0,2-2-119 15,1-3-74-15,5 1-247 0,7-9-142 0</inkml:trace>
  <inkml:trace contextRef="#ctx0" brushRef="#br0" timeOffset="7289.55">27426 6062 174 0,'-7'-10'389'16,"2"1"-115"-16,0 0-65 0,0 0-28 0,0 0-24 16,-1 2-33-16,6 7-11 0,-7-16-23 0,7 16-14 15,-8-9-15-15,8 9-12 0,-5-9-9 0,5 9-9 16,0 0-18-16,-6-10 3 0,6 10-5 0,0 0-3 16,0 0 1-16,-8 6-6 0,8-6 2 0,-5 21 2 15,3-3-3-15,-5 6 16 0,5 4 36 0,-1 10-19 16,0 4 34-16,-1 7-31 0,2 13 36 15,-2 7-11-15,0 6 39 0,3 2 8 0,-1 0-4 16,0 0 6-16,2 4-8 0,0-3-5 16,2 2-2-16,0-2-2 0,2 1-16 0,0-3-20 15,2-2 2-15,-1-3-14 0,3-1 3 0,-2-6-18 16,3-1-3-16,0-5-7 0,-2-2-5 0,0-12-3 16,-1-1 14-16,2-3-18 0,-1-1-6 0,-1-3 2 15,1-1-2-15,0-3-2 0,-2-7-4 0,-1-1-4 16,0-5-33-16,-1-2-29 0,1-2-35 0,-2-3-35 15,-1 0-12-15,-1-12 13 0,4 15-3 0,-4-15-39 16,0 0-66-16,0 0-100 0,0 0-305 16,12-7-176-16</inkml:trace>
  <inkml:trace contextRef="#ctx0" brushRef="#br0" timeOffset="8009.14">27391 6128 317 0,'-14'-18'331'0,"-1"3"-95"16,3-2-38-16,1 2-31 0,-1 1-32 0,3-1-18 15,2-1-23-15,1 2-13 0,0 2-8 16,2-1-23-16,4 1-5 0,0 12-4 0,4-21-14 15,2 9 0-15,3-5-8 0,6 4-7 0,5 1-14 16,7-3 12-16,5 3-4 0,4-2-22 16,7 1-49-16,11 0 88 0,3-1-5 0,7 3-4 15,0 1-12-15,6-1 8 0,2 3 0 0,5 2 2 16,4 0 3-16,3 0-4 0,2 2-66 0,-1 1 78 16,2 0-13-16,-2 2 6 0,-2 2 3 0,-4-1 4 15,0 2-7-15,-6-1 0 0,-3 0 0 0,0 2-39 16,-5-2 44-16,-14 1-49 0,0 2 56 0,-3 0-47 15,-9 1 48-15,0-3-47 0,-10 2 47 0,-3 0-40 16,-3 2 37-16,-3-1-34 16,-1 3 44-16,-5 0-39 0,3 2 36 0,-7 2-22 15,0 0 21-15,-1 4-2 0,-2 5-5 0,-1 0 8 16,-2 2 6-16,-3 6 1 0,-1 8 12 0,-1 4 22 16,-1 5 17-16,-4 12-12 0,1 5-5 0,-2 2-10 15,0 3 8-15,-2 2 3 0,4-2 0 0,0 1-6 16,1-1-6-16,0-2-13 0,3-3 1 0,0 0-11 15,1-10-6-15,1 1-7 0,0 6 3 0,1-9-12 16,0-1 2-16,1 0-9 0,-1-1 6 16,0-1-8-16,1-3 2 0,0 2-10 0,-2-5 6 15,2-2-6-15,-2-3 5 0,-1-5-6 16,-1-4 9-16,-2 2-9 0,1-3 9 0,-3-1-10 16,-1-2 1-16,-3-2 1 0,-2-2 1 0,-4 3 1 15,-5-3 4-15,-1-1 2 0,-7-2 13 0,-1-2 9 16,-5-1 12-16,-2 0 3 0,-4-5 4 0,-2 1 6 15,-5-1-9-15,-11 0 5 0,-2 0 4 0,0-3-7 16,-4 0-7-16,0 1-2 0,-1-4-9 0,-2 2-6 16,2-2 4-16,1 0-5 0,12 1-4 0,1-3 1 15,1 1-8-15,3-1-1 0,4 3-1 16,6-4-2-16,6-3-3 0,3 2-2 0,3 0 0 16,4-1-18-16,3 0-37 0,2-1-33 15,3 0-52-15,0-1-71 0,13 4-30 0,-15-11-10 0,15 11-46 16,-5-13-36-16,6 2-111 0,5 0-225 15,3-6-193-15</inkml:trace>
  <inkml:trace contextRef="#ctx0" brushRef="#br0" timeOffset="10384.84">27708 7257 67 0,'0'0'500'16,"13"-4"-185"-16,-13 4-35 0,0 0-76 0,0 0-17 16,0 0-57-16,0 0 29 0,0 0-58 0,0 0 18 15,8-6-47-15,-8 6 19 0,0 0-43 0,-12-5 25 16,12 5-42-16,-21-5 30 0,21 5-32 0,-35-2 20 15,10 1-4-15,-4-1-9 0,-1 1 5 0,-9 1-2 16,-2 1-4-16,-5-1-1 0,-4 2-15 16,-2 0 5-16,-15 2-14 0,0-1 8 0,-7 3-14 15,-1-2 12-15,-5 3-13 0,-1 0 16 16,-2 0-5-16,1-2 0 0,2 3 10 0,2-2 6 16,5 0-2-16,1-2 2 0,4 1-5 0,6-1 1 15,12 0 2-15,1-3-8 0,7 0-2 0,1 1-1 16,8-1 14-16,3-1-19 0,5 1 7 0,6-1-2 15,19 0 8-15,-31 0-2 0,31 0 2 0,-23 2-7 16,23-2 0-16,0 0-6 0,-26 0-4 0,26 0-20 16,0 0 7-16,0 0 1 0,-18 0-3 0,18 0-7 15,0 0 11-15,0 0-21 0,0 0-13 16,0 0-1-16,0 0-22 0,0 0 3 16,0 0-20-16,0 0 15 0,0 0-39 0,0 0 30 15,0 0-42-15,0 0 29 0,0 0-74 0,3-12-2 16,-3 12-24-16,0 0-26 0,0 0-8 0,0 0-51 15,0 0-138-15,10-6 187 0</inkml:trace>
  <inkml:trace contextRef="#ctx0" brushRef="#br0" timeOffset="10647.87">26108 7221 418 0,'0'0'442'0,"0"0"-171"0,9-7-14 15,-9 7-112-15,0 0 10 0,0 0-75 16,0 0 28-16,-5-11-56 0,5 11 32 0,0 0-54 15,0 0 37-15,-21-1-60 0,21 1 45 0,-20 5-54 16,20-5 43-16,-27 8-47 0,12-5 41 0,2 3-44 16,-2-2 39-16,2 2-51 0,4 0 48 0,9-6-41 15,-19 9 37-15,19-9-37 0,-14 7 46 0,14-7-34 16,-9 8 37-16,9-8-44 0,-4 8 40 16,4-8-33-16,0 0 36 0,3 15-39 0,-3-15 37 15,10 13-42-15,0-6 36 0,-1 1-39 0,5-1 32 16,-2 2-34-16,1-3 33 0,4 3-63 0,2-2-4 15,-2 1-86-15,4 1-58 0,-3-2-54 0,2 1-266 16,-1-2 12-16</inkml:trace>
  <inkml:trace contextRef="#ctx0" brushRef="#br0" timeOffset="11695.95">24704 7596 112 0,'0'0'511'0,"0"0"-191"0,0 0-47 15,0 0-89-15,0 0 16 0,4-10-67 0,-4 10 20 16,0 0-53-16,0 0 16 0,-3-10-52 0,3 10 16 15,-7-5-44-15,7 5 37 0,-17-4-7 16,17 4-6-16,-31-5-21 0,12 4 24 16,-8 1-18-16,-1 1 12 0,-9 1-13 0,-4 0 10 15,0 0-14-15,-4 4-13 0,1-3-3 0,-4 2-1 16,1 0-12-16,-2 0 3 0,0 3-13 0,0-2 8 16,3 0-3-16,0 0-14 0,2 1 7 0,3-1 1 15,7-2-3-15,-2 1 0 0,12-3 0 0,1 2-1 16,5-1 3-16,18-3 5 0,-27 2-8 0,27-2 5 15,-19 2-1-15,19-2 1 0,-18 3 1 0,18-3 0 16,0 0 2-16,-17 1 2 16,17-1-3-16,0 0-7 0,0 0 7 0,0 0-1 0,-20 0-6 15,20 0 5-15,0 0-5 0,0 0-2 16,-14-2 1-16,14 2 0 0,0 0-9 0,-18-3 9 16,18 3 3-16,0 0-10 0,-27-1 14 0,27 1-12 15,-23 1 13-15,23-1-4 0,-23 1-17 0,23-1 11 16,-27 2 12-16,27-2-14 0,-24 2 14 0,24-2-16 15,-27 1 11-15,27-1-7 0,-26 3 5 0,26-3-18 16,-26 4 20-16,26-4-14 0,-25 2 16 0,25-2-15 16,-23 4 16-16,23-4-14 0,-22 3 4 15,22-3 14-15,-20 2-18 0,20-2 20 0,0 0-16 16,-21 2 16-16,21-2-18 0,0 0 18 0,-16 2-9 16,16-2 7-16,0 0-17 0,0 0 19 0,0 0-16 15,-17 2 16-15,17-2-12 0,0 0 13 16,0 0-4-16,0 0 5 0,0 0-15 0,0 0 15 15,0 0-14-15,0 0 15 0,-18 0-16 0,18 0 15 16,0 0-14-16,0 0 12 0,0 0-9 0,0 0-3 16,0 0 2-16,0 0 10 0,0 0-18 0,0 0 15 15,0 0-19-15,0 0 19 0,0 0-9 16,0 0-3-16,0 0-4 0,-1-8 14 0,1 8-16 16,0 0 16-16,0 0-18 0,0 0 17 0,0 0-8 15,0 0 7-15,0 0-19 0,0 0 18 0,0 0-14 16,0 0 19-16,0 0-19 0,0 0 17 0,0 0-12 15,0 0 10-15,0 0-12 0,0 0 9 0,0 0 0 16,0 0-4-16,0 0-2 0,0 0-2 16,0 0-31-16,0 0-43 0,0 0-18 0,0 0-81 15,0 0-79-15,0 0-43 0,9 7-207 0,-9-7 15 16</inkml:trace>
  <inkml:trace contextRef="#ctx0" brushRef="#br0" timeOffset="13913.25">23552 7658 94 0,'0'0'231'0,"-6"-11"-46"0,6 11-46 0,-6-8 2 15,6 8-29-15,-6-8 2 0,6 8-6 0,-9-10 11 16,9 10 19-16,-12-10-41 0,12 10 24 0,-11-9-34 16,11 9 34-16,-14-7-44 0,14 7 13 0,-17-9-36 15,17 9 29-15,-18-8-38 0,18 8 34 0,-23-6-44 16,23 6 29-16,-23-5-33 0,23 5 18 0,-25-3-24 16,25 3 18-16,-31-2-15 0,14 4 19 15,-2 0-7-15,-4 0-4 0,3 4 3 16,-2 1 1-16,-1 1-2 0,1 2 5 0,3-1-10 15,0 5-12-15,-2 1 18 0,3 0-2 0,2 0-1 16,3 3 3-16,0-1 3 0,2 2 25 0,3 1-16 16,3 0 15-16,0 1-28 0,3 2 17 0,1-3-27 15,5 2-4-15,0 1-2 0,1 0-1 0,3 1-6 16,2 2 11-16,1 1-4 0,2-4 0 0,4 1 2 16,-2-4 1-16,4 0 3 0,3-2-6 0,0-3 7 15,-2-4-11-15,3-2 4 0,3-1-6 16,-2-2 9-16,4-4-14 0,2-1-1 0,-2-2 0 15,3-1-1-15,2-5-2 0,0-2 0 0,-1-2 1 16,1-3-1-16,-4-1 2 0,-3-1-1 16,1-3 12-16,-3-3 24 0,-2 0-11 0,-3-3 3 15,-1-2-12-15,-2-2 7 0,-2 2 1 0,-4-2 25 16,-5 7 0-16,1-1-14 0,-3-1-12 0,-4 5-16 16,-4-3-7-16,-3 0-13 0,-1 2-7 0,-4 0 12 15,-3-2-20-15,-5 4 4 0,1 2-14 0,-6 0 12 16,0 3-15-16,0 3 18 0,0 2-16 15,-2 3 13-15,1 1-8 0,0 3 9 0,-2 0-9 16,1 2 12-16,-7 4-5 0,3 0 13 16,-2 4-9-16,2 2 10 0,1 3-7 0,4 0 5 15,0 2 0-15,4 1 1 0,0 1 3 0,5 5 1 16,-1-2 2-16,6 1 12 0,-1 3-3 0,5-2 10 16,3 1-11-16,1-1 0 0,2 2 4 0,5 0 5 15,0 0 0-15,4 0 4 0,2 4-3 0,2-3 1 16,4-1 10-16,3 0-14 0,1-2 6 0,4-3-10 15,-2-3 14-15,4-1-19 0,2-1 21 0,-3-6-23 16,0-1 12-16,4-2-13 0,1-4 14 16,0 0-18-16,0-4 2 0,2 0-2 0,-3-4 4 15,5-2-2-15,-3-2-1 0,-1-4 3 0,0-1 0 16,-5-2-1-16,2-3-1 0,-5-3 4 0,-2 0-5 16,-1-4 3-16,-5 0 1 0,1-3-2 0,-5 1 0 15,-4 3 1-15,-3-2-1 0,-1 1 5 16,-4 1-5-16,-2-3-8 0,-7 1-6 0,-1 3 5 15,-4 2-18-15,-1 3 9 0,-4 3-13 0,-1 1 12 16,-3 1-14-16,0 3 10 0,0 3-7 0,0 2 13 16,1 0-12-16,0 5 8 0,0-1-1 15,-2 3 6-15,2 2-9 0,1 1 11 0,-1 4-4 16,1 0 8-16,-5 3-7 0,2 2 6 0,3 3 1 16,0 3 3-16,3-1 1 0,3 4 1 0,2-2 1 15,1 5 14-15,6-4-5 0,0 3 4 0,3 0-3 16,1 1 2-16,3 2 12 0,2-1-3 0,2 3 1 15,3-2-3-15,1 4 5 0,4 0 3 0,3-2 9 16,-1-2-20-16,6-1 11 0,-2 0-13 16,4-4 8-16,3-1-17 0,0-2 14 0,2-3-14 15,0-3 24-15,-1-3-25 0,0-3 14 16,4-1-10-16,0-2 6 0,1-3-15 0,2-2 14 16,4-4-18-16,-2 0 1 0,0-4 7 0,-2 0 0 15,-1-2-2-15,0-3 2 0,-2-2 0 0,-1 1 2 16,-4-4 24-16,-2-1 14 0,-1-1 5 0,-3 1-4 15,-4 0 11-15,-4 0-7 0,1-2 10 0,-4-2-3 16,-4 1-28-16,-1-1-9 0,-2 0-13 16,-5 2-10-16,-3-5-1 0,-4 3-13 0,0 1-13 0,-4 3 1 15,0 0-6-15,-4 3 17 0,0 2-19 16,2 5 16-16,-2 0-12 0,0 2 13 0,-4 4-14 16,3 0 19-16,-4 4-11 0,0 0 13 15,-1 2-11-15,-3 2 16 0,-2 4-10 0,1 0 3 16,-1 4 4-16,0 1 0 0,3 1 3 0,1 1 5 15,2 2-1-15,3 1 1 0,2 1 8 0,4 3-4 16,1-2 7-16,6 1-4 0,2 2 5 0,1 2 14 16,4-1-8-16,3 2-4 0,4 0-1 0,3 0-1 15,4 3 4-15,3-1-1 0,4-2 11 0,2-2-19 16,4-1 15-16,2-3-17 0,2-2 14 0,3-3-15 16,0-3 12-16,1-1-12 0,1-2 13 0,-5-4-17 15,1-2 17-15,-1-2-13 16,3-4-2-16,4 0 3 0,-1-5 0 0,-2-3 4 15,-2 0 10-15,1-3 4 0,-3-1 12 0,-2-2 12 16,-2-2 13-16,-2-2-4 0,-3-2 14 0,-3-1-13 16,-2-2 7-16,-3-2 24 0,-1 0-42 0,-5 4-2 15,-3-1-32-15,-1 0-1 0,-4 1-12 0,-1 1-11 16,-5 0-6-16,-3-1-3 0,-5 2 0 0,0 4-7 16,-4 1 16-16,1 3-22 0,-5 2 16 0,3 5-17 15,-1 2 19-15,-3 2-14 0,1 1 18 0,-2 3-10 16,0 1 15-16,1 3-15 0,-6 2 21 15,1 2-16-15,1 3 6 0,2 2 3 0,3 1 2 16,-1 2 13-16,3 1-8 0,1 3 0 16,5 0 8-16,0 3 5 0,4 2 3 0,4 1-3 15,2-2 2-15,4-1-1 0,3 4 5 0,1-1-4 16,4 0 1-16,4 4-1 0,3-2 17 0,2-1-23 16,1 0 12-16,5-5-18 0,3-1 18 15,1-2-16 16,1-2 13-31,3-3-17 0,1-3 14 16,3-3-10 15,-4-3 15-15,1-4-19-16,1-3 0 0,5-3 5 0,-2-4 5 0,1-1-4 16,0-5 5-16,-1-1 13 31,-2-3 11-31,-2-2 10 0,-4-2 23 15,0-3-1-15,-6-2 28 0,0 0-24 0,-5-4 0 0,-3-1 6 0,-4 0-51 0,-3-1 0 0,-2 4-21 0,-3 2-14 16,-5-4-9-16,-4 1-6 0,-2 4 0 0,-5 2-8 0,0 1-4 0,-6 5 18 0,-3 2-22 0,-1 2 16 0,-1 5-16 16,-2 1 19-16,-2 3-12 0,3 4 11 0,2 2-17 0,-3 2-5 0,-2 3-85 0,2 2-72 0,2 3-53 0,1 1-9 0,1 6-56 0,5 0-51 0,1 1-57 0,4 3-248 0,4-4-209 15</inkml:trace>
  <inkml:trace contextRef="#ctx0" brushRef="#br0" timeOffset="15041.33">22705 7905 361 0,'-1'-12'322'0,"1"12"-109"0,-1-17-19 0,1 17-37 15,-2-15 8-15,2 15-42 0,-1-11 36 0,1 11-9 16,-3-13-6-16,3 13-13 0,0 0 8 0,-1-12-2 15,1 12 0-15,0 0-22 0,-1-10-10 0,1 10-23 16,0 0-12-16,0 0-15 0,0 0-14 0,-2-12-7 16,2 12-7-16,0 0-6 0,0 0-9 0,0 0 5 15,0 0 25-15,-1 19-20 0,0-6 22 16,0 5-22-16,-2 6 15 0,2 5 17 16,-1 6 14-16,1 0 6 0,-2 4-7 0,1-1 9 15,2 2-4-15,-1 0 1 0,2-1-21 0,1-1 9 16,1 1-14-16,-2-2 3 0,2 1-6 0,1-4-6 15,1 0-7-15,0-1-3 0,-1-6-5 0,-1 2-5 16,1-3 2-16,0 0-6 0,0 1 0 0,0-1-5 16,0-1 0-16,0-1-4 0,-3 1-1 0,2-2 3 15,-2 0-6-15,2-1 0 0,-2-3 0 0,-1 0 3 16,1-2-4-16,-1-1 1 0,0-4-4 0,3 2 5 16,-3-3 2-16,0 0-4 0,0-11-2 15,1 18 2-15,-1-18 1 0,0 13-2 16,0-13-2-16,1 12-16 0,-1-12-25 0,0 0-51 15,0 0-79-15,-2 10-70 0,2-10 5 0,0 0-13 16,-10-8-29-16,10 8-15 0,-11-10-11 0,3 2-88 16,0-2-154-16,-1-3-52 0</inkml:trace>
  <inkml:trace contextRef="#ctx0" brushRef="#br0" timeOffset="15430.34">22505 8615 594 0,'-6'-13'412'0,"6"13"-83"0,-5-7-65 16,5 7-65-16,0 0-33 0,-5-10-26 0,5 10-24 16,0 0-15-16,0 0-28 0,-4-8-4 0,4 8-19 15,0 0-8-15,0 0-8 0,0 0-9 0,0 0-9 16,14 6 37-16,-5 1-52 0,4 0 42 0,2 4-52 16,2 3 49-16,1-1-49 0,2 3 44 0,2 0-48 15,1-1 29-15,1 2-41 0,3-5 24 16,0 2-57-16,0-3-19 0,1-1-33 0,1-1-35 15,0-4-28-15,-3 0 12 0,4-4-4 0,-2 0 33 16,-1-2 8-16,0-3 31 0,-3 0 6 0,-1-2 44 16,-3-1 34-16,-3-2 53 0,-2-1 37 15,-2-2 45-15,-4-1 19 0,-2 1 40 0,-4-3-45 16,-1 1 46-16,-1 1-37 0,-4-1-2 0,1-1-17 16,-5 3 2-16,1-1-18 0,-3 3-17 0,-1 1-15 15,-3 2-18-15,-1 2-10 0,14 5-9 0,-28-2 1 16,9 6-20-16,-2 0-4 0,-2 5 5 15,-2 4-16-15,-1 0 17 0,3 5-25 0,-3 2 14 16,2 0-47-16,0 2-51 0,1 2-64 0,2 0-22 16,1 2-53-16,2-1-75 0,0 0-146 0,3 0-168 15,-1-2-142-15</inkml:trace>
  <inkml:trace contextRef="#ctx0" brushRef="#br0" timeOffset="16712.46">23259 8508 495 0,'-16'-3'454'16,"2"-1"-120"-16,14 4-72 0,-25-5-59 0,25 5-36 15,-18-5-20-15,18 5-3 0,-18-4 7 0,18 4 3 16,0 0-6-16,-14-4-24 0,14 4-30 0,0 0-15 16,0 0-17-16,6-13-11 0,6 8-11 0,8-3-10 15,5 0-5-15,5-5-1 16,5 3-7-16,2-1-7 0,0-3 0 0,5 2 0 15,-3-2-15-15,2 0-17 0,-2 2-34 0,0-1-18 16,-5 2-13-16,-1 0 4 0,-3 0-2 0,-7 3 2 16,-4 2-26-16,-5 0 40 0,-2 1-47 0,-12 5 56 15,12-4-25-15,-12 4 48 0,0 0-23 0,0 0 44 16,0 0-26-16,0 0 43 0,-12-6-42 0,12 6 54 16,-17 3-32-16,17-3 40 0,-19 4-28 0,19-4 46 15,-21 3-38-15,21-3 45 0,-16 5-50 0,16-5 46 16,-18 9-50-16,10-2 48 0,-1 0-39 15,3 2 40-15,-3 1-38 0,1 4 42 16,2-1-18-16,-1 5 7 0,1 1-11 0,2-5 0 16,-1 8-3-16,1-1-7 0,2 0 2 0,0 3 33 15,0-1-57-15,2-4 45 0,0 0-63 0,0 3-16 16,2-4-68-16,2 2-63 0,0 0-40 0,1-2-49 16,2-4-250-16,1-3 14 0</inkml:trace>
  <inkml:trace contextRef="#ctx0" brushRef="#br0" timeOffset="17616.53">23742 8606 694 0,'0'0'451'0,"-1"-14"-60"0,1 14-149 15,-4-10-10-15,4 10-68 0,-1-8 38 16,1 8-48-16,0 0 14 0,-3-12-55 0,3 12 1 16,0 0-44-16,0 0 0 0,0 0-34 0,0 0 16 15,4-9-31-15,-4 9 11 0,0 0-24 0,16 5 23 16,-16-5-33-16,16 7 22 0,-16-7-34 0,23 7 26 15,-23-7-19-15,22 4 15 0,-22-4-54 16,24 5 38-16,-24-5-45 0,21 2 35 0,-21-2-41 16,18-1 49-16,-18 1-34 0,16-2 39 0,-16 2-33 15,13-5 42-15,-13 5-38 0,9-9 15 0,-9 9 4 16,1-14 5-16,-1 14 2 0,-1-16 11 0,-3 7 5 16,-1 0 2-16,1-1 0 0,-1 3 10 0,-1-1-1 15,6 8-5-15,-14-11-5 0,14 11-1 16,-16-6-2-16,16 6 2 0,-16 2-6 0,5 3-4 15,0 3 6-15,-2 3 31 0,0 4-37 0,1 0 32 16,1 3-38-16,3-1 37 0,0 2-34 16,3 0 30-16,2-3-47 0,3-2 32 0,0 1-49 15,4 0 29-15,1-3-60 0,5 1 14 0,0-3-38 16,4-3-7-16,1-2-45 0,2-1-50 0,1-3-11 16,3-1 15-16,0-2-18 0,1-3 25 0,0-3-5 15,-3 1 46-15,-1-5 44 0,-3 3 76 0,0-7 46 16,-3 1 53-16,-3 0 43 0,-2 2 5 0,-1-1 49 15,-2 3 0-15,1-1-5 0,-4 1-18 16,-1 11 10-16,4-16 11 0,-4 16-25 0,1-12-32 16,-1 12-20-16,0 0-17 0,0-14-21 15,0 14-16-15,0 0-4 0,0 0-6 0,0 0-5 16,0 0-4-16,0 0-6 0,0 0 0 0,-6 8 23 16,6-8-35-16,0 0 28 0,1 16-34 0,-1-16 28 15,1 9-41-15,-1-9 25 0,6 12-37 0,-6-12 35 16,6 11-41-16,-6-11 22 0,8 8-25 0,-8-8 40 15,10 4-39-15,-10-4 43 0,0 0-35 16,0 0 39-16,18 2-36 0,-18-2 42 0,0 0-47 0,15-10 14 16,-15 10 7-16,9-9 2 0,-9 9 4 0,9-9 9 15,-9 9 13-15,9-7 11 16,-9 7-4-16,0 0-11 0,6-8 4 0,-6 8 6 16,0 0-19-16,0 0-4 0,9-5 2 0,-9 5-1 15,0 0 5-15,0 0-4 0,8 9 21 0,-8-9-27 16,5 10 31-16,-5-10-34 0,9 12 24 0,-9-12-31 15,7 14 32-15,-7-14-37 0,9 14 15 0,-9-14-73 16,10 11 41-16,-10-11-52 0,6 11 29 0,-6-11-30 16,8 8 17-16,-8-8-11 0,0 0 14 0,10 5-25 15,-10-5 34-15,0 0 9 0,11-6 11 0,-11 6 8 16,8-11-3-16,-3 1 27 0,-1-2-3 16,0-1 14-16,2-2 7 0,-2-2 10 15,0 1 12-15,0 0 9 0,0 1 0 0,-3 2 10 16,3 2 29-16,-3 1 2 0,-1 10 17 0,4-16-10 15,-4 16-18-15,4-11-15 0,-4 11-16 0,2-10-5 16,-2 10-5-16,0 0-9 0,0 0-8 0,8-7-1 16,-8 7-1-16,0 0-2 0,13 11-2 0,-7-3-2 15,-2 2 1-15,2 1 0 0,1 0-9 0,-2 5 28 16,2-3-36-16,0 2 15 0,-3 0-85 0,1 1 13 16,0 0-53-16,-1 0-33 0,-1-3-34 15,2 1-57-15,-3-1-22 0,-2-13-78 0,4 19-164 16,-4-19 24-16</inkml:trace>
  <inkml:trace contextRef="#ctx0" brushRef="#br0" timeOffset="18764.64">24420 8402 146 0,'-4'-35'516'0,"3"0"-119"0,-2 5-85 0,1 4-83 16,-2 2-11-16,2 4-31 0,-1 3 4 15,2 3-13-15,-1 3-23 0,2 11-37 0,-2-18-33 16,2 18-17-16,0-11-18 0,0 11-6 0,0 0-13 15,0 0-15-15,2 13 2 0,1-1 4 0,1 8-6 16,2 2-2-16,-2 6-2 0,1 6-4 0,0 1 14 16,-1 1-17-16,1 3 20 0,0 2-28 15,-1 0 37-15,1-1-41 0,-2 3 29 0,-1-2-40 16,2 0 25-16,-1-2-45 0,-1 0-7 0,1-4-20 16,-2-2 6-16,4-7-3 0,-4-1-1 0,2-2-3 15,-2-7-15-15,2-2-5 0,-2-3-18 16,-1-11-35-16,5 14 23 0,-5-14-4 0,0 0 45 15,11 5-35-15,-11-5 11 0,7-10 15 0,-3 1 16 16,-1-5 20-16,-1-3 27 0,-2-8 12 0,-1-2 11 16,-2-9 32-16,2-4 4 0,-3-2 39 0,-2 1 27 15,2 1-2-15,-1 3 3 0,0 0-3 0,1 5-1 16,-1 7-22-16,1 1-22 0,-1 3-12 0,1 3 6 16,3 3-18-16,-2 1-8 0,3 2-4 0,-1 2-7 15,2 0-2-15,-1 10-10 0,4-15-13 16,-4 15 22-16,11-11-3 0,-11 11-2 15,15-4-2-15,-15 4-1 0,17 1-3 0,-17-1-11 16,24 9 8-16,-12 0-5 0,1 1-4 0,1 2-4 16,-1 1 0-16,-3 0 1 0,0 3 3 0,-2-4-11 15,-3 2 17-15,-1 0 31 0,-1-2-35 0,-2 2 31 16,-1-3-30-16,-3 3 30 0,1-2-31 0,-2 2 21 16,-2-2-21-16,0 2 38 0,0 0-39 0,-3-3 39 15,3 3-38-15,-2-4 39 0,2-1-29 0,-1-1 14 16,2 1-27-16,5-9 37 0,-9 11-30 15,9-11 25-15,-5 9-35 0,5-9 35 16,0 0-36-16,-5 10 1 0,5-10 2 0,0 0 38 16,0 0-41-16,0 0 33 0,18-2-41 0,-18 2 20 15,19-12-40-15,-6 4 3 0,1-5-20 0,0 0 15 16,1-4-8-16,2-4-5 0,0-1 6 0,-2-3-13 16,0-4 31-16,-2 0-14 0,1-3 33 0,-5-1-17 15,0-1 48-15,-2-1-10 0,0 0 57 0,-4 0-42 16,-2 7 51-16,0 0 8 0,-2 2 2 0,0 3-12 15,-2 4 9-15,0 2 41 0,-1 2-64 16,0 1 35-16,1 3-54 0,-1 1 31 0,-1 2-45 16,5 8 27-16,-10-6-46 0,10 6-1 0,0 0-9 15,-19 10 15-15,11 0-1 0,-1 6-2 16,0 4 2-16,3 2-2 0,-1 3 2 0,2 6 0 16,-1 2-3-16,2 0-5 0,1 1 6 0,2 1 43 15,1-5-49-15,1 5 37 0,2-1-51 0,2-2 45 16,1-3-60-16,0-4 25 0,1-1-61 0,2-3 33 15,1-2-78-15,1-3 40 0,2-4-36 0,0-3-42 16,2-3-11-16,2-3-12 0,2-3-13 16,1-1 22-16,3-3 7 0,0-3-16 0,-1-5 37 15,3-1 16-15,-2-4 61 0,-2 0 33 0,-7 2 69 16,-1-2 44-16,-1 1 22 0,-3 1 34 0,-2 3-36 16,-1 2 52-16,-3-2-69 0,-3 12 37 0,1-15-18 15,-1 15-20-15,-1-11-14 0,1 11-11 16,-10-7-14-16,10 7 0 0,0 0 11 0,-24 1-21 15,13 4-4-15,-2 1-4 0,0 3-5 0,-1 2-5 16,0 2 29-16,3-1-41 0,0 3 34 16,3-2-40-16,1 0 31 0,2-1-55 0,1 0 33 15,4-12-48-15,0 18 24 0,0-18-57 0,3 16 22 16,-3-16-52-16,10 11-42 0,-10-11-3 0,17 6 4 16,-17-6-1-16,21 2-7 0,-21-2 27 0,27-7-8 15,-13 3 33-15,-1-4 16 0,4-3 49 0,-4-2 45 16,-1-1 34-16,-3 1 63 0,0-2-24 0,1 1 56 15,-5 3-46-15,1 1 51 0,-3 1-2 16,-3 9 17-16,7-15-3 0,-7 15-21 0,5-11-43 16,-5 11-4-16,0 0-31 0,0 0-23 15,0 0 1-15,0 0-4 0,0 0-14 0,-9 6-1 16,9-6-1-16,-8 17-6 0,3-6 23 0,1 0-36 16,2 0 24-16,-2 2-40 0,0-4 4 0,4 3-76 15,-1-1 11-15,1-11-67 0,0 18-40 0,0-18-43 16,5 15-14-16,-5-15-23 0,9 8-274 0,-9-8-31 15</inkml:trace>
  <inkml:trace contextRef="#ctx0" brushRef="#br0" timeOffset="18945.64">25200 8217 71 0,'6'-30'523'0,"-3"7"-97"0,1-1-92 16,-3 5-59-16,2 1 8 0,-2 6-67 0,-1-1 12 15,1 3-82-15,-1 10-35 0,3-15-31 0,-3 15-13 16,0 0-14-16,0 0-17 0,0 0 1 0,0 0-7 15,-4 22-11-15,0-5 0 0,2 6-5 0,-4 3-1 16,-1 7 1-16,2 0-6 0,-2 1-8 0,2 0 10 16,-2-1-19-16,0 1-48 0,2-1-2 0,-1-1-79 15,1-6-45-15,1-1-96 16,0-2-7-16,0-7-290 0,3 1-104 0</inkml:trace>
  <inkml:trace contextRef="#ctx0" brushRef="#br0" timeOffset="19118.64">25182 8435 606 0,'0'0'431'0,"-6"-15"-102"0,6 15-81 16,-5-12-53-16,5 12-33 0,-5-11-27 0,5 11-32 15,-7-7-21-15,7 7 9 0,0 0-47 16,-2-9-20-16,2 9-9 0,0 0-21 0,0 0-27 16,0 0-82-16,0 0-16 0,23 0-28 0,-23 0-30 15,19 4-27-15,-19-4-260 0,27 4 82 0</inkml:trace>
  <inkml:trace contextRef="#ctx0" brushRef="#br0" timeOffset="19432.66">25368 8374 83 0,'0'0'566'16,"6"-9"-174"-16,-6 9-85 0,2-9-69 0,-2 9-69 15,0 0-21-15,1-14-31 0,-1 14-11 16,0 0-12-16,0-11-11 0,0 11-17 0,0 0-12 16,-1-10-21-16,1 10-2 0,0 0-15 0,0 0 6 15,0 0-5-15,0 0-2 0,0 0-5 0,0 0-5 16,2 9-10-16,-2-9 5 0,0 12-7 0,0-12 3 15,0 15-2-15,0-15-2 0,1 15 1 0,-1-15-6 16,3 13-9-16,-3-13 16 0,1 11-2 0,-1-11 12 16,3 9 14-16,-3-9-1 0,0 0 0 0,0 0-4 15,0 0-6-15,0 0 11 0,0 0-6 16,18-5 14-16,-18 5 6 0,6-14 11 16,-6 14 11-16,7-16 10 0,-7 16 2 0,3-19 1 15,-3 19 2-15,2-16 2 0,-2 16-23 0,-3-13-11 16,3 13-12-16,-8-8-5 0,8 8-6 0,0 0-2 15,-25 1-7-15,11 5 9 0,-4 4-26 0,-2 2-41 16,-4 5-29-16,1 3-18 0,-2 1-13 0,-1 3-28 16,2 1-64-16,-3 1-81 0,-1 0-43 0,-4 8-231 15,0 0-72-15</inkml:trace>
  <inkml:trace contextRef="#ctx0" brushRef="#br0" timeOffset="19795.7">24044 9117 277 0,'-20'0'695'0,"3"1"-189"0,17-1-139 16,-30 1-74-16,30-1-49 0,-21 0-44 0,21 0-44 15,-18 2-17-15,18-2-15 0,0 0-18 0,0 0-18 16,0 0-18-16,5-9-13 0,17 2-9 0,14-6-12 15,16-3-4-15,12-2-7 0,5 0-7 16,9-3-1-16,2 2 2 0,5-4-9 0,2 2 0 16,20-4-1-16,-22 2 1 0,-2 4-1 0,0-2 2 15,-7 4 13-15,-5-1-8 0,-2 3 12 0,-7 3-18 16,-8-2 8-16,-11 5-12 0,-7 1 15 0,-4 0-16 16,-8 3 13-16,-2 1-18 0,-7-1 13 0,-15 5-13 15,24-3 12-15,-24 3-16 0,15-3 13 16,-15 3-15-16,0 0 4 0,0 0-39 0,0 0-11 15,-3 10-57-15,3-10-6 0,-17 10-54 0,3-2 1 16,-3 2-77-16,-2-1-58 0,-1 0-140 16,-3 5-164-16,0-5-139 0</inkml:trace>
  <inkml:trace contextRef="#ctx0" brushRef="#br0" timeOffset="22133.31">22733 8822 199 0,'0'0'413'0,"0"0"-160"0,0 0-48 0,0 0-57 16,0 0-12-16,0 0-72 0,0 0 32 0,9-7-39 16,-9 7 48-16,0 0 1 0,0 0-8 0,0 0-18 15,0 0-14-15,5-13-25 0,-5 13 8 0,0 0-7 16,4-10 0-16,-4 10 0 0,1-11-1 16,-1 11-3-16,3-14 26 0,-3 14-59 0,0-18 56 15,0 6-44-15,0 0 48 0,0-3-54 0,-3-3 5 16,3 1 1-16,-1-2 0 0,-2-5-3 0,2-1-7 15,0-1 2-15,-4-3 11 0,2-5-1 0,1-1-4 16,-1 1 0-16,-1-1 0 0,2-2 25 16,-2 2-7-16,1 1 15 0,-1 7 7 0,3-2-9 15,-4 2 11-15,1 1-10 0,2 1 2 0,-2 0 5 16,0 1 5-16,0 1-8 0,0 3 4 0,0-1 7 16,0 5-4-16,0-1-10 0,0 3-8 15,-3-1-7-15,4-1-6 0,-3 4-8 0,0 1 9 16,1 1-9-16,1 0 7 0,-1 1-15 0,1 0 1 15,4 9-1-15,-5-15-1 0,5 15-1 0,-9-12-2 16,9 12-1-16,-5-9 2 0,5 9-3 0,0 0 0 16,-5-11-3-16,5 11 1 0,0 0-3 0,-5-8 6 15,5 8-8-15,0 0 3 0,0 0 0 0,0 0-2 16,-7-10 2-16,7 10-2 0,0 0 1 16,0 0 0-16,0 0-2 0,0 0-1 0,0 0 3 15,-4-7 0-15,4 7-3 0,0 0 2 16,0 0-2-16,0 0 12 0,0 0-12 0,0 0-3 15,0 0 1-15,0 0 3 0,0 0 2 0,0 0 3 16,0 0-4-16,0 0-2 0,0 0 2 0,0 0 1 16,0 0-1-16,0 0 0 0,0 0 1 0,-7-8 3 15,7 8-1-15,0 0-1 0,0 0 2 0,0 0 4 16,0 0 4-16,0 0-2 0,0 0-3 0,-14 3 3 16,14-3-3-16,-21 4 2 0,21-4 0 15,-29 6 5-15,12-3 9 0,-6 0 9 0,-2 2 0 16,-2-3-12-16,-12 5-5 0,-3-2-3 15,-5 1-2-15,-12 3 5 0,-5 1-13 0,-2 1-5 16,-6 0-4-16,-6 2-1 0,-4-1-8 0,0 3-3 16,-1-2-3-16,-1 0-3 0,3 2-1 0,-2-2 1 15,0-1-7-15,5 0 2 0,-4-1-8 0,4-1 9 16,-1-1-3-16,2 1 2 0,0-3-11 0,6 1 4 16,-1-2-1-16,7-1-2 0,3 0 0 0,12-1 2 15,2 0 2-15,3-1 8 0,0 1-10 0,4-2 4 16,3 1 0-16,1 1 8 0,10-2 1 15,0-1 1-15,3 2 3 0,5-2 11 0,19-1-5 16,-28 3 1-16,28-3 5 0,-21 1 6 16,21-1-3-16,0 0 6 0,-24 1-3 0,24-1 5 15,0 0 0-15,-18 1-17 0,18-1 14 0,0 0 5 16,0 0-4-16,-15 2 7 0,15-2-6 0,0 0 4 16,0 0 14-16,0 0-19 0,0 0-4 0,-17 1 7 15,17-1-5-15,0 0 1 0,0 0 1 0,0 0 3 16,0 0-3-16,0 0 12 0,0 0-12 0,0 0-2 15,0 0 3-15,0 0 3 0,0 0-5 0,0 0 5 16,0 0-5-16,0 0 4 0,-18 1 2 16,18-1-6-16,0 0 0 0,0 0 5 0,0 0-3 15,0 0 2-15,0 0-2 0,0 0-2 16,0 0 5-16,0 0-3 0,0 0-7 0,0 0 3 16,0 0-2-16,0 0-9 0,8-14-5 0,-2 7 1 15,7-1-6-15,-3-2-13 0,6-1 1 0,-1-3 4 16,2 2-1-16,0-3 2 0,5-2 5 0,-1-2 36 15,-1-1-34-15,3 0 25 0,-2-2-21 0,0 1 42 16,2-1-39-16,-1 3 37 0,-3 0-33 0,-2 6 3 16,-3-1 3-16,1 3 14 0,-6 2-10 15,-1 1 6-15,2 2 0 0,-10 6-2 0,10-10 0 16,-10 10 6-16,0 0-13 0,8-8 8 16,-8 8-7-16,0 0 43 0,-14 9-50 0,1-1 50 0,-6 3-46 15,-7 5 40-15,-3 2-41 0,-3 1-1 16,0-1 6-16,-3 1-7 0,1 1 10 0,1-1 0 15,-3-1 4-15,4-1-6 0,1-1 2 0,2 0-1 16,3-3-1-16,6-3-4 0,2 0 9 0,5-3-2 16,-1-2-1-16,5 1 1 0,9-6-1 0,-10 9 2 15,10-9 2-15,-5 14 0 0,5-14 15 16,7 20-7-16,5-4 27 0,4 0 5 0,6 3 14 16,7 1 4-16,0 0-2 0,3 0 6 0,10 4-4 15,3 0-14-15,2-1-15 0,0 1-4 0,6-3-20 16,-2 1-92-16,4 0-47 0,1-2-94 15,4-1-85-15,1-2-429 0,0-2-264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06T03:37:25.121"/>
    </inkml:context>
    <inkml:brush xml:id="br0">
      <inkml:brushProperty name="width" value="0.05292" units="cm"/>
      <inkml:brushProperty name="height" value="0.05292" units="cm"/>
      <inkml:brushProperty name="color" value="#FF0000"/>
    </inkml:brush>
  </inkml:definitions>
  <inkml:trace contextRef="#ctx0" brushRef="#br0">7216 7324 128 0,'0'0'687'0,"0"0"-293"16,0 0-43-16,0 0-132 0,-11 7-6 0,11-7-74 15,0 0-9-15,0 0-51 0,0 0 37 0,0 0-57 16,-11 6 43-16,11-6-47 0,0 0 17 0,0 0-30 16,0 0 39-16,0 0-48 0,0 0 32 15,0 0-35-15,0 0 44 0,0 0-17 16,0 0 16-16,0 0-5 0,7 8-6 0,-7-8 11 15,0 0 16-15,17 6-8 0,-17-6-10 0,15 9-3 16,-6-3-1-16,4 3 1 0,0 2 0 0,1 3-10 16,1 2-7-16,1 4-9 0,2 1-7 0,-1 1-5 15,-2 2-4-15,1 0-5 0,-2 1-1 0,1-2 25 16,-3-5-37-16,-2 1 38 0,2-3-43 0,-1 1 51 16,-2-4-20-16,1-1 32 0,-2-1-36 0,-1-3 34 15,-7-8 7-15,15 11 14 0,-15-11 8 0,17 5 10 16,-17-5 14-16,21-5 4 0,-5-4-46 15,4-5 10-15,4-6-17 0,4-5-9 0,7-8-8 0,2-5-7 16,2-1-4-16,3-1 0 0,-1 0-5 16,0-1 0-16,3 2-3 0,-3 2 10 0,-1 1-40 15,1 0 30-15,-4 7-32 0,-5 5 3 0,-3 0 2 16,1 4 0-16,-2 1 3 0,-3 4-3 0,-3 2-1 16,-3 3-1-16,0 0-1 0,-6 2 1 0,0 2-1 15,-3 1-1-15,-10 5 1 0,18-8 0 0,-18 8 2 16,13-5 4-16,-13 5 11 0,0 0-9 0,0 0 0 15,0 0-9-15,0 0-2 0,0 0-1 0,12 4-29 16,-12-4-47-16,-7 7-46 0,7-7-28 0,-14 9-16 16,14-9-65-16,-15 7 14 15,15-7-70-15,-19 5 24 0,19-5-36 0,-22-3 22 16,9 1 13-16,-1-6 37 0,-3-1 22 0,1-2 33 16,-1-2 30-16,0-2 29 0,-4-2 15 0,0-1 23 15,2 0 21-15,-3 0 16 0,7 3 28 0,-2 0 20 16,-2 3 43-16,4-1-41 0,-2 3 59 0,4 2-20 15,1 0 49-15,-1 3-50 0,1 1 44 0,12 4-41 16,-18-6 33-16,18 6-26 0,0 0 22 0,-23 0-15 16,23 0 19-16,0 0-30 0,-15 6 27 0,15-6-8 15,-6 8 31-15,6-8 13 0,0 0 21 0,1 15-9 16,-1-15-19-16,11 12-3 0,0-4 10 0,4-1-17 16,2 1-16-16,4-2-15 0,2-1-10 15,-1 1-11-15,4-1-6 0,1 0 14 0,0 0-21 16,-1-1-20-16,2 2 14 0,-3-1-17 0,0 1 12 15,2 6 6-15,-5-3 8 0,-3 1-11 0,-2 1-3 16,-2 4-4-16,-3 2 3 0,-5 5-6 0,1 0-4 16,-6 4-9-16,-2 3-13 0,-6 7-53 15,1 2-60-15,-4 2-83 0,-3-2-96 0,2 4-56 16,-2-2-94-16,-4-1-545 0,3-2-713 0</inkml:trace>
  <inkml:trace contextRef="#ctx0" brushRef="#br0" timeOffset="3536.98">6334 8124 513 0,'0'0'474'0,"1"-10"-139"0,-1 10-48 16,0 0-104-16,4-12-5 0,-4 12-66 0,0 0 12 15,4-9-50-15,-4 9 45 0,0 0-58 0,14-1 43 16,-14 1-67-16,0 0 24 0,21-1-42 0,-21 1 23 16,0 0-40-16,18 1 32 0,-18-1-46 0,16 11 45 15,-4 0-42-15,-1 0 34 0,2 3-38 16,2 2 37-16,-2 1-38 0,4 3 39 0,-3 4-42 16,1-1 32-16,1-1-36 0,-2 0 42 0,-3-2-39 15,3-1 50-15,-2 0-57 0,-1-3 49 0,1 1-41 16,-2-2 38-16,-2-3-39 0,1-1 41 0,-2-1-45 15,0-1 44-15,-1-1-38 0,-6-8 38 0,10 11-40 16,-10-11 41-16,9 10-44 0,-9-10 42 0,8 7-21 16,-8-7 68-16,0 0-33 0,18 3 45 0,-18-3-27 15,18-6 14-15,-4-2-30 0,3-3 13 16,0-2-28-16,6-3 14 0,-1-3-24 0,2-1-5 16,-1 0 3-16,3-1-4 0,-2 0 4 15,3-2-7-15,0 2-1 0,-1 0-1 0,0-2 17 16,1 3-16-16,-2 0 18 0,-1 0-21 0,0 3 20 15,-1-1-21-15,0 2 22 0,-6 3-16 0,-1 2 15 16,0 0-20-16,-1 0 21 0,-5 3-16 0,2 1 12 16,-2 2-22-16,-10 5 14 0,14-10-14 0,-14 10 19 15,12-8-18-15,-12 8 19 0,7-6-20 0,-7 6 18 16,0 0-29-16,9-6-6 0,-9 6-83 0,0 0-3 16,0 0-48-16,0 0-26 0,-5-8-13 0,5 8-26 15,0 0-44-15,-17-6-5 0,17 6-294 0,-19-9-84 16</inkml:trace>
  <inkml:trace contextRef="#ctx0" brushRef="#br0" timeOffset="3802">7089 7871 503 0,'-13'-7'448'0,"13"7"-80"0,-14-6-117 0,14 6-18 16,-12-5-83-16,12 5 18 0,0 0-64 0,-19-2 33 16,19 2-48-16,0 0 24 0,0 0-65 0,-18 0 26 15,18 0-50-15,0 0 32 0,0 0-46 0,-14 6 35 16,14-6-39-16,-2 9 36 0,2-9-41 0,2 11 27 15,-2-11-31-15,8 18 40 0,-2-10-57 0,3 3 40 16,2-1-30-16,1-3 35 0,4 3-40 0,2-2 38 16,1 0-37-16,1-1 42 0,2-1-42 0,-3-1 42 15,4 1-26-15,-1-1 40 0,-2 0-24 16,0-1 26-16,-3 1-24 0,-2-2 21 0,0 4-38 16,-1-2 23-16,-1 2-23 0,-2 1 21 0,0 2-24 15,-1 3 22-15,-1 4-26 0,-3 4 20 0,-3 3-39 16,-3 3-35-16,-2 7-74 0,-3 4-62 0,-1-1-118 15,-6 2-439-15,1 1-273 0</inkml:trace>
  <inkml:trace contextRef="#ctx0" brushRef="#br0" timeOffset="5540.81">11124 9042 553 0,'0'0'490'0,"6"-9"-72"0,-6 9-158 0,0 0-15 0,0 0-92 16,0 0-3-16,9-6-58 0,-9 6 19 16,0 0-67-16,0 0 28 0,0 0-51 0,0 0 28 15,0 0-48-15,0 0 40 0,0 0-41 0,18 6 32 16,-18-6-40-16,16 14 36 0,-7-4-39 0,1 0 28 15,2 3-30-15,1-1 35 0,-1 2-38 0,1-3 42 16,-2 4-48-16,1-3 48 0,-2 1-38 0,0-3 38 16,0 1-43-16,-1 1 44 0,0-3-42 15,0-1 41-15,-1 0-41 0,1-2 47 0,0 0-20 16,4-1 57-16,-13-5-8 0,28 1 18 16,-12-2-3-16,9-6 12 0,5-4-29 0,2-6 12 15,9-8-22-15,1-3 10 0,-1 1-6 0,5-4-19 16,-3 0-7-16,3-2 11 0,-3 1-5 0,-2 0-6 15,0 1-4-15,-1 4-7 0,-2-1-3 0,-7 6-3 16,-1 2 4-16,-1 0-4 0,-1 2 0 0,-4 2-2 16,1 1-1-16,-5 4-2 0,-2 1-1 0,-3 0-2 15,-1 2 40-15,-2 3-54 0,-3-1 49 0,-9 6-48 16,15-9-1-16,-15 9 43 0,11-5-51 0,-11 5 34 16,0 0-54-16,13-5 7 0,-13 5-13 0,0 0-22 15,3 10-39-15,-3-10-45 0,-10 16-58 0,-1-1-91 16,-5 5-90-16,-6 3-356 0,-1 1-271 0</inkml:trace>
  <inkml:trace contextRef="#ctx0" brushRef="#br0" timeOffset="6320.87">8104 9986 295 0,'-3'-8'418'16,"3"8"-139"-16,-10-12-53 16,10 12-29-16,-8-11-50 0,8 11-25 0,-7-11-28 15,7 11-8-15,0 0-14 0,-7-9-14 0,7 9-16 16,0 0-13-16,-6-8-6 0,6 8-2 0,0 0-4 16,0 0 1-16,0 0-1 0,9 12 2 0,-2-4 8 15,2 3-13-15,1 6 22 0,3-1-11 0,-1 1 3 16,1 1 30-16,3-2-31 0,-2 0 25 0,2 0-29 15,0-3 43-15,0 0-34 0,2-5 49 0,1-1-41 16,0-5 40-16,0-2-27 0,6-3 25 0,3-9-36 16,3 0 20-16,0-7-32 0,1-2 13 0,7-7-26 15,-2-3-6-15,2-2 0 0,-4 1 3 0,0-2 0 16,-7 8-3-16,-2-1-1 0,0 2 24 16,-2 2-34-16,-3 0 24 0,0 6-32 0,-7 2 24 15,0 4-26-15,-5 1 23 0,-1 3-27 0,-8 7 22 16,14-7-35-16,-14 7 2 0,0 0-80 0,9 13 18 15,-8-3-52-15,-4 8-57 0,-2 7-74 16,-5 8-68-16,-3 2-249 0,-7 11-121 0</inkml:trace>
  <inkml:trace contextRef="#ctx0" brushRef="#br0" timeOffset="6902.92">7903 10751 489 0,'0'0'377'0,"0"0"-92"16,-3-9-53-16,3 9-62 0,0 0-44 0,0 0-30 15,0 0-13-15,-4-10-17 0,4 10-14 0,0 0-13 16,0 0-6-16,0 0-33 0,0 0 19 0,0 0 7 15,7 8-2-15,-7-8-4 0,9 15-1 0,-2-4-2 16,1 0 0-16,0 2 3 0,5 2 0 16,-4-2 0-16,4 2 14 0,-1 1-10 0,0-3 14 15,0 1-22-15,-1-1 20 0,1-2-26 0,-2-1 40 16,0-1-29-16,3 1 30 0,-3-3-37 16,3-1 41-16,-3 1-30 0,3-4 40 0,-13-3-27 15,28 2 37-15,-11-5-42 0,1-2 31 0,2-5-29 16,6-2 14-16,-1-5-33 0,0-1 28 0,0-4-45 15,4-2 28-15,-4-1-26 0,2 0 27 0,-2-1-33 16,2 2 30-16,-4-1-33 0,2 3 27 0,-4 1-31 16,-1 1 28-16,-4 5-31 0,-2 1 32 0,-2 4-31 15,-3 1 23-15,-1 2-25 0,0-1 10 0,-8 8-19 16,9-7 41-16,-9 7-57 0,0 0 1 16,0 0-59-16,9 8-20 0,-9-8-63 0,-4 25-81 15,-1-2-28-15,-6 3-303 0,-2 6-130 0</inkml:trace>
  <inkml:trace contextRef="#ctx0" brushRef="#br0" timeOffset="7701.96">7799 11750 359 0,'0'0'497'0,"2"-14"-178"0,-2 14-51 0,4-10-92 15,-4 10-22-15,0 0-38 0,0 0-15 0,13-4-37 16,-13 4 4-16,14 9-28 0,-3 0 2 0,-2 1-17 16,4 4 20-16,1 1-30 0,-2-1 15 15,2 4-17-15,-1 0 26 0,1-1-14 0,0 1 32 16,-1-1-37-16,1-1 26 0,-2-1-40 0,2-1 21 15,-1 0-24-15,2-3 33 0,0-1-16 0,0-4 49 16,0 0-50-16,2-3 53 0,1 0-30 0,5-6 24 16,2-2-32-16,6-4 39 0,0-3-1 0,2-3-11 15,0-3-3-15,2-2-18 0,6-4-5 0,0-2-13 16,-8 5 7-16,5-4-12 0,-6 4 18 0,0-1-25 16,-1 3 14-16,-2-2-18 0,-2 4 17 0,-1-1-22 15,-3 3 18-15,-4 4-22 0,-2 1 12 16,-3 0-14-16,-2 3 17 0,-3 2-17 0,1-2 14 15,-10 7-21-15,13-8 16 0,-13 8-13 0,11-6 24 16,-11 6-26-16,9-6 22 0,-9 6-19 16,0 0 18-16,11-6-20 0,-11 6 21 0,0 0-17 15,0 0 15-15,0 0-15 0,10-6 14 0,-10 6-18 16,0 0 15-16,0 0-15 0,0 0 15 0,0 0-24 16,11-5 9-16,-11 5-45 0,0 0 12 0,0 0-64 15,0 0 19-15,0 0-41 0,0 0-11 0,0 0-15 16,0 0-28-16,0 0-39 0,0 0-6 0,0 0-44 15,0 0-11-15,0 0-167 0,0 0 129 0</inkml:trace>
  <inkml:trace contextRef="#ctx0" brushRef="#br0" timeOffset="9089.56">8676 11387 299 0,'-11'-5'282'16,"0"0"-76"-16,-2-1-43 0,-2 0-25 0,-2-2-14 15,-2 2-11-15,0-3-14 0,-1 2-18 0,-1-1-5 16,0 2-3-16,-4 0 5 0,2-2-3 0,-2 2 9 16,0 1-15-16,0 0 10 0,-1 3-14 0,-1-2 7 15,-1 2-33-15,-1 4 18 0,-1 0-23 0,-6 2 24 16,1 3-36-16,2 2 0 0,-2 2-2 0,0 3-2 15,3 4-11-15,0 0 6 0,0 5-3 0,2 1 29 16,-4 8-35-16,2 2-1 0,3 2-10 0,1 2 37 16,2 2-38-16,3 2 36 0,7-4-7 15,0 1-2-15,2 9 4 0,5-4-39 0,-1 1 30 16,4 12-31-16,3-8 31 0,2 2-43 16,3 1 38-16,2 10-16 0,2-2 33 0,5-3-38 15,0-4 42-15,5 0-36 0,2-5 41 0,3-1-35 16,5-6 37-16,2-1-35 0,5-3 32 0,2-4-39 15,3-2 37-15,3-2-42 0,4-4 37 0,-1-4-37 16,5-2 32-16,-5-6-32 0,3-5 40 0,2-2-51 16,5-3 49-16,0-3-44 0,14-6 43 0,1-3-46 15,2-5 44-15,-2-2-5 0,0-5-1 0,-1-4-5 16,-1-4-44-16,-1-4 42 0,-3 0-34 0,0-6 39 16,-3-1-49-16,-4-4 56 0,-2-1-48 15,-3-4 54-15,-3-1-52 0,-3-1 42 0,-7 0-41 16,-2 0 44-16,-4-2-3 0,-5 1-8 0,-6 0-2 15,-2 0-29-15,-7-2 42 0,-7 8-20 0,-4-2 55 16,-3 0-19-16,-5-10 39 0,-6 3-17 16,-3 0 34-16,-6 5 3 0,0 0 23 0,-6 5 13 15,-1 4-6-15,-3 2-1 0,-4 5-14 0,-2 5-12 16,-1 2-10-16,2 10-17 0,0 1-14 0,-5 5-11 16,-1 4-11-16,-5 2-12 0,2 2-12 0,-4 7-10 15,-1 1-14-15,-8 7-15 0,0 1-14 0,4 7-26 16,1 1-24-16,3 7-42 0,2 2-15 0,2 2-59 15,6 6 12-15,2 1-34 0,5 2-26 16,2 3-62-16,3-2-93 0,5 1-275 0,6-9-210 16</inkml:trace>
  <inkml:trace contextRef="#ctx0" brushRef="#br0" timeOffset="9907.62">9280 11730 613 0,'-12'3'414'0,"1"1"-111"16,11-4-59-16,-23 8-83 0,23-8 8 0,-19 6-58 16,19-6 12-16,-15 4-50 0,15-4 8 0,0 0-43 15,-15 5 15-15,15-5-37 0,0 0 25 0,0 0-34 16,0 0 25-16,0 0-13 0,20 2-4 0,0-6-18 16,2-2 32-16,11-3-35 0,1-1 28 0,8-1-33 15,7-6 35-15,4-1-36 0,-2-2 33 0,2-1-30 16,1 0 29-16,-2-3-31 0,2 2 33 0,-4-2-40 15,1 1 45-15,-5 1-42 0,0 1 40 16,-9 3-33-16,-1-1 33 0,-2 4-36 0,-2 0 33 16,-2 1-35-16,-4 2 41 0,-5 3-45 0,-1 1 19 15,-8 1-24-15,0 2 24 0,-12 5-18 0,17-7 30 16,-17 7-37-16,0 0 34 0,0 0-29 0,0 0 18 16,0 0-27-16,0 0 32 0,-22 6-27 15,6-4 32-15,-7 5-40 0,-1-3 50 0,0-1-33 16,-2 0 48-16,-2 1-31 0,1-2 39 0,0-1-37 15,2 0 54-15,1 3-33 0,4-3 51 0,0 1-22 16,1-1 29-16,3 0-30 0,16-1 33 0,-28 3-25 16,28-3 10-16,-20 1-29 0,20-1 3 15,0 0-31-15,-21 2-2 0,21-2-10 0,0 0 18 16,0 0-23-16,0 0 21 0,0 0-22 0,0 0 18 16,0 0-21-16,0 0 20 0,23-3-25 0,-3 0 24 15,-1 2-21-15,4 0 21 0,1-2-18 0,0 2 17 16,-1 1-23-16,1 0 15 0,0 2-12 0,0 1 20 15,-1 1-22-15,-2-1 21 0,0 5-21 0,-2 1 20 16,-1 1-24-16,-1 2 23 0,-2 5-16 0,-3 0 18 16,-2 3-19-16,-2 4 18 0,-2 2-24 0,-3 3-1 15,-3-1-20-15,0 11-30 0,-7-3-23 0,2 2-27 16,-3-1-47-16,1 2-60 0,-6-3-111 16,1-2-82-16,3 1-156 0,-1-4-93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06T03:38:11.261"/>
    </inkml:context>
    <inkml:brush xml:id="br0">
      <inkml:brushProperty name="width" value="0.05292" units="cm"/>
      <inkml:brushProperty name="height" value="0.05292" units="cm"/>
      <inkml:brushProperty name="color" value="#FF0000"/>
    </inkml:brush>
  </inkml:definitions>
  <inkml:trace contextRef="#ctx0" brushRef="#br0">5384 9818 585 0,'-3'-8'441'0,"3"8"-111"0,-6-16-84 0,6 16-66 15,-9-8-45-15,9 8-11 0,0 0-62 16,-13 3 25-16,7 4-49 0,-2 7 24 0,2 7-41 16,-2 8 24-16,2 10-7 0,-2 4 2 0,3 22 23 15,1 10 54-15,2 14-29 0,0 12 21 0,4 33 21 16,0 9 6-16,3 5 24 0,4 12-30 0,0 9-2 16,4 5-1-16,2 5 0 0,3 7-10 0,1 3-17 15,2 0-7-15,2 1-6 0,0 0-15 0,1-3-6 16,2-5-20-16,-1-3 3 0,-2-8-12 0,3-1-6 15,-2-3-16-15,0-7 1 0,2-7-11 0,-3-5-5 16,1-6-14-16,-2-7-14 0,1-6-20 16,-5-9-24-16,0-7-23 0,-5-27-27 0,1-4-31 15,-3-4 10-15,0-6-65 0,0-4 48 0,-2-6-31 16,-1-7 6-16,-3-14-11 0,1-6-37 0,-3-7-76 16,-1-9-20-16,-2-7-247 0,0-12-99 0</inkml:trace>
  <inkml:trace contextRef="#ctx0" brushRef="#br0" timeOffset="1310.08">5155 10201 14 0,'0'0'610'0,"-6"-16"-231"0,6 16-94 16,-4-11-68-16,4 11-58 0,-4-10-70 0,4 10 17 15,0 0-62-15,-1-13 22 0,1 13-43 0,7-9 16 16,2 4-38-16,9-2 40 0,5-2-42 0,9-4 35 16,9 1-38-16,13-6 36 0,7-2-34 0,8-2 31 15,8 0-31-15,21-11 31 0,9-1-33 0,5-1 30 16,6-1-46-16,2 2 35 0,1 0-30 0,7 2 41 16,0-1-38-16,4 5 30 0,4-1-33 0,-1 1 35 15,-2 3-39-15,4 0 40 0,1 3-2 16,3 0-6-16,-2 0 0 0,3-2-9 0,-2 3 2 0,0-1 20 15,0-2-4-15,1-1-2 0,0 1 3 0,0-1-32 16,0-1 47-16,-4 0 4 0,1 1-12 16,-1-3-30-16,-1-1 34 0,-5 3-26 0,-3 0 31 15,-5 0-6-15,-4 1-2 0,-4 1 5 16,-25 5 3-16,-2 2-7 0,-1 1-1 0,-4 1-9 16,-2 2-1-16,-8 3 4 0,-1 2-5 0,-7 5-6 15,-14 3 3-15,-2 2-16 0,-4 3 15 0,-4 5-3 16,1 1-4-16,-6 7 4 0,-2 3-2 0,2 11 2 15,-3 3 1-15,-5 6-6 0,-1 6 28 0,-5 8-39 16,-4 6 34-16,-1 11-34 0,-2 6 0 0,-1 10 1 16,1 27-3-16,3 4 34 0,0 5-25 0,-1 4 30 15,3 6-44-15,0 6-2 0,4 0 33 0,3 1-20 16,1 6 28-16,2 1-36 0,4 2-2 16,0 0 29-16,5 0-44 0,0-1 54 0,1 1-40 15,1-1 35-15,0-3-43 0,0-6 40 0,-2-4 10 16,1-2 3-16,-3-5-27 0,-1-5 30 0,0 0-30 15,-4-7 22-15,1-6-25 0,-2-4 17 0,-1-3-3 16,0-5-23-16,-7-19 22 0,0 1-29 0,-1-1 30 16,0-2-35-16,1-2 24 0,-3-2-22 15,-2-6 25-15,1 0-26 0,-4-7 19 0,0-1 12 16,-3-5-30-16,-3-10 29 0,-2-1-30 16,-1-3 24-16,-5-1-24 0,-1-4 8 0,-1 2-4 0,-3-4-2 15,-1-8 7-15,0 0 1 0,-3-2 1 16,2 0-7-16,-6 1 10 0,2-4-3 0,-2-2 3 15,-2-3 3-15,0-1-2 0,-2-1-3 0,1-4 3 16,-2-2 1-16,-1 0 1 0,2-3-2 0,-2-3 0 16,-5 1 0-16,-2-3-1 0,-1-3 1 0,-3 0 7 15,-6-3-8-15,-2-2-2 0,-3-1 3 0,-2-2 0 16,-2 0 0-16,-13-2 1 0,-2 1-6 0,-1-1 1 16,-4 2 6-16,-1 0 3 0,-1 2 13 15,-5 0-19-15,2 2 23 0,-2 0-27 16,-6 0-2-16,-2 1-2 0,-4 1 2 0,-6-1-6 0,-3 4 19 15,-2 2-11-15,-5 1 23 0,-3 3-22 0,-4 1-1 16,-24 3-1-16,0 0 3 0,-1 1-1 16,1 4 0-16,0-1 2 0,-1 4-5 0,-1 2 4 15,-2 1-4-15,1 2 8 0,-1 2-1 0,1 2-2 16,2 1-4-16,2-1 4 0,-1 1 2 0,1 0-2 16,2 3-1-16,4-2 3 0,2 0 2 0,0 0 0 15,7-2-5-15,2 0 4 0,21-6 0 0,-16 5 5 16,21-7-5-16,0 1 1 0,5-2 35 0,2-1-15 15,5 0 20-15,3-4-25 0,2-1 16 0,3 0-24 16,4-2-1-16,12-2-4 0,2-1 4 0,4-1 8 16,2-1 5-16,4 0 4 15,5-1 7-15,6-2 5 0,3 2 4 0,2-1 3 0,22-1-2 16,-30 0-7-16,30 0-8 0,-22 0-5 16,22 0-2-16,-18 0-9 0,18 0-2 0,0 0-5 15,-20-1-1-15,20 1-3 0,0 0-1 0,0 0-3 16,-19 1-1-16,19-1-2 0,0 0 0 0,0 0 1 15,0 0 1-15,0 0-2 0,-16-1 2 0,16 1 1 16,0 0 2-16,0 0 0 0,0 0 1 0,0 0 0 16,0 0 0-16,0 0 1 0,0 0 1 0,0 0-2 15,0 0 3-15,-22 1-2 0,22-1-1 0,0 0 2 16,-11 3-1-16,11-3 3 0,0 0-2 0,-19 4 0 16,19-4 1-16,-17 4-2 0,17-4 0 0,-18 4 0 15,18-4 0-15,-19 1-4 0,19-1-14 16,-22 1-28-16,22-1-40 0,-25 0-41 15,25 0-8-15,-29-1-51 0,29 1-23 0,-28-3-87 16,12 0-124-16,-1-2-238 0,2 0-186 0</inkml:trace>
  <inkml:trace contextRef="#ctx0" brushRef="#br0" timeOffset="1967.15">3804 13332 318 0,'-27'13'574'0,"6"-2"-176"0,-1-2-100 0,5-2-70 16,3 0-58-16,4-3-32 0,10-4-30 15,-14 9-21-15,14-9-18 0,0 0-12 0,0 0-11 16,19 3-7-16,4-8-8 0,11-6-6 0,5-3-4 16,16-6-2-16,8-5 8 0,7-4-2 0,22-11 0 15,8-3 2-15,2-3 27 0,3-4-41 0,0 0 9 16,0-3 5-16,-3 2 31 0,2-1-36 15,-3 3 31-15,-4 0-41 0,-6 3 31 0,-22 10-41 0,-3 2 24 16,-7 1-59-16,-5 7 22 0,-7 2-62 16,-15 8 19-16,-5 4-44 0,-9 2-31 0,-5 4-79 15,-13 6-61-15,0 0-368 0,0 0-167 0</inkml:trace>
  <inkml:trace contextRef="#ctx0" brushRef="#br0" timeOffset="2324.17">3821 13127 153 0,'-8'-7'475'0,"3"-2"-185"16,1-2-47-16,2 1-74 0,1-4-11 16,4 2-66-16,-1-1 7 0,1-2-38 0,0 1 36 15,2 1-50-15,-1 4 32 0,-4 9-53 0,7-17 27 16,-7 17-10-16,3-11-7 0,-3 11-41 0,0 0 41 15,0 0-34-15,0 0 23 0,0 0-34 0,7 11 53 16,-10 1-58-16,-2 4 52 0,-1 5-50 0,-3 2 36 16,-2 3-36-16,0 1 36 0,-2-1-34 0,2 1 40 15,2-5-35-15,-2 0 36 0,3-2-16 0,1-2-3 16,2-3 8-16,0 2-8 0,2-5 5 16,3 1 2-16,2-1 6 0,4 2 5 0,3 2 5 15,4 0 40-15,3-1-48 0,6 2 38 16,4-2-42-16,2-2-6 0,4 1 37 0,0-3-50 15,4 1 34-15,-1-2-38 0,4 0-5 0,0-2-11 16,1 1-28-16,0 0-44 0,-1-2-103 0,-2 1-91 16,2-1-349-16,-5 1-162 0</inkml:trace>
  <inkml:trace contextRef="#ctx0" brushRef="#br0" timeOffset="6057.15">6570 10527 258 0,'0'0'483'0,"0"0"-119"15,0 0-92-15,-4-11-70 0,4 11-28 0,0 0-45 16,-5-8-17-16,5 8-11 0,0 0-18 0,0 0-10 16,-6-7-6-16,6 7-8 0,0 0-8 0,0 0-3 15,0 0-6-15,-3-9-6 0,3 9-6 0,0 0-2 16,0 0-6-16,0 0-3 0,0 0 14 16,0 0-5-16,0 0 9 0,0 0 2 0,-4-9 4 15,4 9 5-15,0 0 1 0,0 0-2 0,0 0-3 16,0 0 6-16,0 0-2 0,0 0-11 15,0 0 21-15,0 0 2 0,0 0-1 0,0 0-4 16,0 0 4-16,0 0-5 0,0 0-2 0,0 0-1 16,0 0 1-16,0 0 3 0,0 0 3 0,0 0 1 15,0 0-2-15,-5-7-2 0,5 7-2 0,0 0-6 16,0 0-8-16,0 0-7 0,0 0-5 0,0 0-4 16,0 0-5-16,0 0-3 0,0 0-7 0,0 0-3 15,0 0-4-15,0 0-4 0,0 0-5 0,0 0-3 16,0 0 2-16,0 0 1 0,5 20 3 15,1 1 3-15,2 14 0 0,2 9-1 0,3 15 1 16,1 8 8-16,1 10 25 0,2 6 5 0,3 26-1 16,-1 1 0-16,-2 3-1 0,4-5-1 0,-10-19-5 15,6 0 0-15,-4 0 1 0,-1-2-3 0,1-3-5 16,-1-2 7-16,0-3-14 0,0-4-4 16,-2-5-6-16,0-5-11 0,-1-5-12 0,-2-15-19 15,0-4-28-15,0-3-22 0,-2-6-48 0,-1-7-23 16,0-4-82-16,-2-4 19 0,2-4-47 0,-4-13-57 15,6 13-44-15,-6-13-62 0,0 0-202 0,6-9-166 16</inkml:trace>
  <inkml:trace contextRef="#ctx0" brushRef="#br0" timeOffset="6886.22">6548 10497 495 0,'-12'-10'401'0,"-1"2"-95"0,3 0-31 0,0 1-87 16,1-1-25-16,1 3-23 0,8 5-12 0,-15-11-14 15,15 11 0-15,-10-8 2 0,10 8-2 0,-8-7-17 16,8 7-20-16,-7-8-19 0,7 8-16 15,1-9-13-15,-1 9-6 0,13-17-4 0,1 3 19 16,7-2-32-16,9-2 26 0,6 1-32 0,16-7 19 16,9-1-32-16,10-1 5 0,26-8 3 0,5-2 3 15,8-3-5-15,5 2 2 0,8-4-1 0,4-1-8 16,6-3 10-16,4 1-9 0,-2 1 6 0,3-3 12 16,1 5-15-16,-3 2-1 0,-1 0 1 0,-4 5-6 15,-5 1 2-15,-7 5 11 0,-8 3 3 0,-27 5 37 16,1 4-43-16,-6 3 37 0,-6 0-42 15,-5 2 36-15,-6 3-41 0,-13 0 46 0,-5 0-44 16,-4 5 38-16,-3-2-41 0,-10 2 33 16,-3-1-44-16,-5 2 49 0,-2 1-32 0,-17 1 36 15,27-3-31-15,-27 3 46 0,22 3-24 0,-22-3 37 16,24 10-27-16,-7 0 3 0,-2 5-5 0,3 3 1 16,-1 7 1-16,2 6 8 0,-4 3-10 0,8 10-13 15,-1 6 2-15,-3 5-8 0,2 0 1 0,0 2 2 16,-1 5-1-16,2-1 25 0,-1 5-27 0,-1 2 19 15,1-1-25-15,2 2 0 0,0 0 2 0,-1-1-1 16,1-2 0-16,0-1 7 0,-1-3 3 0,-2 1 16 16,1-4-21-16,-3-2 13 0,-1-3 9 15,1-2-25-15,-4-2 16 0,-3-9-20 0,-1-1 19 16,-1 1-23-16,-3-4 3 0,-1 0 1 0,-3-2-2 16,-2-6 5-16,-4 5 0 0,0-8 5 0,-4 3-3 15,-2 0-1-15,-5-3 2 0,-2-1 1 0,-5-4 17 16,-3 2-16-16,-3-5 8 0,-4 3 10 0,-5-4 7 15,-11 3 14-15,-4-4 12 0,-6 0 7 16,-4 2 3-16,-9-2 4 0,-2 0 4 0,-4 2-7 16,-9-1 12-16,-23 8-2 0,-2 2 5 0,-6 1-3 15,-4 4 16-15,-2 0-25 0,1 6-1 0,-4 1-14 16,0 2-1-16,-3 1-25 0,3 3 13 0,1 2-9 16,2-3-9-16,7 4-20 0,3-3 17 0,5-3-21 15,7 0 16-15,22-11-3 0,2-4 0 0,8 1 0 16,4-4-12-16,3-3 20 0,7-2-22 15,4-3 27-15,14-3-22 0,5-2 13 0,9-4-19 16,3 1 16-16,3-5-23 0,3 4 15 0,1-3-30 16,13-4-5-16,-16 4-31 0,16-4-9 0,-13 6-15 15,13-6-15-15,0 0-21 0,-13 3-24 0,13-3-32 16,0 0-27-16,0 0-26 0,0 0-15 0,0 0 1 16,0 0-45-16,0 0-42 0,0 0-55 0,0 0-292 15,12-9-203-15</inkml:trace>
  <inkml:trace contextRef="#ctx0" brushRef="#br0" timeOffset="7338.25">7143 11007 624 0,'-22'4'411'0,"5"0"-70"0,-1-2-106 15,4 2-24-15,14-4-77 0,-23 5 5 0,23-5-50 16,-18 4 9-16,18-4-44 0,0 0 18 0,0 0-36 16,0 0 31-16,0 0-43 0,23-16 32 0,4 3-44 15,6-2-7-15,15-5 4 0,3-4-4 0,6-1-3 16,6 0 11-16,4-3 10 0,5-3-29 15,3 0-14-15,1 0 25 0,1 0-21 0,-3-1 22 16,0 1-2-16,-2 4-2 0,-7-1-18 0,-1 5-23 16,-7 0-37-16,-4 5-67 0,-14 3-74 0,-5 5-69 15,-9 3-253-15,-6 5-34 0</inkml:trace>
  <inkml:trace contextRef="#ctx0" brushRef="#br0" timeOffset="7559.26">7589 11191 486 0,'-22'23'454'0,"0"-2"-108"16,2 1-77-16,3 0-69 0,3-5-39 0,1 1-31 16,4-3-24-16,2-3-26 0,2-2-14 0,1-1-12 15,4-9-6-15,-1 13-8 0,1-13 22 0,9 9 0 16,-9-9 8-16,30 1 14 0,-2-3-3 0,14-7-19 16,12-5-8-16,7-4-7 0,6-5-9 0,4-2-9 15,2 0-3-15,2-3-6 0,-2-1 21 0,1 1-34 16,-2 1 19-16,-5 2-51 0,-3 1 0 0,-5 3-74 15,-6 3-33-15,-15 7-66 0,-5 1-75 0,-10 5-45 16,-9 1-283-16,-14 4-131 0</inkml:trace>
  <inkml:trace contextRef="#ctx0" brushRef="#br0" timeOffset="7761.28">7746 11720 612 0,'-32'22'454'0,"5"0"-143"0,3-1-40 16,1 1-90-16,1 0-36 0,6-1-29 0,2-5 6 15,5 0-54-15,2-5-16 0,5-2-10 0,2-9-6 16,5 15-16-16,-5-15 7 0,21 8 7 0,1-10-9 16,15-4-4-16,7-3 5 0,17-7 29 0,5-4-50 15,5-2 37-15,3-5-42 0,1-1-2 0,2 0 1 16,-2 1-11-16,-3 1-17 0,-4 2-81 0,-4 2-24 16,-5 5-80-16,-17 5-88 0,-4 2-238 0,-10 4-35 15</inkml:trace>
  <inkml:trace contextRef="#ctx0" brushRef="#br0" timeOffset="7974.31">7948 12248 222 0,'-36'27'671'0,"6"-6"-198"0,0 1-123 0,1 2-76 16,3 0-58-16,2-3-50 0,6-1-38 0,3-4-24 16,3-2-29-16,7-3-13 0,1-2-10 0,4-9-7 15,9 10-8-15,-9-10-4 0,32 4-3 0,-1-8-7 16,11-5-3-16,17-8-2 0,5-6-4 15,4 0-6-15,2-5-9 0,2-2 4 0,-1-1-16 16,3 0-29-16,-3-2-18 0,-2 2-18 0,-3 1-27 16,-2 0-76-16,-7 4-86 0,-4-2-34 0,-4 4-268 15,-13 6-92-15</inkml:trace>
  <inkml:trace contextRef="#ctx0" brushRef="#br0" timeOffset="11643.57">14951 9930 229 0,'16'3'483'15,"-16"-3"-129"-15,0 0-103 0,0 0-18 0,13 3-102 16,-13-3 11-16,0 0-61 0,0 0 27 0,-14 6-43 0,14-6 32 16,-29 5-29-16,6-1 30 0,-9 2-12 15,-8 1 0-15,-2 1 2 0,-16 2 2 0,-5 2-4 16,-7 4-13-16,-8 1-1 0,-10 3 1 0,-30 7-5 16,-7 0-4-16,-6 3 0 0,-5 4 20 0,-8 2 7 15,-8 3-24-15,-5 3-2 0,-8 2-12 0,2 5-11 16,-6 1-11-16,0 2-2 0,0 1-19 0,2-1-6 15,10-1-14-15,6-1-4 0,12-3-3 0,10-5-6 16,15-4 0-16,14-6-3 0,30-10 6 0,11-4 6 16,18-6-6-16,6 0 1 15,5-3 1-15,8-3 6 0,6-1 4 0,16-5-1 0,0 0 2 16,0 0 1-16,0 0-5 0,12-15-58 16,14 3-56-16,6-5-24 0,3-1-30 0,14-6-56 15,2-1-77-15,2-4 2 0,2 1-274 0,2-3-116 16</inkml:trace>
  <inkml:trace contextRef="#ctx0" brushRef="#br0" timeOffset="11888.57">12411 10147 743 0,'0'0'496'0,"-7"-11"-131"0,7 11-87 16,-19 3-62-16,-4 5-44 0,-9 10-37 0,-11 10 14 15,-11 7-70-15,-2 6-15 0,-19 16-19 16,2 0-19-16,-3 3 1 0,5 2-4 15,15-15-7-15,2 2-3 0,4-3-5 0,5-1 0 16,5-4-4-16,8-2-1 0,9-9 0 0,6 0 0 16,4-2-7-16,11-5 40 0,4 0-38 0,7-2 33 15,11 4-38-15,8-1 35 0,11 1-38 0,12 0 35 16,10-2-40-16,8-1 4 0,7-1-5 0,4 3-38 16,24 3-55-16,-20-2-95 0,18 8-114 0,-23-4-339 15,15 8-186-15</inkml:trace>
  <inkml:trace contextRef="#ctx0" brushRef="#br0" timeOffset="13590.73">9959 12000 190 0,'-16'-20'476'0,"-3"0"-214"0,-1 2-22 0,-5 1-65 15,-1 2-10-15,-2 1-74 0,-4 1 11 0,-2 1-47 16,-4 2 23-16,-3 1-32 0,-2 4 41 0,-2 1-39 16,-3 3 37-16,-3 2-11 0,-10 6-11 0,-3 1-2 15,-1 5-29-15,-3 5-9 0,-1 4 26 0,-5 6-26 16,-1 4 22-16,-17 13-20 0,3 1 21 0,2 4-23 16,3 2 17-16,4 1-14 0,2 2 16 15,4-1-18-15,15-7 8 0,0 2-4 0,4 1-3 0,3 3-4 16,2 1-21-16,3 0 6 15,6 3-5-15,5-1 10 0,5-1-17 0,7 1 10 16,7-1-12-16,3-1 13 0,10-9-14 0,8 1 21 16,7 6-19-16,8 3 12 0,9-5 27 0,6-5-19 15,9 2 7-15,6-5-2 0,9-6-23 0,6-2-9 16,10-6 22-16,9-6-22 0,7-6 21 0,4-5-13 16,9-6 11-16,3-8 1 0,24-7 14 0,1-7-13 15,-4-5-11-15,-5-4 6 0,-4-4-10 0,-8-3 11 16,-6-1-10-16,-11-4 10 0,-18 6-6 0,-6-6 8 15,16-12-10-15,-8-3 14 0,-3-5 1 0,-5-3 11 16,-3-3 5-16,-3-2 21 0,0-6 30 0,-5 0 22 16,-1-4 23-16,-15 13 6 0,-2-3 41 15,-3 1 23-15,-5 3 72 0,-6 2 5 0,-4 3-52 16,-6 3-53-16,-7 11-45 0,-7 1-55 16,-4 2-14-16,-7 3-43 0,-9 2 0 0,-10-4-28 15,-10 5 1-15,-11 4-13 0,-7 5-9 0,-10 5-1 16,-7 5-9-16,-9 5-7 0,-3 4-7 0,-8 5-5 15,-4 2-6-15,-4 5-5 0,4 4 8 0,-20 7-9 16,24-1-22-16,7 3-42 0,5 4-49 0,5 2-29 16,10 0-36-16,8 3-2 0,8 0-63 15,7-2-68-15,14-4-288 0,8 1-210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06T03:38:53.868"/>
    </inkml:context>
    <inkml:brush xml:id="br0">
      <inkml:brushProperty name="width" value="0.05292" units="cm"/>
      <inkml:brushProperty name="height" value="0.05292" units="cm"/>
      <inkml:brushProperty name="color" value="#FF0000"/>
    </inkml:brush>
  </inkml:definitions>
  <inkml:trace contextRef="#ctx0" brushRef="#br0">15181 4827 226 0,'0'0'580'0,"-3"-11"-184"0,3 11-38 16,-4-11-118-16,4 11 2 0,0 0-42 16,-2-13 4-16,2 13-35 0,0 0-11 0,-3-8-44 15,3 8-7-15,0 0-36 0,0 0 1 0,0 0-35 16,0 0-6-16,0 0-3 0,0 0-2 0,-3 8-2 16,6 5-7-16,-1 6 0 0,0 3 0 0,1 4-4 15,-1 2 3-15,2 4-2 0,1 2-6 0,-1 0-5 16,4-3 1-16,-3-1 1 0,-1-4 0 0,2-1-1 15,-1 0-2-15,0-2 16 0,2-1-20 0,-2-2 17 16,0 0-28-16,-1-4-13 0,0-2-66 0,1-1-9 16,-3-3-52-16,3 0-5 0,-5-10-31 0,5 11-45 15,-5-11-51-15,0 0-34 0,0 0-223 16,0 0-39-16</inkml:trace>
  <inkml:trace contextRef="#ctx0" brushRef="#br0" timeOffset="438.03">15194 4820 71 0,'-9'-23'474'0,"1"1"-151"16,0-1-67-16,-2 3-33 0,1 0-36 0,0 3-30 16,-1-1-14-16,1 3-17 0,0 4-4 0,-1 1-16 15,1 1-22-15,1 2-4 0,-1 0-36 0,9 7 4 16,-20-6-4-16,20 6 0 0,-23 5-16 0,10 2 29 16,-2 3-44-16,-1 5 37 0,0 3-40 0,0 7 3 15,1 3 5-15,1 2 7 0,1 4 1 0,4 0 2 16,0 4 6-16,3-1 1 0,0 2 7 15,3 0-2-15,3 0-8 0,3 0-1 0,3-2 11 16,0 2 0-16,4-4-3 0,2 1 2 0,3-3 20 16,3 0-19-16,0-2 17 0,3-2-20 0,-1-2 16 15,6-4-12-15,1-2 13 0,-1-3-15 0,4-3 10 16,-1-3-17-16,2-4 3 0,3-3-13 0,-4-4 5 16,8-4-11-16,2-4 7 0,1-6-14 15,0 0 12-15,5-7-9 0,0-1 11 0,-4-4 6 16,-2-1-1-16,-11 1 11 0,-1-3 9 15,-2-1 38-15,-4-3 12 0,-3-2 17 0,-4-2 20 16,-2-2 16-16,-4 2-38 0,-3-3-2 0,-3 2-56 16,-3-1-6-16,-4 3-44 0,-2 2 2 0,-5-1-34 15,-3 2-13-15,-1 5 0 0,-7-1 11 0,-2 3-36 16,-3 4-4-16,-2 0-5 0,-3 3-2 0,-2 2-6 16,-1 3 0-16,-1 1 2 0,-1 3 12 0,-1 5-9 15,-1 0 13-15,0 2-12 0,0 4 8 0,2 3-40 16,-3 0-75-16,3 3-69 0,1 4-87 0,0 0-59 15,2 3-408-15,2 0-355 0</inkml:trace>
  <inkml:trace contextRef="#ctx0" brushRef="#br0" timeOffset="1702.6">15447 6221 358 0,'0'0'493'0,"-15"-5"-125"16,15 5-101-16,-13-6-37 0,13 6-62 0,0 0 27 16,-17-7-64-16,17 7 19 0,0 0-49 0,-10-3 27 15,10 3-68-15,0 0 23 0,0 0-50 0,-10-7 20 16,10 7-48-16,0 0 40 0,7-7-43 0,-7 7 36 15,16-8-42-15,-16 8 32 0,23-7-37 0,-10 4 32 16,-13 3-38-16,28-3 38 0,-28 3-36 0,28-3 17 16,-28 3-21-16,27 1 37 0,-27-1-38 0,24 4 33 15,-24-4-41-15,19 9 50 0,-10-1-40 16,-3-1 40-16,-3 3-38 0,0 1 43 0,-3 3-39 16,-4 2 40-16,-1 5-31 0,-3 1 38 0,-6 3-27 15,0 0 29-15,0 0-14 0,-2 0 16 0,0-1 17 16,2-2 1-16,0-3 8 0,1-2 6 15,-1 0-4-15,4-2-4 0,1-2-2 0,-2 0-4 16,4-4-8-16,0-1-7 0,1 0-7 0,6-8-8 16,-8 12-7-16,8-12-2 0,-7 12-4 0,7-12-7 15,-6 7-2-15,6-7 0 0,0 0 2 16,0 0 0-16,0 0 0 0,11 5 0 0,-11-5 0 0,27-9-2 16,-8 2 0-16,5-2-2 0,5-2 1 15,1-3-3-15,2-1 1 0,1 0-25 0,-1-3-9 16,0 2-52-16,-1 0-19 0,-2 1-85 0,0-1 16 15,-2 1-56-15,-3 1-66 0,-5 2-43 0,-3 0-59 16,-2 1-224-16,-3 2-150 0</inkml:trace>
  <inkml:trace contextRef="#ctx0" brushRef="#br0" timeOffset="2221.65">15562 6047 429 0,'-13'-7'337'0,"-1"-1"-71"0,1 2-77 15,0 0 14-15,1 2-90 0,-1 0 15 0,13 4-35 16,-24-3 21-16,24 3-6 0,-23-2-21 0,23 2-13 16,-27 3-15-16,15 0-9 0,-4 4-7 0,2 1-9 15,-4 4-4-15,4 1-1 0,-3 4 9 0,0 5-16 16,1 2 34-16,0 1-42 0,1 1 51 0,2 3-47 15,2 2 44-15,1 1-47 0,2-1 42 16,3 1-36-16,1 3 36 0,1-7-33 0,3 3 34 16,3 3-37-16,2 0 33 0,3-1-33 0,1-1 31 15,5-4-29-15,1 1 30 0,4-3-26 16,2-1 16-16,3-4-15 0,4 0 22 0,2-4-23 16,2-5 14-16,6 1-21 0,-2-5 15 0,3-5-23 15,2-3 14-15,1-2-14 0,2-3 13 0,1-4-18 16,6-5 18-16,0-2-17 0,-1-5 19 0,0-2-11 15,-3-2 20-15,-2 0-15 0,0-3 22 0,-6 1 0 16,-2-2 33-16,-8 7 21 0,-5-3 36 0,-1 1 22 16,-6-2 16-16,-2-1 22 0,-6 0-1 0,-3 2 22 15,-3-1-9-15,-3 0-7 0,-5-7-15 0,-4 1-14 16,-5 0-6-16,-3 0-36 0,-3 2 9 0,-5 0-34 16,0 3-6-16,-5 0-53 0,0 4-13 15,-4 0-43-15,-3 5 0 0,-1 2-31 0,-3 4 6 16,-5 0-9-16,1 4-15 0,-2 4-47 0,1 0-53 15,-3 4-60-15,3 4-49 0,-1 1-55 16,1 3-72-16,0 5-37 0,-5 4-44 0,1 0-66 16,4 7-389-16,5 1-594 0</inkml:trace>
  <inkml:trace contextRef="#ctx0" brushRef="#br0" timeOffset="3646.75">15703 7492 560 0,'0'0'456'16,"-9"-7"-121"-16,9 7-76 0,-10-7-74 0,10 7-11 16,-9-4-20-16,9 4 25 0,-8-7-45 0,8 7 7 15,0 0-27-15,-12-6-12 0,12 6-19 0,0 0-16 16,0 0-14-16,-9-8-16 0,9 8-11 0,0 0 2 15,3-10-11-15,-3 10-3 0,14-10-10 16,-5 5-2-16,3 1 5 0,1-3-2 0,0 2-2 16,0 1-1-16,-13 4-5 0,22-1 1 0,-22 1 2 15,22 1 3-15,-22-1-3 0,20 9-10 0,-12-2 7 16,-3 1 6-16,-1 1 1 0,-3 2 0 16,-1 1 1-16,-1 1-3 0,-3 2 0 15,-3 3 4-15,0 0 3 0,-2-1 5 16,0 0 15-16,1-4-28 0,2 1 30 0,-3-2-27 15,4-2 22-15,0-1-27 16,1-1 22-16,4-8-30 0,-10 14 24 0,10-14-19 0,-4 13 20 0,4-13-30 0,0 11 29 0,0-11-25 16,4 12 26-16,-4-12-27 0,10 13 25 0,-10-13-27 15,13 11 26-15,-3-5-20 0,-1 0 19 16,1-2-34-16,0 2 29 0,-10-6-16 0,22 8 23 16,-22-8-27-16,22 9 26 0,-22-9-26 0,13 8 26 15,-13-8-31-15,15 7 30 0,-15-7-19 0,9 9 21 16,-9-9-1-16,4 10-6 0,-4-10 5 0,-3 12-2 15,3-12-1-15,-6 14-2 0,-1-5-1 16,1-1-5-16,-6 1 0 0,1-1 3 0,-2 0-6 16,0-1-20-16,-2 0-37 0,0-2-24 0,-2-1-15 15,2-2-32-15,15-2-41 0,-28 0-64 0,10-3-27 16,5-4-36-16,-1-4-283 0,0-3-112 0</inkml:trace>
  <inkml:trace contextRef="#ctx0" brushRef="#br0" timeOffset="4155.79">15744 7327 222 0,'-2'-11'482'15,"0"-2"-159"-15,-1 2-67 0,-2 1-44 16,1 0-47-16,-3 0-20 0,2 2-19 0,-3 1 2 16,-1 0-31-16,0 1 21 0,-1 0-56 0,10 6 30 15,-18-6-59-15,18 6 36 0,-22-4-48 16,22 4 28-16,-24 4-41 0,10 0 31 0,-4 4-35 0,-1 1 19 15,1 5-24-15,-1 3 33 0,-2 2-39 16,2 4 42-16,1 2-46 0,1 2 47 0,1 5-38 16,0 0 45-16,1 3-31 0,2 4 43 0,1 0-28 15,2 2 39-15,1 0 1 0,4 2-3 0,-1-1-10 16,5-1-4-16,1 2-50 0,0-3 27 0,6 0-24 16,0-1 24-16,3-2-27 0,2 1 26 0,4-3-20 15,0-3 27-15,5-2-22 0,-1-1 26 0,3-4-16 16,2-2 1-16,4-2-5 0,1-4 8 0,3-2-13 15,2-5 23-15,1-1-19 0,4-3 12 16,-2-3-18-16,2-5 10 0,1 0-16 0,4-6 15 16,-2-1-13-16,11-8 10 0,0-3-16 0,-2-2 10 15,3-4-12-15,-3-5 17 0,-1 1-3 16,1-1 2-16,-4-1 0 0,-1-2 1 0,-3-2 14 16,-5 1 14-16,-5-1 14 0,-2-1 11 0,-9 6 16 15,-3-1 17-15,-1-3 22 0,-7-1 30 0,0 0-10 16,-4-3 5-16,-3 3 8 0,-4-3 3 0,-6 2 8 15,1 0 11-15,-4 3-28 0,-4 0-18 0,-3 2-18 16,-4 3-19-16,-2 1-26 0,-3 3-32 0,-5 2-26 16,-2 0-21-16,-2 6-17 0,-6-1-17 0,2 3-12 15,-5 4-26-15,-1-1 15 0,2 6-10 0,-3 1-30 16,-1 2-47-16,1 1-48 0,-2 4-68 0,0 0-76 16,3 4-72-16,-2 0-72 0,1 5-535 15,3 0-764-15</inkml:trace>
  <inkml:trace contextRef="#ctx0" brushRef="#br0" timeOffset="5635.92">15767 8624 708 0,'0'0'560'0,"0"0"-179"0,-6-12-65 0,6 12-102 16,0 0-10-16,0 0-83 0,-5-10 3 0,5 10-71 16,0 0 31-16,0 0-56 0,0 0 28 0,0 0-53 15,0 0 42-15,-11 10-8 0,11-10-5 0,-4 19-9 16,2-8-36-16,-1 3 33 0,-1 2-37 0,1 1 29 16,1-3-26-16,-2 3 33 0,0-2-47 0,2 1 49 15,-1-3-38-15,2-1 37 0,-2 2-35 16,1-4 32-16,1 1-33 0,-2-3 36 0,3-8-29 15,-3 17 24-15,3-17-27 0,-2 13 37 16,2-13-27-16,-2 9 48 0,2-9-27 0,0 0 24 16,-2 11-28-16,2-11 18 0,0 0-22 0,0 0 24 15,-1 12-26-15,1-12 20 0,0 0-29 0,0 0 27 16,0 0-28-16,0 0 23 0,14 2-28 0,-14-2 19 16,20-6-21-16,-6 1 25 0,3-1-19 0,1-2 16 15,1 0-27-15,3 0 20 0,-4-1-16 0,2 0 20 16,-1-1-24-16,2-1 25 0,-3 1-2 0,0 2-5 15,-3-2 0-15,-2 2 0 0,-1 1 3 0,-3 0 17 16,-9 7 31-16,15-11 19 0,-15 11 7 0,10-9-10 16,-10 9 5-16,5-11 10 0,-5 11 30 15,4-8 21-15,-4 8-24 0,0 0 10 16,1-11-23-16,-1 11-1 0,0 0-29 0,0 0-8 16,0 0-26-16,3-11 0 0,-3 11-18 0,0 0 8 15,0 0-14-15,-3 10-7 0,2 0-5 0,-1 3 1 16,0 4 2-16,2 1-4 0,-1 5-4 0,-1 1 7 15,2 1-36-15,-1 1-19 0,1-1-16 0,0 2-30 16,3-1-24-16,-2-1-36 0,0-1-18 0,2-1-66 16,1-3 30-16,-1 1-30 0,1-5-41 0,-1-4 2 15,3-2-48-15,-6-10-46 0,8 12-244 0,-8-12-151 16</inkml:trace>
  <inkml:trace contextRef="#ctx0" brushRef="#br0" timeOffset="6173.95">15921 8615 390 0,'-16'-15'447'0,"2"-2"-143"0,-5 4-61 0,2 1-61 15,-4 0-52-15,2 1-6 0,-1 1-13 0,-3 2-5 16,1-1-13-16,1 2 5 0,0 1 30 0,-1 1-50 16,5 0 35-16,0 2-54 0,0-1 24 0,17 4-50 15,-28-2 21-15,28 2-41 0,-25 1 33 0,25-1-52 16,-26 8 43-16,13-1-39 0,-2 3 34 15,2 5-42-15,-1 1 39 0,3 4-6 16,0 5 5-16,1 4 0 0,2 3-31 0,3-1 47 16,1 2-29-16,3 4 39 0,-1-2-25 0,4 1 21 15,0 2-23-15,3-4 4 0,1 2 0 0,1 1 0 16,5-2 15-16,-3-1-16 0,4-2 11 0,2 1-11 16,0-5 8-16,3 1-10 0,2-1 16 0,1-4-15 15,2-1 14-15,3-3-16 0,-2-1-2 0,4-2-1 16,0-3 7-16,3 0-2 0,1-4-7 0,0-2 1 15,2-6 1-15,3 2-3 0,2-7 1 0,2 1-3 16,0-6-7-16,0-1-8 0,3-5 8 0,9-2-12 16,-2-2 9-16,0-3-9 0,-2-3 11 15,-3-2-10-15,-3-2 11 0,-2 0 17 16,-3 2 4-16,-8 1 19 0,-6 0 11 0,-1-1 27 16,-2-2 1-16,-5 1 14 0,-2 0 11 0,-3-5 7 15,-4 1-10-15,-2-2 33 0,-5 5-12 0,-2-6 29 16,-3-1-7-16,-4-1-3 0,-3 1-6 0,-3 1 1 15,-2 1-9-15,-4 1-12 0,-4 3-21 0,-7-4-32 16,2 8-35-16,-6-3-24 0,0 7 0 0,0 3-35 16,-3 3-18-16,-2 1-7 0,0 3 8 0,-4 2-19 15,3 3 12-15,-3 1-32 0,3 1 19 0,1 3-31 16,-1 1-15-16,2 1-69 0,2 3-46 0,2 1-37 16,1 3-46-16,1 0-40 0,3 5-55 15,2-1-9-15,3 5 5 0,-2-2-121 0,5 3-297 16,0 4-382-16</inkml:trace>
  <inkml:trace contextRef="#ctx0" brushRef="#br0" timeOffset="9412.83">15993 9881 135 0,'0'0'512'0,"-14"4"-169"0,14-4-81 0,-19 5-49 15,19-5-51-15,-20 4-19 0,20-4-9 0,-22 7-16 16,22-7 24-16,-18 4 14 0,18-4 22 0,-16 2 14 15,16-2-14-15,0 0-15 0,-16 4-20 16,16-4-23-16,0 0-19 0,0 0-17 16,-16 5-11-16,16-5-8 0,0 0-13 0,0 0-9 15,0 0-11-15,0 0-3 0,7-11-9 0,3 3-1 16,5-2-6-16,2-1-3 0,2-1-3 0,3-1 1 16,1 1-1-16,3-3 5 0,-1 1-12 0,2 1 5 15,0 1-34-15,-8 3-17 0,3 0-70 0,-3 2-21 16,-5 2-58-16,0 0-1 0,-2-1-34 0,-12 6 0 15,15-2-3-15,-15 2 0 0,0 0 4 0,0 0 10 16,0 0 45-16,-4 10-2 0,-2-4 37 0,-5 4 23 16,-1-2 69-16,-5 1 33 0,-1-1 55 0,-1 2 21 15,0-1 19-15,0 0 28 16,1 0-23-16,-2-3 20 0,4 1-5 0,1 0-5 16,2-2 1-16,13-5-12 0,-19 7-2 0,19-7-49 15,-15 5 22-15,15-5-11 0,-12 7-12 0,12-7-6 16,0 0-6-16,-13 4-7 0,13-4 2 0,0 0-4 15,-5 9-1-15,5-9-12 0,0 0 17 0,0 15-4 16,0-15-8-16,1 16 1 0,2-4 1 0,-2-1-2 16,0 0 1-16,2 3-15 0,-2-2 6 0,2 2 12 15,-2 0 2-15,1-2 22 0,0 2-29 0,0-2 23 16,0 1-27-16,-1-3 23 0,-1-10-37 16,5 18 45-16,-5-18-26 0,4 16 49 15,-4-16-38-15,5 10 44 0,-5-10-43 0,9 6 46 16,-9-6-39-16,0 0 43 0,20 0-39 0,-20 0 29 15,21-6-38-15,-9 0 28 0,1-2-31 0,3 1 30 16,-1-2-36-16,2 0 23 0,-2 1-29 0,3-1 20 16,-5 3-27-16,1-1 33 0,0 1-34 0,0 1-2 15,-1 1-8-15,-13 4 10 0,24-3 2 0,-24 3-4 16,23 0 5-16,-23 0 0 0,22 4 26 0,-10 1-27 16,-1 1 23-16,-1-1-31 0,-2 2 27 0,-1 2-25 15,0-1 31-15,-3 4-32 0,-1-2 33 16,0 1-36-16,-3-1 33 0,0 3-28 0,-6 2 27 15,2-2-8-15,-5 3 7 0,0 1-4 0,-4-1-2 16,0 0-4-16,-2-1-1 0,1-1-2 16,0-2-3-16,-2-1-3 0,1 0-4 0,4-4-14 15,-2-1-13-15,0-2-20 0,13-4-35 0,-21 4-37 16,21-4-28-16,-19 0-44 0,19 0-43 0,-18-8-30 16,9 1 3-16,2-2-248 0,-1-2 15 0</inkml:trace>
  <inkml:trace contextRef="#ctx0" brushRef="#br0" timeOffset="10005.85">16115 9608 334 0,'-13'-9'456'0,"-3"-1"-152"0,2 2-60 0,-1 2-62 16,1-2-38-16,-3 5-30 0,2-3-6 0,-3 5-21 15,18 1 17-15,-29-2-32 0,29 2 22 0,-30 1-49 16,14 1 21-16,-2 4-36 0,0 2-7 0,0 2-4 16,1 0-1-16,1 5-3 0,-2 4-5 15,0 4 3-15,0-1-3 0,4 4 7 0,0 2 4 16,0-1-9-16,0 4 8 0,2 1-2 0,2 0 2 16,0 2-5-16,1 1 34 0,1-1-37 0,3 1 45 15,0-1-52-15,1 3 47 0,3-8-37 16,1 7 32-16,2-2-37 0,3 0 39 0,2-2-34 15,-1 0 20-15,3-2-40 0,4 1 28 0,0-3-30 16,2-3 37-16,2 0-36 0,3 0 36 0,2-2-36 16,0-3 36-16,2-1-28 0,3-2 33 0,-2-3-22 15,5 0 17-15,-1-5-18 0,2 0-18 16,-4-2 19-16,0-4 24 0,2 1-33 0,2-4 32 16,1-1-18-16,5-4 19 0,0-3-28 0,-1-1 22 15,1 0-25-15,0-5 19 0,1 0-19 0,-2-1 16 16,0-2-17-16,-2-3 23 0,1 2-12 0,-3-2 21 15,-1-1 11-15,-3 0 10 0,0-1 10 0,-5-2 6 16,0 3-2-16,-5-2 5 0,1-1 19 16,-6 0 10-16,1-1 32 0,-3 0-4 0,-4 1 27 15,-1 0-18-15,0-1-11 0,-4 0 17 0,-1 0-28 16,-2-1 14-16,-2 0-31 0,-3-4-12 0,-3 0 0 16,0 0 7-16,-4 2-35 0,-2 0 10 0,-2 0-34 15,-2 2 9-15,-4 2-29 0,-1 2 2 16,-2 0-39-16,-3 3 5 0,2-1-19 0,-4 3-13 15,0 4-18-15,2-1-19 0,-3 1-15 0,1 3-14 16,2 0-17-16,1 1-10 0,1 3-33 0,3 0-38 16,-2 1-51-16,2 0-47 0,2 2-45 15,-1 1-35-15,0-2-37 0,4 3-460 0,1 0-502 16</inkml:trace>
  <inkml:trace contextRef="#ctx0" brushRef="#br0" timeOffset="11268.96">16611 4991 114 0,'-3'-14'231'15,"1"3"-38"-15,-1-2 1 0,2 2-33 0,-2 1-16 16,1 0-3-16,2 10-31 0,-2-19-4 0,2 19-27 16,0-17-8-16,0 17-25 0,4-19 4 15,0 11-24-15,4-2 9 0,2-3-26 0,3 2 26 16,3-2-18-16,1 1 24 0,5 0-25 0,3-1 18 16,2 0-30-16,2 1 25 0,0 2-3 0,2-2-5 15,3 2-5-15,-2 1-3 0,4 1-18 16,-4 0 31-16,1 2-46 0,-6 3 40 0,1-1-26 15,-1 2 31-15,-4 2-34 0,-1 0 30 0,1 4-25 16,-4 1 27-16,3 1-37 0,-3 4 39 0,-1 3-25 16,-2 3 30-16,1 4-36 0,1 5 42 0,-4 5-31 15,1 3 8-15,-3 4 2 0,2 6 4 0,-1 12-9 16,-2 1 40-16,1 4-33 0,-2 1 24 0,3 3-7 16,-3 4 23-16,1 0-3 0,1 6-25 0,1 0 29 15,1 1-4-15,-1 2 12 0,2-1 3 16,-1 0 8-16,4 4 5 0,0-4 25 0,1 1-32 15,-1 3-8-15,1 3-6 0,3-1-8 0,-3 2-8 16,3 0-2-16,-2 0-9 0,7 17 9 16,-8-19-25-16,3 1 19 0,3 19-23 0,-5-17 11 15,3 19-25-15,-4-20 2 0,-2 1 15 0,0 2-14 16,-1 1 16-16,6 19 12 0,-8-19-19 0,4 0 8 16,-3 2 9-16,3 19-17 0,-2-24 12 0,-1 2-12 15,-2-1 17-15,0 0 0 0,0 3 16 0,-1-3-8 16,-2 3-15-16,3-3 3 0,-3-1-10 0,-1-4 2 15,-1-1-9-15,3-4 6 0,-3-2-5 0,1-3 2 16,-1-2-10-16,2-2 57 0,-4-3-60 0,2 0 1 16,2-3-1-16,-2 0 3 0,-2-1-2 0,2-3-6 15,-2-2 8-15,-1-8-8 16,2 0 5-16,-4-1 5 0,3-1-1 0,-3 0-1 16,4 0 0-16,-4-1 0 0,0-5 46 0,1 3-56 15,0-3 49-15,0 0-53 0,-2-3 40 0,1-1-44 16,-1-3 50-16,2-2-53 0,-4-2 4 0,3-2 1 15,-3 0 3-15,1-2 5 0,-1 0-1 0,0-6-2 16,0 1 5-16,0-4 1 0,0 0 2 0,0-1-2 16,0-2 3-16,0 1-2 0,0-2 1 0,0-1 1 15,0 2 1-15,0-2-6 0,-1-1 7 0,1 2-2 16,-3 1 0-16,3-1 0 0,-1-1-1 0,-3 0 2 16,3 2 2-16,0-3-4 0,-2 1-4 15,-1-1 6-15,4-9 1 0,-5 16 1 16,5-16-1-16,-5 15 0 0,5-15 0 0,-9 13 3 15,9-13-3-15,-13 11-4 0,13-11 6 0,-20 10-1 16,7-5 2-16,-5-1 3 0,-1 1 5 0,-6 0 6 16,-3 0-5-16,-8 1-3 0,-3 2-2 0,-8 2 31 15,-12 1-49-15,-5 4-20 0,-3 0-38 0,-5 1-40 16,-4 2-69-16,-2-1-46 0,-3 2-84 0,0-3-105 16,0 2-444-16,0-1-449 0</inkml:trace>
  <inkml:trace contextRef="#ctx0" brushRef="#br0" timeOffset="27630.27">3618 15177 467 0,'0'0'412'0,"0"0"-101"16,-21 3-52-16,21-3-62 0,0 0-47 16,-20 2-28-16,20-2 12 0,0 0-12 0,-21 0-9 15,21 0 8-15,0 0-9 0,-16 1 4 0,16-1-5 16,0 0-3-16,0 0 3 0,0 0 7 0,-22-1 8 15,22 1 2-15,0 0 0 0,0 0 2 0,0 0-2 16,0 0-13-16,-18 0-9 0,18 0-12 0,0 0-14 16,0 0-8-16,0 0-13 0,0 0-11 0,0 0-5 15,0 0-3-15,0 0-1 0,0 0 2 0,0 0-3 16,0 0-2-16,0 0 7 0,17-1-9 0,-17 1-4 16,24 0 0-16,-24 0-4 0,32 2-6 0,-13-2 1 15,-1 3-6-15,6-1-1 0,1 0-2 16,0-2 0-16,0 1-4 0,1-1-2 0,1 0 0 15,3 0-15-15,-1-1 25 0,0-2-20 0,0 0 11 16,1 1-17-16,0 1 21 0,-1-3-20 0,-1 2 17 16,2 0-16-16,-2 0 16 0,0 1-17 0,-2-2 17 15,-1 2-16-15,1 0 15 0,-6 1-13 0,1 0 13 16,-2-2-12-16,-19 2 18 0,32 2-27 16,-32-2 18-16,28 0-13 0,-28 0 15 0,23 1-13 15,-23-1 11-15,18 1-16 0,-18-1 16 0,0 0-16 16,19 3 19-16,-19-3-15 0,0 0 21 0,0 0-18 15,13 3 8-15,-13-3-17 0,0 0 15 0,0 0-3 16,-9 7-2-16,9-7-5 0,-19 3-6 16,19-3-3-16,-31 5 0 0,13-2 1 0,-6 0-6 15,-2 0 13-15,-2 0-6 0,0-1 15 0,-3 1 2 16,2-1-6-16,-8-1 0 0,5 2 1 0,0-3-6 16,0 0 10-16,-1-2-2 0,1 1 0 0,-4 0 4 15,6-1-3-15,-6-2 2 0,7 0-1 0,2 1 0 16,0-1 2-16,3 0 7 0,1-1-8 0,5 3 0 15,-1-2 1-15,5 1 2 0,14 3 2 0,-26-5 1 16,26 5-2-16,-17-4 0 0,17 4-1 0,-15-2-1 16,15 2-4-16,0 0 0 0,-15-3 1 15,15 3 8-15,0 0-6 0,0 0 0 16,0 0 4-16,0 0 0 0,17 9 4 0,-6-5-1 16,4 0-2-16,2 1 3 0,4-2 2 0,0 4-1 15,4-3-1-15,-1 0-2 0,3 0 0 0,1 0 5 16,0-2-11-16,2 2 3 0,0-1-2 0,0-1 0 15,0-2-15-15,0 3 18 0,-1-2-3 0,-1 0-4 16,2-1 4-16,-2 1-5 0,0 1 5 0,-5-2-3 16,-1 0 1-16,-2 1 7 0,-1-1-2 0,1 1-9 15,-20-1 3-15,28 0-4 0,-28 0 1 16,20 3 0-16,-20-3-3 0,17 1 6 0,-17-1 0 16,0 0-2-16,11 5 2 0,-11-5 0 0,0 0 0 15,0 0 8-15,-9 9-2 0,9-9-9 0,-15 5 4 16,1-3-2-16,-3 1 1 0,-2-2 1 0,-1 0 1 15,-3 0-1-15,-3-1 2 0,-1 0-3 0,2 0 0 16,-3 0 0-16,1 0 0 0,-1 0 0 16,2 0 8-16,0 0 0 0,-1 0-6 0,2-1 1 15,-2 0 2-15,4 1 1 0,2-1 26 0,1 0-26 16,-2 1 0-16,4-2 7 0,-1 1 1 0,1 1 2 16,18 0 4-16,-28-3 0 0,28 3 5 0,-23-1-3 15,23 1-9-15,-18-1 2 0,18 1-5 0,0 0-8 16,-19-2-2-16,19 2-3 0,0 0 3 0,0 0 0 15,0 0 1-15,0 0 2 0,0 0 0 0,0 0-1 16,9 12 3-16,4-10 7 0,2 3-6 16,1-1-4-16,7 1 6 0,0 0-3 0,2-1-5 15,1-2 1-15,1 3-1 0,1-2 0 0,1 1 0 16,-1-1 1-16,8 1-24 0,-10-1 28 0,3 0 0 16,1 0-2-16,-2-2 8 0,-2 2-3 0,1-2-10 15,-2 0 18-15,-5 1-14 0,-2-1-2 0,-18-1 10 16,29 1-15-16,-29-1 1 0,21 1 3 0,-21-1 3 15,17 1 4-15,-17-1 4 0,0 0-1 0,0 0-4 16,0 0 1-16,0 0 9 0,0 0-9 16,0 0-1-16,0 0 5 0,0 0-7 0,-26 0-20 15,4-1 28-15,-1-1 3 0,-5-1-2 16,-3 2 3-16,-3-3 3 0,-4 0 5 0,-1 1 1 16,1 0 3-16,-1-1 0 0,1 2 10 0,1-2 4 15,1 2 10-15,5 0 5 0,3 0 1 0,1-1-2 16,8 2-2-16,-4 0-7 0,4 0 0 0,19 1-6 15,-31-1-5-15,31 1-7 0,-22-3-2 0,22 3-3 16,-16-1-4-16,16 1-4 0,0 0-6 0,-18-2-3 16,18 2-2-16,0 0 5 0,0 0-4 0,0 0-2 15,10 6-2-15,-10-6 0 0,28 6 1 16,-7-1 1-16,3 0 1 0,2 0 1 0,2-1-1 16,5 0-2-16,2 0-1 0,-1 0 0 0,2 0 0 0,2-2 0 15,-1 2 0-15,1-3 0 0,-1 2-1 16,0-2-1-16,-6 0 3 0,-1-1 0 0,1 1-4 15,-2-1-3-15,-2 0 2 0,0 2-2 0,-8-2 3 16,-1 0 1-16,-18 0 0 0,28 1-1 0,-28-1-1 16,21 0 1-16,-21 0 2 0,0 0 1 0,16 1-1 15,-16-1 0-15,0 0-1 0,0 0-1 16,0 0 5-16,0 0-5 0,-23 1-2 0,23-1 1 16,-34-3 2-16,9 0 3 0,-1 0 1 0,-8-3-3 15,1 0-2-15,-3 0 2 0,1-1 1 0,0-1-2 16,-2 0 2-16,4 1-1 0,-1-2-1 0,4 3 3 15,4 0 7-15,1 1-1 0,3 0 0 0,1 1-4 16,2 0-2-16,4-1-1 0,15 5 4 16,-25-4-1-16,25 4 2 0,-19-3-4 0,19 3-5 15,0 0-1-15,-16-4 1 0,16 4 1 0,0 0 2 16,0 0 0-16,0 0 2 0,0 0 0 0,15 6 3 16,2-2 2-16,-2 0-6 0,11-2-1 0,-1 3 1 15,3-1 0-15,2-1 0 0,4-1 1 0,3 0 3 16,0 0-4-16,3-1 0 0,-3-1-1 0,2 1 0 15,-2-1 0-15,-5 0 0 0,-2 0 0 0,1-1-1 16,-2 1 1-16,-2-1 3 0,0 1 0 0,-5-2-6 16,-3 2 2-16,-19 0-4 0,30 0-1 0,-30 0 5 15,21 0 11-15,-21 0-10 0,18 2 1 16,-18-2-1-16,0 0 0 0,0 0 0 0,0 0 1 16,13 3 0-16,-13-3-1 0,0 0-1 15,-16 4-1-15,16-4 7 0,-24 5-2 0,6-2-6 16,0-1 0-16,-1 0 3 0,-4 1 1 0,0 0-1 15,0 0-1-15,0 0-2 0,4 0-4 0,1-1-16 16,-1 0-41-16,2 0-67 0,-1 0-77 16,-1 0-70-16,19-2-50 0,-28 2-47 0,28-2-34 0,-26 2 16 15,26-2-45-15,-24 0-11 0,24 0-37 16,-23-2-262-16,23 2-272 0</inkml:trace>
  <inkml:trace contextRef="#ctx0" brushRef="#br0" timeOffset="28144.3">3317 14201 222 0,'-10'-15'335'16,"2"-1"-95"-16,-1 1-40 0,1 2-37 0,0 2 10 15,1 1-45-15,0 1 15 0,0 2-22 0,1 0 13 16,6 7-34-16,-10-9 3 0,10 9 0 15,-7-7-26-15,7 7-1 0,0 0 20 0,0 0 0 16,-8 10 9-16,8 2-2 0,2 1 29 0,0 9-36 16,3 4 19-16,2 5-31 0,1 4-3 0,2 4-8 15,1 2-3-15,3 13-9 0,0 1 6 16,3 1-14-16,-2 2 5 0,2 0-14 0,-3 2 2 16,3-3-14-16,-2-1 0 0,0-4-4 0,-2-2 12 15,-2-9-14-15,-1-2-8 0,1-3 0 0,-2 0-5 16,1-5 0-16,-1-1-4 0,-1-8 7 0,-2-1 8 15,2-2-14-15,-3-4-13 0,-1-5 14 0,0 2-16 16,-4-12 8-16,5 16-13 0,-5-16 4 0,5 9-28 16,-5-9-39-16,0 0-51 0,0 0-53 0,0 0-12 15,0 0-6-15,0 0-16 0,1-13-35 0,-1 13-44 16,-2-20-19-16,-1 7-31 0,2-3-179 0,-2-1 5 16</inkml:trace>
  <inkml:trace contextRef="#ctx0" brushRef="#br0" timeOffset="28869.35">3325 14375 7 0,'-8'-17'521'16,"1"3"-158"-16,0 0-95 0,2 0-44 0,0 3-49 16,0-2-31-16,2 3-16 0,-1 0-15 0,-2 0-12 15,3-1-7-15,2 2-11 0,1 9-16 0,-2-19-10 16,2 19 2-16,0-17-19 0,0 17 2 0,2-16-8 15,-2 16-1-15,10-17-1 0,-1 10 2 0,-1-1 1 16,4 2-2-16,4 0-8 0,3 0 28 16,1-1-7-16,2 3-2 0,3-3-7 15,3 2-4-15,5-3-1 0,3 1-6 16,1 0-9-16,0-1-10 0,4 0 0 0,0-1 6 0,0 0 1 16,1-1-6-16,-1 2-4 0,0 2 2 0,-1-1-1 15,-1 2 0-15,-3 0-4 0,1 2-1 0,-7 1 3 16,-1 1 15-16,-2 1-17 0,0 1-2 0,-2 0-1 15,-2 0-3-15,-1 3 11 0,1 0 6 0,-5 0 5 16,1 0 8-16,0 3 13 0,-2-2 5 0,-2 0 5 16,2 2 6-16,1 2-3 0,-4 1-1 0,4 0 7 15,-4 2 4-15,4 4-1 0,-2 2 1 16,1 4 7-16,-2 3-15 0,0 1-9 0,0 3 0 16,-4 4-4-16,2 4-4 0,-1 1-6 0,-1 1-6 15,-2 2 8-15,1 1-15 0,1-1 11 0,-1 0-24 16,0 0 14-16,0-1-18 0,-2 0 1 0,2-1 3 15,-1-3-1-15,0-1-2 0,1-1 0 0,-2-1 1 16,0-2 5-16,-1-1-5 0,0-5 3 0,-1-1-4 16,-1 1-1-16,0-2 0 0,1 0 0 15,-1-1 0-15,-3 1 0 0,3-1 2 16,-2 2 1-16,-1-3-2 0,-2 3-2 0,0-4 26 16,0-1-16-16,-2 3-16 0,-1 1 17 0,2-5-15 0,-3 0 12 15,0-2-16-15,3 0 17 0,-3 0-17 16,0-3 22-16,2 1-18 0,-1-3 8 0,-1-1-12 15,3 0 16-15,-3-1-16 0,4-9 17 0,-6 16-16 16,6-16 23-16,-4 14-24 0,4-14 18 0,-5 10-17 16,5-10 18-16,-5 10-16 0,5-10 20 0,-7 8-20 15,7-8 18-15,-10 4-9 0,10-4 40 0,0 0-4 16,-18 4 33-16,18-4-29 0,-16-1 38 0,16 1-31 16,-22-5 6-16,7 0-2 0,0-1-9 0,-4-2-7 15,-1 0 0-15,-1-1-5 0,-3 1-5 0,0 1-3 16,-3 0-6-16,-1 3-7 0,-3 2-4 0,1 2-4 15,-9 5-8-15,2 4-30 0,-4 2-71 16,-9 5-91-16,-1 5-118 0,5 2-67 16,-3 2-29-16,6 2-46 0,0 0-420 0,9-6-490 15</inkml:trace>
  <inkml:trace contextRef="#ctx0" brushRef="#br0" timeOffset="31315.36">12565 14116 497 0,'0'0'391'0,"0"0"-142"0,0 0-13 16,-14 4-93-16,14-4 7 15,-11 17-58-15,6-3 49 0,-2 5-18 0,2 3-7 16,-1 3-13-16,2 9 2 0,1 2-10 0,3 3-33 16,0 5 7-16,4 2-31 0,0 4 5 0,2 10-23 15,1 0 8-15,1 0-23 0,-1-1 18 0,3-3-4 16,-4-10-1-16,3-2-6 0,-2 0-4 0,-1-6-6 16,2 0-8-16,-1-3-15 0,-1-4-2 0,-1-6-9 15,1-4-44-15,0 0 10 0,-3-8-59 0,1 0-19 16,2-3-36-16,-6-10-46 0,8 8-42 0,-8-8-209 15,0 0 79-15</inkml:trace>
  <inkml:trace contextRef="#ctx0" brushRef="#br0" timeOffset="31942.4">12516 14239 406 0,'-6'-19'330'0,"3"3"-94"15,-1 1-15-15,-1-1-62 0,1 2-3 0,0 2-60 16,0 1 25-16,2 0-45 0,-1 0 24 16,3 11-62-16,-1-22 43 0,1 22-51 0,1-17 32 15,2 8-48-15,0-1 42 0,4 0-48 0,-2 1 40 16,4 1-56-16,1-1 50 0,4 1-51 16,2 1 48-16,4 0-43 0,2 1 38 0,3 0-42 15,6-1 40-15,3 1-43 0,4 0 28 0,-1 1-44 16,5-1 19-16,1 1 42 0,2-3-52 0,2 2 47 15,0-1-44-15,1-1 41 0,-3 1-47 0,2-2 33 16,-1 1-34-16,-2 1 48 0,-3-1-42 0,-3 4 40 16,-1-2-42-16,-8 3 42 0,0 0-42 15,-6 2 40-15,-2 2-18 0,-3 2 36 0,-1 0-4 16,-1 3 28-16,-3 1 9 0,3 3 21 16,-4 2 1-16,-2 5-5 0,2 0 1 0,-3 6-6 0,0 4-10 15,0 2-13-15,0 2-11 0,-1 3-6 0,-2 0 14 16,3 4-28-16,1 4-3 0,-2 1 1 15,1 11-9-15,4 0-3 0,-4 2-9 0,3-4 4 16,-3-6-8-16,2-3 4 0,0 0-7 0,-2-1 6 16,3 0-10-16,-2-2 8 0,-1-1-1 0,0-2 4 15,2-2-9-15,-2-2 0 0,0-1 3 0,0-1-2 16,-1-1-6-16,1-1 3 0,-4-5 10 16,1 0-8-16,1-2 8 0,-2-1-11 0,-1-1 8 15,1-4-8-15,-4 1 6 0,2-4-9 0,-3 1 12 16,0-1-4-16,0-3 3 0,0-1-7 15,-3 2 9-15,0-1-6 0,3-10 4 0,-9 16-6 0,1-10 9 16,-1 0-6-16,0 1 5 0,-5-1-7 16,-2-1 7-16,-5 0-8 0,-2-3 15 0,-2 3-3 15,-4-1 25-15,-8 1-3 0,0-1 12 0,-4 0-14 16,-4-1 8-16,0 1-12 0,0 0-5 0,-2 0-4 16,0-2-3-16,2 2-1 0,1 0-6 15,0-1-4-15,3 1-5 0,-1 0-39 0,2-1-72 16,4 0-63-16,7 0-46 0,1-1 5 0,2 1-59 15,3-1-67-15,4-1-393 0,0 2-261 0</inkml:trace>
  <inkml:trace contextRef="#ctx0" brushRef="#br0" timeOffset="33175.61">12567 14904 390 0,'0'0'282'0,"0"0"-81"16,0 0-47-16,0 0-36 0,0 0-16 0,0 0 9 16,0 0 16-16,0 0-43 0,4 8 18 0,-4-8-52 15,0 0 42-15,5 13-46 0,-5-13 32 0,8 12-40 16,-2-3 37-16,-1 1-8 0,1 1-8 16,2 3-5-16,1 1-21 0,0 1 13 0,0 1-5 15,3 0-4-15,-3 2-41 0,2-2 38 0,-1 2-40 16,0 0 29-16,0-1-31 0,-1 1 34 15,0 0-23-15,0 0 31 0,-2-2-33 0,2 1 27 16,-4-3-30-16,1-2 23 0,-1 1-24 0,0-4 19 16,0 0-24-16,-2 0 38 0,-3-10-40 0,6 15 35 15,-6-15-37-15,6 14 20 0,-6-14-25 0,3 10 33 16,-3-10-25-16,0 0 23 0,4 11-29 0,-4-11 20 16,0 0-64-16,0 0-14 0,0 0-19 0,0 0-21 15,0 0-43-15,0 0-31 0,0 0-103 16,0 0-185-16,-9-6 89 0</inkml:trace>
  <inkml:trace contextRef="#ctx0" brushRef="#br0" timeOffset="35236.78">12475 14236 76 0,'0'0'239'0,"2"-14"-29"0,-2 14-68 16,0 0-1-16,0-14-40 0,0 14 8 0,0 0 8 15,1-10-24-15,-1 10 35 0,0 0-30 16,2-11 40-16,-2 11-46 0,0 0 26 16,0 0-54-16,0 0 23 0,1-11-49 0,-1 11 40 15,0 0-13-15,0 0 11 0,0 0-3 0,4 16 0 16,-4-16 44-16,6 22-53 0,-3-6-4 0,1 5-9 15,1 3-8-15,2 7 2 0,1 4 16 0,4 3-6 16,-3 3-15-16,4 10-9 0,2 0 3 0,2 3-3 16,-2 1-3-16,0-3-3 0,2 4-3 0,-2-3-3 15,-2-1 7-15,2-2-10 0,-3-10-3 0,-1 2 3 16,1-3 0-16,-2-3-1 0,-1-1 3 0,4-1-3 16,-4-3 6-16,-2-2-3 0,0-5-4 15,-1-3-10-15,0-1 5 0,0-4-6 16,-3-2 3-16,0-2-4 0,0-2-1 0,-3-10-4 15,3 18 5-15,-3-18-12 0,4 14-35 0,-4-14-55 16,0 0-4-16,0 12-34 0,0-12-13 0,0 0-1 16,0 0-33-16,0 0-40 0,0 0-26 0,-15-10-308 15,10 0-69-15</inkml:trace>
  <inkml:trace contextRef="#ctx0" brushRef="#br0" timeOffset="35924.83">12558 14239 135 0,'-9'-13'350'16,"4"1"-119"-16,-3 3-48 0,2-1-47 0,0 1-25 15,-1 2-24-15,0-2-10 0,2 1-16 16,5 8-1-16,-9-11-6 0,9 11 11 0,-10-10-13 15,10 10 13-15,-6-8-30 0,6 8 10 0,0 0-39 16,-7-10 32-16,7 10-29 0,0 0 8 0,0 0-7 16,0 0 29-16,0 0-20 0,0 0 38 0,2-9-25 15,-2 9 24-15,0 0-44 0,19-6 55 0,-19 6-44 16,24-7 36-16,-7 2-41 0,4-1 39 16,0-1-43-16,5 0 27 0,4-2-30 0,2-1 35 15,1 1-42-15,3-2 31 0,2 0-37 0,1 1 33 16,1-1-38-16,0-2 26 0,1 2-27 15,-1-3 27-15,2 3-28 0,-2-3 32 0,1 1-40 16,2-2 39-16,-4-2-34 0,-2 2 24 0,-1 0-24 16,-2 2 26-16,-2 0-22 0,-2 2 36 0,-6 2-28 15,-2 3 31-15,-6-1-16 0,-16 7 32 0,27-2 4 16,-27 2 26-16,23 3 6 0,-23-3-11 0,19 11-1 16,-11-4-5-16,-3 2 4 0,2 1-9 0,-1 2-3 15,0 2-15-15,1 4 4 0,-2 0-1 16,3 5-1-16,-1 0-9 0,1-1-3 0,1 8 2 15,1 0-5-15,3 4-3 0,-2 1-3 16,2 2-3-16,-1 4 0 0,2 9 0 0,1 4-11 16,-1-1 4-16,1 1-8 0,0-1 5 0,1 1-9 15,-2-1 7-15,3-1-9 0,-2-2 6 0,2 0-7 16,-4-10 6-16,1-3-8 0,0 2 1 0,0-3 4 16,-1 1-6-16,-1-3 4 0,-1-4 2 0,-2 2 14 15,0-4-21-15,-1-5 8 0,-2 0-8 0,-3-1 11 16,0-1-12-16,-2-2 12 0,1-1-6 15,-4-1 10-15,0-2 0 0,-1 0-4 0,-3 0-1 16,2-2 2-16,-6-2-3 0,-1-1 3 16,1-1 2-16,-6-1-4 0,-2 1 3 0,-2-1-4 15,-3-2-11-15,-3 0 10 0,-6 2-12 0,0-1 14 16,-5 1-12-16,-2-1 8 0,1 3 1 0,-2 0-7 16,0 0-7-16,1-1-21 0,-1 1-64 0,2-1-83 15,1-1-16-15,1 1-48 0,1-1-20 0,3-3-131 16,5-2-297-16,5 0-220 0</inkml:trace>
  <inkml:trace contextRef="#ctx0" brushRef="#br0" timeOffset="36886.82">20194 7232 71 0,'-40'2'619'0,"-4"-1"-206"15,-1 1-109-15,1 2-53 0,0 2-85 16,-1 1-2-16,3 1-63 0,5 1 17 0,1-2-43 16,12 0 31-16,1-1-36 0,10-2 71 0,13-4-57 15,-10 5 22-15,10-5-40 0,0 0 11 0,37-1-51 16,0-5 32-16,4 0-41 0,5 0 25 0,13-7-37 16,6 1 29-16,4-3-35 0,-1-2 25 0,4 0-29 15,-1-1 29-15,1 1-42 0,-3-2 39 16,-4 3-11-16,-6 1-15 0,-3 0-15 0,-14 4-13 15,-2 0-4-15,-7 1-5 0,-7 3 17 0,-7 1-43 16,-4 4 54-16,-15 2-36 0,16-8 49 0,-16 8-38 16,0 0 46-16,0 0-37 0,0 0 46 15,-16-3 5-15,16 3 4 0,-28 7 7 0,8-1 12 16,-2 3-38-16,-4 4 36 0,2 3-16 0,-1 2 48 16,-1 5-33-16,3 3 21 0,1 2-27 0,0 3 12 15,3 4-31-15,0 8 20 0,2-5-25 16,5 3 17-16,-4 9-24 0,7-8 12 0,2 1-19 0,0 1 22 15,5 0-7-15,-1-1-13 0,3-1-16 16,3-1-39-16,2-1-23 0,0-1-53 0,1-3 14 16,2-2-22-16,2-4-26 0,-1-1-36 0,0-8-32 15,2-1-55-15,0-6-23 0,-2-3-179 0,1-5 52 16</inkml:trace>
  <inkml:trace contextRef="#ctx0" brushRef="#br0" timeOffset="37660.87">20730 7583 374 0,'-1'-43'439'0,"-3"-4"-98"0,2 4-7 0,-4 1-106 16,3 2 20-16,-2 4-63 0,0 3 35 0,2 8 6 16,-1 1-21-16,1 8-7 0,0-1-34 0,1 6-43 15,2 11-17-15,-4-13-17 0,4 13-11 0,0 0-15 16,0 0 3-16,3 22-18 0,1-2 1 16,0 7-18-16,1 7 6 0,1 3-17 15,1 2 4-15,-1 1-12 0,3 2 6 0,-1-1-9 16,1 0 6-16,0-2-4 0,1-2 0 0,0 0-2 15,0-4-6-15,1-3 4 0,-1-1-5 0,-1-8-4 16,-2-1-6-16,1-2-1 0,0-6 0 0,-3 0 0 16,0-4 3-16,-5-8-10 0,8 9 11 0,-8-9 7 15,0 0 2-15,10-6-2 0,-6-3 1 0,-1-1-1 16,1-7 2-16,2-5-13 0,-4 1 14 0,2-3-10 16,0 0 17-16,2 1-3 0,-2 0 18 0,1 3 0 15,-2 5 11-15,1 0-8 0,-2 3-1 16,-2 12-5-16,4-17-5 0,-4 17 11 15,7-6 13-15,-7 6-7 0,0 0-5 0,11 5-7 16,-11-5-4-16,13 13-5 0,-7-5-4 0,-1 4 1 16,3-1-11-16,-2 3-9 0,2-3-17 0,2 3-26 15,-2-4-31-15,1 1-30 0,1 0-68 0,-1-1 29 16,-1-2-11-16,1-2-14 0,-9-6 2 0,17 5-10 16,-17-5-4-16,21 0 28 0,-21 0-18 0,23-9 53 15,-8-1 12-15,1-4 41 0,-4-1 28 0,1-2 18 16,-1-3 28-16,-3-1 22 0,-3-3 32 15,2 0 34-15,-3-1-30 0,-3 0 35 16,2 2-14-16,-1 1 71 0,-3 5-42 0,1 2 48 16,-2 3-17-16,1 12 11 0,0-18-37 0,0 18-11 15,-3-14-34-15,3 14 5 0,0 0-19 0,0 0 10 16,0 0-10-16,-6 10 4 0,6-10-21 0,-3 17 6 16,3-3-21-16,3-2 2 0,-1 4-10 0,1 0 8 15,1 0-16-15,1-1 9 0,0 0-15 0,0-2 8 16,4-1-17-16,-1-1 9 0,-1-1-19 0,1-3 11 15,2 0-14-15,-10-7 10 0,21 7-19 0,-21-7 11 16,23-4-17-16,-8-1 24 0,-1-4-15 0,1-4 17 16,0 2-7-16,-2-4 19 0,-2 0-13 15,2-1 14-15,-2 0-6 0,-4-2 28 0,-1 6 9 16,-2 0 35-16,0 2 22 0,0 2 14 16,-4 8-4-16,5-11-20 0,-5 11-8 0,0 0-17 15,0 0 3-15,0 0-9 0,0 0 17 0,2 16-5 16,-2-3 12-16,-1 8-21 0,0 4 19 0,-3 8-25 15,0 3-6-15,0 4-7 0,0 3-4 0,-1 1-3 16,1 4-3-16,-1 10-12 0,-1 1-7 0,2-9-3 16,1-2-4-16,2 1-16 0,0-4-26 0,2-2-35 15,0-3-33-15,2-3-41 0,0-9-39 16,2-3-13-16,-2-1-61 0,1-6 46 0,0-3-34 16,0-5-21-16,-4-10-18 0,9 8-42 0,-9-8 19 15,13-7-301-15,-4-3-151 0</inkml:trace>
  <inkml:trace contextRef="#ctx0" brushRef="#br0" timeOffset="39836.05">21605 7601 384 0,'1'-30'484'0,"1"4"-81"15,-1 2-126-15,-1 3-19 0,0 2-86 0,0 0 33 16,-1 6-54-16,-1-1 34 0,2 4-58 16,0 10 16-16,-1-19-33 0,1 19 8 0,1-11-30 15,-1 11 15-15,0 0-25 0,0 0 5 16,0 0-25-16,5 17 0 0,-2-4-22 0,1 4 4 15,-3 1-19-15,3 4 9 0,0-1-19 0,0 2 17 16,1 1-24-16,-1-2 12 0,-1 2-17 0,0-3 11 16,1-5 2-16,0 2-2 0,-2-3-3 0,1-3-1 15,-2 0-7-15,2-2-4 0,-3-10 15 0,2 15-3 16,-2-15-5-16,4 10 5 0,-4-10-3 0,0 0 0 16,0 0-2-16,0 0-16 0,8-10 19 15,-8 10-13-15,5-23 13 0,-1 6-16 0,0-6 15 16,-1-2-15-16,5 0 17 0,-3-1-15 0,0 2 10 15,0 1-7-15,-1 4 15 0,1 2-15 0,-1 5 10 16,0-1-14-16,-4 13 21 0,5-15-12 0,-5 15 22 16,0 0-3-16,9-4 15 0,-9 4-14 0,0 0 4 15,9 9 6-15,-9-9-12 0,9 18 8 0,-5-7-14 16,-2 4 6-16,2 0 24 0,0 0-35 16,-1 0-10-16,-1-1 11 0,2-1-9 0,-2-2 6 15,1 0-11-15,1-1 12 0,-4-10-11 0,4 15 6 16,-4-15-4-16,4 11 8 0,-4-11-8 15,0 0 9-15,7 5-8 0,-7-5 8 0,0 0-10 16,14-10 10-16,-6 3-9 0,0-3 8 0,-2 0-7 16,3-3 9-16,0 1-9 0,-3-3 8 0,2 2-8 15,1 1 10-15,-3 1-7 0,0-1 5 0,-1 3-1 16,-5 9 4-16,9-11-7 0,-9 11 8 0,7-9 7 16,-7 9 19-16,0 0-3 0,12-5-1 0,-12 5-6 15,0 0-4-15,10 7-9 0,-10-7 0 16,8 11-4-16,-8-11-3 0,6 14-10 0,-6-14-9 15,7 15-36-15,-7-15-29 0,6 14-42 16,-6-14-16-16,7 12-68 0,-7-12 47 0,11 10-32 16,-11-10 20-16,11 5-9 0,-11-5 12 0,0 0 8 15,26-6 15-15,-15-1 24 0,1-1 30 0,1-4 19 16,-1-1 24-16,0 0 23 0,-2-3 30 0,-1-1 13 16,0-1 57-16,-5 3-21 0,1-4 46 0,-1 4-39 15,1-1 57-15,-4 2-47 0,2 3 44 16,-2-1-22-16,-1 12 43 0,4-15-29 0,-4 15-3 0,1-12-40 15,-1 12 17-15,0 0-22 0,0 0 14 0,0 0-24 16,0 0 2-16,8 15-17 16,-8-15 8-16,3 23-22 0,-2-11 5 0,3 4-16 15,-2 1 12-15,2-1-19 0,-1 1 13 0,0 0-18 16,1-2 14-16,1 0-14 0,-1-2 10 0,0-1-18 16,1-2 13-16,-1-2-18 0,-4-8 17 0,9 12-15 15,-9-12 13-15,0 0-11 0,13 5 21 0,-13-5-21 16,9-8 13-16,-9 8-10 0,6-16 14 0,-2 5-14 15,-1-3 17-15,-2-4-20 0,-1 1 20 0,-3-6-14 16,1 0 14-16,-2 0-16 0,0 0 16 0,-1 1-12 16,0 2 23-16,1 5-2 0,0 4 15 15,2 0 5-15,-2 3-18 0,4 8 11 0,0 0-9 16,-11-6 9-16,11 6-3 0,-10 10 18 16,5 2 9-16,-1 6 3 0,-1 3 9 0,2 3-9 15,-1 2 2-15,2 0-8 0,4 3-9 0,-1 0-6 16,1 1-6-16,1-3-8 0,3 6-1 0,2-7-5 15,-1-1 34-15,4 1-50 0,2-4 3 0,0-6-5 16,2-2 6-16,2-2-3 0,-1-5 0 0,3-4-1 16,1-2-6-16,1-3-11 0,4-6-3 0,3-3-3 15,2-6-1-15,1-5 2 0,-3-3 4 0,-2-5-2 16,4-8 6-16,-4-5-3 0,-2-4-2 16,-3-3-1-16,-2-1 0 0,-3-3-4 0,-4-2 7 15,-1-2-1-15,-5 9 2 0,-3-2-2 16,-1-1 7-16,-2 4-5 0,-1 1 4 0,-3 3 10 15,2 4 11-15,-2 5 21 0,-1 4 9 0,1 8-4 16,-3 4-2-16,0 3-9 0,0 6-4 0,0 3 5 16,9 7 6-16,-15-5 0 0,15 5 13 0,-17 8-6 15,8 4 12-15,0 4-11 0,-1 4 9 0,5 4-23 16,-2 7-1-16,2 3 4 0,4 3 7 0,0 3-11 16,1 4-2-16,0 3 1 0,1 2 5 15,-1 1-10-15,1 0-5 0,3 0 0 16,-1-4-2-16,-1 0-2 0,2-1-2 0,4-5-2 15,-2-2-1-15,3-4 8 0,0-7-12 0,1-4 0 0,0-6 1 16,2-4-2-16,2-6-1 0,0-2-7 16,-14-5-7-16,32-4-2 0,-9-4 7 0,1-5-1 15,3-3-6-15,-3-5 4 0,1-2 4 0,-2-3 0 16,0-3 1-16,-1-2-2 0,-2-2 1 0,2 1 0 16,-3-2 7-16,-5-1-9 0,3 3 10 0,-6-1-4 15,0 2 13-15,-3 0-18 0,-1 6 15 0,-3 2-16 16,-2 2 5-16,1 4 4 0,-4 3-5 15,-1 0-1-15,1 4 3 0,-3 1 1 0,-1 1-2 16,5 8 2-16,-14-8 2 0,14 8 35 0,-17 1-34 16,6 6-5-16,-1 1 9 0,-2 6-1 0,3 2 7 15,-1 4-2-15,-2 6 6 0,1 5 3 16,2-1 2-16,2 5 3 0,1 1 4 0,3-3-8 16,1 2-6-16,2-4-2 0,3-4-2 0,0 0-5 15,3-2 2-15,2-1-2 0,2-2-2 0,4-4-3 16,0-3-29-16,3-4-26 0,1-1-17 0,1-5-10 15,-1-2-10-15,5-4-11 0,2-3-10 0,1-5-5 16,7-2 9-16,-3-4 6 0,0-4 28 16,2 0-3-16,-4-3 27 0,0-3-2 0,-2-1 25 15,-2-2-8-15,-2-2 21 0,1 2 0 0,-6-3 12 16,-2 4 1-16,0-2 7 0,-5 8-1 0,-2 0 11 16,-1 3 15-16,-4 6 6 0,-1 0 11 0,0 12-2 15,-5-17 1-15,5 17-5 0,-9-9 6 16,9 9 8-16,0 0 42 0,-25 4-44 0,13 1 5 15,-3 6 1-15,-1 3 8 0,3 1 0 0,-3 8-8 16,1-2-3-16,2 4-7 0,0 0-12 0,4-3-6 16,3 0-5-16,-1-1-4 0,5 1 13 0,-1-4-21 15,3-3-12-15,2-2-1 0,0 1-10 16,3-3-15-16,2-2-19 0,-7-9-13 0,18 10-20 16,-18-10-7-16,24 2-19 0,-10-8 15 0,5-1-14 15,-1-3 29-15,1-4 6 0,3-3 27 16,-3-3-3-16,-1-2 20 0,-3 2 9 0,-2 2-3 15,-1 0 15-15,-2 0 9 0,-2 6 16 0,-2-1 24 0,-1 4 18 16,-5 9 8-16,8-13-7 0,-8 13-9 16,0 0 7-16,0 0-7 0,0 0-2 0,0 0-5 15,-5 10-8-15,1-1-6 0,0 2-8 0,0 2 3 16,2-3-16-16,0 2 5 0,1-2-26 16,1-10-22-16,1 19-32 0,-1-19-35 0,7 15-14 15,-7-15-45-15,13 8-2 0,-13-8-63 0,24-2 48 16,-8-3-31-16,5-4 39 0,3-4-6 0,3-6 39 15,-1 0 17-15,-1-3 34 0,-3-3 12 0,2-4 29 16,-1-2 32-16,-5-3-14 0,0-1 51 0,-1-5-28 16,-3-9 44-16,-3-2-39 0,-2 5 51 0,0 1-33 15,-5-2 71-15,1 4-4 0,-1 3 47 0,0 4-4 16,-2 6 28-16,0 7-4 0,-2 4-14 16,-2 6-33-16,-1 1-18 0,3 12-22 15,-9-9-10-15,9 9-14 0,-12 6-3 0,2 3 15 16,1 8-36-16,-1 4-3 0,1 7 6 0,-3 3 1 15,3 4-3-15,0 4-11 0,2 0 2 0,2 7 0 16,1-2 2-16,1 6-3 0,3 3 1 0,4 10-1 16,-1 0-2-16,2 0-2 0,2-1-4 0,2-1 3 15,0 1-3-15,-1-3-5 0,2-1 1 0,2-3 0 16,-5-12-1-16,1-2 39 0,-2 0-52 0,1-5 48 16,-1-2-60-16,-2-6 46 0,-1-4-47 0,2-3 44 15,-3-5-49-15,-1-2 51 0,1-4-48 16,-2-10 40-16,-3 15-40 0,3-15 46 15,-4 7-50-15,4-7 50 0,0 0-44 0,-16-4 55 16,8-2-55-16,-6-5 7 0,-1-5 5 0,-4-5 0 16,-1-6 7-16,1-3 1 0,-1-2 7 0,-1-11-2 15,-1 0 6-15,7 4 9 0,1 0 3 0,5 0 10 16,2 0-10-16,3 2 1 0,5 1-12 0,5 1 1 16,2 1-3-16,3 1-3 0,6 1-5 0,1 2-5 15,5 1-15-15,1 3-32 0,3 0-32 16,1 1-45-16,2 1-37 0,0 3-34 0,1 2-10 15,-3 3-28-15,2 2-35 0,-3 3-67 0,-6 2 13 16,-3 3-73-16,-18 6-156 0,26-3-69 16</inkml:trace>
  <inkml:trace contextRef="#ctx0" brushRef="#br0" timeOffset="40409.08">21324 8365 493 0,'-45'22'482'0,"-1"2"-38"0,0 0-165 16,0 1-7-16,10-7-102 0,3 3 13 16,3-4-85-16,5-1 21 0,6-3-18 0,3-1-19 15,9-4 1-15,7-8-1 0,0 0-1 0,11 9-7 16,15-15-8-16,13-1-4 0,23-9-5 0,9-4-33 15,33-12 12-15,11-3-21 0,9-1-4 0,7-5 26 16,8-1-20-16,8-5 10 0,2 4-20 16,4-5 20-16,-2 2-36 0,-4-1-5 0,-4 4-22 15,-6 0-29-15,-9 2-7 0,-8 2 7 0,-9 4 15 16,-11 3-25-16,-27 6 44 0,-5 2 8 0,-10 2-4 16,-9 5-10-16,-13 5-44 0,-8 3 21 0,-13 2-22 15,-15 7 21-15,0 0 0 0,0 0 21 16,-15 3-41-16,-15 10-13 0,-18 3-31 0,-13 2-19 15,-8 7 21-15,-8 2-23 0,-28 10 36 0,-4 2 0 16,-7 3 21-16,-8 5 2 0,-4-1 25 0,-1 3 8 16,-2 1 40-16,1-2 38 0,2 1 18 15,1 0 17-15,6-3-12 0,3 0 3 0,12-3 4 16,6-2 4-16,26-9-8 0,9 0-37 0,5-3-7 16,6 1 48-16,12-5 9 0,13-7 16 0,4-2 4 15,12-5-3-15,8-4-15 0,5-7-5 0,13 9 32 16,9-9-54-16,20-4 28 0,22-8-42 15,14-5 51-15,28-10-33 0,8-6 54 0,10-4-40 16,9-3 6-16,6-4 1 0,4-1-2 0,0 0-15 16,-1-2 0-16,-3 2-12 0,-1 1-10 0,-7 1-41 15,-11 6-40-15,-13 1 6 0,-25 9-65 16,-10 5-46-16,-9 1-58 0,-10 4-32 0,-16 5 18 16,-3 1 5-16,-14 4 57 0,-4 4-57 0,-16 3 19 15,13-5-99-15,-13 5 300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06T03:39:54.664"/>
    </inkml:context>
    <inkml:brush xml:id="br0">
      <inkml:brushProperty name="width" value="0.05292" units="cm"/>
      <inkml:brushProperty name="height" value="0.05292" units="cm"/>
      <inkml:brushProperty name="color" value="#FF0000"/>
    </inkml:brush>
  </inkml:definitions>
  <inkml:trace contextRef="#ctx0" brushRef="#br0">26735 5666 374 0,'0'0'306'0,"-8"-9"-18"16,8 9 27-16,-9-6-52 0,9 6-55 0,-8-8-34 15,8 8-25-15,-9-6-17 0,9 6 1 0,0 0 13 16,-12-9-12-16,12 9 3 0,0 0-3 16,0 0-12-16,-13-7-20 0,13 7-19 0,0 0-17 15,0 0-12-15,0 0-11 0,-9-5-8 16,9 5-9-16,0 0-7 0,0 0-5 0,0 0 0 16,0 0 0-16,0 0 1 0,0 0 2 0,0 0 4 15,0 0 4-15,0 0-2 0,0 0-4 0,18-1 0 16,-18 1-5-16,22-5-1 0,-22 5-5 0,28-7-1 15,-13 3 5-15,0-3-6 0,2-1 1 0,-4-1-2 16,-1 1 2-16,0 0 0 0,-3-2-1 0,-1 1-2 16,-2 0 2-16,-6 9 17 0,6-15-13 0,-6 15 3 15,0-14-3-15,0 14 2 0,-6-12 7 0,6 12 17 16,-16-8-16-16,16 8 2 0,-26-3-1 16,11 6 2-16,-7 2-7 0,1 3-2 15,0 1-3-15,-5 4 17 0,3 2-24 0,2 2 1 16,4-4-3-16,0 3 11 0,6 1-15 0,2 0 0 15,0 0 0-15,5 0 0 0,3-1 10 0,2 1-10 16,4 5 9-16,5-3-10 0,5 4 18 0,2-1-20 16,5-2 15-16,3-1-15 0,1 2 14 0,3-4-12 15,1 0 16-15,0-1-18 0,0 0 12 0,1 0-10 16,-4-2-1-16,-2 0-1 0,-4-3 0 16,-1 2 2-16,-3-4-1 0,-3 1 2 0,-4-1 0 15,-1 1 1-15,-2-3 4 0,-7-7-3 16,5 17 2-16,-5-17 2 0,-4 17 3 0,-4-5 2 15,-3-3-1-15,-5 2 0 0,-3-2 2 0,-5 3-3 16,-7-3-3-16,1 0 1 0,-4-2-3 0,-2-1 2 16,3-1-3-16,3-3-2 0,0 3-3 0,3-4-15 15,0-2-38-15,4-1-47 0,2-2-56 0,3 1-49 16,2-2 10-16,2-3-33 0,5-1-33 0,4-2 6 16,3 0-53-16,3-3-47 0,4-7-199 0,4 0-69 15</inkml:trace>
  <inkml:trace contextRef="#ctx0" brushRef="#br0" timeOffset="1953.13">26924 5549 448 0,'10'-15'459'0,"-2"2"-107"0,0 1-82 15,-3 0-54-15,0 2-27 0,1 0-19 0,-2 3 8 16,-4 7-8-16,8-13-12 0,-8 13-44 0,5-11-27 16,-5 11-10-16,0 0-17 0,9-8 12 0,-9 8 1 15,0 0-8-15,18 12 25 0,-10-2-37 16,3 5-11-16,-1 3-5 0,1 5-6 0,0 3-2 15,-1 3-7-15,1 2 0 0,-1 2-9 0,-2-1 0 16,-1 2 0-16,1 0 9 0,0-2-15 0,-2 0-5 16,-1-6-2-16,0-1-7 0,-1 0-7 0,2 0-23 15,-2-4-28-15,-1 0-72 0,-1-4 0 0,1-4 3 16,-2-1-5-16,2-1 0 0,-3-11 5 16,2 15-14-16,-2-15-4 0,0 0 35 0,0 0 8 15,0 0 44-15,0 0 15 0,0 0 53 0,0 0-11 16,-10-10 37-16,5 1-17 0,-3-4 54 15,3 2-38-15,-1-3 46 0,-1 2-38 0,2-2 42 16,-1 3-10-16,1-2-14 0,1 3-4 0,0 2 0 16,4 8-10-16,-5-18-10 0,5 18-8 0,-3-16-4 15,3 16-4-15,3-16-3 0,-3 16-10 0,6-17 9 16,1 9-5-16,-1 0-1 0,4-2 0 16,2 2-8-16,-1 0 6 0,2 0 0 0,0 1-8 15,1 0 7-15,-1 3 2 0,0-3-2 0,-1 1 0 16,0 3-1-16,-12 3 1 0,19-8-1 0,-19 8-9 15,15-5 9-15,-15 5 2 0,0 0-2 16,17-4 3-16,-17 4 2 0,0 0 7 0,15 7 8 16,-15-7 6-16,8 11-1 0,-4-1-19 0,-1-1 6 15,-1 4-2-15,-1 1 10 0,2 0-5 0,-2 1-5 16,2 1 7-16,-2 0-10 0,3 1 1 0,-2-1-13 16,0 0 12-16,0-3-1 0,3 3 0 0,-1-4-1 15,0-1-4-15,1-1 14 0,4 0-17 0,-2-2-4 16,2-2 10-16,0 1 5 0,-9-7-4 0,23 6 3 15,-23-6-1-15,21 0 26 0,-21 0 8 16,24-8 16-16,-11 2-31 0,-2-3 15 16,1-1 12-16,-1-5 8 0,-1-1-7 0,-3-1 8 15,-3 0 6-15,0-1 17 0,0 0-17 0,-3 0 0 16,-2 1-15-16,-2-1 3 0,1 2-16 0,-3 3 11 16,-2-2-29-16,-2 3-6 0,0 1 2 0,0 2-20 15,-1 3-12-15,10 6-13 0,-19-10-14 0,19 10-21 16,-18-1-32-16,18 1-37 0,-15 5-30 0,15-5 5 15,-13 11 5-15,9-2-36 0,0 2 25 0,4 0-34 16,0-1-18-16,3 4 6 0,3-2 8 16,3 2-13-16,1 1 30 0,3-1-31 0,3-1-4 15,-1-2 44-15,4 0 31 0,0-3 43 0,2 0 62 16,1-2 70-16,-1 0 35 0,1-3 16 16,-3-2 3-16,2-1 1 0,-3-1 8 0,1-1 9 15,-4-2 0-15,4-2 1 0,0-2 23 0,-4 0-26 16,0-4 38-16,-4 1-36 0,0-2 42 0,-3 1-40 15,0-2 38-15,-1 1 4 0,-2-2-1 0,-1-1-3 16,-2 2 6-16,-2 2-2 0,0 2-9 16,0 10 1-16,0-17-6 0,0 17-13 0,-1-15-25 15,1 15-18-15,-8-9-17 0,8 9-11 0,0 0 5 16,-17 1-27-16,9 6 5 0,-3 3-16 16,2-1 5-16,-2 8-14 0,1-1 9 0,1 4-14 15,-1 1 14-15,2-1-17 0,0 3 8 0,4-1-11 16,0-2 14-16,1-2-15 0,3-1-1 0,3-1-7 15,-1 1-8-15,3-3-6 0,-1-3-14 0,1-2-10 16,3 2-15-16,-8-11-12 0,16 10-7 0,-16-10-16 16,18 1-5-16,-18-1-5 0,23-8-5 0,-8 2 1 15,-2-5 22-15,1-3 14 0,-2-2 16 16,-1-3 10-16,1-7 11 0,-6 1-3 0,-1-8 17 16,-1-1 3-16,-2-4 9 0,-4-4 1 0,-2 0 3 15,-1-3 45-15,0-2-39 0,-5-8 2 16,2 8 7-16,-1 5-6 0,0 3 56 0,2 2 21 0,-1 4-13 15,0 2 14-15,4 7 11 0,-3 4 17 0,2 2-2 16,0 3 9-16,2 3-16 0,0 1-5 16,3 11-28-16,-5-15-6 0,5 15-20 0,-2-10 3 15,2 10-19-15,0 0 4 0,0 0-10 16,-4 7 4-16,4-7-10 0,0 24 7 0,2-6-12 16,2 4 0-16,0 3 2 0,0 2-3 0,2 5 5 15,3 2-3-15,-1 0 2 0,-2 0-3 0,3 1 0 16,0 0 8-16,0 1-13 0,-1-1 2 0,-2-2-38 15,3 0-27-15,0-4-60 0,-4-4-58 0,2-1 8 16,-1-1-31-16,0-3 26 0,0-5-55 0,0-1 3 16,-1-4-17-16,0-3-2 0,-5-7 12 0,14 8 23 15,-14-8 27-15,0 0 95 0,21-1 95 0,-21 1 71 16,13-8 69-16,-13 8-18 16,10-14 37-16,-5 5-58 0,0 1 61 0,-5 8-11 15,6-17-9-15,-6 17 17 0,4-16 8 0,-4 16-16 16,4-14 5-16,-4 14-3 0,1-11-17 0,-1 11-28 15,4-10-20-15,-4 10-19 0,0 0-12 0,0 0-13 16,3-8-9-16,-3 8-5 0,0 0-10 0,0 0-2 16,5 15-4-16,-5-15-4 0,2 16-1 0,1-5 1 15,-2 1 4-15,2 1-9 0,-1 1-3 0,2-1 0 16,0 1-3-16,1 1 2 0,0-2-2 0,2-1 1 16,-2-2 1-16,0-1-7 0,0-1-2 15,0-1-4-15,-5-7-4 0,12 9 0 16,-12-9 2-16,0 0-3 0,15 3 6 0,-15-3 4 15,11-3 8-15,-11 3-13 0,13-13 6 0,-7 3-5 16,-1-1 3-16,-1-5-8 0,0 1 11 0,0-2-2 16,-2 1 2-16,0 0-4 0,-1 2 3 0,-1 1 0 15,3 1 2-15,-6 1 4 0,3 11-2 0,-3-16 4 16,3 16 0-16,-6-11-5 0,6 11 2 0,0 0 0 16,-16-3 0-16,16 3 1 0,-13 7 0 0,4 0-4 15,2 1 6-15,-3 4 2 0,4-1-8 16,-3 3 2-16,4-3 1 0,0 3-3 15,1-3 1-15,0 1-7 0,3 0 6 0,0-2-14 0,1-10-35 16,-2 18-43-16,2-18-15 0,5 15-9 16,-5-15-3-16,10 11-4 0,-10-11-57 0,12 6 20 15,-12-6-34-15,20 0 10 0,-20 0 8 0,26-9 6 16,-13 3 7-16,5-3 19 0,-4-1 7 0,4-1-6 16,-4-4 81-16,1 1 38 0,-3-1 42 0,1 3 37 15,-2-4 20-15,-2 5 30 0,0-1 13 0,-4 3 27 16,2 0-37-16,-7 9 45 0,9-11-44 15,-9 11 27-15,7-10-21 0,-7 10-26 0,0 0-9 16,7-7-17-16,-7 7-8 0,0 0-7 0,0 0-10 16,0 0-4-16,2 10-6 0,-2-10-6 0,-4 15-8 15,2-5-11-15,-1 1 18 0,2 1 0 0,-3 1-21 16,0 2 19-16,3 0-18 0,-1-3 14 16,-1 2 3-16,2-2-21 0,-1 0 15 0,2-12-1 15,-1 18-3-15,1-18 0 0,0 16-6 0,0-16 5 16,1 11-4-16,-1-11-1 0,0 0 3 15,0 0-1-15,12 5-14 0,-12-5 15 0,11-8 5 16,-5 1-21-16,1-1 19 0,-2-2-10 0,4-3 11 16,-1 1-18-16,-2-1 20 0,3 1-16 0,-1-2 21 15,-2 3-17-15,1 3 19 0,-2-1-12 0,-5 9 8 16,8-13-22-16,-8 13 19 0,8-9-18 16,-8 9 20-16,0 0-16 0,0 0 16 0,0 0-5 0,13 3 8 15,-13-3-22-15,7 14 19 0,-5-6-15 16,2 4 15-16,-3-1-19 0,-1 3 23 0,0-1-19 15,0 1 17-15,0 0-27 0,0-2 6 16,0 2-22-16,0-4-25 0,0-10-56 0,0 19-24 16,0-19-51-16,3 14-53 0,-3-14-58 0,0 0-204 15,0 0 34-15</inkml:trace>
  <inkml:trace contextRef="#ctx0" brushRef="#br0" timeOffset="2179.15">28521 5500 388 0,'2'-25'406'0,"-2"1"-69"15,1 7-75-15,-1-1-11 0,0 4-36 0,2 3 9 16,-2 11-27-16,0-19-27 0,0 19-36 16,1-12-29-16,-1 12-20 0,0 0-15 0,0 0 5 15,0 0-7-15,0 0-5 0,4 12-12 0,-3 0-10 16,0 0 1-16,3 4-5 0,-3 4-11 0,3 2-4 16,-3 2-4-16,2 1 1 0,-2 1-8 0,2 2 2 15,-2 0-7-15,1-1 7 0,0 3-10 0,-1-2 8 16,-1 1-10-16,2-3 1 0,-1-1-10 0,-1-1-24 15,-1-6-40-15,-1 1-60 0,2-4 0 16,-1 0-47-16,1-4-4 0,-2-2-79 0,2-9-79 16,-3 14-241-16,3-14-115 0</inkml:trace>
  <inkml:trace contextRef="#ctx0" brushRef="#br0" timeOffset="2303.15">28521 5816 575 0,'0'0'360'15,"-6"-9"-47"-15,6 9-98 0,0 0 2 0,-5-11-66 16,5 11 4-16,0 0-57 0,-6-9 17 0,6 9-61 15,0 0-3-15,-4-10-58 0,4 10 13 16,0 0-91-16,6-14-83 0,-2 4-144 0,1 3-196 16,4 1 24-16</inkml:trace>
  <inkml:trace contextRef="#ctx0" brushRef="#br0" timeOffset="2946.2">29247 5534 10 0,'-3'-14'606'0,"2"1"-256"15,-3 1-37-15,3 1-96 0,-3 1-5 0,4 10-40 16,-4-18 20-16,4 18-12 0,-4-14-17 0,4 14-14 16,-6-10-34-16,6 10-36 0,-13-6-9 0,13 6-14 15,0 0-10-15,-18 8 0 0,8 0-19 0,-1 4 3 16,0 5-10-16,-1 3-10 16,0 5 4-16,1 1-4 0,0 0-2 0,2 5-12 15,3-8 11-15,1 2 0 0,-1 0 6 0,4-1-9 16,1 0 4-16,2-4 1 0,-1 1 2 0,4-4 1 15,4 1 5-15,-1-1-6 0,0-4 18 0,4-2-20 16,1-2 2-16,2-4-3 0,3-2-1 0,-17-3-7 16,35-1 7-16,-12-3-12 0,-1-4 10 0,-3-2 4 15,2-3-3-15,0-3-8 0,-4-2 6 0,0-5 3 16,-6 0 11-16,-2 2 6 0,-4-3 3 16,0 2 1-16,-5-3-1 0,-1 3-4 15,-5-3 4-15,-1 1 0 0,-2 1-3 0,-6 0-3 16,-2 4-11-16,0 4 4 0,-3 2-6 0,0 2-2 15,1 2-12-15,-3 1-5 0,-1 4-9 0,1 1-25 16,5 2-36-16,17 1-44 0,-35 3-13 0,21-2-13 16,14-1-26-16,-23 9-53 0,23-9-63 0,-17 8-44 15,17-8-228-15,-6 8-79 0</inkml:trace>
  <inkml:trace contextRef="#ctx0" brushRef="#br0" timeOffset="3630.26">29415 5365 39 0,'9'-11'612'0,"-2"2"-202"0,-1 1-83 0,1 0-36 16,-7 8-47-16,9-12-27 0,-9 12-38 0,7-8-30 15,-7 8-39-15,0 0-27 0,0 0-10 0,0 0-19 16,0 0-15-16,13 8-3 0,-10 3-11 0,0 4 3 16,0 3-8-16,0 5-2 0,1 0 2 0,-1 4-9 15,1-1-5-15,0 6 1 0,1 1-9 16,0-2-2-16,-1-3-20 0,0-3-5 0,2 0-37 15,-2-3 12-15,1-1-25 0,1 1 35 0,0-8-36 16,-2 0 44-16,2-3-45 0,-3 0 38 0,-3-11-25 16,7 14 55-16,-7-14-38 0,0 0 51 0,9 8-40 15,-9-8 56-15,0 0-44 0,0 0 35 16,8-11-29-16,-8 11 53 0,5-20-44 0,-2 4 50 16,-1-1-41-16,3-4 46 0,-1 2-39 0,1 3 37 15,2 0-2-15,-2 2 5 0,0 2-3 16,0 3-7-16,-2-1-4 0,3 2-2 0,-6 8-6 15,11-11 14-15,-11 11-16 0,0 0 6 0,17-1-13 16,-17 1 12-16,15 9-1 0,-7-1-4 0,1 2-18 16,-1 2 16-16,-1-1-18 0,0 3 18 0,-1 1-19 15,0-2 6-15,-3 1-1 0,1 0 9 0,-3-2-11 16,-1 2 12-16,0-2-15 0,-2 2 14 0,-3-2-4 16,0 1-9-16,-1-1-4 0,-3-1 15 15,2-2-17-15,7-9 12 0,-16 10-17 0,16-10 2 16,-15 4-31-16,15-4 9 0,-15-4 3 15,8-4-16-15,2-5-35 0,1-1 43 0,-1-8-46 16,5-2 58-16,2-1-43 0,3-1 58 0,-2 1-33 16,4 1 52-16,-1 3 2 0,1 0 6 0,-3 5-9 15,3 2 12-15,-4 1-8 0,2 4 4 0,-1 0 0 16,-4 9 8-16,10-10 6 0,-10 10 2 0,11-5-4 16,-11 5 0-16,0 0-6 0,20 6 10 0,-11-1-6 15,-2 3 0-15,2 3-7 0,3 2-1 0,-2 4-17 16,0 0 13-16,0 5-5 0,-1-2 4 15,2 8-15-15,0 0 13 0,-1 0-12 0,-1 1 15 16,1 3-14-16,-1-2 11 0,-2 2-9 16,-1-1 13-16,-2-3-15 0,-1-1 3 0,0 0 8 15,-3-1 0-15,0-2 0 0,0-5-2 0,-1 0-3 16,-1-2-1-16,-1-1-4 0,2-2-33 0,-2-3 34 16,1-3-67-16,2-8-20 0,-7 13-39 0,7-13-69 15,0 0-35-15,0 0-44 0,0 0-13 0,-20-6-190 16,15-4 89-16</inkml:trace>
  <inkml:trace contextRef="#ctx0" brushRef="#br0" timeOffset="3808.27">29794 5481 251 0,'-1'-22'483'0,"0"5"-201"0,-2 1-30 0,2 2-67 16,0 3 1-16,1 11-67 0,-2-17 19 16,2 17-65-16,-1-16 23 0,1 16-61 0,-1-9 19 15,1 9-38-15,0 0 34 0,0 0-54 0,0 0 28 16,0 0-68-16,0 0 1 0,16 11-53 0,-10-2-19 15,1 4-14-15,1 4-41 0,1-1 12 16,0 2-61-16,0 0-151 0,1 2 220 0</inkml:trace>
  <inkml:trace contextRef="#ctx0" brushRef="#br0" timeOffset="4547.33">29932 5631 508 0,'7'14'246'0,"-1"0"-42"0,1-2-26 0,-4-1-23 0,3-1-15 16,-3 0-26-16,1-1-16 0,-4-9-23 15,8 15 41-15,-8-15-66 0,8 14-2 0,-8-14 48 16,5 9-54-16,-5-9 36 0,0 0-52 0,11 5 22 15,-11-5-37-15,0 0 37 0,19-4-49 16,-19 4 41-16,18-10-50 0,-8-1 42 0,0 0-51 16,-3 0 28-16,3-5-41 0,-5-1 46 0,3-4-45 15,-4 2 46-15,0 2-44 0,-1 0 51 0,-2 3-1 16,-1 2 3-16,-1 0-4 0,1 12 6 0,-2-19-4 16,2 19-2-16,-7-14-2 0,7 14 0 0,-10-5-12 15,10 5 6-15,0 0-6 0,-20 2 7 0,20-2-38 16,-15 14 41-16,7-5-42 0,0 2 44 0,3 3-33 15,-2 0 33-15,0 4-45 0,2 1 47 16,1-2-41-16,3 0 42 0,0 0-41 16,3-1 40-16,0 2-47 0,0-3 38 0,2 0-69 15,4-3 49-15,-1 1-60 0,2-4 23 0,0-4-53 16,-9-5-17-16,23 7-31 0,-23-7-5 0,28 0 2 16,-11-4-85-16,2-4 83 0,2-1-38 0,-1-5 77 15,3-1-17-15,-2-4 147 0,-1 2 49 0,-3-5-20 16,-1 1 67-16,-4 2 11 0,-2 2-5 0,0 0 33 15,-3 4-56-15,-2 0 60 0,-1 3-44 16,-4 10 37-16,5-15-24 0,-5 15-24 0,3-8-20 16,-3 8-14-16,0 0-21 0,0 0-8 0,0 0-29 15,0 0 30-15,-19 7-38 0,19-7 32 0,-9 15-35 16,3-6 30-16,1 1-33 0,0 0 22 16,2 3-26-16,-1-4 1 0,1 2 2 0,3 0 32 15,-2-1-37-15,2-10 25 0,2 17-30 0,-2-17 19 16,6 15-38-16,-6-15 32 0,12 9-58 0,-12-9 41 15,0 0-54-15,25-3 18 0,-25 3-22 0,23-9 28 16,-11 4-21-16,0-7 36 0,1 0-12 16,0-2 30-16,-2-4-15 0,2 0 27 0,-3-4-22 15,2-4 47-15,-2-1-31 0,0-2 42 0,-1 0-12 16,-2 5 41-16,-1 1-34 0,1 0 39 16,-4 2-41-16,1 4 22 0,-1 0 38 0,-1 1-23 15,-2 3 6-15,3 1 24 0,-3 2 20 0,0 10-1 16,0-16-3-16,0 16-1 0,0-15-11 0,0 15-2 15,0-11-19-15,0 11-13 0,0 0-15 0,-1-13-9 16,1 13-8-16,0 0-4 0,0 0-5 16,0 0-15-16,-9 11 6 0,6-1-6 0,1 3 4 15,-5 3-10-15,6 2 11 0,-2 5-4 0,1 1-1 16,1 1-5-16,-1 0 4 0,4 1 3 0,0 0-6 16,-1 0 4-16,1 2-12 0,0-1 1 0,2-2-14 15,-1 0-63-15,0 0-26 0,1-3-25 16,0-2 22-16,-1-3-44 0,-1 0 16 0,2-5-52 0,-1 0-29 15,-3-12-29-15,6 12-336 0,-6-12-120 0</inkml:trace>
  <inkml:trace contextRef="#ctx0" brushRef="#br0" timeOffset="4757.34">30532 5336 381 0,'-2'-12'331'16,"1"-2"-92"-16,1 4-22 0,0 10-26 0,-2-19-37 15,1 9-29-15,1 10-23 0,1-18-20 0,-1 18-15 16,2-13-15-16,-2 13-15 0,3-14-5 16,-3 14-6-16,7-10-4 0,-7 10-7 0,6-7-2 15,-6 7-10-15,0 0 4 0,0 0-4 0,0 0-2 16,0 0-1-16,17 2-14 0,-17-2-8 16,0 0-9-16,6 13-19 0,-6-13-20 0,1 11-26 15,-1-11-33-15,-1 11-41 0,1-11-280 0,-6 13 128 16</inkml:trace>
  <inkml:trace contextRef="#ctx0" brushRef="#br0" timeOffset="5032.35">30252 5351 517 0,'0'0'448'0,"-13"3"-166"0,13-3-20 0,0 0-110 0,-11 6 14 0,11-6-62 16,0 0 42-16,0 0-35 0,0 0 19 0,8 7-17 0,-8-7 5 15,24 1-34-15,-4-1-10 0,6 0-12 0,3-1-25 16,1 1 4-16,7-1-9 16,0-2-9-16,0 1-3 15,1 0-9-15,0-3-1 0,-4 3-26 16,1 0-30-16,-5-1-57 0,-2 1 10 0,1-1-73 15,-6 1-53-15,-5 0-37 0,1 0-23 0,-19 2-236 0,23 0 11 0</inkml:trace>
  <inkml:trace contextRef="#ctx0" brushRef="#br0" timeOffset="5235.39">30348 5468 349 0,'-29'7'342'16,"6"-3"-98"-16,0 2-11 0,2-1-61 0,5-2 18 15,0 1-74-15,16-4 46 0,-22 5-84 0,22-5 22 16,-19 4-53-16,19-4 39 0,0 0-51 0,-11 4 39 15,11-4-52-15,0 0 38 0,0 0-15 0,20-1-6 16,-1-1-15-16,4-1-1 0,2 1-3 16,3 0-3-16,5-3-3 0,5 1-3 0,-2 0-12 15,-1 1 10-15,-1-2-15 0,-4 2-23 0,-1 1-60 16,-2-1-89-16,-3 0-87 0,-6 2-296 16,-18 1-76-16</inkml:trace>
  <inkml:trace contextRef="#ctx0" brushRef="#br0" timeOffset="5655.41">27866 6418 589 0,'-31'7'468'16,"5"-5"-112"-16,2 3-102 0,1-2-49 0,6-1-40 15,2 1-34-15,15-3-15 0,-22 3-10 0,22-3-14 16,0 0-8-16,0 0-11 0,0 0-7 0,0 0 20 16,26-9 0-16,10 0 5 0,7 0 5 0,21-5 7 15,10 0-10-15,10 0-3 0,8-1-7 0,25-4-4 16,6 0-7-16,-1 1 1 0,0 3-21 15,4-3-10-15,0-1-8 0,2 2-9 0,-4 0 0 0,-1 0-11 16,-7-1-11-16,-23 3-15 0,-1-1-23 16,-3 1-26-16,-1-1-31 0,-6-1 7 15,-5 2-7-15,-5 2-27 0,-8-1-6 0,-7 3-16 16,-15 2 23-16,-7 2-27 0,-10 0 42 0,-9 5-38 16,-16 2 8-16,12-5-22 0,-12 5-7 0,0 0 7 15,-33 5 9-15,0 1 5 0,-8 1 15 0,-16 4 9 16,-9 0-6-16,-5 1-4 0,-9 1-7 0,-6 2-175 15,-10 0 300-15</inkml:trace>
  <inkml:trace contextRef="#ctx0" brushRef="#br0" timeOffset="5957.44">28026 6462 26 0,'-31'10'460'0,"1"-1"-100"16,6-3-116-16,6 0 3 0,2 0-102 0,4-3 12 15,12-3-58-15,-18 7 25 0,18-7-50 0,0 0 34 16,0 0-45-16,0 0 37 0,22 2 7 0,3-4 3 15,14-4 16-15,7 2-11 0,19-8 1 0,8 1-1 16,7 0-11-16,6-3-17 0,8 0-21 0,22-3-7 16,0 0-6-16,6 1-13 15,-3 0-11-15,2 1-3 0,-2-1-4 0,-2 0-7 0,-23 2 0 16,-1 1 10-16,0 0-28 0,-4-1 0 0,-2 3-17 16,-4-2-8-16,-6 1 3 0,-4 3-2 15,-8-1-1-15,-17 2 2 0,-4 2 3 0,-8 1 10 16,-8 1 9-16,-3 0-12 0,-9 2 7 0,-16 2-3 15,21-4-13-15,-21 4-32 0,0 0-20 0,0 0-13 16,0 0 5-16,-23 4 7 0,6 0 0 0,-6 1-7 16,-2 0-32-16,0 1-70 0,3-1-42 0,-1 1-376 15,2 1-136-15</inkml:trace>
  <inkml:trace contextRef="#ctx0" brushRef="#br0" timeOffset="6103.44">30190 6317 766 0,'0'0'925'0,"19"1"-268"16,-19-1-154-16,0 0-142 0,20 2-70 0,-20-2-75 15,0 0-106-15,0 0-80 0,14-3-68 16,-14 3-101-16,0 0-77 0,0 0-65 0,-4-8-175 16,4 8-352-16,0 0-367 0</inkml:trace>
  <inkml:trace contextRef="#ctx0" brushRef="#br0" timeOffset="9614.84">31295 5561 349 0,'0'0'466'0,"0"0"-94"16,-9 6-113-16,9-6-43 0,-12 7-102 0,12-7 28 15,-9 4-21-15,9-4 34 0,0 0-30 16,-9 9-4-16,9-9-41 0,0 0-6 0,0 0-33 16,-10 8 2-16,10-8-21 0,0 0 9 0,0 0-23 15,0 0 16-15,8 6-17 0,-8-6 12 0,24 0-16 16,-6-1 8-16,4 0-10 0,3-2 11 0,1 0-18 15,1 0 14-15,2-1-27 0,4-1-4 0,-4 0-50 16,-3 1 29-16,1-1-51 0,-1 0-9 0,-1 2-1 16,-1-4-5-16,-2 2-19 0,0-1-17 0,-3 0-17 15,-5 0-1-15,2 2-74 0,-7-1 124 16,-9 5-76-16,14-9 133 0,-14 9-65 0,9-10 110 16,-9 10 58-16,0 0 35 0,-5-15 16 0,5 15 3 15,-11-11 7-15,5 3-2 0,-3 1-14 16,-2 0-1-16,0 0-5 0,0 1-7 0,-3 0 44 15,2-1-63-15,-1 4 40 0,3-4-49 0,10 7 37 16,-22-7-37-16,22 7 25 0,-16-6 19 0,16 6-39 16,-16-4-18-16,16 4 7 0,0 0-23 0,-14-4 5 15,14 4-14-15,0 0 7 0,0 0-20 0,-16-4 14 16,16 4-18-16,0 0-1 0,0 0-1 0,0 0 16 16,-5 8-14-16,5-8 14 0,11 11-10 0,1-4 21 15,2 3-15-15,4 0 24 0,0 2-17 0,5-2 16 16,1 4-8-16,3-3-7 0,-2 3 9 0,0-3 6 15,-4 0-1-15,-2 2 4 0,1-4 1 0,-1 2-6 16,-3 2-4-16,0-2-5 0,-5 2-1 16,1-3-5-16,-4 0-2 0,-3 4 1 0,-1-4-1 15,-4 0 1-15,-3 2-3 0,-2 2 0 0,-6 2 0 16,-2 1-1-16,-7 4-4 0,-4-3-7 0,-3 4-54 16,-2-3-59-16,-2 0-52 0,-2 3-104 0,-4-6-451 15,2 2-250-15</inkml:trace>
  <inkml:trace contextRef="#ctx0" brushRef="#br0" timeOffset="13525.76">6626 5712 176 0,'0'0'324'0,"0"0"-91"16,0 0-51-16,0 0-34 0,0 0-26 0,0 0-31 16,0 0 0-16,0 0-24 0,0 0 6 0,0 0-23 15,0 0 10-15,0 0-26 0,0 0 11 0,0 0-20 16,0 0 12-16,0 0-24 0,0 0 16 0,0 0-19 15,0 0 24-15,0 0-26 0,0 0 21 0,-3 12-19 16,3-12 24-16,0 10-28 0,0-10 23 0,0 17-29 16,0-17 31-16,0 23-28 0,2-11 28 0,-1 4-31 15,0 2 29-15,-1-1-33 0,0 3 23 0,1-1-31 16,1 0 40-16,-2 2-34 0,0 3 36 0,1-5-34 16,-1 0 31-16,1 3-35 15,-1-2 36-15,0 0-37 0,0-1 32 0,0-1-3 0,0 1-2 16,0-3-34-16,0-1 21 0,0 0 10 15,0-1-3-15,0-2-4 0,0-1 7 0,0 1-11 16,-1-3-23-16,1-9 27 0,0 18-3 0,0-18 7 16,-1 16-7-16,1-16-3 0,0 12 6 0,0-12-17 15,0 0 12-15,0 14 1 0,0-14-3 0,0 0 2 16,-3 10-2-16,3-10-1 0,0 0 2 0,0 0-1 16,-4 7-7-16,4-7-10 0,0 0-22 0,0 0-32 15,0 0-37-15,-10-5-31 0,10 5-33 16,-5-10-4-16,5 10-66 0,-6-15-146 0,4 5 208 15</inkml:trace>
  <inkml:trace contextRef="#ctx0" brushRef="#br0" timeOffset="18446.12">6553 5845 33 0,'0'0'139'0,"0"0"150"0,0 0-84 0,0 0-50 16,1-11-27-16,-1 11-18 0,0 0-12 0,0 0-18 15,0 0-20-15,0 0 2 0,0 0 0 0,0 0-10 16,0 0-20-16,0 0 6 0,0 0-6 16,4-9-6-16,-4 9-15 0,0 0-2 0,0 0 9 15,0 0 1-15,0 0-2 0,0 0-4 16,10-5 1-16,-10 5 5 0,0 0 0 0,16-3 2 15,-16 3-2-15,0 0 3 0,20-5-2 0,-20 5-9 16,19-3 15-16,-19 3-1 0,23-6-1 0,-23 6 3 16,27-3-6-16,-13-1-11 0,0 0 7 0,2 2-2 15,1-3-1-15,-2 2-3 0,2-2-2 0,-1 3-9 16,0-2 3-16,0 0 6 0,0 2-5 16,1-2 5-16,1 2-2 0,-1-3 3 0,-1 3-14 0,3 0 11 15,-1-1 7-15,5-1-7 0,-4 3-3 0,2-1 31 16,2-1-46-16,0 1 44 0,0 1-50 15,0-1 10-15,1-1 38 0,-2 3-39 0,-3-1 34 16,4 1-34-16,0 0 35 0,2 0-40 0,-1 1 39 16,0 1-39-16,1 1 35 0,0-2-40 0,-1 0 43 15,0 1-39-15,2 1 39 0,-1-2-32 0,1 2 37 16,0-2-34-16,0 2 36 0,-1-2-34 16,2-1 44-16,1 1-50 0,-1 0 36 0,-1 0-32 15,0 0 18-15,-1 2-24 0,-1-1 32 0,3-2-40 16,-1 1 50-16,0 0-46 0,0 0 41 15,1-1-45-15,-1 1 38 0,0-1-37 0,2 0 37 0,-1 0-34 16,-1 0 14-16,1 0-16 0,-1 0 40 16,-1-1-42-16,-1 0 37 0,4 1-30 0,-5-1 33 15,3 0-36-15,-1-1 35 0,-3 1-38 0,-1-1 39 16,-1 0-39-16,-2 1 37 0,3 1-36 0,-3-1 24 16,1 1-21-16,-19 0 29 0,33 0-36 0,-33 0 40 15,34 0-36-15,-16 2 37 0,0-2-32 0,4 0 54 16,-2-1-36-16,5 1 30 0,0-1-28 0,1 1 22 15,2-3-24-15,1 1 21 0,1-1-28 0,4-1 16 16,2 0-9-16,1-1 18 0,-4 1-16 16,3-4 28-16,-2 2-20 0,0-1 12 0,-1 2-13 15,-1-2 13-15,0 0-18 0,-5 1 10 0,0 2-1 16,-1-4-1-16,0 3-5 0,0 0-2 16,0-1-3-16,1 0 0 0,-1 1-10 0,1-1 1 15,1-1 8-15,3 1 0 0,0 0-2 0,1-2-3 16,0 2 1-16,1-2 0 0,0 2 1 0,1 0-4 15,-3 0 0-15,4-2 0 0,-2 1-1 0,-1 0 2 16,2 1-3-16,0 0 4 0,-3 0-10 0,-3 0 3 16,0 2 8-16,0-1 0 0,-1 1-1 0,1-1-1 15,-1 1 33-15,1-1-39 0,-2 3 32 0,0-2-34 16,0 1 30-16,1 1-33 0,-1-2 32 0,0 2-35 16,3 1 32-16,-3-2-33 0,1 0 18 0,1 1-21 15,-1 1 39-15,1-3-38 0,2 3 36 0,-1-2-32 16,1 1 1-16,-1-2 1 0,1 3 3 15,-2-2 1-15,1 0 0 0,-1 2 3 0,0-1-1 16,-1 1 1-16,0 0 4 0,-3-1-3 0,3 1-8 16,-3 0 31-16,1-1-25 0,-5 2 26 15,1-1-29-15,0 1 30 0,-1 0-31 0,0 1 30 16,1-1-32-16,-2 0 30 0,3 0-31 0,-2 2 30 16,-1-2-31-16,2 0 29 0,-1 1-28 0,1 0 32 15,0 1-46-15,4-2 37 0,-4 1-21 0,2-1 30 16,3 1-33-16,-1-1 31 0,1 1-35 15,0-1 34-15,0 0-35 0,0 0 34 0,1 0-35 16,0 0 35-16,0 0-34 0,-1 0 31 0,1 0-29 0,0 0 31 16,-2 0-30-16,0 0 25 0,1 0-34 15,1 1 43-15,-3 0-30 0,1 1 24 0,0-1-24 16,0-1 33-16,1 2-25 0,-1-1 30 0,1 0-35 16,1 0 31-16,-1 0-27 0,0 1 26 0,0-1-23 15,1 0 18-15,1 0-26 0,1 1 20 0,-1-1-25 16,1 2 31-16,-1-2-28 0,-1-1 2 0,1 2 4 15,1-1 1-15,1 2 2 0,-2 0 7 0,0-2 6 16,3 1-2-16,-3 1-3 0,1-1 3 0,0 1 4 16,1 1 3-16,-1-3-4 0,1 2-3 15,0 0-2-15,5 1 3 0,0-1 1 16,-2 1-3-16,-3 0-2 0,5 0-1 0,-6-2 0 16,6 2-1-16,0 0-5 0,0-1 2 0,0 1 3 15,1 0 1-15,-1 0 2 0,1-1-4 0,1 3-1 16,2-4 0-16,-2 2 1 0,1-2-3 0,2 1 4 15,1-1-1-15,-2 1 0 0,1-2 1 0,1 0 2 16,-1 0 0-16,-2 2-2 0,3-2-2 0,0 1 4 16,-1-1 2-16,-1 0 1 0,1 0-7 0,1 0-1 15,0 1-1-15,-1-2 0 0,1 0 0 0,1 1 1 16,0-1-2-16,0 0 0 0,0-1 1 0,3 2-1 16,-5-1 0-16,3 0-4 0,-2 1 2 0,0-1 3 15,0 1 3-15,0-1-1 0,-2 3-4 0,1-2 1 16,1 1-2-16,-1-1 1 0,-2 0 0 15,3 0 2-15,0 0-2 0,-2-1 2 0,2 0-1 16,0 0-1-16,-1 0-1 0,3 0-2 0,0-1 0 16,-1 1 4-16,0-1 3 0,-1 0 0 0,0 1-3 15,1-1-2-15,-2-2 0 0,1 2 4 16,-1-1-5-16,-1 0 3 0,-2 1-1 0,2-2 0 16,-1 1 1-16,-6 1-4 0,3-1 2 0,-3 2 3 15,6-3 0-15,-1 2 2 0,0-1-4 0,2 1 0 16,0 0-2-16,-1-2 2 0,2 2-1 15,1-2 1-15,0 1 1 0,1-2-4 0,-1 2 3 16,0-1-6-16,1 0 5 0,-1 1 2 0,-1 0 1 16,-2-1 1-16,3 0 0 0,-4 2-3 0,1-1-1 15,-2-1-1-15,-4 2 1 0,2 0 2 0,4 0-1 16,-6 1-1-16,1-2 3 0,-1 2-1 0,6 0-4 16,1 0 1-16,0 0 4 0,0 0 5 0,-1 0-5 15,3 0-4-15,0 0 2 0,0-1-1 0,1-1 1 16,0 2 0-16,-1 0-1 0,3-1 1 0,-2 0 0 15,-1 0 0-15,1 0 1 0,-1 1-2 0,0-1 12 16,1 1-13-16,0 0 4 0,-1-2-2 0,3 1-3 16,-2 1 2-16,0 0-1 15,2 0 1-15,-1 1-1 0,3-2 1 0,-1 1 1 16,1-1 0-16,-1 1-4 0,2 0 2 0,-2-2 2 16,2 1 4-16,2 1 0 0,-2-1-5 0,-1 0 11 15,3-2-13-15,-2 2 18 0,0 0-21 0,2 0 3 16,-3-4 1-16,2 4-1 0,0 0 0 0,0 0 0 15,0 0-1-15,-2 1-1 0,0-1 3 0,0-1 13 16,0 1-11-16,3 0-2 0,-6-1 0 0,4 2 15 16,-1-1-16-16,-1 0 15 0,0 0-18 0,2-2 19 15,1 1-24-15,-1 1 23 0,0-2-18 0,2 0-3 16,2 0 5-16,-2 0-1 0,2 1 2 16,0-1 0-16,-1 1 1 0,-2-2 2 0,1 2-6 0,1 0 5 15,-2-1 2-15,0 2-3 0,-1 0 12 16,-2 0-15-16,3 0 19 0,0 0-19 15,-1-2 1-15,-1 3 0 0,3-1-2 0,-3-1 4 16,1 1 3-16,1 1-1 0,0 0-2 0,-2-1-1 16,1 1 2-16,-2-1 2 0,2 1-3 0,-2 0 0 15,0 0 2-15,-3 0-3 0,3 0 8 0,-3 0-3 16,0 0 14-16,1 0-19 0,-2 0 17 0,2 0-18 16,-2 0-1-16,0 0 2 0,2 0-1 0,1-2-1 15,-2 1 6-15,1 1-3 0,1-1 5 0,-1 0-6 16,1 1 0-16,-2-1 3 0,2-2-1 15,-3 1-2-15,1 0 2 0,-1 1 1 0,-3 0-3 0,2 1 0 16,-6-1 4-16,-3 1 3 0,1 0-4 16,0 0 1-16,-3 0-1 0,2 0-1 15,-2 0 0-15,2 0 1 0,-3 1 1 0,2 0-4 16,-2 0 1-16,0 0 7 0,1 0-8 0,2 2 3 16,-1-1 3-16,-1-1-2 0,3 1 0 0,4 1 1 15,0-1-4-15,0-1 3 0,-5 1 5 0,6 2-4 16,-1-3-2-16,-4-1 1 0,0 1-1 0,0 0 0 15,-1 0 0-15,1 2 10 0,-3 0-11 0,2-2 14 16,-2 0-17-16,1 3 12 0,-1-3-10 0,-2 1 18 16,2 0-1-16,-2 0-1 78,0 1-2-78,0-2-1 15,1 1 2-15,0 1-4 16,2 0-2 0,-1-2 0-16,2 0-1 0,0 1-1 0,6 1 0 0,-2-2-4 0,1 2 0 0,0-1 3 0,1 1-3 15,-6-1-1-15,3 0 0 0,-3 1 1 0,0-1 5 0,-2 0-5 0,-2 0-4 0,2 1 3 0,-2-2 4 0,1 2-5 0,-1 1 2 0,0-3 1 0,0 1 0 0,5 0 1 0,-5 1 1 0,0-1 3 0,-2-1 3 16,2 0 3-16,0 3-3 0,0-3 0 0,-3 0-5 0,3 0 1 0,0-1-2 0,-2 2 0 0,2-1 0 0,-1 2-2 0,-3-2 0 0,3-1 0 16,-1 1 2-16,-1 1-3 15,-1-1-1-15,-1-1 2 0,-1 3-2 0,0-1-1 0,-1-2 1 16,1 1-1-16,-2 1 1 0,1-1 0 15,0 2-1-15,-1-2 0 0,0 2 0 0,1-1 1 16,-4 1-2-16,3-1 3 0,0 0 2 0,0 3-2 16,1-3 1-16,-2 2 0 0,0-2-1 0,1 1 1 15,0 1 0-15,2-1-3 0,-2-1 0 0,-3 3 2 16,2-3 1-16,-1 2-1 0,2-2 0 0,-3 1 0 16,0 1 1-16,-16-4 0 0,28 3-2 0,-28-3 2 15,27 5 1-15,-13-2-2 0,-14-3-2 16,27 6 2-16,-27-6 20 0,26 4-25 15,-26-4 0-15,24 5 0 0,-24-5 4 0,19 4 0 16,-19-4 0-16,19 6-1 0,-19-6-1 0,14 3-1 0,-14-3 1 16,13 4 0-16,-13-4-2 0,0 0 4 15,16 4 7-15,-16-4-8 0,0 0-3 0,13 7 1 16,-13-7 5-16,9 7-3 0,-9-7 0 0,8 7 0 16,-8-7 9-16,7 10-8 0,-7-10 7 0,8 13-10 15,-8-13 10-15,7 14-10 0,-7-14 8 0,6 18-9 16,-2-6 11-16,-1-1-10 0,-1 1 10 15,3 1-11-15,-3 2 11 0,1 0-12 0,0 2 11 16,1 1-12-16,-2-2 2 0,1 1 2 0,1 6-1 16,-1-2 5-16,0 2-3 0,2 2 2 15,-1 0 0-15,-1 0 1 0,1 1 4 0,-2 0-6 0,2 2 15 16,0-2-15-16,-2 1 8 0,1 1-9 16,2 0-1-16,-2-1 3 0,-1-1-3 0,2 1 4 15,-3 0 0-15,1-1 1 0,0-1 2 0,1 0-1 16,1-3 5-16,-3 1 3 0,0-5 1 0,2-1 1 15,-2-1 2-15,-1-2-2 0,0 0 0 0,2-3 1 16,-2-11-5-16,2 19 0 0,-2-19-2 16,1 14 1-16,-1-14 0 0,0 12 0 0,0-12 1 15,0 12 4-15,0-12 5 0,0 0 1 0,0 10-3 16,0-10-5-16,0 0 7 0,0 0 13 0,-1 11-8 16,1-11-6-16,0 0-3 0,-9 5 0 0,9-5-7 15,0 0-1-15,-19 3-2 0,19-3 0 0,-20 1 2 16,20-1-4-16,-24 0-2 0,24 0-1 15,-30-1-1-15,11 1 2 0,0-1 1 0,-1 0-4 16,1 0 2-16,-6 1 5 0,0-1-6 0,-2-1 6 16,-1 1-4-16,-3 1-3 0,-1 0 2 15,-9 0-2-15,0 3-2 0,-3-2 2 0,-4 1 5 16,-3 3-7-16,-1-2 3 0,-11 3 2 0,0-1-4 16,2 1 2-16,-2 1-1 0,1 0 2 0,0-2 3 15,-2 2-4-15,3 1-1 0,-2-2 2 0,-1 2 1 16,4-1-2-16,-4-2 1 0,0 1-1 15,-1 1 0-15,1 0 4 0,-1-2-4 0,-3 1-4 16,4 2 6-16,-1 0 0 0,-2-2-1 0,1 0-1 0,-1 1 1 16,-2 0 0-16,2 0 5 0,-1 1-9 15,-3 1 1-15,2-3 2 0,0 0 1 0,3 1 0 16,-2 1 3-16,0-2-6 0,3 1 6 16,0-3-1-16,-3 3-2 0,1-1 2 0,1-1 4 15,-1 0-8-15,1 0 2 0,-3 0 4 0,0 0-4 16,0-1 3-16,1 1-3 0,-2-2-1 0,1 3 1 15,2 0 3-15,-2-3-1 0,-3 4-4 0,3-3 4 16,-1 2 0-16,-2-1-1 0,1 0-4 0,-1 0 4 16,2 1 1-16,-3-1-2 0,2 1 3 15,1-1 1-15,2 0 8 0,-1 0 1 0,1-1 3 0,2 1-4 16,-1-3 0-16,1 2-1 0,1-1-3 16,-3 0-3-16,1 1 1 0,2-1 0 0,-1-1-6 15,0 2 4-15,1-2 1 0,0 1-1 16,10 0-3-16,-10-1 0 0,1 0 0 0,-4 2 1 15,3-1-1-15,0-1 0 0,-1 2-3 0,1-2 3 16,0 1 0-16,0 1 2 0,1-3-3 0,-1 1 0 16,12 2 6-16,-3-2 26 0,-8 0-38 0,0 2 38 15,0-2-44-15,9 1 3 0,-9 1-6 0,-1-3 8 16,10 1-1-16,-9-1 1 0,9 2 7 0,-1-2-3 16,-11 1 1-16,12-2 2 0,-1 1 0 0,1-1 1 15,0 1 0-15,0-1-1 0,0 0-6 0,4 0 5 16,-3-1 2-16,2 1 4 0,1-1-4 15,-1-1-2-15,1 1-2 0,2-2 3 0,0 0 1 16,-1-1-1-16,2 0 1 0,0 1 0 0,0-1-4 16,1 0 27-16,1-1-27 0,-1 1 0 0,2-1 1 15,-1 0-1-15,2 2 2 0,-2-4 0 16,3 2-1-16,-3 0 0 0,1 0 3 0,-1 0-2 16,0 0 7-16,-1-1-10 0,2 2 3 0,-2-2-3 15,2 2 5-15,-2-1 4 0,2 0-4 0,0 1-2 16,0 0 1-16,0-1-4 0,1 0 4 15,-1 1-3-15,-1 0 2 0,0 0-1 0,0 2 8 0,0-2-10 16,-2 2 2-16,0-1-2 0,-1 0 6 0,2 1 0 16,-4 0 0-16,0-1-5 0,1 0 2 15,-1 2-2-15,-1-1 4 0,2-1-3 0,-1 1 2 16,-1 1-1-16,1-1 19 0,-2 1-23 0,2-2 3 16,0 1 0-16,-1 1-1 0,0 0 0 0,0-2 2 15,1 2 2-15,-4-1-1 0,2 1-2 0,1 0 0 16,-1-1 1-16,0 0 0 0,1 0-2 0,-1 1 1 15,-1 1 1-15,1-2 35 0,0 1-35 0,-1-2-2 16,1 2-3-16,-2 0-1 0,-1 0 2 0,-10 0 0 16,12-1 3-16,-2 1 1 0,0 0 35 15,-9-2-45-15,11 2 3 0,2-1 3 16,-1-1 0-16,2 1 1 0,-1 0 0 0,1-2 5 16,2 2-3-16,1 0 0 0,-2-2 0 0,2 1 0 15,1 0-1-15,-3-1 3 0,4 1-2 0,-4-2-3 16,2 2 2-16,-1-1-1 0,0-1 1 0,3 0 0 15,-3 1 0-15,4 0 17 0,0 1-15 0,0-3-5 16,-2 3 2-16,3-1-1 0,2 2 1 0,-2-4 1 16,2 4 1-16,0 0 4 0,1-4-4 0,2 4 3 15,0-3 0-15,1 1-2 0,-1-1 1 0,1 2-2 16,1-1 0-16,-2 0 1 0,4-1 5 0,-1 1-7 16,0-1-2-16,1 2 4 0,1-3 1 0,0 3 0 15,5-1 2-15,0 0 0 0,1 0-3 16,-1 1 0-16,0-1 1 0,1 1-2 0,1 0 2 15,-1-1 0-15,1 2-1 0,3-3 0 0,-5 3 5 16,4 0-1-16,-1-2-6 0,0 3 1 0,0-2-1 16,1 1 3-16,1 0 0 0,-1 0-1 15,1 1 0-15,-3 0-1 0,2-2 1 0,1 1-4 16,0 0 5-16,-2 1 0 0,1 0-1 0,-1-2 4 16,2 1 1-16,-3 0-9 0,1 1 3 0,-1 0 0 15,2-2 0-15,-2 1 2 0,0 1 0 0,1 0-1 16,0-1 1-16,0-1-1 0,1 1 0 15,2 1 3-15,3 0-2 0,0 0-1 0,-1-2 2 0,3 2 4 16,-1-2-2-16,1 2-6 0,-1 0 0 16,-1-2 0-16,0 2 0 0,0 0 1 0,-2 0 0 15,-1 1-4-15,-2-2 2 0,-2 4 13 0,-1-2-19 16,-2 1 14-16,-2 1-20 0,-4 2 12 0,-3 0-18 16,-1 1 20-16,-1-1-21 0,-1 3 9 0,0-1-13 15,1 2 16-15,-1 1-10 0,1-1 3 0,0 0 4 16,0 1 1-16,0-1-1 0,0 2-11 0,-2 0 30 15,2 0-20-15,-2 2-6 0,-1-3 14 0,2 4-13 16,-13-1 22-16,10-1-17 0,0 1 15 0,-10-1-18 16,12-1 6-16,-1-1 10 0,1 1-6 15,2-4 2-15,2 0 2 0,0 1 0 16,3-4 3-16,6 0 1 0,1 0 2 0,1-2 1 16,1 0-1-16,1-1 1 0,2 0 1 0,2 0 1 15,2-1 1-15,1 0 0 0,0-1 0 0,1 1 0 16,1-2 1-16,-1 1-6 0,4 1 1 0,-4-3 0 15,18 4 9-15,-27-5-13 0,13 1 13 0,0 2-13 16,-1-1 18-16,-1-1-22 0,0 2 11 0,0 0-12 16,1-2 13-16,-2 1-12 0,2 0 10 0,-3 0-5 15,5 1 7-15,-3-3-10 0,1 2 10 0,15 3-11 16,-29-5 10-16,15 1-10 0,0 2 12 0,1-1-13 16,13 3 15-16,-29-6-16 0,12 2 13 0,3 2-13 15,-1-2 13-15,0 0-11 0,-1 2 14 0,0-2-16 16,0 2 12-16,-2-3-11 0,1 3 12 15,0 0-13-15,-2-1 14 0,0 1-15 0,1-1 12 16,-2 3-12-16,1-1 6 0,-1 0-13 0,-1-2 7 16,2 3-13-16,-1-1 7 0,-1 1-7 15,3-1 7-15,-1 1-12 0,-3 0 9 0,4 0 7 16,-1 0-13-16,1 0-8 0,0 0 8 0,-1 1-6 16,1-1 9-16,-1 1-11 0,1 1 7 0,0-1-2 15,-1 1 4-15,1-1-5 0,0 1 11 0,0-1-10 16,1 2 5-16,-1-2-2 0,2 1 6 15,16-2-5-15,-30 2 8 0,14 1-4 0,16-3 5 0,-28 2-6 16,28-2 8-16,-27 3-4 0,27-3 4 0,-27 3-1 16,27-3 0-16,-23 2-5 0,23-2 10 15,-23 1-7-15,23-1 4 0,-20 3-2 0,20-3 1 16,-22 3-3-16,22-3 3 0,-22 2-1 0,22-2 1 16,-19 2 1-16,19-2 1 0,-19 3 3 0,19-3 4 15,-18 3-8-15,18-3 3 0,-17 1-5 0,17-1 5 16,0 0 2-16,-20 2 0 0,20-2 1 0,0 0-3 15,-22 3 1-15,22-3-3 0,0 0 0 0,-20 1-3 16,20-1 1-16,-21 1 3 0,21-1 8 0,-16 1-22 16,16-1 2-16,0 0 3 15,-22 3 7-15,22-3 1 0,0 0 3 0,-19 1-4 0,19-1 7 16,0 0-3-16,0 0 4 0,-21 2-5 16,21-2 5-16,0 0-5 0,0 0 9 0,0 0-1 15,-21-2-2-15,21 2-9 0,0 0 3 0,0 0 2 16,-16-4 5-16,16 4-4 0,0 0 2 0,-11-3-4 15,11 3 4-15,0 0-6 0,-11-6 6 0,11 6-5 16,0 0 9-16,-11-9-2 0,11 9-3 0,-6-9-14 16,6 9 4-16,-7-15-3 0,7 15 9 0,-6-17-12 15,4 4 10-15,-1-1-18 0,0 0 16 0,1-3-11 16,0 1 9-16,1-2-11 0,0 0 13 0,1-2 2 16,-1 1-7-16,1 0 4 0,1 0 2 0,0-1-3 15,0 2 3-15,2 0-1 0,-2-5-1 16,5 4 2-16,-2-2 0 0,-1 4 1 0,-1-1 2 15,2 3-6-15,0-1 8 0,-1 4-8 0,-1-1 0 16,1 3 7-16,-3 10-3 0,5-17-2 16,-5 17-25-16,4-13-60 0,-4 13-81 0,2-11-62 15,-2 11-96-15,5-10-165 0,-5 10 39 0</inkml:trace>
  <inkml:trace contextRef="#ctx0" brushRef="#br0" timeOffset="19678.22">10502 6286 229 0,'-17'6'427'0,"2"-2"-160"0,0 0-41 0,1-1-68 16,2 1-13-16,12-4-57 0,-24 5 36 0,24-5-2 16,-22 5-2-16,22-5-6 0,-14 4-11 0,14-4-11 15,-15 4-15-15,15-4-13 0,0 0-11 0,-14 3-11 16,14-3-7-16,0 0-16 0,0 0-2 0,-14 4 2 15,14-4-6-15,0 0-1 0,0 0 3 0,0 0-4 16,0 0 0-16,-12 4 0 0,12-4 9 16,0 0 10-16,0 0 5 0,0 0-1 0,19 4 1 15,-19-4-5-15,22 1 5 0,-22-1-5 0,36-1 12 16,-12-1-12-16,5 1 1 0,-1-1-16 16,8 1-1-16,1-4 5 0,5 2 2 0,-1-1-3 0,5-1 22 15,0 0-30-15,4 2 22 0,10-5-30 16,2 0 23-16,4 0-27 0,0-1 23 0,2 0-20 15,1-2-3-15,3 0-1 0,-3 1-2 0,2-1-3 16,0-1-1-16,-2 1 11 0,-1 1 1 0,-3 0-4 16,-1 0 2-16,-3 2-1 0,-10 2 1 0,-3 0 1 15,-2 1-1-15,-1 1-3 0,-3 0 0 0,-4 1 4 16,0 2 1-16,-8-1 1 0,-2 1-5 0,0-1-3 16,-2 2 17-16,-1-1-13 0,-6 1 3 0,2 0-3 15,1 0 2-15,-4 0 6 0,-18 0 2 0,32 0 7 16,-32 0 10-16,30 1 16 0,-30-1-11 15,30 0-1-15,-30 0 6 0,25 0 2 0,-25 0 5 0,21 2 8 16,-21-2 0-16,18 0-3 0,-18 0 3 16,0 0-1-16,23-2-1 0,-23 2-4 15,0 0-3-15,0 0-3 0,21 0-5 0,-21 0-4 16,0 0-8-16,0 0-3 0,0 0-3 0,0 0-6 16,20 0 1-16,-20 0-5 0,0 0-4 0,0 0 0 15,0 0-3-15,0 0-1 0,16-1-2 0,-16 1-3 16,0 0-15-16,0 0-9 0,0 0-20 0,0 0-21 15,16 1-24-15,-16-1-35 0,0 0-34 0,0 0-13 16,0 0-10-16,14 6-37 0,-14-6-56 0,0 0-80 16,0 0-305-16,0 0-192 0</inkml:trace>
  <inkml:trace contextRef="#ctx0" brushRef="#br0" timeOffset="20350.28">13190 5838 122 0,'0'0'481'15,"-11"-13"-131"-15,11 13-127 0,-9-10-11 0,9 10-84 16,-12-11-2-16,12 11-52 0,-11-7 12 0,11 7-44 16,-7-5 19-16,7 5-40 0,-11-6 13 0,11 6-37 15,0 0 26-15,0 0-43 0,0 0-30 0,0 0-45 16,-16 5-55-16,16-5-51 0,-8 11-236 0,3-1 156 16</inkml:trace>
  <inkml:trace contextRef="#ctx0" brushRef="#br0" timeOffset="20547.29">13044 6287 372 0,'0'0'512'0,"2"12"-153"16,-2-12-90-16,0 0-65 0,3 11-45 0,-3-11-29 16,0 0-16-16,0 0-18 0,1 8-19 0,-1-8-9 15,0 0-20-15,0 0-8 0,0 0-8 0,0 0-15 16,0 0-4-16,0 0-29 0,16-1-30 0,-16 1-40 15,0 0-72-15,0 0-66 0,17-2-347 0,-17 2-92 16</inkml:trace>
  <inkml:trace contextRef="#ctx0" brushRef="#br0" timeOffset="21352.35">13673 5661 58 0,'0'0'502'0,"0"0"-201"0,3-11-67 0,-3 11-75 16,0 0 1-16,0 0-61 0,0 0-3 0,-11 4-38 15,2 4 13-15,-1 4-33 0,-3 1 26 0,-2 4-31 16,-3 6 20-16,-1 1-30 0,-1 2 16 0,-1 0-35 15,-1 3 39-15,1 0-38 0,-1 1 32 0,-1 0-37 16,0 0 17-16,0 1-25 0,0-2 31 0,0 1-30 16,1-3 27-16,0 1-2 0,3-2-10 0,0-2 1 15,5-2-15-15,0-4-3 0,5-2-24 0,1-2-53 16,3-4-45-16,5-10-52 0,-4 14-21 16,4-14-243-16,0 0 135 0</inkml:trace>
  <inkml:trace contextRef="#ctx0" brushRef="#br0" timeOffset="21634.38">14012 5661 142 0,'10'-9'413'16,"-1"3"-167"-16,-9 6-45 0,13-10-49 0,-13 10-2 16,9-8-52-16,-9 8-6 0,0 0-19 0,11-4 26 15,-11 4-30-15,0 0 34 0,0 0-44 0,0 13 28 16,-2-1-43-16,-5 1 17 0,0 7-31 0,-2 1 26 15,-5 5-46-15,1 4 37 0,-1-1-38 0,-4 3 38 16,0 0-35-16,-1 1 34 0,0 0-40 16,-2 1 30-16,1 0-7 0,-1 0-16 15,0-3-1-15,1 2 6 0,0-2 29 0,3-3-42 16,-1 0 27-16,4-3-33 0,0 0-2 0,4-4-3 16,1-4-7-16,3-1-18 0,1-3-31 0,1-1-52 15,1-2-60-15,3-10-28 0,-1 15-20 0,1-15-280 16,0 0 34-16</inkml:trace>
  <inkml:trace contextRef="#ctx0" brushRef="#br0" timeOffset="23070.48">14383 5888 90 0,'0'0'375'15,"0"0"-87"-15,-14-3-109 0,14 3-48 0,0 0-9 16,0 0-7-16,0 0-10 0,-17-3-19 0,17 3-17 15,0 0-30-15,0 0 8 0,0 0-22 0,0 0 10 16,0 0-16-16,-14 3 16 0,14-3-17 0,-6 11 14 16,6-11-16-16,-4 20 24 0,3-9-30 15,-2 3 24-15,0 1-31 0,1 1 25 0,1 0-28 16,-2 0 22-16,2 0-26 0,1-2 25 0,0 1-5 16,0-2-2-16,0 0-13 0,1-1 9 0,2 1-1 15,-1-3-1-15,1 0-4 0,1-2-2 0,-4-8 12 16,6 14-12-16,-6-14 2 0,14 9-10 15,-14-9 13-15,17 2 1 0,-17-2 1 0,23-3-10 16,-9-2-17-16,1 0 32 0,3-6-34 0,-1 2 28 16,-1-2-22-16,0 1 32 0,1-3-28 0,-2 2 31 15,-1-2-26-15,-5 3 43 0,0 0-29 16,-1 3 30-16,-8 7-15 0,11-11 40 0,-11 11-40 16,9-8 35-16,-9 8-41 0,5-7 28 0,-5 7-40 15,0 0 26-15,0 0-36 0,0 0 31 0,0 0-35 16,0 0 29-16,5 12-31 0,-5-12 23 0,-6 19 5 15,3-9-21-15,3-10 16 0,-3 18-1 0,3-18-2 16,0 22-1-16,0-22-5 0,2 19 0 0,-2-19 0 16,4 16-1-16,-4-16 4 0,7 16-14 0,-7-16 11 15,8 11-8-15,-8-11 3 0,11 9 6 0,-11-9 0 16,16 6 0-16,-16-6-4 16,0 0 1-16,24 0 0 0,-24 0-1 0,18-5-1 0,-5 0-3 15,-4-1 6-15,1 0-17 0,-1-3-16 16,2-1 40-16,-2 0-28 0,-1-3 29 0,1 2-28 15,-1-3 31-15,-3 2-32 0,0-3 33 0,0 0-33 16,-1 4 34-16,-1-2-32 0,-1 2 32 0,-2 11-32 16,1-16 27-16,-1 16-24 0,3-14 31 0,-3 14-32 15,1-11 30-15,-1 11-34 0,0 0 36 0,0-10-35 16,0 10 32-16,0 0-33 0,0 0 23 0,0 0-22 16,-10 11 33-16,10-11-37 0,-5 14 37 0,5-14-32 15,0 20 30-15,0-11-29 0,2 3 30 0,2-1-2 16,1 2-1-16,3-2-4 0,-3 1-2 0,3 0-8 15,2-3 1-15,-1-1 8 0,-1 0-7 0,2-2 4 16,-1-1 1-16,0 1-1 0,-9-6-3 16,19 5 1-16,-19-5 2 0,20 2-6 15,-20-2-4-15,22-4 10 0,-22 4-8 0,23-9 4 16,-11 2 2-16,0 2-1 0,-1-4 0 0,-1-2 0 16,1 2-28-16,-3-2 34 0,0-2-31 0,-2 1 27 15,0-1-22-15,-2 3 27 0,0-1-30 0,-1 1 41 16,-3 10-33-16,5-16 31 0,-5 16-28 0,1-14 31 15,-1 14-32-15,3-10 39 0,-3 10-44 0,0 0 25 16,0-12-24-16,0 12 27 0,0 0-31 0,0 0 39 16,0 0-33-16,0 0 32 0,0 0-34 15,-2 12 30-15,2-12-30 0,2 11 32 0,-2-11-32 0,2 14 24 16,-2-14-2-16,8 15 6 0,-8-15-8 16,9 12 5-16,-9-12-2 0,13 11-1 0,-13-11-1 15,16 7-2-15,-16-7-2 0,18 2 0 16,-18-2-1-16,21-2-9 0,-7-1 10 0,-2-3-4 15,1-1-1-15,1 2 7 0,2-7-3 0,-2 2-30 16,-3 0 38-16,1 2-34 0,-3-2 35 0,0 2-30 16,-3 1 34-16,-6 7-28 0,13-10 25 0,-13 10-22 15,9-9 21-15,-9 9-31 0,0 0 39 0,9-6-34 16,-9 6 34-16,0 0-31 0,7 6 30 0,-7-6-1 16,5 14-4-16,-3-2-9 0,2 0 0 0,-1 3-4 15,1 2 4-15,3 0 1 0,2 2 5 16,-2-2-2-16,4-1-1 0,-1 0 1 0,1-2-2 15,0-1-1-15,1-3 0 0,-1-1 0 0,-1-1-9 16,3-5 9-16,-13-3-8 0,21 5 12 0,-21-5-5 16,29-3 1-16,-14-1 1 0,2-5-2 15,0-3-1-15,1 0 1 0,-2-3-1 0,-1-2-27 16,2-6 37-16,-3 1-24 0,-2-3 41 0,-3-3-21 16,2 0 21-16,-6 3-7 0,0 0 4 0,-3 0 5 15,-2 2 8-15,0 4 5 0,-2 1-3 0,-2 0-9 16,-1 3-7-16,-3 0-5 0,1 4-4 0,-4-1 0 15,-1 4-11-15,0 3 2 0,2 0-14 0,10 5-6 16,-27 0-21-16,27 0-23 0,-28 7-18 0,10 1-53 16,4 2-34-16,-1 1-70 0,2 2-56 15,2 0-265-15,3 0-64 0</inkml:trace>
  <inkml:trace contextRef="#ctx0" brushRef="#br0" timeOffset="23273.5">15960 6095 249 0,'18'5'943'0,"-18"-5"-313"16,0 0-157-16,0 0-100 0,0 0-113 16,16 0-54-16,-16 0-71 0,0 0-51 0,0 0-63 15,0 0-37-15,0 0-48 0,0 0-16 0,0 0-68 16,0 0-57-16,0 0-100 0,0 0-142 0,10-5-164 15,-10 5-141-15</inkml:trace>
  <inkml:trace contextRef="#ctx0" brushRef="#br0" timeOffset="24070.56">17294 6482 486 0,'-27'-5'443'0,"0"2"-103"15,0-1-83-15,0 2-62 0,2 1-38 0,-1 2-30 16,2 1-25-16,-3 2-9 0,3-1 23 0,1 1-48 15,0 0-8-15,6 1-10 0,2-3-10 0,15-2 0 16,-22 8-13-16,22-8-2 0,-15 6 3 16,15-6 1-16,-3 9-4 0,3-9 3 0,18 11 1 15,4-6-6-15,16-1 1 0,7-3-2 0,10-2 0 16,22-3 4-16,7-3 0 0,8-2 0 16,31-6 26-16,6 0-35 0,8 0-4 0,5-1-6 0,1 2 2 15,3-1 23-15,3 0-26 0,1 2 23 0,1 1-40 16,-1 2 36-16,-5 1-33 0,-5 2 31 15,-2-1-33-15,-5 3 26 0,-26 1-32 0,-3 3 27 16,-4-2-29-16,-3 2 25 0,-7 1-23 0,-5 0 32 16,-4 3-29-16,-7-2 29 0,-6 0-26 0,-14 2 31 15,-3-2-25-15,-8-1 27 0,-2 3-24 0,-10-2 29 16,-4-1-27-16,-7 1 39 0,-1-1-13 16,-19 0 35-16,30 1-6 0,-30-1 6 0,20 0-4 15,-20 0 5-15,0 0 15 0,23 1 7 0,-23-1 2 16,0 0-12-16,18 0 15 0,-18 0-17 15,0 0-12-15,0 0-8 0,0 0-15 0,18 0-7 16,-18 0-4-16,0 0-19 0,0 0-34 0,0 0-82 0,0 0-87 16,0 0-91-16,0 0-90 0,0 0-82 15,0 0-370-15,0 0-402 0</inkml:trace>
  <inkml:trace contextRef="#ctx0" brushRef="#br0" timeOffset="24259.58">21306 6482 711 0,'0'0'501'0,"14"8"-126"0,-14-8-98 15,10 5-59-15,-10-5-30 0,0 0-13 0,12 7-1 0,-12-7-30 16,0 0-26-16,0 0-18 0,10 7-20 16,-10-7-19-16,0 0-17 0,0 0-43 0,0 0-72 15,14 2-49-15,-14-2-75 0,18-2-126 0,-3-1-408 16,6-1-256-16</inkml:trace>
  <inkml:trace contextRef="#ctx0" brushRef="#br0" timeOffset="24401.59">22305 6600 858 0,'0'0'556'0,"20"3"-160"16,-20-3-82-16,0 0-98 0,9 7-121 0,-9-7-70 15,-9 6-76-15,-2-1-97 0,-10 0-91 0,-10 4-342 16,-4-1-114-16</inkml:trace>
  <inkml:trace contextRef="#ctx0" brushRef="#br0" timeOffset="26899.31">17365 5274 438 0,'-21'5'492'16,"-2"1"-128"-16,3 0-88 0,-1-2-65 0,4 1-46 16,3-3-7-16,14-2-19 0,-22 5 2 0,22-5-7 15,-15 2-25-15,15-2-38 0,0 0-12 16,-9-9-11-16,13-1-7 0,6-6-10 0,9-8-10 15,6-2-4-15,13-12-5 0,3-2 1 16,7-4-5-16,2-1 1 0,4-3-14 0,0-1 10 16,-2-1 28-16,3 0-32 0,-1 1 30 0,-3 0-39 15,-5 4 2-15,-1-1-1 0,-8 3-1 0,-5 3 4 16,-9 11-2-16,-3 1 2 0,-4 2-14 0,-7 6 12 16,-5 1-12-16,-3 3 12 0,-4 3-14 0,-3 1 11 15,-3 0-8-15,-5 2 11 0,-2 2-21 0,-4 0 8 16,-2 3 7-16,-2 0 6 0,1 3-23 0,-5 1 23 15,1-1-16-15,-1 2 19 0,0 2-13 0,-2-1 19 16,1 1-21-16,2 3 19 0,-1-1-18 16,3 0 22-16,1 1-16 0,5-1 19 0,5-2-21 15,14-2 18-15,-26 4-22 0,26-4 15 16,-16 5-16-16,16-5 14 0,0 0-13 0,0 0 17 16,0 0-14-16,0 0 2 0,19 5 6 0,3-9 22 15,3-1-6-15,10-2-1 0,1-5 0 0,2 2-4 16,3 0-12-16,0-1 16 0,0 1-25 0,-3 0 18 15,0 4-7-15,-3 0 16 0,-6 2-22 0,-3 1 21 16,-4 2-17-16,-3 2 17 0,-1 0-15 0,0 3 12 16,-4 0-19-16,-1 4 24 0,-3 0-18 0,-1 1 18 15,-2 2-16-15,-1 3 15 0,-4 1 0 0,1 3-4 16,-5-1 1-16,0 4-2 0,-1 2-5 0,-1 0 37 16,-3 1-43-16,2 1 33 0,1 0-56 0,-1 0-35 15,1-1-38-15,4-2-87 16,0-3-46-16,1-2-91 0,4-5-206 0,0-2-19 15</inkml:trace>
  <inkml:trace contextRef="#ctx0" brushRef="#br0" timeOffset="27791.37">18380 4131 293 0,'0'-19'523'0,"-2"3"-164"16,1 2-70-16,1 2-72 0,-1 1-40 0,1 11-43 15,-2-17-26-15,2 17-14 0,-2-12-28 16,2 12-6-16,0 0-11 0,0 0-9 16,0 0-32-16,-5 8 23 0,4 6-35 0,-2 4 30 15,0 4-33-15,1 2 31 0,2 2-41 0,0-1 39 16,0 0-31-16,1 0 26 0,3 0-29 0,1-1 27 16,3-2-23-16,-2-1 26 0,3-3-6 0,0-2-7 15,1 0-4-15,1-7 9 0,-1 0-8 0,0-2-1 16,-10-7 6-16,19 3 8 0,-19-3-13 0,22-5-29 15,-8-2 35-15,-1-5-26 0,-2-1 37 16,1-3-32-16,-6 3 16 0,2-6-23 0,-3 1 29 0,1 1-33 16,-3 1 40-16,-1 3 8 0,0 2 59 0,-2 11-16 15,1-18-13-15,-1 18-15 0,0-13-7 16,0 13-19-16,0 0 4 0,0 0-10 0,-14 4 6 16,9 5-2-16,-3 3 2 0,2 4-14 0,-3 3-1 15,4-1-1-15,1-4 14 0,1 3-13 16,2-4 12-16,4 3-4 0,-1-1-3 0,5-3 2 15,0 1 0-15,1-3-1 0,2-3-8 0,0-1 5 16,2-2 6-16,-12-4 1 0,27 1-3 0,-13-3-4 16,2-5-3-16,1-1 1 0,1-3-10 0,-3-4 15 15,1-3-6-15,-5-2 1 0,2-6-13 0,-4-2 16 16,-1-2-12-16,-4 3 8 0,-3-1 0 0,-1-1-1 16,-4 2 5-16,0 1-7 0,-4-4-11 0,-1 7 4 15,-2 3 25-15,-3 4-54 0,-3 1 32 16,-1 3-41-16,-2 3 5 0,1 2 0 0,-2 2-1 15,3 3 0-15,3 0-15 0,15 2-56 0,-27-2 21 16,27 2-27-16,-20-2 2 0,20 2 11 0,0 0 7 16,-13-3 13-16,13 3-10 0,0 0 24 15,0 0 6-15,5-15 22 0,0 9 3 0,3-3 18 16,2 0 15-16,-1-1 18 0,0 2 27 0,1 0 14 16,-1-2 26-16,0 1-11 0,-1 0 38 0,2 0-39 15,-2 1 44-15,-2 0-47 0,2 1 32 0,-8 7-41 16,11-11 24-16,-11 11-48 0,9-9 25 0,-9 9-43 15,9-6 31-15,-9 6-37 0,0 0 22 16,18 4-4-16,-9 1 4 0,-3 3-4 0,2 6 0 16,1 4-3-16,-1 3-3 0,2 8-3 0,-3-1-34 15,1 3 38-15,-1 1-35 0,-1-2 36 0,3 1-41 16,-1-1 45-16,1-2-34 0,-2-4 34 0,1-5-39 16,1 2 39-16,1-4-38 0,0-1 37 15,-2-5-43-15,1-1 42 0,1-2-43 0,-1-2 43 16,-9-6-37-16,19 4 35 0,-19-4-38 0,21-4 46 15,-7-1-47-15,-3-2 38 0,1-3-42 0,2-1 36 16,-4-5-30-16,3 3 40 0,-4-1-31 16,1-1 38-16,-1 2-27 0,-1 1 26 0,-1 2-26 15,-1 1 38-15,-1 1-33 0,-5 8 20 0,10-13-29 16,-10 13 26-16,6-8-31 0,-6 8 36 0,0 0-34 16,0 0 32-16,18 6-33 0,-18-6 33 0,13 9-36 15,-7-1 29-15,1 2-29 0,-2 3 32 0,1-1-39 16,-1 2 35-16,1 2-40 0,-3-2 13 0,1-1-72 15,-1-1-20-15,1 0-68 0,-4-12-45 16,6 17-27-16,-6-17-240 0,4 8 69 0</inkml:trace>
  <inkml:trace contextRef="#ctx0" brushRef="#br0" timeOffset="28603.44">19174 3997 543 0,'0'-11'423'15,"0"11"-100"-15,0-19-87 0,0 19-58 16,0-15-32-16,0 15-32 0,-2-10-18 0,2 10-23 15,0 0-11-15,0 0-14 0,0 0 2 0,0 0-53 16,3 15 36-16,-2-5-44 0,2 3 21 0,-3 0-43 16,2 4 5-16,1-1-56 0,1-1-25 0,0 0 0 15,-2-3 3-15,2-2-23 0,-1 0 6 16,-3-10-2-16,7 13 3 0,-7-13 9 0,0 0 24 16,0 0 20-16,0 0 17 0,0 0 54 0,0 0 29 15,12-9 21-15,-12 9 15 0,-1-22-33 0,-1 8 18 16,1-4-5-16,-2 1-11 0,1-3 1 0,-2 3 15 15,0 0-11-15,-1 0 11 0,3 3-15 16,-2 3 6-16,1-1-19 0,3 12-2 0,-5-13-23 16,5 13 15-16,0 0-16 0,-4-9 5 0,4 9-13 15,0 0-3-15,0 0-23 0,1 12-33 0,-1-12 14 16,8 15-37-16,0-7-6 0,-1 0 7 0,5 0-5 16,1 0 13-16,1-1 14 0,0-2 12 15,0-1 11-15,-1-2 12 0,-13-2 10 0,28 2 14 16,-28-2 17-16,27-3 16 0,-13-2 14 0,0 0 9 15,-1-2 20-15,-2-1 8 0,1 0 12 16,-3-1 22-16,1-3-5 0,-4 2 30 0,1 0-47 0,-7 10 40 16,7-16-30-16,-7 16 37 0,7-15-17 0,-7 15-12 15,4-12-22-15,-4 12-6 0,0 0-23 16,-3-12-12-16,3 12-16 0,0 0-8 0,-10 5 5 16,10-5-6-16,-13 16 0 0,7-4 0 0,-3 4-4 15,2 2-1-15,1-3-3 0,2 3-34 0,-1-1 28 16,4-1-23-16,1-1 35 0,0-1-40 0,3 2 42 15,1-2-33-15,1-2 32 0,2-3-34 16,2-1 28-16,-9-8-49 0,19 8 25 0,-19-8-62 16,23-1 21-16,-9-5-24 0,3-3 26 0,-2-2-22 15,2-4 18-15,-4-3 0 0,3-4 18 16,-3-4 4-16,-2-2 19 0,0-2-13 0,-5-1 35 0,1-2-5 16,-5 1 18-16,3 3 21 0,-5 2 9 0,1-1 23 15,-2 3 13-15,1 6 34 0,0 2-22 16,-1 2 1-16,-1 2-33 0,0 3-12 0,2 10-19 15,-1-15-1-15,1 15-13 0,0 0 10 0,0 0-21 16,0 0 16-16,-12 14-19 0,8 1 11 0,2 2-4 16,-2 6 1-16,1 1-3 0,2 1-2 0,1 0 33 15,0 1-38-15,1 0 2 0,2 0-14 0,-1 1 8 16,1-4 3-16,1 1-1 0,1-2-2 16,0-4-12-16,3-1 14 0,-3-4-12 0,0-1 9 15,3-4-6-15,0 0 18 0,-8-8-17 0,16 5 16 16,-16-5-16-16,22-3 15 0,-8-2 1 0,0-1-5 15,0-3 0-15,4-1 0 0,-4-1-2 16,2 2-5-16,-3 2 10 0,-1-1-2 0,2 3-1 16,-5 0 1-16,-9 5-4 0,22-6-2 0,-22 6 3 15,21 0 0-15,-8 4 1 0,0-1-11 0,4 3-3 16,-1 2-12-16,2 2-29 0,0 0-75 0,-1 2-111 16,-1-2-103-16,0 1-237 0,1 1-107 0</inkml:trace>
  <inkml:trace contextRef="#ctx0" brushRef="#br0" timeOffset="30385.57">20344 3437 585 0,'0'-12'427'16,"-1"0"-138"-16,-3 2-47 0,4 10-82 0,-9-12-4 16,9 12-58-16,-14-7 12 0,14 7-53 0,-23 3-12 15,5 5-6-15,3 2-9 0,-3 4-6 0,-2 3-3 16,1 3-7-16,4 1-5 0,2-2-6 0,3 1 0 15,1 0 5-15,5-1 32 0,3-2-40 16,1-3 29-16,4 2-33 0,2-1 32 16,4 0-43-16,3-2 35 0,5-1-32 0,2-3 31 15,1-4-29-15,5 0 33 0,0-4-38 0,1-1 36 16,1-1-36-16,-1 0 26 0,-2-2-26 0,-4-1 30 16,-2 2-29-16,-3-1 32 0,-16 3-32 0,23-3 30 15,-23 3-28-15,16-3 34 0,-16 3-41 0,0 0 34 16,0 0-39-16,0 0 43 0,0 0-37 0,-3 14 35 15,-8-4-28-15,-1 4 26 0,-4 1-31 16,-2 3 32-16,1 4-1 0,1-2-27 0,1-2 29 16,3 1 1-16,1 0-9 0,2-2-3 0,1 1 1 15,4-3-1-15,3-1-1 0,1-3-2 16,1 0-7-16,4-1 4 0,3 2 3 0,5-5-3 16,2-2 5-16,4-2-4 0,5-2-2 0,2-4-2 15,9-3-6-15,0-1-21 0,0-6-18 0,2 1-21 16,-3-5-18-16,-1 0 34 0,-3-2-10 0,-3-1 7 15,-1 0-11-15,-6-4 11 0,0 2 8 0,-5-2 9 16,-5 4 5-16,-2-1 27 0,-3 1 20 0,-1 3 18 16,-2 1 16-16,-2 3 7 0,0 2 0 0,0 0-2 15,-2 3-8-15,2 8-8 0,-5-17-5 0,5 17-12 16,-8-10 5-16,8 10-6 0,0 0-8 16,-14-5 6-16,14 5-12 0,0 0 2 0,-14 10-4 15,14-10 2-15,-8 15 26 0,6-5-32 16,-1 2 29-16,2-2-34 0,1-1 32 0,1 5-36 15,2-3 33-15,0 1-34 0,1-1 24 0,1-1-24 16,2 0 30-16,0-3-32 0,1 1 34 0,0-2-33 16,-8-6 34-16,19 6-34 0,-19-6 32 0,21 1-35 15,-21-1 26-15,25-5-28 0,-11-1 42 0,-1 0-37 16,3-4 31-16,0 0-34 0,-1-1 33 0,1-2-36 16,-1 2 42-16,-2-1-25 0,1-1 36 0,-3 5-27 15,0-1 25-15,-2 1-21 0,-2 2 20 0,1 0-28 16,-8 6 18-16,11-9-24 0,-11 9 22 15,0 0-24-15,17-5 22 0,-17 5-32 16,0 0 24-16,15 1-15 0,-15-1 21 0,16 5-24 16,-16-5 22-16,16 8-21 0,-4-3 19 0,-2-2-20 15,4 1 7-15,-14-4-35 0,23 8 7 0,-5-7-41 16,-18-1 22-16,31 2-40 0,-31-2-7 0,33-1-6 16,-14-1-2-16,3-5-20 0,-2 1 23 0,2-1 9 15,-4-2 13-15,0-1-74 0,0-1 118 0,-3-2-88 16,-2 1 133-16,1-3-91 0,-5 1 141 0,-1 2-91 15,-3-1 138-15,-3 3 12 0,1 0-5 16,-3 10-8-16,0-16-10 0,0 16-9 16,-8-15-11-16,8 15-10 0,-11-11-6 0,11 11-8 0,-18-8-9 15,18 8-10-15,-19-1-3 0,19 1-7 16,-26 3-2-16,13 3 0 0,-1 1 21 0,1 1-38 16,2 2 38-16,1-1-49 0,1 3 25 0,0 0-31 15,1 1 38-15,3 0-35 0,2-1 35 0,2 0-37 16,1 1 33-16,4-1-31 0,0-2 32 0,2 1-38 15,6 0 38-15,-2-3-44 0,3-2 38 0,2-2-31 16,2 0 22-16,-17-4-29 0,34 0 31 0,-16-3-40 16,5-2 5-16,-2 1-5 0,-3-5 10 0,1 1-1 15,-4 0 11-15,2-4 2 0,-4 1 3 16,-2 1 8-16,-1 1-6 0,-2 1 10 0,0 0 4 16,-8 8 12-16,11-13 0 0,-11 13 12 0,8-10-4 15,-8 10-6-15,6-6-4 0,-6 6-6 16,0 0-7-16,0 0 2 0,9-6-1 0,-9 6-6 15,0 0-2-15,0 0 37 0,0 0-43 0,0 0-1 16,5 9 2-16,-5-9-12 0,0 0 13 0,12 9-34 16,-12-9-9-16,16 2-5 0,-16-2-11 0,21 0-7 15,-21 0-10-15,31-4-1 0,-14-1-7 0,4-1-7 16,-2-2 6-16,0 0-82 0,-1-4 116 0,1 1-86 16,-1-4 118-16,-4 0-95 0,2-1 128 15,-4-1-2-15,0-2-1 0,-1-1 6 0,0 0 5 16,-4 1 7-16,1 0 7 0,-2 0 23 0,-2 3 8 15,0 3 20-15,-4 0-23 0,1 2 14 16,1-1-37-16,-2 12 39 0,0-17-37 0,0 17 38 16,0-15-40-16,0 15 31 0,-2-11-45 0,2 11 23 15,0 0-37-15,0-14 14 0,0 14-27 0,0 0 44 16,-2-10-49-16,2 10 34 0,0 0-37 0,0 0 34 16,0 0-37-16,-5-8 26 0,5 8-25 0,0 0 42 15,0 0-44-15,0 0 31 0,0 0-36 16,0 0 41-16,0 0-40 0,0 0 41 0,0 0-45 15,0 0 43-15,0 0-39 0,0 0 42 0,0 0-34 16,0 0 35-16,0 0-33 0,0 0 30 0,0 0-37 16,-17-2 25-16,17 2-22 0,0 0 32 15,-8-8-36-15,8 8 36 0,-6-8-34 0,6 8 38 16,-11-14-30-16,4 5 20 0,2 0-20 0,-3-2 40 16,3 0-19-16,-4-2 9 0,3 2 7 0,-2 0 11 15,0 0 9-15,2 2-1 0,1 0 25 0,0 2-17 16,5 7-14-16,-8-11 12 0,8 11-29 0,-5-9-9 15,5 9-11-15,0 0 0 0,0 0-3 16,0 0 21-16,-14 6-22 0,14-6 11 0,-1 21-9 16,2-6 12-16,0 7-6 0,2 3-7 0,3 7-4 15,2 0 11-15,-3 3-11 0,4 2 6 0,-2-1-13 16,1 0 0-16,0 1-42 0,-2-4 2 0,2 0-49 16,1-3-14-16,-3-7-29 0,1 1-26 15,-1-2-30-15,2-4-15 0,-3-4-64 0,0-4-177 16,-1-1 122-16</inkml:trace>
  <inkml:trace contextRef="#ctx0" brushRef="#br0" timeOffset="31071.62">21991 3461 235 0,'2'-10'416'15,"-2"0"-126"-15,0-1-77 0,0 1-13 0,1-1-43 16,-1 11-31-16,0-21-18 0,0 21-21 0,1-18-18 16,-1 18-13-16,4-15-15 0,-4 15-13 0,4-11-3 15,-4 11-1-15,0 0-6 0,11-6-2 0,-11 6 5 16,11 8-10-16,-11-8-4 0,12 14 1 0,-7-4 0 15,1 4-7-15,-1-2-2 0,-3 1 5 16,0 3 0-16,-2-3 34 0,-2 1-40 0,1 0 34 16,-4 0-36-16,1-2 40 0,-2 1-35 0,-2-1 34 15,3-4-21-15,-1 1 20 0,-1-2 2 0,7-7 25 16,-13 11-9-16,13-11 29 0,-10 7-30 16,10-7 0-16,0 0-17 0,-13 3 2 0,13-3-2 15,0 0-15-15,-5-10-24 0,5 10 0 0,8-17-13 16,1 0 7-16,2-1-37 0,6-7 12 0,3-1-50 15,1-4-11-15,2-2-12 0,5-8-10 16,1-1-16-16,2-2 5 0,-1-1 13 0,-2 0 14 0,0-1 22 16,-4 1-87-16,-3 9 157 0,-5 1-64 15,-2 3 138-15,-3 2-59 0,-4 6 99 0,-3 0-93 16,-3 6 88-16,-2 0-65 0,-3 2 63 0,0 1-59 16,-2 2 51-16,-2 1-58 0,1 3 33 15,-1 2-51-15,8 6 37 0,-22-5-14 0,22 5-6 16,-27 5-11-16,13 3 0 0,-1 3-3 0,-1 1-3 15,3 5-4-15,-3 5 32 0,2 3-39 0,3 3 19 16,-1 0 10-16,4 2-32 0,2 3 29 0,2 1-37 16,2-1 35-16,3-3-35 0,0 5 32 0,4-1-36 15,3 0 1-15,2-4 6 0,0 0-4 0,5-3 11 16,1-1 0-16,2-3-2 0,3-2 0 0,1-4 2 16,-3-6-1-16,1-1-2 0,4-4-1 0,-2-2-6 15,-4-2-10-15,2-3-2 0,6-4-5 16,-4-2 1-16,-1-3 3 0,4-4 2 15,-10-1 4-15,0-2-9 0,1-4 17 0,-5 0-16 16,-2 0 25-16,-1-3 35 0,-3 1-28 0,1 2 45 16,-2 0-21-16,-1 4 51 0,-2 1-14 0,-2 4-1 15,1-2-7-15,-3 3-17 0,2 1 7 0,1 10-23 16,-7-15 9-16,7 15-23 0,-7-9 8 0,7 9-17 16,0 0 11-16,-17 2-13 0,17-2 17 0,-15 11-13 15,10-1 2-15,-3 2-17 0,3 2 16 0,1 1-15 16,-1 1 17-16,4 0-11 0,2 2 7 0,0-1-13 15,4 1 6-15,2 1-8 0,2-2-2 16,1 0-47-16,3-5-22 0,0-2-34 16,1-3-59-16,1-1-49 0,-15-6-94 0,33-2-203 15,-10-4 1-15</inkml:trace>
  <inkml:trace contextRef="#ctx0" brushRef="#br0" timeOffset="31265.64">22994 2753 213 0,'0'-17'556'15,"-3"1"-181"-15,1 2-66 0,-2 2-71 0,3 2-43 16,0-1-34-16,1 11-39 0,-3-13-20 0,3 13-26 16,0 0-17-16,0 0-8 0,0 0-10 0,-12 9-4 15,11 2-10-15,-1 5-6 16,0 4 9-16,1 5-6 0,1 1-20 0,1 3 16 16,2 6-16-16,1 1 16 0,0 2-8 0,1-1-26 15,0-1-28-15,0-1-66 0,1 1-26 0,1-5-64 16,-5-6-20-16,2-2-44 0,0-2-242 0,-1-7 33 15</inkml:trace>
  <inkml:trace contextRef="#ctx0" brushRef="#br0" timeOffset="31961.69">23009 3209 19 0,'0'0'499'15,"-5"-9"-198"-15,5 9-51 0,-5-16-70 0,5 16 2 16,-4-21-63-16,3 10 27 0,0 0-62 16,1-4 21-16,0 0-62 0,2-2 30 0,2-5-49 15,3 0-2-15,-1-2-9 0,7-2-3 16,-2-4-10-16,2 1 0 0,2 0-9 0,1 2-79 15,-1-1 90-15,-2 2-72 0,-2 5 91 0,-2 0-81 16,0 2 98-16,0 0-82 0,-2 2 95 0,-4 2-54 16,1 2 78-16,-1 2-4 0,-2 1-12 0,-1 10 14 15,3-18 4-15,-3 18 2 0,0-14-11 0,0 14-8 16,1-12-14-16,-1 12-15 0,0 0 2 0,0-10-18 16,0 10-7-16,0 0 1 0,0 0 2 0,-5 14-2 15,2-3-3-15,2 3-3 0,-2 2 3 16,2 3 5-16,1 1-14 0,0 2 8 0,1 2 13 15,2 1-15-15,1-1 12 0,0 0-17 16,0-1 13-16,2-2-1 0,-1 1-3 0,-1-6-4 16,0 0 3-16,1-2-6 0,-1-3 5 0,0 0 1 15,2-2 0-15,-6-9-2 0,9 13 0 0,-9-13-1 16,10 3-4-16,-10-3-13 0,0 0 17 0,23-3-18 16,-13-3 21-16,3-1-17 0,-3-2 16 0,2 1-13 15,-1-1 11-15,1 0-16 0,-3 1 18 0,1 0-15 16,-3 2 16-16,-7 6-13 0,12-11 4 15,-12 11 8-15,10-8-2 0,-10 8-14 0,0 0 12 16,0 0-13-16,0 0 19 0,16 5-17 16,-16-5 17-16,5 9-18 0,-5-9 14 0,9 11-27 0,-9-11 15 15,8 14-28-15,-3-5 12 0,0-2-28 16,4-1 39-16,-2 2-33 0,1-2 27 0,1 0-32 16,-9-6 20-16,18 9-23 0,-18-9 36 0,16 8-33 15,-16-8 40-15,15 4-24 0,-15-4 33 0,0 0-17 16,20 3 13-16,-20-3-26 0,0 0 42 0,16-5-29 15,-16 5 34-15,12-9-30 0,-12 9 25 0,12-13-31 16,-7 5 13-16,0-4 3 0,2-1 3 16,-1-2-9-16,0-5 1 0,-2 0 10 0,1 0 2 15,-2-1 1-15,-2 2 3 0,0 0 10 0,1 2-9 16,-4 3 7-16,1 0-8 0,-1 3 21 0,0 0-16 16,2 11 2-16,-8-17-2 0,8 17 1 0,-10-7 0 15,10 7-1-15,0 0 6 0,-19 5-12 16,9 4 2-16,0 2-2 0,-2 4-5 0,3 1 6 15,-1 2 4-15,5 3-2 0,-2 0 29 0,1 2-46 16,2 1 32-16,3-1-26 0,-1 2 34 0,4 0-2 16,-1 0-35-16,4 0 38 0,2-1-47 15,2-2-14-15,2 0-108 0,2-5-107 0,3-3-319 16,3-3-79-16</inkml:trace>
  <inkml:trace contextRef="#ctx0" brushRef="#br0" timeOffset="32355.72">23893 2691 534 0,'4'-16'393'0,"-1"2"-86"16,-1 3-48-16,2 2-65 0,-4 9-33 0,4-16-34 15,-4 16-25-15,3-12-21 0,-3 12-13 0,0 0-14 16,0 0 14-16,0 0-9 0,6 9-9 15,-6-9-7-15,2 23-18 0,2-7 4 0,-1 5-3 16,-1 2-15-16,2 0 17 0,0 2-20 0,1 2 14 16,0-1-19-16,2 5 12 0,-1-1-6 0,0-3-15 15,1-4-27-15,2 1-27 0,-2-3-70 0,2-2-11 16,3-1-39-16,-2-5-32 0,-1-3 21 0,-1-1-15 16,-8-9-244-16,12 7 129 0</inkml:trace>
  <inkml:trace contextRef="#ctx0" brushRef="#br0" timeOffset="32649.74">24073 3034 846 0,'0'0'187'0,"3"-9"-9"0,-3 9-7 0,-3-15-19 15,3 15-23-15,-1-19-13 0,0 9-15 16,1-1-11-16,-1-2-13 0,-2 1-13 0,3-2-19 16,4 0-11-16,-3-2 2 0,4 0-10 0,2-3-8 15,1-1-9-15,4 0-18 0,1-4-19 0,4 0-13 16,-1 1-106-16,2-2 89 0,0 1-101 0,1 2 122 16,-5-2-90-16,0 6 124 0,-2 1-89 0,-2 2 117 15,-2 2-61-15,-2 1 122 0,-2 2-70 0,0-1 90 16,-4 11-5-16,5-14-7 0,-5 14-10 0,0-13-7 15,0 13-9-15,-1-10-9 0,1 10-7 16,-4-8-9-16,4 8-10 0,0 0-8 16,0 0 0-16,-9-7-4 0,9 7-8 0,0 0-7 15,-9 13 5-15,5-3-5 0,-1 1 1 0,3 5-3 16,0 0 3-16,1 4-2 0,1 4 4 0,-1 1-8 16,3 3-2-16,1-1 4 0,2 5-3 0,0 0 24 15,1-2-34-15,2-1 10 0,-3-4-74 0,4-1-31 16,0-3-72-16,-1-2-71 0,1-2-26 0,1-4-214 15,-1-4 58-15</inkml:trace>
  <inkml:trace contextRef="#ctx0" brushRef="#br0" timeOffset="32999.75">24429 2711 496 0,'0'-13'359'0,"0"0"-103"0,0-1-48 16,3 2-46-16,1-5-56 0,3 2-13 0,0-1-17 15,2 0-15-15,3-1 0 0,1 1-23 0,1 1-12 16,4 0-10-16,2-3-14 0,-3 4-6 0,1 1-29 16,-1-1-26-16,-1 2-31 0,-3 1-13 0,-3 2-81 15,-3 0 104-15,-7 9-75 0,6-12 119 16,-6 12-79-16,0 0 132 0,0-14 5 0,0 14 31 16,0 0 23-16,-9-9 11 0,9 9 5 0,0 0-32 15,-16-2 14-15,16 2-1 0,0 0-11 16,-18 6 6-16,10 2-16 0,0-1-10 0,2 4-8 15,-2 3-3-15,-1 2-12 0,3 4 10 0,-1 1-11 16,4 3 4-16,-1 1 4 0,1 3 0 0,3 2-1 16,-4 3-2-16,4 2-2 0,-2 1-8 0,-1-1 21 15,3-4-29-15,0-3 27 0,2 3-49 0,-1-3 9 16,3-2-58-16,-2 0-48 0,2-3-66 16,-1-5-81-16,0-3-209 0,1-1 95 0</inkml:trace>
  <inkml:trace contextRef="#ctx0" brushRef="#br0" timeOffset="33717.83">24808 2625 560 0,'-3'-13'422'0,"3"13"-112"0,0-16-70 0,0 16-56 16,0-12-36-16,0 12-35 0,0 0-18 15,3-12-19-15,-3 12-23 0,0 0-3 0,0 0-8 16,0 19-11-16,1-9-3 0,0 6-8 0,-1 3-7 15,0 1 0-15,0 4-5 0,3-1 2 0,-2 1 27 16,0-1-37-16,-1-1 31 0,2-3-34 0,0-1 30 16,-2-2-35-16,1-4 28 0,-1-1-36 0,2 0 30 15,-2-11-24-15,1 16 33 0,-1-16-31 16,0 0 30-16,3 9-27 0,-3-9 12 0,0 0-17 16,0 0 23-16,11-13-27 0,-6 4 6 0,2-3 5 15,0-7-3-15,1-1-1 0,2-6 3 16,3 0-2-16,0-3-5 0,-2 2 13 0,2 2-3 15,-3 6 1-15,-1 1 3 0,0 5 0 0,-4 1-1 16,2 3-14-16,-2 2 13 0,-5 7 2 0,6-9-12 16,-6 9 12-16,0 0 0 0,0 0 1 0,16 9 2 15,-16-9-13-15,7 13 12 0,-2-1-3 0,-1-3 1 16,1 2 3-16,2-3-4 0,0 5 3 0,0-4-4 16,-1 0-3-16,1-1 3 0,-1 0 4 0,4-3-5 15,-10-5 0-15,16 6 5 16,-16-6 2-16,19 0-7 0,-19 0-4 0,24-6 4 15,-11-1 1-15,2-3-2 0,1-1-2 0,0-2 1 16,-3 1 2-16,1-2 2 0,-3 2-8 0,1-1 6 16,-2 3 1-16,-1 1-1 0,-4 1-1 0,3 0 2 15,-8 8-3-15,10-9-1 0,-10 9-1 0,0 0 5 16,9-6-1-16,-9 6 1 0,0 0 0 0,9 9-1 16,-9-9 2-16,7 12 0 0,-7-12-8 0,8 13 7 15,-2-4 2-15,-1-2 1 0,1 1-4 16,3-1-1-16,-1 1 5 0,2-3-14 0,-10-5 15 15,22 7 22-15,-22-7-31 0,25 2 27 16,-11-5-29-16,3-2 0 0,0-2 1 0,-1-2 0 16,-2-4-5-16,0 0 7 0,-1-5-2 0,-1-2-6 15,-1-5 21-15,-2-3-35 0,0-3 28 0,-4 0-36 16,-1-3 35-16,-3-2-35 0,-1-2 4 0,-2 1 5 16,-1 1 0-16,-3 1 6 0,-1 4 9 0,2 7 7 15,-2 4 1-15,-2 2-2 0,-2 5 2 0,2 2 9 16,-2 7-9-16,11 4 15 0,-22 1-18 0,4 8 1 15,0 5-1-15,-1 3-1 0,0 7 28 0,1 1-27 16,0 5 30-16,4 3-30 0,0 5-18 0,-3 11-20 16,2 1-46-16,1 2-43 0,-3 2-142 0,-1 1 39 15,1 1-233-15,-4 3 98 16</inkml:trace>
  <inkml:trace contextRef="#ctx0" brushRef="#br0" timeOffset="34151.86">20435 4897 188 0,'-4'-20'718'0,"4"3"-225"0,-1 2-136 16,1 4-73-16,-1 1-32 0,-1-1-82 16,2 11-40-16,0-13-38 0,0 13-20 0,0 0-14 15,0 0-7-15,0 0-13 0,3 13-20 0,2 6 2 16,-3 6-4-16,5 8 3 0,-2 3-11 0,3 4 4 16,-1 3-10-16,3-2-15 0,-1 1-22 0,2 0-25 15,1-2-15-15,0-4-5 0,1-1-8 0,-2-3-27 16,2 0-51-16,0-7-30 0,-2-7-39 0,1-2-324 15,-3-5-71-15</inkml:trace>
  <inkml:trace contextRef="#ctx0" brushRef="#br0" timeOffset="35819.98">20394 4763 249 0,'-21'-54'501'0,"2"6"-185"0,0-1-26 0,6 12-89 15,-1-2-8-15,4 3-56 0,0 2 6 0,1 2-54 16,4 7-2-16,1 0-40 0,4 1 12 0,4 1-41 15,3 2 28-15,5 0-33 0,7-2 26 0,3 2-36 16,5 4 26-16,5 3-33 0,1 4 21 0,3 3-21 16,3 6 21-16,0 4-30 0,-2 5 33 0,0 5-37 15,-4 4 31-15,-2 6-30 0,-5 3 23 0,-4 3-44 16,-5 5 38-16,-5 3-44 0,-6 1 39 16,-5 3-1-16,-3 1 2 0,-6 4 3 0,-3 6-36 15,-5-1 44-15,-2 0-38 0,-1-2 38 16,0-1-36-16,-4-3 42 0,6-8-35 0,2-2 38 15,-2-1-35-15,3-3 36 0,4 1-38 0,1-4 36 16,5-3-46-16,2-1 36 0,2-4-38 0,3 1 36 16,5-1-48-16,4-3 18 0,3 0-44 0,6-1 2 15,0-4-26-15,4-4-18 0,0-3-12 0,4-1-15 16,1-4 35-16,6-5-30 0,-2 0 1 0,2-4 20 16,0-2 29-16,-1-3 31 0,0-1 36 0,-3-4 20 15,-5-1 24-15,0-1 13 0,-4-2 5 0,-4-1 5 16,-3-1-4-16,-4-4 19 0,-2 1 0 15,-4 2 36-15,-2 1-19 0,-3 0 14 16,-1 0-7-16,-3 1 43 0,-2 3-16 0,1 1-10 16,-1 4-15-16,0 2-22 0,-4 2-4 0,3 2-17 15,-2 2-5-15,-1 1-9 0,9 7-4 0,-17-5-5 16,17 5-8-16,-20 2-2 0,20-2-5 0,-21 11-2 16,10-1-33-16,-1 4 33 0,2 1-29 0,1 2 37 15,3 0-35-15,1 1 33 0,1-1-32 0,3 0 38 16,1 1-40-16,2-2 37 0,2 2-41 0,2-1 41 15,5-1-33-15,-1-2 37 0,3-3-41 16,1-2 36-16,0-4-43 0,1-1 25 0,1-1-38 16,1-6 46-16,0 0-44 0,6-4 39 0,-1-2-38 15,-3-1 43-15,0-4-36 0,-1 2 8 16,-4-3 10-16,-1 0 29 0,0 0-32 0,-3 0 36 16,-5 2-26-16,1 4 42 0,-2-1 2 0,0-1 1 15,-4 11-10-15,1-13-5 0,-1 13-6 0,0 0 4 16,0-14-5-16,0 14-5 0,0 0-3 0,0 0-1 15,0 0-2-15,0 0-10 0,-14 7 8 0,14-7-7 16,-5 10-24-16,5-10 34 0,0 14-30 16,0-14 27-16,7 10-40 0,-7-10 36 0,14 10-49 15,-14-10 42-15,21 5-43 0,-21-5 30 16,31-4-43-16,-14 1 24 0,4-4-33 0,1 0 21 0,-3-3-10 16,3-1 26-16,-1-2-9 0,-3 1 27 0,-2-1-15 15,-2 2 30-15,-1 2-9 0,-3 1 44 16,-2 0-20-16,-8 8 37 0,14-10-30 0,-14 10 40 15,9-7-20-15,-9 7-38 0,0 0 33 0,0 0-41 16,10 4 34-16,-10-4-47 0,4 14 46 0,-1-1-38 16,-2-1 34-16,3 6-36 0,-1 4 39 15,3 3-40-15,-1 1 35 0,0 6-41 0,1 0 44 16,2 1-43-16,0-1 48 0,-1 2-50 0,1-2 37 16,1 0-44-16,-3-1 38 0,-1-5-46 0,-1-2 37 15,-1 0-28-15,1-3 42 0,-3-4-2 0,-1-3-1 16,0-1 0-16,0-13 3 0,0 19 0 0,0-19-11 15,-4 12 10-15,4-12 1 0,0 0-8 16,-9 6 7-16,9-6-37 0,-9-7 37 0,4-2-45 16,-2-3 38-16,0-8-32 0,2 0 46 0,1-7-44 15,0-5 42-15,4-6-39 0,0 1 34 16,4-3-46-16,0 1 45 0,4 0-44 0,3 0 41 16,1 2-39-16,2 1 34 0,2 1-10 0,1 2-5 15,3 2-13-15,1 2-42 0,-2-1 37 0,3 4-29 16,-2 1 11-16,0 0-21 0,-1 2 9 0,-3 2-12 15,-2 4 0-15,-1-1 7 0,0 1 17 0,-4 2 13 16,-3 1 16-16,-1 3 13 0,-1 1 21 0,-3 1 5 16,-1 9 15-16,-1-14 7 0,1 14 18 0,-4-12-30 15,4 12 46-15,-7-10-42 0,7 10 37 16,-11-5-48-16,11 5 31 0,0 0-43 16,-19 1 35-16,19-1-51 0,-15 9 32 0,6 0-32 15,-1 3 37-15,1 3-35 0,1 2 39 0,-1 5-4 16,3 0 4-16,-1 2-27 0,5 1 15 0,-2 3-10 15,4-2-20-15,0 0 31 0,5-1-37 0,0-1 30 16,3-2-44-16,3-2 32 0,1-2-60 0,3-4 35 16,2-3-56-16,2-4 10 0,-1-4-48 0,2-2-22 15,6-5-11-15,-1-2-25 0,7-5 21 0,-1-3 17 16,0-4 12-16,-2 0 13 0,1-5 63 0,-5-2 35 16,1-1 38-16,0-3 19 15,-4-1 36-15,0-1 3 0,-2 2 27 0,-3-1 25 16,-1 3-26-16,-1 2 27 0,-5 5-30 0,-1 3 32 15,0 4-25-15,-2 1 6 0,-2 4-45 0,-5 8-1 16,6-14-33-16,-6 14-6 0,0 0-18 0,0 0 15 16,0 0-25-16,0 0 12 0,7 8-18 0,-7-8 16 15,-3 18-4-15,3-5 7 0,0 0-9 0,0 3-8 16,3 0 7-16,0 0-9 0,1 0-2 0,4-2 31 16,1 0-48-16,1-3 33 0,0 0-49 0,3-3 37 15,1-2-55-15,-1-2 1 0,-13-4-2 16,28 2 2-16,-28-2 4 0,31-5-6 0,-16-1 17 15,2-1 4-15,-2-3-27 0,-1-2 46 16,0 1-31-16,-5 0 48 0,0-1-31 0,0 2 48 16,-3 1-24-16,0 1 45 0,-6 8-12 0,7-14 31 15,-7 14-27-15,7-10 4 0,-7 10-27 0,0 0 11 16,5-9-25-16,-5 9 18 0,0 0-12 0,0 0 3 16,0 0-7-16,-1 17 10 0,1-17-7 0,-2 14 2 15,2-14-5-15,4 17-1 0,-4-17-1 0,6 16 1 16,0-7-3-16,0-1 1 0,-6-8-20 0,16 12 63 15,-16-12-45-15,21 6 0 16,-21-6-4-16,24 0 4 0,-7-4 5 0,-3 0-1 0,5-4-20 16,-2-1 23-16,-2-3-1 0,1-1 24 0,-2-2 22 15,-3-1 8-15,1-2-9 0,-5 0-4 16,0-2-7-16,-3-1-10 0,-3 2-5 0,-1 0-9 16,-5-2-6-16,-2 1-4 0,-5 2-4 0,-4 2-4 15,-2 4-2-15,-3 0 4 0,-4 6-2 0,-2 0-19 16,0 3-3-16,1 3-9 0,-1 2-39 0,1-1 11 15,3 1-37-15,1 3 22 0,6-2-45 0,3-1 0 16,13-2-56-16,-19 6 16 0,19-6-11 0,0 0-10 16,0 0-28-16,0 0-266 0,0 0 83 15</inkml:trace>
  <inkml:trace contextRef="#ctx0" brushRef="#br0" timeOffset="35985">22859 4240 89 0,'15'3'397'16,"-1"1"-121"-16,1 2-74 0,-3 2-30 0,2-1-45 15,-4 2-3-15,0 1-40 0,2 2-5 0,-3-1-30 16,-2 0 1-16,1 2-23 0,1-1 16 0,-4 1-30 16,0-1 15-16,2 1-23 0,-5-2 12 15,2-1-28-15,-4-10-14 0,5 19-36 0,-5-19-55 16,1 12-51-16,-1-12-250 0,-3 10 178 0</inkml:trace>
  <inkml:trace contextRef="#ctx0" brushRef="#br0" timeOffset="36275.01">22888 4172 399 0,'-9'-36'289'16,"-4"0"-83"-16,3-3-34 0,1 3-22 0,-1-1 36 16,1 4-59-16,0 3 14 0,1 7-52 0,3 2 18 15,-3 5-51-15,5 1 21 0,-1 3-58 16,1 2 32-16,3 10-50 0,-5-13 25 0,5 13-33 16,0 0 30-16,0 0-47 0,0 0 6 0,0 0-45 15,0 0 12-15,18 7-24 0,-8 2 1 0,3 2-9 16,2 3-12-16,2 0 10 0,6 3-14 0,0-1 11 15,0 1 5-15,4-1 2 0,-3-1 11 0,3-3 4 16,-3 1-1-16,-2-2 11 0,2 2 8 0,-2-4 9 16,-2 0 16-16,0 0 9 0,-1 2 7 0,-4 1 21 15,3 0 11-15,-4 3 12 0,0 1-6 16,-1 2 8-16,-1 1-8 0,-2 1-1 16,0 0-9-16,-1 2 2 0,-3-2-10 0,2 3-7 15,-3-1 0-15,-1-1-11 0,0 1-21 0,2-2-15 16,-4-4-23-16,0 0-53 0,-2-1-15 0,1-4-72 15,-1-11 43-15</inkml:trace>
  <inkml:trace contextRef="#ctx0" brushRef="#br0" timeOffset="36673.05">23304 4428 324 0,'0'0'169'0,"0"0"-15"16,0 0 13-16,0 0-35 0,-12-6-21 0,12 6-22 15,-4-15-23-15,3 3-13 0,-2-3 1 0,3-3-16 16,2-6-12-16,-1-1-7 0,4-2-8 16,0-8-19-16,4-1-20 0,0-3-33 0,0-1-18 15,2-1-38-15,1-2 34 0,0 2 16 16,0-2 25-16,0 5 43 0,-2 0 34 0,2 5 33 15,-3 0 10-15,1 3 21 0,-4 8 18 0,1 1 13 16,-4 5-6-16,1 4 21 0,0-1-51 0,-4 13 13 16,5-13-64-16,-5 13 40 0,0 0-63 0,0 0 36 15,0 0-47-15,0 0 30 0,-2 11-39 0,2-11 33 16,-1 25-42-16,1-8 27 0,1 3 6 0,1 5-4 16,-1 2-2-16,2 0-38 0,0 7 39 0,0-2-37 15,1 1 38-15,0-6-39 0,0-1 26 16,1 1-28-16,0-4 37 0,-1 0-44 0,-1-6 28 15,0-1-32-15,0-4 33 0,0-1-30 16,-3-11 14-16,3 17-2 0,-3-17 38 0,0 0-38 16,4 8 39-16,-4-8-26 0,0 0 34 0,12-10-33 15,-10 0 37-15,3 0-51 0,2-4 46 0,-1 2-40 16,3-4 41-16,0 1-5 0,0-2-6 0,1 5-3 16,-1-1-10-16,2 2 5 0,-1 1-5 0,1 0-2 15,0 3-1-15,1 1 0 0,0 0-3 16,-12 6-1-16,24-2-24 0,-10 6-15 0,0 2-75 15,3 3-80-15,-3 3-48 0,-3 3-264 0,1 1 28 16</inkml:trace>
  <inkml:trace contextRef="#ctx0" brushRef="#br0" timeOffset="36973.07">22089 5392 624 0,'-28'-2'837'0,"3"-2"-256"0,-2 2-116 15,8-3-134-15,1 4-78 0,18 1-61 16,-23-7-50-16,23 7-34 0,-5-14-20 0,10-1-20 15,11-9-12-15,9-2-11 0,17-7-9 0,12-8-2 16,7 0-14-16,25-10 3 0,6 0-13 0,3 0 0 16,-1 1-47-16,1 1-63 0,-4 1-66 15,-2 5-9 17,-17 9-51-32,-4-1-10 0,-8 2-42 0,-1 1-24 0,-11 3-73 0,-5 5-208 0,-15 7-116 0</inkml:trace>
  <inkml:trace contextRef="#ctx0" brushRef="#br0" timeOffset="37524.11">23096 4651 406 0,'-26'12'388'0,"-3"3"-85"0,0 2-46 15,1 0-58-15,0 1-75 0,2 1 17 16,-2-1-54-16,4 1 16 0,-1 0-59 0,4 1 36 16,3 0-58-16,-1 2 41 0,3-1-32 0,6 1 16 15,1 0-23-15,3 2 28 0,0 1-33 16,4 1-5-16,1 1 3 0,2 0 28 0,1-1-8 16,2 0-5-16,3-1 1 0,2 4-20 0,0-8-17 15,1 1 7-15,0-3-12 0,4-2-16 0,-4-2 14 16,2-1-1-16,1-5-1 0,-3-2-2 0,0-2-1 15,-10-5 5-15,21 4-11 0,-21-4 17 0,19-4 0 16,-19 4 3-16,18-14 3 0,-8 3-6 0,-2-1 16 16,-2-5 1-16,2-1 6 0,-2-5-8 0,-1 0 11 15,2 2 13-15,-2-2 7 0,0 1 8 16,0 2 7-16,0 4 10 0,-1 2 1 16,-2 3-7-16,1 1-13 0,-3 10-8 0,4-16-12 15,-4 16-18-15,4-12 5 0,-4 12-2 0,0 0-3 16,0 0 0-16,0 0 0 0,12 4-9 0,-8 5 10 15,0 2-3-15,0 3-11 0,0 2 8 0,-2 2-2 16,1-1-3-16,1 5 4 0,1-3-3 0,-4 0 2 16,2-2-2-16,-1 0 0 0,2-2-11 0,-3-2 1 15,2-3-6-15,-3-10-4 0,5 17 1 16,-5-17-3-16,4 10 9 0,-4-10 2 0,0 0-19 0,0 0 20 16,0 0 7-16,23-4 3 15,-18-3 0-15,5-5-2 0,-3 0-2 0,0-2 6 16,2-1-4-16,1 0-14 0,-1 0 18 0,1 2-1 15,-3 1 1-15,2 2-14 0,0-1 12 0,-2 3-10 16,-1 2 14-16,-6 6-18 0,14-11 17 0,-14 11-18 16,11-5 20-16,-11 5-14 0,0 0 14 0,20 1 0 15,-20-1-1-15,11 8 0 0,-11-8-1 0,13 12 1 16,-8-4-8-16,0-1 6 0,0 1-7 0,2-1-18 16,-7-7-25-16,11 14-20 0,-11-14-3 0,10 11-58 15,-10-11-17-15,14 4-32 0,-14-4-50 16,0 0-4-16,26-4-53 0,-16-2-148 0,3-2 159 15</inkml:trace>
  <inkml:trace contextRef="#ctx0" brushRef="#br0" timeOffset="37992.15">23480 5029 404 0,'5'-9'399'0,"2"0"-50"15,-2 0-93-15,-5 9-27 0,7-11-57 0,-7 11-26 16,6-9-37-16,-6 9-47 0,0 0 18 0,7-7-48 16,-7 7 30-16,0 0-48 0,0 0 22 0,12 4-38 15,-12-4 40-15,6 9-41 0,-6-9 35 0,10 12-41 16,-10-12 37-16,9 10 0 0,-9-10-17 15,12 10-2-15,-12-10-50 0,14 7 45 0,-14-7-47 16,14 4 38-16,-14-4-37 0,0 0 34 0,24-3-45 16,-24 3 53-16,16-7-36 0,-16 7 46 0,16-12-37 15,-8 5 36-15,-2-2-21 0,2 2 37 16,-2-2-4-16,1 0 19 0,-2 2 3 0,-5 7 18 16,9-11 23-16,-9 11 3 0,6-10-11 0,-6 10-14 15,5-8-15-15,-5 8-7 0,0 0-11 0,7-7-6 16,-7 7-11-16,0 0 6 0,0 0-3 15,0 0 2-15,0 0-10 0,5 9-2 0,-5-9 0 16,0 0 6-16,4 8-7 0,-4-8-12 0,0 0 10 16,6 10-1-16,-6-10-2 0,0 0-1 0,9 9-8 15,-9-9-5-15,0 0-6 0,0 0-14 0,22-1 11 16,-22 1 9-16,15-8-5 0,-15 8 4 0,18-10 1 16,-10 4 9-16,-8 6-4 0,14-10 5 15,-14 10-4-15,11-8 12 0,-11 8 5 0,9-6-6 16,-9 6 5-16,0 0-6 0,9-6 3 0,-9 6 1 15,0 0-2-15,9 6-6 0,-9-6 13 0,1 15-2 16,1-5-1-16,-1 3 8 0,-1 3-13 16,0 2 2-16,0 0-5 0,0 1 7 0,0 1-9 15,0-1 6-15,0-2-10 0,1 1-9 0,-1-3-17 16,0-1-27-16,0-4-11 0,1-1-30 0,-1-9-64 16,3 16-12-16,-3-16-33 0,0 0-29 0,0 0-7 15,6 7-204-15,-6-7 129 0</inkml:trace>
  <inkml:trace contextRef="#ctx0" brushRef="#br0" timeOffset="39683.28">23989 4803 457 0,'9'-23'377'0,"0"5"-71"0,-4 3-38 0,0 3-66 15,-1 2-34-15,0 1-40 0,-4 9-26 0,6-14-12 16,-6 14-20-16,8-7-20 0,-8 7 32 0,0 0-46 16,0 0-7-16,10 6-2 0,-10-6-9 0,8 15 9 15,-4-5-14-15,-2 1-3 0,1 2-3 0,2-2-2 16,-4 3 1-16,3-2-1 0,-3 1-1 0,1-2 4 15,-2-11-3-15,2 17-15 0,-2-17 6 0,1 15-26 16,-1-15 41-16,3 12 0 0,-3-12 3 16,0 0 6-16,1 10-3 0,-1-10-12 0,0 0 1 15,0 0 6-15,0 0-2 0,9-8-5 16,-9 8-1-16,9-15 2 0,-9 15-3 0,10-14-1 16,-3 6-4-16,-2-1 5 0,1 1-1 0,-6 8-1 15,9-12 3-15,-9 12-4 0,9-11 0 0,-9 11-1 16,8-9-5-16,-8 9 7 0,0 0-1 0,11-5 0 15,-11 5 1-15,0 0-1 0,0 0-7 0,15 4 9 16,-15-4-7-16,0 0 8 0,8 10-3 0,-8-10 2 16,8 7 7-16,-8-7-12 0,5 9-19 15,-5-9 1-15,8 7-21 0,-8-7-63 16,10 6 19-16,-10-6-38 0,0 0-13 0,23-3 2 0,-23 3 2 16,23-10 22-16,-10 4 1 0,1-2 26 15,0-3 6-15,3 1 36 0,-6 1 12 0,2 0 32 16,-3 1 23-16,-1 1 30 0,0 1 35 0,-9 6 16 15,13-10 13-15,-13 10-3 0,9-7-9 0,-9 7 7 16,9-5-54-16,-9 5 20 0,0 0-43 0,0 0 18 16,9-8-32-16,-9 8 17 0,0 0-30 15,0 0-1-15,0 0-16 0,9 8 14 0,-9-8-7 16,5 7 10-16,-5-7-20 0,10 10 7 0,-10-10-2 16,12 9-5-16,-12-9-6 0,14 10 0 0,-14-10 12 15,16 9-2-15,-16-9 2 0,18 7 0 0,-18-7 4 16,18 4-2-16,-18-4-12 0,21 1 9 0,-21-1 2 15,24-5-4-15,-10 2 1 0,0-4-1 16,-1 0 2-16,3-2 6 0,-3-1-6 0,0-3 6 16,1 1 1-16,-1-4-2 0,-3 0 3 0,0-3 0 15,-2-3 1-15,0-1 10 0,-2-7-51 16,0-1 57-16,-3-4-44 0,-2-3 46 0,-1 1-34 16,0-3 45-16,-1 1-26 0,-3 1 44 0,2 2-2 15,-5 2-8-15,4 8 15 0,-3 3-12 0,1 3 7 16,0 2-9-16,0 4-7 0,-3 4-10 0,2 2-5 15,6 8-5-15,-13-5-4 0,13 5-4 0,-18 11 1 16,8 2-10-16,-2 5 9 0,1 7-2 0,-1 4-1 16,2 2-1-16,3 1 2 0,0 5 9 0,2-1 19 15,1 0-17-15,3 0 19 0,1-4-29 16,1-4 38-16,2 6-42 0,1-2 32 16,2 0-40-16,0-7 28 0,3-4-37 0,0 0 41 15,2-2-48-15,1-4 46 0,2-1-49 0,4-4 34 16,0-3-52-16,0-4 33 0,1-3-45 0,6-1 26 15,1-5-37-15,5-2 20 0,1-2-21 0,-2-5 10 16,0-2 4-16,-3-1 7 0,0-4 8 16,-4-1 11-16,-4-4-27 0,0 1 46 0,-3-2-26 0,-1-1 46 15,-3 0-23-15,-2 2 52 0,-5 4-20 16,-1 0 31-16,-2 6-3 0,-2-1 11 0,0 5-2 16,0 0-5-16,-2 2-10 0,-1 0-5 0,-1 2-11 15,4 9-5-15,-14-10-3 0,14 10-4 16,-14-2-13-16,14 2 7 0,-20 6-2 0,8 1-1 15,-2 6-2-15,4 0 3 0,-2 4-7 0,2 3 2 16,1-2 2-16,0 4-9 0,4-1 4 0,0 0 1 16,4-2-7-16,1-2 18 0,1 1-45 0,3-2 27 15,2-1-46-15,1 0 26 0,2-4-35 0,0-1 8 16,2-1-10-16,1-3 7 0,2 0-1 0,0-5 22 16,-14-1 2-16,36-1-17 0,-15-5-6 0,5-1 1 15,2-4-18-15,-1-3 26 0,-3-2-11 16,3-3 24-16,-3-1-7 0,-1-2 26 0,-1-2-12 15,-3 1 40-15,-1 3-2 0,-6 3 57 16,-2 1-18-16,-3 3 56 0,0 2-14 0,-3 2-1 16,-4 9-15-16,1-14-3 0,-1 14-27 0,-4-7-11 15,4 7-7-15,0 0-2 0,-18-2-10 0,18 2 1 16,-15 9 0-16,5-3-5 0,2 2 2 0,-1 1-5 16,0 1-6-16,0 1 4 0,4 0-8 0,0-1 7 15,1 0 0-15,4-10-4 0,-4 16-2 16,4-16-11-16,4 17-12 0,-4-17-6 0,8 12-19 15,-8-12-9-15,15 5-25 0,-15-5-42 0,19 0 3 16,-19 0-9-16,30-5 12 0,-15-1 11 0,-1 0 16 16,1-3 23-16,-3 0 20 0,1 2 24 0,0-2 24 15,-4 3 29-15,-9 6 46 0,16-10 0 16,-16 10 48-16,10-8-8 0,-10 8-18 0,8-5-12 16,-8 5-20-16,0 0-16 0,12-7-18 0,-12 7-4 15,0 0 0-15,0 0-5 0,10-7-6 0,-10 7-1 16,0 0-8-16,0 0-1 0,14-2-20 15,-14 2 3-15,15-5-46 0,-15 5 26 0,22-9-40 16,-10 3 26-16,3 0-28 0,0-4 23 0,2 0-2 16,-2-1 28-16,2-2-14 0,-3-1 19 0,1-1-12 15,2-6 24-15,-2 0-15 0,-3-4 13 0,-1-3-7 16,2-2 20-16,-4-1-20 0,-1-3 27 0,2-1 22 16,-4 0 5-16,1-2-22 0,-1 1 26 0,-1 2-22 15,-1 6 60-15,-3 5-32 0,2 0 32 16,-2 6-42-16,-1 1 20 0,0 5-40 15,0 11 17-15,-5-16-31 0,5 16 26 0,0 0-31 16,0 0 30-16,-15 4-6 0,11 7-7 0,-3 4 0 16,4 6 19-16,-4 4-28 0,5 4 3 0,-1 7-2 15,3 3-19-15,0 1-10 0,0 4 34 0,3 1-36 16,-2-2 26-16,0 5-29 0,2-4 45 0,-1 3-3 16,-2-2-4-16,-2 2-4 0,-1-3 3 0,1 0 30 15,-1 0-47-15,-3-1 42 0,-1-5-39 0,1 2 0 16,-3-2 0-16,0-3 0 0,0-3 1 15,-4-3 9-15,4-4-16 0,-1-5 13 16,0-1-5-16,1-7 1 0,1 0 4 0,2-4-2 16,6-8 0-16,-15 9 1 0,15-9-9 0,0 0 5 15,-25-3 20-15,15-3 53 0,-2-4-34 0,0-3 40 16,0-8-39-16,1-4 39 0,3-4-46 0,2-6 19 16,4-4-35-16,2-3-5 0,4-2-11 0,5-12 4 15,3 0-7-15,3 3-1 0,4 3-10 0,3 1-5 16,0 6-14-16,-2 12-18 0,2 4-8 0,-2 2-12 15,2 6-15-15,-4 5-50 0,-3 5-7 16,-1 3-38-16,-14 6-23 0,0 0-19 0,18 5-287 16,-18-5 18-16</inkml:trace>
  <inkml:trace contextRef="#ctx0" brushRef="#br0" timeOffset="39869.28">24577 5193 741 0,'-24'18'534'0,"0"-1"-140"0,3 0-71 15,5-3-87-15,2-5-16 0,2 0-78 16,3-2 4-16,9-7-23 0,-7 8 34 0,7-8-7 16,0 0-40-16,21-2-19 0,6-12-20 0,11-3-16 15,20-10-12-15,7-4-11 0,7-4-15 0,21-11-38 16,-2-2-83-16,1 1-66 0,-5-1-24 16,-22 13-44-16,-2 2-64 0,-9 4-67 0,-9 6-268 0,-15 7-167 15</inkml:trace>
  <inkml:trace contextRef="#ctx0" brushRef="#br0" timeOffset="40010.3">24932 5054 187 0,'-51'24'600'0,"10"-2"-179"0,4-4-40 16,3 1-115-16,2 0-15 0,3-1-80 0,3-4-1 15,7-1-67-15,3-3 8 0,4-3-58 0,4 0 28 16,8-7-37-16,0 0 28 0,0 0-44 0,0 0 23 16,36-8-56-16,1-6-8 0,14-5-43 0,7-6-27 15,4-5-47-15,4 0-112 0,0-9-133 0,2 1-227 16,1-2-136-16</inkml:trace>
  <inkml:trace contextRef="#ctx0" brushRef="#br0" timeOffset="42011.45">6787 5799 133 0,'0'0'105'0,"0"0"96"0,0 0-67 16,-17-4-31-16,17 4-131 0,0 0 117 0,0 0-16 15,-14-4-112-15,14 4 100 0,0 0-14 0,0 0-100 16,0 0 100-16,-14-5-8 0,14 5-95 0,0 0 91 15,0 0-3-15,0 0-17 0,0 0-96 0,0 0 117 16,-14-2-88-16,14 2 88 0,0 0-92 0,0 0 92 16,0 0-89-16,0 0 100 0,0 0-104 0,0 0 104 15,0 0-16-15,0 0 1 0,0 0-105 0,0 0 114 16,0 0-99-16,0 0 99 0,0 0-99 0,-15 3 97 16,15-3-93-16,-7 12 98 0,5-2-104 0,-2-1 115 15,-1 7-118-15,-1 1 118 0,0 3-114 16,1 2 111-16,0 3-13 0,-1 7-5 0,1 2-31 15,1 0 33-15,0 5-14 0,1 0 18 16,1 5-2-16,-1 0 10 0,3 0-1 0,-2 4 2 16,0 1 2-16,2 0-11 0,-2-3-4 0,2 1 5 15,-1-2-9-15,1-1-6 0,0-4-5 0,0-2-4 16,1-7-3-16,-1-3-3 0,2-1-2 0,-2-4-4 16,2-2-1-16,0-4-7 0,-2-2-11 0,3-1-28 15,-1-3-49-15,0-1-68 0,-2-10-176 0,4 15 256 16</inkml:trace>
  <inkml:trace contextRef="#ctx0" brushRef="#br0" timeOffset="62847.98">3468 9064 83 0,'0'0'399'0,"0"0"-140"0,0 0-51 0,0 0-56 16,-22 3 11-16,13 4-37 0,-1 0 6 0,-1 3-50 15,-1 1 21-15,-2 2-41 0,2 0 26 0,-1 1-41 16,2 2 25-16,0 0-46 0,-1 1 32 0,3 0-18 15,0 1-5-15,-1 3 10 0,2-1-4 0,1 4 2 16,0-1 23-16,0 2-34 0,0-2 24 0,2 2-38 16,1-1-4-16,-1 0-1 0,3-1 0 0,-2 1-3 15,4-4-4-15,-1-1-8 0,1 0 10 0,1-2-20 16,0 0 21-16,4-1 9 0,-2 0 1 0,2-3-1 16,1 1-1-16,-1 0 5 0,4-3-8 0,0 0 2 15,-1 2-3-15,1-2-2 16,4 3-7-16,-3-4 1 0,3 3 4 0,-2-1-12 15,0 1 10-15,1 0 0 0,-3 0-1 0,-1-1-1 16,2 5-1-16,-4-1 1 0,2 2 0 0,-4 3-1 16,-1-1 1-16,-1 0-1 0,-2 0 3 0,-2 5 10 15,-1-1 1-15,-1 1 6 0,-2 0 40 0,-1 0-47 16,-1 2 48-16,-2 2-26 0,1-7 25 0,-2 6-37 16,3-7 28-16,-1 0-40 0,2-1 26 0,-2-2-32 15,1-2 22-15,4-2-33 0,-1-3 25 0,1-1-26 16,-2-3 21-16,6-7-21 0,-6 15 19 0,6-15-27 15,-4 10 20-15,4-10-27 0,-3 9 23 16,3-9-13-16,0 0 27 0,-2 14-28 0,2-14 25 16,2 10-26-16,-2-10 27 0,7 10-30 0,-7-10 25 15,9 13-21-15,-9-13 32 0,11 11-24 0,-11-11 20 16,13 12-25-16,-4-7 17 0,-3 3-25 0,3-1 8 16,0 1 3-16,2-1-6 0,-2 2 9 0,3 1-1 15,-2-1 1-15,0 2 2 0,2 1-4 16,-1 2-2-16,0 1 5 0,-1 2 3 0,1 1-1 15,-2 1-3-15,-1 2-4 0,2 3 3 16,-2 6 5-16,-2 1 1 0,1 2 3 0,-2 2 24 0,-1 1-19 16,-2 4 23-16,-2 0-20 0,0 1 29 15,-1 3 1-15,-2 2-8 0,-2 0-10 0,2 3 3 16,-1 0 3-16,-1 11 2 0,-1-3 1 0,1-9 7 16,1-2-3-16,3 1 0 0,-4-3 6 0,4 3-3 15,0-4 3-15,2 0-13 0,-1-2 0 0,1-2-10 16,2-2 0-16,0 0-2 0,1-2-6 0,1-3-8 15,-1-5 3-15,0-2-5 0,3-2 3 0,0 0-7 16,0-2 3-16,0-1-12 0,1-3-27 0,1-2-65 16,-2-1-43-16,3-3-87 0,-4-3-3 0,4-2-93 15,-10-6-111-15,17 3-347 0,-17-3-316 0</inkml:trace>
  <inkml:trace contextRef="#ctx0" brushRef="#br0" timeOffset="66262.03">10578 10001 163 0,'0'0'207'15,"0"0"-77"-15,0 0-17 0,0 0-33 0,0 0 17 16,0 0-14-16,13-4 19 0,-13 4 2 16,0 0-1-16,0 0 3 0,0 0-10 0,0 0-5 15,0 0-8-15,0 0-10 0,0 0-8 0,0 0-2 0,0 0 11 16,0 0 4-16,0 0-5 0,-6-8-5 16,6 8 2-16,0 0-17 0,0 0-4 0,0 0-5 15,0 0-2-15,-11-6-6 0,11 6 0 16,0 0 13-16,0 0-36 0,0 0 44 0,0 0-50 15,-12-3 42-15,12 3-44 0,0 0 34 0,0 0-37 16,-11-6 44-16,11 6-48 0,0 0 44 0,0 0-43 16,-13-7 40-16,13 7-43 0,0 0 33 0,-13-5-33 15,13 5 44-15,0 0-51 0,-17-2 45 0,17 2-45 16,0 0 37-16,-23-2-47 0,23 2 56 0,-16 2-51 16,16-2 47-16,-19 2-42 0,19-2 48 0,-22 5-34 15,9 0 45-15,3-1-40 0,-5 1 39 16,3 1-37-16,-4 0 34 0,3 2-40 0,0-1 31 15,0 1-32-15,2 0 37 0,-1-1-34 0,5-1 29 16,-2 0-29-16,2 2 31 0,0-1-23 0,2 2 26 16,5-9-21-16,-7 15 19 0,7-15-18 0,-2 15 19 15,2-15-4-15,0 17-6 0,0-17-9 0,3 16 0 16,-3-16 5-16,8 16-2 0,-2-7-1 0,0-2-3 16,0 0-1-16,2 0-6 0,-1 0 1 0,3 0-1 15,0-3-8-15,0 2 7 0,2-1 3 16,-1-2-8-16,5 3-2 0,-2-3-4 0,2 1 0 15,-2 0 5-15,2 1-3 0,-1-2 1 0,-1 3 0 16,-2-3-1-16,3 4 0 0,-1-3-1 16,-4 1 1-16,1 1-13 0,0-2 9 0,-2 3 1 15,1-2 6-15,-1 1-1 0,-2 0-1 0,1 1-3 16,0-1 0-16,-8-6-2 0,10 12-12 0,-10-12 21 16,8 15-9-16,-8-15 26 0,4 15-4 0,-4-15 19 15,1 17-7-15,-1-17 12 0,-5 17-7 0,1-7 1 16,-1-1-2-16,-1-1 8 0,-2 1-10 0,1 0 2 15,-1-2-6-15,-1 1 0 0,-3 0-7 0,2-2 2 16,10-6-7-16,-22 9-2 0,22-9-5 16,-24 4 1-16,24-4-4 0,-22 6-2 0,22-6 1 15,-22 1-2-15,22-1-8 0,-22-1 2 0,22 1-10 0,-18-2-6 16,18 2-31-16,-18-5-24 0,18 5-43 16,-15-3-15-16,15 3-65 0,-15-7 23 0,15 7-32 15,-11-8-14-15,11 8-40 0,-3-10-32 16,3 10-40-16,-2-14-305 0,2 14-166 0</inkml:trace>
  <inkml:trace contextRef="#ctx0" brushRef="#br0" timeOffset="66670.06">10485 10036 354 0,'0'-18'361'0,"0"18"-80"0,0-13-39 0,0 13-35 15,0-13-33-15,0 13-1 0,-2-10-23 0,2 10-11 16,0 0 36-16,0-13-81 0,0 13 38 0,0 0-70 16,0 0 31-16,0 0-14 0,0 0 59 0,0 0-14 15,0 0 26-15,-7 18-20 0,3-4-1 16,-1 6-5-16,-3 1-1 0,-4 4-12 0,3 5-1 16,0-1-6-16,-2 3 3 0,1 2-13 0,-1 1-7 15,3 2-14-15,-1-1 3 0,2 0-19 0,-1 0 3 16,1 0-17-16,1-1 8 0,0-1-14 0,2-1 12 15,1-7-29-15,0-1 17 0,0-1-22 0,3-1 14 16,-2-5-19-16,1-1 16 0,0 0-22 16,1-3 0-16,0-2 1 0,0-2-1 0,0-10-2 15,1 19 0-15,-1-19 7 0,0 12-7 0,0-12 0 16,0 13 0-16,0-13-2 0,0 0 43 0,1 11-43 16,-1-11 0-16,0 0-5 0,0 0-1 0,0 0-6 15,0 0-16-15,0 0-19 0,0 0-46 0,0 0-50 16,0 0-55-16,0 0-80 0,0 0 25 0,0 0-42 15,-2-9-21-15,2 9-69 0,0 0 0 0,0 0-346 16,2-11-257-16</inkml:trace>
  <inkml:trace contextRef="#ctx0" brushRef="#br0" timeOffset="67706.14">11028 9930 336 0,'0'0'330'16,"0"0"-66"-16,0 0-40 0,-6-11-38 16,6 11-21-16,0 0-28 0,0 0-14 0,0 0-10 15,-19 0 19-15,19 0-39 0,-13 6 21 0,13-6-79 16,-18 7 75-16,8-2-53 0,0 1 42 16,-1 2-56-16,0 1 42 0,-2 0-52 0,-1 3 42 15,1 0-36-15,1 0 28 0,0 0-44 0,-1 1 37 16,1-1-38-16,3-2 25 0,1 3-34 0,0-3 30 15,1-2-36-15,2 2 33 0,1-1-4 0,4-9-7 16,-5 16 1-16,5-16-5 0,-3 15-2 0,3-15-1 16,1 16-11-16,-1-16-1 0,6 12 6 0,-6-12-4 15,9 11 1-15,-9-11-4 0,10 10 1 0,-10-10-4 16,16 10 0-16,-7-5-5 0,-9-5 1 0,15 9-1 16,-15-9 44-16,17 10-51 0,-17-10 46 0,14 10-61 15,-14-10 4-15,10 11 10 0,-10-11 2 16,8 13-2-16,-8-13 3 0,6 14 3 0,-6-14-1 15,4 14 0-15,-4-14-1 0,4 15 3 16,-4-15-3-16,-4 17 4 0,4-17-1 0,-4 17-1 16,1-5 2-16,0-2-26 0,-1-1 29 0,0 1-17 15,0-1 27-15,-1 1-25 0,0-1 24 0,5-9-22 16,-7 14 23-16,7-14-25 0,-6 12 26 0,6-12-25 16,-3 10 25-16,3-10-18 0,0 0 23 0,-2 12-18 15,2-12 17-15,0 0-23 0,5 9 15 0,-5-9-14 16,0 0 21-16,17 5-25 0,-17-5 22 0,15 3-24 15,-15-3 22-15,17 1-22 0,-17-1 20 0,18 3-24 16,-18-3 25-16,16 2-12 0,-16-2 9 16,13 5-22-16,-13-5 22 0,13 8-21 0,-13-8 20 15,9 10-10-15,-9-10 25 0,6 15 2 0,-6-15 10 16,4 17-12-16,-4-7 19 0,0 0-14 0,0 3 11 16,0-1-15-16,-1 1 8 0,-1-1-19 0,2 2 8 15,-1-3-13-15,1 1 11 0,0-1-15 0,0 1 10 16,0 0-12-16,0-12 11 0,1 18-13 0,-1-18 10 15,6 18-14-15,-6-18 13 0,5 16-16 16,-5-16-5-16,8 14-57 0,-8-14-40 16,12 11-79-16,-12-11-2 0,17 6-89 0,-17-6-81 15,19 2-420-15,-19-2-313 0</inkml:trace>
  <inkml:trace contextRef="#ctx0" brushRef="#br0" timeOffset="68980.23">11348 10546 290 0,'0'0'256'0,"-23"5"-58"15,23-5-24-15,-23 5-2 0,23-5 3 0,-19 2 16 16,19-2-16-16,-17 3 18 0,17-3-43 0,-14 4 14 16,14-4-64-16,0 0 29 0,-16 2-64 15,16-2 24-15,0 0-48 0,-13 4 33 0,13-4-46 16,0 0 50-16,0 0-39 0,-11 6 39 0,11-6-16 15,0 0 29-15,0 0-35 0,-1 10 20 0,1-10-30 16,0 0 18-16,10 9-34 0,-10-9 13 0,15 5-21 16,-15-5 12-16,27 5-14 0,-11-3 13 0,3 0-20 15,5-1 16-15,1 2-10 0,0-2 22 0,3 0-13 16,2-1 14-16,0 0-14 0,2 0 11 0,0 0-16 16,-1 0 3-16,1 0-10 0,1 0 12 0,1 0-16 15,-2 0 9-15,2 0-10 0,0 0 9 0,-2 1-14 16,2-1 13-16,-1 0-13 0,5 0 14 0,-6 0-15 15,7 0 7-15,-1 0-5 0,0 0 9 16,-4 0-12-16,3 0 11 0,4 0-8 16,-9 0 6-16,0 1-10 0,5-1 8 0,-5 1-9 15,0 1 12-15,0-1 0 0,-3 2 8 0,0-2 1 16,2 0 4-16,-1 3-4 0,-2-3 6 0,1 2 4 16,-1-1 2-16,-1 0 1 0,0-1-6 0,-1-1-4 15,0 0-1-15,3 0-3 0,-4-1-2 0,1-1-3 16,-1 1-4-16,0-2 1 0,0 2-10 0,-1 0 9 15,2 0-3-15,-3-3-1 0,1 3-8 0,1-2 8 16,-2 2-6-16,-1-3 5 0,-2 3-4 0,0 0 3 16,0 0-2-16,0-2 40 0,0 2-46 15,-1-1 8-15,0 2-13 0,2-1 20 0,-4 1-5 0,2 0 8 16,-19 0-13-16,31-1 9 0,-31 1-11 16,32 0 9-16,-32 0-9 0,32 0-1 0,-32 0 13 15,32 0-13-15,-32 0-6 0,32 0 7 16,-32 0-4-16,30 0 3 0,-30 0-1 0,31 0-1 15,-31 0 1-15,31 0 0 0,-31 0-1 0,31-1 0 16,-31 1 1-16,34-3 4 0,-16 3-4 0,-18 0-3 16,33-1 0-16,-13 0 12 0,-1 0-8 0,0-2 9 15,0 0 8-15,0 2-15 0,-1-1-9 0,5-2 9 16,-4 1-8-16,-1 2 9 0,0-2-17 0,1 0 25 16,-3 2-16-16,1-2 8 0,-1-1-10 0,-16 4 12 15,27-2-8-15,-27 2 8 0,27-5-10 16,-27 5 10-16,21-4-11 0,-21 4 2 0,20-3 3 15,-20 3-2-15,15-3 0 0,-15 3 5 0,13-4 0 16,-13 4-7-16,0 0 3 0,16-4 2 0,-16 4-1 16,0 0-2-16,0 0-6 0,13-2-19 0,-13 2-34 15,0 0-35-15,0 0-52 0,8-6-29 0,-8 6-95 16,0 0 19-16,0 0-107 0,0 0-84 16,0 0-379-16,-5-9-390 0</inkml:trace>
  <inkml:trace contextRef="#ctx0" brushRef="#br0" timeOffset="69704.28">15369 10524 402 0,'0'0'296'0,"-22"6"-56"0,22-6-27 16,-22 6-12-16,10-1-47 0,-1-3-28 0,-4 4-15 16,4-3-12-16,-2 2-5 0,15-5 34 0,-19 8 8 15,19-8 39-15,-19 6-58 0,19-6 21 0,-11 4-69 16,11-4-12-16,0 0-7 0,-15 6-15 0,15-6-15 16,0 0 18-16,0 0-2 0,-10 4-3 0,10-4-10 15,0 0-2-15,0 0-2 0,0 0 21 0,19 5-32 16,0-5 4-16,8 0-11 0,6 0 7 0,11-1 4 15,6-2-2-15,14-1-2 0,1-2-1 0,5-2 0 16,2 0-2-16,0-1 24 16,2 0-25-16,0 0 21 0,1-2-37 0,1 0 29 15,-3 1-23-15,1-1 25 0,-1 1-25 0,-5-2 23 16,-1 2-28-16,-4 2 25 0,-5-2-23 0,-11 2 22 16,-5 2-24-16,-1-2 19 0,-5 4-20 0,-8-2 26 15,-1 3-25-15,-4-1 29 0,-5 2-29 0,1-3 27 16,-19 5-29-16,24-3 30 0,-24 3-27 0,18-4 21 15,-18 4-22-15,12-4 27 0,-12 4-14 0,0 0-60 16,0 0 4-16,0 0-59 0,0 0-10 16,0 0-47-16,0 0-81 0,-28 0-89 0,10 2-287 0,-7 0-157 15</inkml:trace>
  <inkml:trace contextRef="#ctx0" brushRef="#br0" timeOffset="70231.33">13670 9975 534 0,'0'0'476'0,"0"0"-107"0,0 0-95 16,0 0-63-16,-9-8-50 0,9 8-28 0,4-14-33 15,4 3-17-15,2-5-8 0,8-3-13 0,4-3-10 16,0-1-9-16,6 0-11 0,1-2-8 0,7-4-6 16,2 1-2-16,-6 6-7 0,0 1 35 0,0 0-48 15,-1 4 27-15,0 2-53 0,-2 3-17 0,-3 0-65 16,-3 5-83-16,0 3-45 0,-2 4-7 16,-3 0-294-16,7 5-36 0</inkml:trace>
  <inkml:trace contextRef="#ctx0" brushRef="#br0" timeOffset="70654.36">16051 9940 108 0,'0'0'305'0,"0"0"-87"0,0 0-43 0,0 0-37 16,0 0-5-16,15 2 2 0,-15-2 21 0,0 0 0 15,0 0-11-15,0 0-16 0,0 0 8 0,0 0-13 16,0 0 47-16,0 0-39 0,0 0 72 16,0 0-19-16,0 0 39 0,0 0 4 0,0 0-7 15,0 0-16-15,17-2-68 0,-17 2-29 0,10-10-20 16,-4 2-19-16,4-3-16 0,6-1-12 0,-2-4-10 16,7-2-8-16,0-3-10 0,3 2-15 15,2-1-38-15,-1-2-30 0,2 4-40 0,-1-1-39 16,-3 3-73-16,0 1 3 0,-5 2-68 0,-1 4-43 15,-4 1-51-15,-2 3-322 0,-11 5-230 0</inkml:trace>
  <inkml:trace contextRef="#ctx0" brushRef="#br0" timeOffset="77127.16">3542 13881 26 0,'0'0'118'0,"0"0"135"15,5-8-198-15,-5 8 96 0,0 0-113 0,0 0 146 16,0 0-168-16,2-9 99 0,-2 9-92 0,0 0 130 15,-5-8-120-15,5 8 109 0,0 0-116 0,-11-8 96 16,11 8-102-16,-11-5 84 0,11 5-86 0,-17-4 82 16,17 4-81-16,-23-6 67 0,23 6-73 15,-31-3 56-15,15-1-12 0,-3 3-10 16,0-2-8-16,-1 1-6 0,-3-1-7 0,0 1-5 16,5 1-4-16,-1-4 3 0,0 4 0 0,2 0-1 15,-1-1-7-15,18 2 3 0,-26-4-3 0,26 4 4 16,-24 0-1-16,24 0-7 0,-21-1-1 0,21 1-2 15,-24 2 0-15,24-2-1 0,-23 6 1 0,12 0-41 16,-2 0 45-16,2 0-33 0,-2 2 34 0,4 1-31 16,-4 3 39-16,4-2-34 0,-1 1 37 0,3 2-38 15,-1 0 37-15,1 1-3 0,2 2-4 16,-1 2-2-16,1 2-5 0,1 1-2 0,1 0 2 16,2 0-9-16,1 4 8 0,0 0-7 0,1 0 2 15,2 3 36-15,0 1-36 0,1 3 0 0,-1 2 6 16,2 1-2-16,-1 0 2 0,0 4-2 15,1-2 6-15,-1 3-2 0,0 0-4 0,0 0 46 16,2 2-44-16,-3-2 2 0,2 1-1 0,0-2 3 16,-1 2 2-16,1 0-1 0,-3-1 3 0,3 0 17 15,1 1-23-15,-3-1 13 0,1 0-12 0,1 0-5 16,-1 1-1-16,0-1-1 0,1 1 0 0,0-1 0 16,-1-1 0-16,0 1 0 0,-1-2 0 0,0 1 4 15,1-2-5-15,-1-1-3 0,-1-1-1 0,3 1 4 16,-2-1 2-16,-1-1-2 0,1 0 0 0,1 1 0 15,-3-6-1-15,1 6 1 0,0-1 18 16,-1 1-15-16,2 0-3 0,-2 1-3 0,1 0-3 16,-1 2-1-16,0-1 6 0,-1 2-1 0,0-2 1 15,0 1 18-15,0 1-22 0,0-3 18 0,2 0-19 16,-2 0 28-16,0 0-31 0,0 1 14 16,0-1 12-16,0 2 26 0,0-2 1 0,-2-5-6 15,2 4-6-15,0 0-5 0,-2 0-2 0,0-5-4 16,2 0-8-16,-1-1-1 0,0 0-5 0,-1-2 0 15,1 2-3-15,1 0-1 0,-1-1 1 0,0 1 36 16,1-1-43-16,-2 1 33 0,2-2-38 0,-1 0 36 16,1-1-43-16,-1 1 43 0,1-1-44 0,-2 1 42 15,2-4-49-15,-1 2 49 0,1-3-46 16,0-1 44-16,0-1-44 0,0 0 45 0,-1-1-36 16,-1-1 33-16,2 1-36 0,0 0 34 0,-1-2-36 15,1 2-3-15,0 1 3 0,0-1 4 0,0 0-2 16,0-1 13-16,0 1-4 0,0 0 2 0,0 0 2 15,0-2-1-15,0 2-2 0,0-1 0 0,-1 1 0 16,1 0 1-16,-1 1-3 0,-1-1 3 0,2 0 28 16,-1-1-34-16,0 1 40 0,-2 0-43 0,2-2 39 15,1 1-44-15,-4-1 28 0,4 1-28 0,-1-1 41 16,-2-1-42-16,2 2 42 0,1-1-6 0,-2 1-3 16,0-2-4-16,2-1-2 0,0 1 4 15,-1-2-9-15,-2 3 1 0,2-1-1 0,-2 0-2 16,2 2-1-16,-1-2 0 0,0 1-1 0,1 0 3 15,-3 0-2-15,2-1 2 0,-1 1-2 0,2-1-34 16,-2-2 38-16,2 3-39 0,-1-4 45 0,0 0-42 16,1-1 51-16,-2 0-53 0,2-2 54 0,1-10-46 15,-2 18 42-15,2-18-43 0,-2 17 44 0,2-17-39 16,-1 16 37-16,1-16-38 0,-3 15 41 0,3-15-40 16,-1 14 39-16,1-14-41 0,-2 11 44 0,2-11-45 15,-3 10 44-15,3-10-40 0,0 0 41 0,-1 11-42 16,1-11 42-16,0 0-41 0,0 0 39 0,0 13-40 15,0-13 42-15,0 0-43 0,0 0 42 16,0 0-42-16,0 0 42 0,0 11-41 0,0-11 42 16,0 0-44-16,0 0 44 0,0 0-37 0,0 0 36 15,0 0-35-15,2 10 34 0,-2-10-43 0,0 0 7 16,13 4 0-16,-13-4-2 0,0 0-27 0,24 1-40 16,-24-1-32-16,26-4-51 0,-9 0-182 0,3-6-331 15,2-2-207-15</inkml:trace>
  <inkml:trace contextRef="#ctx0" brushRef="#br0" timeOffset="81063.48">14790 15977 90 0,'0'0'113'0,"0"0"-31"15,-16-5-13-15,16 5-14 0,0 0-4 0,-13-5-29 16,13 5-4-16,0 0-8 0,-11-6-5 0,11 6 0 15,0 0 2-15,0 0-9 0,-9-7 6 0,9 7-4 16,0 0 3-16,0 0-7 0,0 0 4 0,-12-7-6 16,12 7-2-16,0 0 8 0,0 0-1 0,0 0-1 15,0 0-9-15,0 0 10 16,0 0-6-16,-7-5-4 0,7 5 12 0,0 0-2 16,0 0-1-16,0 0-10 0,0 0 2 0,0 0-2 15,0 0 6-15,0 0-4 0,19-2 10 0,-19 2 2 16,19 0-4-16,-19 0 4 0,28-2-26 0,-28 2 35 15,35-1-14-15,-14 1 10 0,0-1 0 0,7 1 2 16,1-1-6-16,2-1 4 0,8 1-3 0,-1-1-4 16,3 1 10-16,4-2 0 0,-2 2 0 0,2-2 3 15,0 1-11-15,2 1 5 16,-2-2-1-16,-1 2-6 0,-3-2 11 0,0 3-5 16,-1-1 8-16,0 1-13 0,-8 0 2 0,-2 0 1 0,1 0-5 15,0 0 10-15,-2 1-3 0,0 0-3 16,1-1-2-16,-1 0 5 0,-1 0-5 0,-1 2-5 15,0-2 9-15,1 0 1 0,-3 0 1 0,-2 0-1 16,-3 0 1-16,2 0-5 0,-2 0 5 0,-2 0-1 16,-18 0-3-16,30-2 1 0,-30 2-1 0,23 0-5 15,-23 0 4-15,18 0 2 0,-18 0-11 16,0 0 10-16,19 0 1 0,-19 0-1 0,0 0-5 16,0 0 5-16,20-1-2 0,-20 1-8 0,0 0 10 15,0 0 1-15,0 0-2 0,0 0 6 0,18 0-9 16,-18 0-2-16,0 0 2 0,0 0-4 0,0 0 0 15,0 0-1-15,0 0 1 0,0 0-2 16,14 4 5-16,-14-4-10 0,0 0-166 0,8 9 34 16</inkml:trace>
  <inkml:trace contextRef="#ctx0" brushRef="#br0" timeOffset="81747.5">17002 16037 160 0,'-19'-1'194'0,"0"1"-49"0,0 0-46 0,2-1-20 15,17 1-17-15,-31-2-1 0,31 2-31 0,-25-1 1 16,25 1-8-16,-21 0-4 0,21 0-5 0,0 0-8 16,-21-1 5-16,21 1-5 0,0 0 0 0,0 0-9 15,-21 0 13-15,21 0-33 0,0 0 8 0,0 0 10 16,0 0 2-16,0 0-5 0,8 6 8 15,-8-6 2-15,24 4 3 0,-1-1-4 0,4-2 9 16,6-1-7-16,8 1 2 0,6-2 8 16,5 1 0-16,2-1-6 0,14-1-1 0,3 0 2 15,3 0 7-15,-1 1-6 0,2 0 5 0,2 0 6 16,2-2-3-16,2 2 4 0,2 0-2 0,-3 0 5 16,0-1-3-16,-2 1 1 0,-3 1 2 0,-4-1 5 15,-2-1-7-15,-18 2-3 0,0 0 7 0,-5 0-1 16,-4 0-3-16,-2 0 0 0,-9 0-1 0,-3 0-4 15,-4-1-5-15,-5 1 2 0,-19 0-3 16,30 1 0-16,-30-1-2 0,21 0-3 0,-21 0-1 16,21 0-2-16,-21 0 0 0,0 0 1 0,18 0 2 15,-18 0-5-15,0 0 2 0,0 0-3 16,19 0 2-16,-19 0-8 0,0 0 4 0,0 0 0 16,0 0-4-16,14 4-25 0,-14-4-70 0,0 0-60 15,8 8-174-15,-8-8 254 0</inkml:trace>
  <inkml:trace contextRef="#ctx0" brushRef="#br0" timeOffset="82401.55">20081 15879 71 0,'0'0'326'0,"-22"-3"-219"0,22 3 73 0,0 0-180 15,-17-1 13-15,17 1-9 0,0 0 2 16,0 0-8-16,0 0 9 0,21 5 0 16,2-3-7-16,5 1 6 0,12-1 10 0,7 2 111 15,6-1-132-15,18-1 4 0,8 0 10 0,4 1 2 16,7-2 6-16,3-1 12 0,6-1-4 0,3 0 117 15,5-2-133-15,28 0 15 0,-5-1 2 0,-1-3 100 16,-26 4-112-16,-2-4 100 0,-5 3-107 0,-6-2 87 16,-5 0-94-16,-7 1 91 0,-9 0-94 0,-8-2 83 15,-16 3-96-15,-5-1 14 0,-7 1 6 0,-7-1-2 16,-6 2-3-16,-3-1 1 0,-3 0-1 16,-14 4-1-16,19-9-3 0,-19 9 0 0,10-7-2 15,-10 7-4-15,0 0 2 0,0 0 3 16,0 0-4-16,0 0 73 0,-5-9-172 0,5 9 10 15,0 0-337-15,-19 5 155 0</inkml:trace>
  <inkml:trace contextRef="#ctx0" brushRef="#br0" timeOffset="90872.9">24227 12333 187 0,'-13'-19'659'0,"2"-2"-246"0,0 4-77 16,0 2-100-16,3 4-30 0,3 1-59 0,0 1-9 15,5 9-54-15,-9-6-1 0,9 6-26 0,-8 12-17 16,6 9 14-16,-1 13 28 0,2 11 16 0,-2 22-2 15,2 12 9-15,1 14-8 0,0 32 4 0,-1 7-17 16,0 2-5-16,1 5-14 0,1 1-16 0,0-2-9 16,0 0-15-16,2-5-2 0,0-6-18 0,-1-27-20 15,2-1-26-15,-3-4-24 0,3-6-34 16,-3-6-33-16,3-5 5 0,0-8-28 0,-1-8-5 16,-1-16-25-16,-1-8-75 0,3-5-36 0,0-13-295 15,-1-7-126-15</inkml:trace>
  <inkml:trace contextRef="#ctx0" brushRef="#br0" timeOffset="92016">24200 12491 71 0,'-11'-26'401'0,"0"-2"-132"0,2-1-52 0,-1 2-41 15,4 2-18-15,-1 1-30 0,4 0-16 0,0 1-15 16,3 0-15-16,0 3-11 0,3-2-8 0,0 0-7 16,5 3-16-16,2-2-1 0,1 4 30 15,4-1-48-15,7 0 34 0,3 2-43 0,5-1 37 16,3 1-45-16,5 1 26 0,16-1-28 0,6-1 36 16,9 1-39-16,10 1 10 0,10-2-11 0,30-3 33 15,2-3-44-15,11-1 35 0,4-1 6 0,8-1-48 16,4-1 47-16,6-3-47 0,-2 1 41 0,-2-1-37 15,1 4 45-15,-3 1-45 0,-5 1-3 0,-7 2 14 16,-8 3 3-16,-9 1 36 0,-29 6-41 0,-3-1 39 16,-5 4-43-16,-9 2 3 0,-8 1-2 15,-14 3 11-15,-6 2 1 0,-3 1 2 0,-11 1 4 16,-3 3 8-16,-5 2 33 0,4 7-31 16,-3 2 10-16,-2 5-5 0,-4 5 21 0,-1 4-26 15,-3 6 17-15,-1 3-4 0,-2 15-5 0,1 4-24 16,-3 6 8-16,-2 3-9 0,1 3 13 0,-2 2-18 15,3 2 16-15,2-1-18 0,-1 3 14 0,1-3 8 16,1 2-8-16,4 0-1 0,-1-3-15 0,2 1 16 16,1-4-19-16,3 1 20 0,0-2-13 0,0-1 16 15,1 1-17-15,1-2 11 0,-3-2-1 16,3-3 45-16,-1-2-52 0,-4 1 1 0,0-4-3 16,-2 0 2-16,-2-4 2 0,-1 2-19 0,-4-11 18 15,-1 0-15-15,-4-1 19 0,-2-3-16 16,0 1 19-16,-4-3-4 0,-2 1-6 0,-3-5-7 15,-2-1 21-15,-4-2-20 0,-1-1 17 0,-3-2 1 16,-2-2-4-16,-1-3 5 0,-5-1 0 0,-1-3 7 16,-4 0-2-16,1-2 27 0,-6-3 12 0,-1 0 17 15,-2-1 5-15,-4-1 6 0,-4-2 2 0,-12 5 5 16,-5-3-2-16,-2 1 5 0,-4-1-10 16,-8 3-10-16,-3 1-4 0,-6-1-8 0,-5 3-6 15,-25 7-7-15,-2 1-3 0,-1 2-2 16,-1 1 16-16,-4 2-14 0,0 1 17 0,-4 0-15 15,4 2 13-15,0-3-19 0,3 3 11 0,0-3-25 0,1 0 31 16,6-1-44-16,0 0 17 0,6-3-19 16,22-6 15-16,3 2-10 0,1-3 17 0,5 1-22 15,3-3 23-15,5-1-4 0,4-1-4 0,6-1-20 16,2-2 25-16,16-3-19 0,2 0 26 0,7-2-29 16,5-1 21-16,6-1-21 0,4-2 26 15,3 2-23-15,14-4 16 0,-22 4-33 0,22-4 20 16,-17 4-46-16,17-4 17 0,0 0-27 0,-17 3 13 15,17-3-19-15,0 0 12 0,0 0-14 0,-16 3 25 16,16-3-4-16,0 0 7 0,0 0 0 0,0 0 6 16,-14 3 3-16,14-3 2 0,0 0 2 0,0 0 3 15,0 0 6-15,0 0-4 0,0 0-1 0,0 0 18 16,0 0-33-16,0 0 20 0,-14 3 2 16,14-3 0-16,0 0 32 0,0 0-51 15,0 0 21-15,0 0 2 0,0 0-5 0,0 0 5 16,0 0 0-16,0 0-2 0,0 0 4 0,0 0-3 15,0 0 1-15,0 0-5 0,0 0 2 0,0 0-1 16,0 0-1-16,0 0 0 0,0 0 14 0,0 0-18 16,0 0 0-16,0 0-1 0,0 0 4 0,0 0-3 15,0 0 0-15,0 0 0 0,0 0 1 0,0 0 7 16,0 0-8-16,0 0-1 0,0 0 4 0,0 0-3 16,0 0 0-16,0 0-2 0,0 0 5 0,0 0 6 15,0 0-8-15,0 0 2 16,0 0 1-16,0 0-3 0,0 0 1 0,0 0 1 15,0 0 0-15,0 0 4 0,0 0-5 0,0 0 0 16,0 0 1-16,0 0 1 0,0 0-3 0,0 0 2 16,0 0 1-16,0 0 0 0,0 0 5 0,0 0-2 15,0 0 5-15,0 0 4 0,0 0 1 0,0 0-14 16,0 0 25-16,0 0-15 0,0 0 30 0,0 0-27 16,0 0 30-16,0 0-37 0,-9-7-47 0,9-6-110 15,3-7-121-15,-5-5-49 0,6-10-101 0,0-7-52 16,4-3-383-16,0-17-453 15</inkml:trace>
  <inkml:trace contextRef="#ctx0" brushRef="#br0" timeOffset="94520.49">21615 12468 1 0,'0'0'516'0,"4"-11"-177"0,-4 11-89 16,0 0-52-16,3-11-24 0,-3 11-43 0,0 0-9 15,0 0-11-15,2-13-12 0,-2 13-12 0,0 0-15 16,0 0-16-16,0 0-8 0,3-8-6 0,-3 8-14 15,0 0-4-15,0 0-9 0,0 0-2 16,0 0 2-16,0 0 18 0,0 0-38 16,3 12 41-16,-2-2-34 0,0 3 29 0,0 3-32 15,2 4 33-15,-2 2-13 0,2 5 14 0,-1 1-10 16,1 6-10-16,-2 0 23 0,3 2-21 0,0 1 22 16,-2-1-16-16,1 1 16 0,1 1-18 0,-3-4 10 15,3 4-13-15,-3-9-7 0,0 0 5 0,2-2 14 16,-3-1-6-16,1-2 4 0,-1 0-5 0,0-5 7 15,0-2 0-15,0 2-8 0,0-4 4 0,0-1 7 16,0-2 4-16,0 0 0 0,-1-3 1 0,1-9-3 16,0 18 4-16,0-18-7 0,0 14 7 15,0-14-4-15,0 11 6 0,0-11-5 16,0 0 1-16,-1 13-12 0,1-13 5 0,0 0-9 16,0 0 2-16,0 12-10 0,0-12 0 0,0 0-8 15,0 0 5-15,0 0-7 0,2 13 10 0,-2-13 11 16,8 4 32-16,-8-4-8 0,18 8 1 0,-5-6-16 15,4 2 4-15,5-1-14 0,4-2 8 0,2 2-14 16,4-3 5-16,6 1-11 0,6-1 7 0,1-3-12 16,4 1 8-16,1-1-10 0,13-2 11 0,2-1-13 15,-2 0 24-15,-2-3-4 0,-1 2 11 16,-11-1-14-16,-2 0 15 0,-3 0-5 0,-3 1 20 16,-3 0-17-16,-5 1 16 0,-6 1-13 15,-5-1 24-15,-3 3-19 0,-3 1 34 0,-16 2 3 16,24-6 61-16,-24 6-10 0,18-3 6 0,-18 3 8 15,12-3-10-15,-12 3-4 0,0 0-31 0,18-3 12 16,-18 3-19-16,0 0 3 0,0 0-27 0,14-6 0 16,-14 6-21-16,0 0-3 0,0 0-19 0,0 0-3 15,0 0-28-15,17-2-18 0,-17 2-22 0,0 0-24 16,0 0-26-16,0 0-35 0,0 0-61 0,0 0-91 16,0 0-89-16,0 0-54 15,0 0 40-15,0 0-37 0,0 0-37 0,-5-13-393 0,5 13-457 16</inkml:trace>
  <inkml:trace contextRef="#ctx0" brushRef="#br0" timeOffset="95033.54">22875 12164 309 0,'-3'-17'420'0,"1"6"-92"15,-3 1-96-15,2 0-1 0,1 1-70 16,2 9 17-16,-4-15-32 0,4 15 3 16,-4-9-11-16,4 9-4 0,-2-10-19 0,2 10-15 15,0 0-29-15,-3-9-9 0,3 9-19 0,0 0-5 16,0 0-10-16,-4-9-4 0,4 9-11 0,0 0 7 15,0 10-6-15,0-10 6 0,0 24-2 0,0-7 7 16,1 8 13-16,1 2 7 0,-1 7-2 0,0 3-4 16,2 0-2-16,-2 3-4 0,2 1 0 0,-2 2-2 15,3 2-5-15,-3 2 12 0,2 1-9 0,-2-1-3 16,3 2 2-16,-3 0-7 0,0-2 1 0,2-2-8 16,-2 2 5-16,-1-5-10 0,3-1 9 15,-2-1-10-15,-1-2 7 0,1-5-9 16,2-2 4-16,-2-3-6 0,-1-3 5 0,0 0-9 15,1-5 7-15,1-1-3 0,-2-2 3 0,0-3-8 16,1-1 1-16,-1-4-1 0,0-9 1 0,0 18 1 16,0-18-2-16,1 14 6 0,-1-14 30 0,0 11 14 15,0-11 16-15,0 0-5 0,2 13 12 0,-2-13 12 16,0 0 18-16,0 0 15 0,0 11 16 0,0-11 11 16,0 0 9-16,0 0 0 0,0 0 2 15,-2 10-34-15,2-10-34 0,0 0-57 0,-18 3-83 16,0-1-109-16,-7 3-88 0,-12 4-158 0,-7 2-108 15,-16 4-588-15,-9 2-856 0</inkml:trace>
  <inkml:trace contextRef="#ctx0" brushRef="#br0" timeOffset="96639.5">21844 14145 149 0,'0'0'210'0,"3"-14"97"0,-3 14-152 15,0-11 67-15,0 11-116 0,0 0 88 0,1-12-123 16,-1 12 48-16,0 0-94 0,0 0 68 0,2-11-91 16,-2 11 74-16,0 0-82 0,0 0 94 0,7 14 0 15,-4-3-13-15,0 7 5 0,4 4 28 16,-1 8-24-16,3 5-10 0,0 5 3 0,-1 4-8 16,1 12-13-16,1 2 23 0,-2-1-23 0,-2 1 3 15,1-11-12-15,-1-1-9 0,-1 0-5 0,0-4-2 16,-1-2-5-16,0-3 2 0,0-2 2 0,-2-6 3 15,2-2-6-15,-2-4-7 0,2-1-3 0,-1-2-3 16,-2-5 2-16,1-2-4 0,0-3 0 16,-2 0 9-16,0-10 17 0,3 17 15 0,-3-17 10 15,1 12 8-15,-1-12 3 0,1 11-1 0,-1-11-3 16,0 0-10-16,2 12-1 0,-2-12-8 16,0 0-4-16,10 5-5 0,-10-5-3 0,0 0 7 15,29-1-15-15,-12-1 11 0,7-3-23 0,2 0 8 16,8-3-3-16,5 1-6 0,3-2-2 0,4-1-2 15,13-2-3-15,2-1 4 0,3 1-9 0,1-2-1 16,2 0 1-16,-1 0-3 0,2 2 0 0,-3-1 1 16,-1 2-3-16,-3 0 3 0,-3 1-4 0,-12 1 0 15,-1 3 0-15,-7 0 3 0,-1 1-3 16,-10 0-1-16,-3 2 0 0,-5 0 0 0,-2 1 6 16,-4-2-5-16,-13 4 11 0,23-2 22 15,-23 2 16-15,17-1 14 0,-17 1 7 0,0 0 4 16,16-3 15-16,-16 3-5 0,0 0 1 0,0 0-8 15,18-2-11-15,-18 2-9 0,0 0-19 0,0 0-5 16,0 0-3-16,0 0-10 0,16-2 0 0,-16 2-8 16,0 0-4-16,0 0-2 0,0 0-2 0,0 0-1 15,0 0-1-15,0 0 0 0,0 0 6 0,0 0-7 16,15-2 1-16,-15 2 5 0,0 0 0 0,0 0 6 16,0 0 4-16,0 0 27 0,0 0-16 0,0 0-8 15,4-14-6-15,-4 14 3 16,-2-16-8-16,1 5-2 0,1-4-1 0,-1-5-3 15,0-5-14-15,-3-4-13 0,3-6-11 0,-2-4-20 16,1-2-14-16,-1-2-26 0,-1-1 8 0,-1-3-19 16,1 1 11-16,-2 0-3 0,-2 1-6 0,0 2 6 15,1 4 8-15,-1 3 11 0,-1 3 10 0,0 4 10 16,3 6 8-16,-2 3 13 0,0 2 3 0,2 2 7 16,1 4 1-16,0 1 9 0,1 1 1 0,4 10 3 15,-9-15 1-15,9 15 4 0,-5-13 3 0,5 13-1 16,-5-8 1-16,5 8 1 0,0 0-3 15,-5-12-1-15,5 12 0 0,0 0 0 0,-3-9 2 16,3 9-2-16,0 0 0 0,0 0 1 16,-4-7-5-16,4 7-2 0,0 0-2 0,0 0 2 15,0 0-4-15,0 0-2 0,-6-9-1 0,6 9 5 16,0 0-14-16,0 0 8 0,0 0 1 0,0 0 5 16,-9 8-42-16,9-8-80 0,-8 12-34 0,0-4-25 15,-2 3-36-15,-1 3-139 0,-3-1 34 0,0 2-247 16,-7 3-119-16</inkml:trace>
  <inkml:trace contextRef="#ctx0" brushRef="#br0" timeOffset="97639.58">19963 15020 171 0,'0'0'431'0,"-23"0"-131"0,23 0-56 0,-23-1-37 15,23 1-20-15,-23-4-32 0,23 4-8 16,-22-7-9-16,22 7-6 0,-15-3 15 0,15 3-14 16,-14-4 1-16,14 4-23 0,0 0-23 0,-14-5-16 15,14 5-14-15,0 0-11 0,0 0-13 16,-13-4-9-16,13 4 10 0,0 0-24 0,0 0-2 15,0 0 0-15,0 0-4 0,28 2-4 0,-14 1 4 16,3 1-1-16,3 2 6 0,2 2-7 0,0-1-3 16,-1 3 2-16,2-1-3 0,0 1 5 0,-2 0-4 15,1 0-3-15,-3 0-1 0,-3 0 9 16,1 0-9-16,-5-3 3 0,-2 2-3 0,0-1 2 16,-1-2-2-16,-9-6 1 0,10 11 3 0,-10-11 8 15,8 13-3-15,-8-13 2 0,0 11 2 0,0-11 8 16,-6 7 20-16,6-7 17 0,-9 7 8 0,9-7 5 15,0 0-2-15,-23 1-7 0,23-1-13 0,-18-9-8 16,5 2-8-16,4-4-5 0,-4-2-4 16,3-3-12-16,0-1-1 0,2 0-10 0,3 2-10 15,0-2-7-15,2 4-11 0,3 0-17 0,0 1-21 16,3-1-28-16,-2 3-20 0,4 0-19 16,-1 2-3-16,1-1 1 0,3 1 7 0,-2 2-33 15,-6 6-120-15,18-10 92 0,-18 10-84 0,22-9 80 16,-12 4-262-16,-10 5 119 0</inkml:trace>
  <inkml:trace contextRef="#ctx0" brushRef="#br0" timeOffset="98356.63">20224 14922 12 0,'0'0'185'0,"0"0"143"0,10 5-225 15,-10-5 110-15,0 0-27 0,7 10-35 16,-7-10-9-16,2 9-22 0,-2-9-31 16,4 10-11-16,-4-10-16 0,4 10-9 0,-4-10-21 15,2 9 6-15,-2-9-8 0,4 8-3 0,-4-8 0 16,4 9-2-16,-4-9-1 0,5 9 1 0,-5-9 20 15,0 0-32-15,7 7 39 0,-7-7-40 0,0 0 38 16,0 0-41-16,11 7 37 0,-11-7-45 0,0 0 38 16,0 0-48-16,13-7 6 0,-13 7 1 0,5-10 3 15,-5 10-1-15,5-16 6 0,-2 7-12 0,-1-2 1 16,-1 0 4-16,1 1 13 0,-2 10 9 16,1-19 8-16,-1 19-2 0,-3-15-4 0,3 15-4 15,-3-12-13-15,3 12 7 0,-8-8-3 16,8 8-2-16,0 0 0 0,0 0-4 0,-23 4 0 15,15 2-2-15,-1 5-7 0,-1 3 8 0,0 1-3 16,2 3 33-16,2-1-45 0,-2 2 39 0,3-2-37 16,1 0 1-16,3-1-8 0,0-2 0 0,2-2-15 15,0 0-23-15,4-1-19 0,1-3-23 0,2-1-30 16,-8-7-99-16,17 7 97 0,-17-7-87 16,24 0 91-16,-7-4-52 0,-3-2 100 0,5-1-56 15,-2-5 125-15,-2 2-62 0,0-2 126 0,-1-1-68 16,-2-1 149-16,-2 3-88 0,-1 0 133 0,-1-1-13 15,-3 2-21-15,0 1-7 0,0-1-11 0,0 1-6 16,-5 9-7-16,5-12-11 0,-5 12-18 16,7-12-19-16,-7 12-14 0,0 0-11 0,5-11-12 15,-5 11-8-15,0 0-4 0,10-7-5 0,-10 7 2 16,0 0-8-16,0 0-8 0,18 1 4 16,-18-1-4-16,14 5 1 0,-14-5-1 0,13 7-1 15,-13-7 1-15,12 9-3 0,-12-9 0 0,8 12-2 16,-8-12 26-16,5 8-28 0,-5-8 23 0,2 11-22 15,-2-11 20-15,-4 10-29 0,4-10 28 0,-8 13-30 16,8-13 27-16,-11 9-23 0,11-9 24 16,-13 6-27-16,13-6 22 0,-17 2-39 0,17-2 32 15,-15-2-37-15,15 2 32 0,-17-7-42 0,8 0 4 16,0-2-5-16,-1-2-1 0,3 1 20 16,0-1 6-16,-1 0 5 0,2-1 13 0,2 5 4 15,4 7 4-15,-7-11-2 0,7 11 0 0,-7-10 5 16,7 10-2-16,0 0 1 0,-10-8-2 0,10 8-1 15,0 0-5-15,-10 9 6 0,10-9-8 0,-8 17 6 16,5-7-1-16,1 5 34 0,-2 0-39 0,3 3 35 16,-3-1-62-16,1 1 29 0,2-1 0 0,0 2-5 15,1 0-15-15,0-2-31 0,1-1-48 0,2-3-147 16,2 1 65-16,-3-3-87 0,2-2-145 16,1-2 180-16</inkml:trace>
  <inkml:trace contextRef="#ctx0" brushRef="#br0" timeOffset="98624.65">20468 14765 370 0,'-4'-35'452'0,"-2"2"-134"0,3 6-55 15,2 1-57-15,-3 4-24 0,3 5-8 0,-2 3-29 16,2 3-24-16,1 1-27 0,0 10-20 16,-3-15-16-16,3 15-12 0,0 0 11 0,0 0-31 15,4 9-11-15,0 3 2 0,3 9-5 0,-1 3-3 16,4 6-3-16,-1 6-3 0,0 3 5 0,3 2-6 15,-2 3 7-15,0 10-5 0,2 2 10 0,-2 0-16 16,-1 1-2-16,-2 1 2 0,0 0 4 16,-1-11-9-16,-2 0 5 0,1-3-2 0,-1-1-4 15,1-3-8-15,-1-4-15 0,-1-2-13 0,-1-9-33 16,1-4-27-16,-2-3-118 0,3-7 98 16,-4-11-135-16,5 15 97 0,-5-15-93 0,0 0-149 15,14-2 190-15</inkml:trace>
  <inkml:trace contextRef="#ctx0" brushRef="#br0" timeOffset="98864.68">20638 15000 188 0,'-5'-24'407'0,"0"3"-48"0,1 2-81 0,0 3-45 15,1 4-58-15,0 1-30 0,-1 1-29 0,4 10-11 16,-2-15-25-16,2 15-14 0,-3-14-15 16,3 14-11-16,4-8-9 0,-4 8-3 0,6-8-14 15,-6 8 3-15,0 0-4 0,22 0-5 0,-22 0-4 16,20 9-6-16,-11-3-6 0,2 4-19 0,-1-1 5 15,-3 2-5-15,0 0-6 0,-2-1 0 0,-2 3-4 16,-2-2-12-16,-1 1 9 0,-1 0-2 0,-2 1 0 16,-2 0-9-16,-2 1-10 0,0-2-12 0,-2 1-14 15,0-3-107-15,1-3 107 0,0 0-101 16,8-7 63-16,-13 5-201 0,13-5 268 0</inkml:trace>
  <inkml:trace contextRef="#ctx0" brushRef="#br0" timeOffset="99165.7">20701 14850 318 0,'0'0'130'0,"0"0"81"0,15 4-147 15,-15-4 110-15,5 10-144 0,-5-10 112 16,5 16-128-16,-2-5 105 0,0 0-31 0,-2 3-10 16,2 2-15-16,-1-1-25 0,-1 1 1 0,3 0-7 15,-1 0-6-15,-2-4-3 0,3 1-15 0,-2-1 7 16,1-2 0-16,2 0-11 0,-5-10 6 0,8 14-1 15,-8-14 2-15,10 7 1 0,-10-7 10 0,0 0 4 16,0 0 6-16,0 0 5 0,20-2 12 16,-20 2 54-16,11-13-49 0,-11 13-7 0,3-16 10 15,-1 6-19-15,-4-1 2 0,1-2-6 16,0 0-6-16,-3-2 1 0,-1 1-13 0,0 2-7 16,0-1-11-16,0 3-5 0,-1 1-20 0,0 2-7 15,0-1-21-15,6 8-118 0,-11-9 62 0,11 9-119 16,-7-6 65-16,7 6-73 0,0 0-128 0,-5-9 226 15</inkml:trace>
  <inkml:trace contextRef="#ctx0" brushRef="#br0" timeOffset="99392.72">20822 14800 215 0,'0'0'328'16,"13"-9"-230"-16,-13 9 97 0,13-7-159 0,-13 7 119 16,13-4-160-16,-13 4 120 0,0 0-133 0,22-3 116 15,-22 3-130-15,15 3 108 0,-15-3-115 0,15 6 117 16,-15-6-130-16,17 11 124 0,-11-3-118 0,1 1 110 15,-4-1-122-15,1 1 121 0,-1 1-120 0,-3-10 112 16,6 17-115-16,-6-17 121 0,0 19-120 0,0-19 118 16,0 15-19-16,0-15-2 0,1 14-6 15,-1-14-13-15,-1 11 0 0,1-11-4 0,0 0-3 16,3 13-9-16,-3-13-12 0,0 0-3 0,0 0-129 16,0 0 121-16,0 0-121 0,15-4 94 0,-7-2-90 15,2-3 87-15,2-1-83 0,-1-4 35 16,3-1-119-16,-2 0 52 0</inkml:trace>
  <inkml:trace contextRef="#ctx0" brushRef="#br0" timeOffset="99803.74">21104 14775 281 0,'10'-17'179'16,"-2"6"-129"-16,-3 0 181 0,-1 1-111 0,-2 1 99 16,-2 9-101-16,4-13 72 0,-4 13-32 15,3-12-28-15,-3 12-19 0,3-9-18 0,-3 9-19 16,0 0-21-16,3-10-7 0,-3 10-15 0,0 0 1 16,0 0-6-16,0 0-7 0,0 0-2 0,0 0-5 15,0 0-8-15,9 10-2 0,-9-10 7 31,5 13-4-31,-5-13 1 0,10 15-4 0,-3-7 1 0,-1 2-6 0,-2-2 5 16,1 2-4-16,0 0 3 0,-1-1 1 0,1 1-2 0,-1 0 0 0,-4-10 6 16,4 16-13-16,-4-16 7 0,1 18 0 15,-1-18-2 1,-1 16 2-16,1-16-7 16,-8 15 0-16,8-15-8 0,-10 13-16 0,10-13-2 0,-13 8-15 0,13-8-21 0,-16 5-4 0,16-5-21 0,0 0-106 15,-22-4 102-15,22 4-97 0,-17-11 74 0,9 1-50 16,1 0 87-16,-1-2-37 0,3-1 86 0,4 2-37 15,-2-1 129-15,-1 1-76 0,4 11 150 0,-2-18-95 16,2 18 139-16,-3-14-114 0,3 14 100 16,-1-11-122-16,1 11 82 0,0 0-108 15,-4-10 85-15,4 10-81 0,0 0 76 0,0 0-83 16,0 0 64-16,0 0-76 0,0 0 62 0,-5 10-74 16,5-10 70-16,-1 14-12 0,1-14-12 0,0 18-17 15,-2-6 0-15,1 1 5 0,0 1-5 0,1 1-5 16,0 0-5-16,-1 0-18 0,1 0-26 0,0-2-53 15,0 1-66-15,1 0-50 0,-1-3-252 0,2-1 109 16</inkml:trace>
  <inkml:trace contextRef="#ctx0" brushRef="#br0" timeOffset="100169.77">21303 14733 427 0,'8'-10'407'15,"-8"10"-117"-15,0 0-58 0,6-7-59 0,-6 7-43 16,0 0-23-16,0 0-31 0,0 0-17 0,0 0-59 16,0 0 55-16,0 0-11 0,17 5-21 15,-17-5-54-15,0 0 51 0,12 8 1 0,-12-8-15 16,10 4-75-16,-10-4 85 0,11 6-81 0,-11-6 88 16,0 0-81-16,18 1 78 0,-18-1-74 0,0 0 89 15,18-4-80-15,-18 4 89 0,0 0-73 0,12-7 80 16,-12 7-60-16,0 0 68 0,7-12-54 0,-7 12 52 15,0 0 2-15,-2-11-6 0,2 11-6 0,-8-9-7 16,8 9-9-16,-12-5-11 0,12 5 2 16,-16 3-4-16,3 0-4 0,-1 4-3 15,-3 4 0-15,0 2-5 0,-4 3 0 0,1 3-8 16,0 0 8-16,2 4-4 0,2-2-1 0,2 3 3 16,-3-2 26-16,7-1-41 0,1-2 25 0,0 1-59 15,3-1 24-15,2-4-54 0,0 0-14 0,1-1-14 16,2-2-16-16,1-1-13 0,0-11-12 0,-1 18 0 15,1-18-82-15,0 14 73 0,0-14-40 0,-3 12-88 16,3-12 83-16</inkml:trace>
  <inkml:trace contextRef="#ctx0" brushRef="#br0" timeOffset="100356.79">21059 15133 40 0,'-19'9'250'0,"2"0"107"0,-2-2-182 0,-1 2 73 16,2 0-54-16,-2-1 1 0,4 0-47 0,2-2-16 15,2 0-12-15,1-2-12 0,11-4-19 0,-14 8-11 16,14-8-5-16,-12 5-3 0,12-5-11 0,0 0 1 15,0 0 2-15,0 0 0 0,9 6-14 0,-9-6-9 16,32-7-9-16,-6-1 0 0,4-2-7 16,4-2-3-16,1-2-7 0,3-1 17 0,0-1-24 15,9-4 13-15,2 0-34 0,-12 3-10 0,0 1-67 16,-1 0-42-16,-3 2-78 0,-2 1-132 0,-3-1-220 16,-5 5-82-16</inkml:trace>
  <inkml:trace contextRef="#ctx0" brushRef="#br0" timeOffset="101364.86">18977 13276 457 0,'-12'-11'437'0,"12"11"-89"16,-6-10-105-16,6 10-36 0,0-10-72 0,0 10 5 15,6-14-59-15,2 6 9 0,4 1-38 0,4-2 17 16,6 3-38-16,1 2 22 0,4 2-42 15,1 2 30-15,5 5-38 0,1 2 23 0,-1 3-30 16,-4 3 25-16,2 2-28 0,-6-2 31 0,-2 6-29 16,-1 0 25-16,-9-3 2 0,0 2-20 15,-4 0 9-15,-3 0-10 0,-2-3 5 0,-4-1 0 16,0-2-1-16,0 1 1 0,-3-2 2 0,-2 0-4 16,0-2 22-16,0-2 12 0,-3 1 6 0,8-8 18 15,-11 9 8-15,11-9 4 0,0 0-10 0,-22-3-14 16,22 3-7-16,-17-14-6 0,10 3-12 15,-2-6-13-15,4-5-5 0,1-3-18 0,1-1-13 16,5-2-27-16,1-9 6 0,4 2-23 0,2 0 11 16,3 3-27-16,3 0 20 0,0 4-43 0,3 2-6 15,-2 3-46-15,4 4-22 0,-5 5-16 0,2 2-11 16,-2 2-4-16,-1 5-237 0,-2 0 129 0</inkml:trace>
  <inkml:trace contextRef="#ctx0" brushRef="#br0" timeOffset="102061.9">19574 13079 185 0,'4'8'347'0,"-4"-8"-103"0,4 19-57 0,-4-19-40 16,1 19-3-16,2-11-34 0,-2 4-5 0,-1-12-39 15,2 19-2-15,-2-19-20 0,4 16 18 0,-4-16-32 16,7 15 30-16,-7-15-32 0,9 13 27 0,-9-13-34 16,10 9 14-16,-10-9-24 0,9 8 31 0,-9-8-35 15,0 0 31-15,19 1-38 0,-19-1 32 0,9-5-39 16,-9 5 27-16,10-13-26 0,-6 3 40 15,-1-1-27-15,-2-1 25 0,-1-6-39 0,-3 0 39 16,1-4-44-16,-4 2 52 0,-1 0-34 16,2 1 48-16,0 6-28 0,0 0 30 0,-1 2-39 15,0 2 29-15,1 2-43 0,5 7 30 0,-13-8-42 16,13 8 37-16,0 0-35 0,-20 9 33 0,12 0-36 16,2 3 31-16,-3 7-35 0,2 1 33 0,1 3-40 15,2 0 40-15,3 1-33 0,-1-1 30 0,2 2-3 16,3-1-2-16,1-1-13 0,1-2 7 0,3-1-9 15,2-3-8-15,3-2-3 0,1-4-11 16,-1-4-10-16,1 0-8 0,2-5-45 16,-16-2 49-16,34-5-19 0,-11-1 28 0,-4-5-16 0,6-2 35 15,0-4-21-15,-5-4 31 0,-1-1-19 16,-2 0 9-16,-3-3 14 0,-1 0 42 0,-6 2-25 16,0-1 39-16,-2 3-31 0,-2 0 34 0,-1 4-14 15,-2 2 25-15,0 3-12 0,-2 1 7 0,-1-1-9 16,0 4-28-16,3 8 5 0,-7-11-19 0,7 11 12 15,0 0-16-15,-13-5 6 0,13 5-17 16,-13 8 10-16,13-8-14 0,-10 16 14 0,6-2-16 16,-1 1 14-16,0 2-11 0,2-1 9 0,1 3-17 15,2-1 17-15,0 1-1 0,0 2-1 0,1 2-7 16,2-2-5-16,-1-4-19 0,2 1-10 0,1-2-17 16,-1-2-53-16,1-3 11 0,-1-2-35 0,2-1 6 15,3-1-7-15,-9-7-4 0,13 2 14 16,-13-2 23-16,15-4 21 0,-7-2 18 0,1-1 22 15,-1-3 31-15,-1-2 33 0,-2 0 18 16,-1 0 13-16,0-1 31 0,0 2 30 0,-3 0-33 16,-1 11 38-16,4-18-20 0,-4 18 9 0,3-12-26 15,-3 12-2-15,1-11-36 0,-1 11 7 0,0 0-28 16,0 0 7-16,0 0-21 0,0 0 6 0,2 13-12 16,-2-13 12-16,0 24-4 0,0-7-4 0,0 4-1 15,0 2-4-15,-2 4 0 0,2-1 34 0,0 2-48 16,0 3 6-16,-1-3-2 0,1 3-13 0,0 5-46 15,1-5 1-15,-1-4-56 0,2 1-41 16,1-5-72-16,1-1-21 0,0-5-283 16,1-3-25-16</inkml:trace>
  <inkml:trace contextRef="#ctx0" brushRef="#br0" timeOffset="102655.96">20082 13083 511 0,'-4'-16'380'0,"1"1"-59"0,1 3-98 16,-2 1-24-16,4 11-73 0,-4-17 11 16,4 17-68-16,-3-14 25 0,3 14-61 0,0 0 33 0,0 0-46 15,0 0 33-15,0 0-47 0,0 0 34 16,3 10-50-16,1-1 41 0,0 4-40 0,1-1 38 16,-1 3-43-16,1-1 41 0,2-1-43 0,-1 1 40 15,-1-3-46-15,-1 1 41 0,1-2-36 0,-5-10 39 16,6 14-32-16,-6-14 39 0,8 12-28 0,-8-12 35 15,0 0-20-15,9 7 16 0,-9-7-29 16,0 0 28-16,13-10-33 0,-5 1 28 0,-1-3-47 16,-2-1 30-16,3-2-31 0,-3 0 18 0,0-2-47 15,0 1 18-15,-2 1-50 0,-1-1 2 0,1 5-32 16,-1 0-23-16,-2 11-6 0,2-14-4 16,-2 14 2-16,0 0 5 0,0 0 9 0,0 0 14 0,0 0 8 15,0 0 9-15,-4 7-10 0,4-7 28 16,-1 20-37-16,1-7 72 0,1 0-28 0,-1 1 85 15,1 2 27-15,2-2 13 0,-1 1 13 16,1-2 15-16,1-1 5 0,1 0-11 0,-3-1 1 16,5-3-3-16,-2 2-12 0,1-2 3 0,1-1-5 15,0 0-8-15,-7-7-6 0,14 6-6 0,-14-6-6 16,0 0-6-16,26-3-5 0,-12-1-4 0,0-4-6 16,1-2-14-16,2-4 0 0,-2-1-6 0,1-1-5 15,-2-5-16-15,1-2 16 0,-2-2 1 0,-4 1 2 16,-4-1 5-16,-1 0 15 0,-3 1 4 0,-2-1 18 15,-2 5 24-15,-1-1-1 0,-2 5 23 16,1 3-25-16,-3 0 23 0,2 4-11 16,-2 3-12-16,8 6-31 0,-19-4 13 0,19 4-22 15,-19 7 23-15,9 0-36 0,-1 4 33 0,1 5-33 16,2 2 29-16,2 2-36 0,1 1 23 0,2 1-22 16,2-3 28-16,1 0-32 0,4 3 15 0,1-3-41 15,0-1-22-15,4-2-36 0,4-3-30 0,0-2-5 16,2-1-9-16,-1-6-42 0,-14-4-173 0,31 1 238 15</inkml:trace>
  <inkml:trace contextRef="#ctx0" brushRef="#br0" timeOffset="103013.99">20618 13008 407 0,'15'-12'322'0,"-6"2"-35"15,0 1-79-15,0 2 28 0,-4 1-84 16,-5 6 18-16,10-13-60 0,-10 13 5 0,9-8-53 16,-9 8 26-16,0 0-51 0,10-9 25 0,-10 9-58 15,0 0 48-15,0 0-43 0,21 0 30 0,-21 0-49 16,14 7 44-16,-5-1-42 0,0 1 36 0,-1-3-42 15,1 5 38-15,-2 0-45 0,2-2 39 0,-2 2-46 16,-1 1 47-16,-2 0-40 0,-4-10 38 16,5 17-38-16,-5-17 40 0,-3 17-46 0,0-6 46 15,-3-2-40-15,0 0 40 0,-4-3-42 0,-3 2 42 16,1-5-44-16,0 1 46 0,12-4-49 0,-28 1 46 16,28-1-42-16,-30-6 40 0,16-1-45 0,-4-2 32 15,4-2-47-15,-1-5 6 0,2 0-17 16,4-1 52-16,-1-1-34 0,1 1 34 0,5 2-27 15,0 1 40-15,3 3-31 0,1 11 24 0,-4-18-19 16,4 18 32-16,-3-14-37 0,3 14 39 16,0 0-32-16,0 0 34 0,0 0-33 0,0 0 26 15,0 0-23-15,6 15 36 0,-5-4-40 0,1 3 31 16,1 4-29-16,-2-1 35 0,1 6-38 0,-1 1 25 16,-1-2-35-16,0 2 20 0,0 1-57 0,0-1-28 15,1-6-57-15,0 6-45 0,1-8-62 0,-1 2-151 16,0-2 187-16</inkml:trace>
  <inkml:trace contextRef="#ctx0" brushRef="#br0" timeOffset="103704.52">20931 12562 573 0,'0'-12'411'15,"1"2"-49"-15,-1 10-85 0,2-18-49 16,-2 18-31-16,1-14-49 0,-1 14-22 0,0-10-22 16,0 10-22-16,0 0-5 0,0 0-1 0,0 0-8 15,0 0-13-15,2 18 2 0,0-4-10 0,-1 2-6 16,3 5 7-16,-3 4-21 0,2 0-4 0,-1 0-3 16,1 3-7-16,2 0-8 0,-1 5 5 0,0-6-5 15,-1-1-2-15,3 6 1 0,-1-6-8 0,0-2 6 16,1 0 0-16,2-5-29 0,0 3-40 0,1-6-8 15,2-2-43-15,-2-3 23 0,-1-3-66 0,-8-8-12 16,20 4-24-16,-20-4-9 16,23-3 12-16,-9-2 13 0,3-5 3 0,-3 0 0 15,0-4 31-15,-4 2 39 0,-2-1 81 0,-2 0 51 16,-2 1 54-16,-3 0 41 0,-2 0 50 0,-1 1-27 16,-3 1 5-16,-1 0-4 0,0 0-16 0,-2 1-19 15,1 2-13-15,-1 1-14 0,0-2-12 0,2 2-12 16,6 6-19-16,-13-9-4 0,13 9-6 0,-6-7-15 15,6 7-12-15,0 0-19 0,0-13-19 0,0 13-25 16,10-11-28-16,0 5-27 0,3 0-13 16,1-1-10-16,0 1-13 0,4 1-2 15,-4 1-46-15,3 1-190 0,-17 3 203 0</inkml:trace>
  <inkml:trace contextRef="#ctx0" brushRef="#br0" timeOffset="103999.54">19376 13848 58 0,'-18'9'669'0,"4"-1"-236"15,5-2-68-15,9-6-102 0,-17 8-20 0,17-8-28 16,-11 7-29-16,11-7-20 0,0 0-46 15,0 0-22-15,0 0-17 0,0 0-7 0,28-11-8 16,1 0 0-16,7-2-18 0,17-5-2 16,7-1-11-16,5-3 1 0,8-2-11 0,3 1 3 15,4-2-11-15,2 0 7 0,0 0-11 0,2 1-3 16,-3-1-23-16,-3 1-87 0,-3 2-33 0,-6 2-34 16,-5 1-73-16,-5 3-68 0,-17 3-102 0,-5 4-170 15,-12 3-108-15</inkml:trace>
  <inkml:trace contextRef="#ctx0" brushRef="#br0" timeOffset="104224.56">19692 13939 478 0,'-22'11'498'16,"5"-4"-105"-16,5 0-119 0,12-7-51 0,-18 8-71 16,18-8-33-16,0 0-26 0,0 0 3 0,0 0-30 15,0 0 18-15,27-6-10 0,3-4 13 0,10-3-7 16,14-3 7-16,7-3 2 0,4 1-13 0,6-5-16 15,3 2-6-15,-1-2-9 0,3 1-9 0,0 0-12 16,-1 0 1-16,-2-1-3 0,-2 5-8 16,-6-1-24-16,-5 2-47 0,-5 1-41 15,-12 3-54-15,-7 3 4 0,-3 1-80 0,-8 2-75 16,-6 2-29-16,-5 1-223 0,-14 4-65 0</inkml:trace>
  <inkml:trace contextRef="#ctx0" brushRef="#br0" timeOffset="106342.32">16702 12925 318 0,'-8'-19'439'16,"0"0"-91"-16,-2 4-103 0,0-1-23 0,1 3-89 15,-5 3 14-15,2 3-64 0,-2 1 26 16,-1 2-48-16,-2 2 28 0,17 2-46 0,-36 1 24 15,15 5-36-15,-4 3 8 0,-2 3-16 0,1 5 28 16,-1 5-32-16,1 4 26 0,2 3-15 0,-4 11 18 16,1 5-13-16,3 2 22 0,1 5-20 0,3 3 2 15,1 3 2-15,4 4 32 0,1 2-44 0,2 7 3 16,2 0-6-16,2 3 11 0,2 2 10 0,2-1-3 16,3 3 3-16,2-6-6 0,4 2 1 15,3-3 1-15,5-1-7 0,1-2 2 0,5 2-10 16,2-4 1-16,3-3-13 0,4-1 4 0,1-3-12 15,3-4 8-15,3 0-10 0,1-5 5 16,3-6-6-16,2-1 6 0,0-4-8 0,4-7 7 16,0-3-8-16,2-7 1 0,0-3-1 0,-5-9 2 15,2-4-3-15,1-5 7 0,-1-3-4 0,4-4 5 16,7-8-11-16,1-6 6 0,0-2-6 0,-2-3 5 16,-3-5-9-16,3-4 12 0,-4-3-4 0,-3-2 2 15,-1-4-5-15,-2 1 8 0,-2-5-3 16,-5 0 4-16,-1-3 12 0,-4 0 4 0,0-4 10 15,-4-3 4-15,-1-3 24 0,-3-3-2 16,-3-4 22-16,-2-3 18 0,-4-3-16 0,0 0-8 16,-3 1 15-16,-6 2 10 0,2 3 35 0,-6 0-6 0,-3 15 12 15,-1-8-6-15,-7 3-7 0,0 1-8 16,-4 5-15-16,-6 1-12 0,-3 5-14 0,-1 0-14 16,-5 5-11-16,-4 2-7 0,-6 0-15 0,-2 4-12 15,-6 0-13-15,-4 6-19 0,-5-1 2 0,-2 4-3 16,-6 4-10-16,-1-1-31 0,2 6 10 15,0 0-40-15,2 4 10 0,1 2-25 0,13 3-12 16,-1 2-15-16,0 5-23 0,3 1-31 0,3 4-37 16,0 4-48-16,3 5-29 0,2 4 17 0,-5 7-29 15,5 3-15-15,4 6-26 0,4-5-106 0,5 2-188 16,4 1-170-16</inkml:trace>
  <inkml:trace contextRef="#ctx0" brushRef="#br0" timeOffset="108091.29">17732 13297 349 0,'0'0'345'0,"0"0"-114"0,0 0-16 0,0 0-54 0,-19-2-7 16,19 2-44-16,0 0 22 0,0 0-47 0,-14-4 30 15,14 4-43-15,0 0 32 0,0 0-41 16,-14-2 17-16,14 2-28 0,0 0 14 0,0 0-24 15,0 0 22-15,0 0-27 0,-11-6 19 16,11 6 4-16,0 0-23 0,0 0 14 0,0 0-1 16,0 0 4-16,0 0-1 0,0 0-2 0,0 0-13 15,-8-7-6-15,8 7-12 0,5-10-3 0,1 2 3 16,2 0-5-16,3-2-7 0,4-4 6 0,4-1 1 16,3-4 4-16,6 0 2 0,4 0-2 0,10-6 6 15,3 0 1-15,4-2-2 0,6 1-4 0,2 0 4 16,6-2-1-16,3 1 8 0,3-1 2 0,4 2 1 15,4-1 6-15,3 0 2 0,24-3-6 16,1 2 1-16,-17 6 2 0,20-2-4 16,-20 6 1-16,0 0-6 0,1 3 8 0,0 0-8 15,-1 4-5-15,-2 1-1 0,-3 0-8 0,-3 3-1 16,-4-1-2-16,-3 3-1 0,-8 0 1 0,-13 2-6 16,-4 1-1-16,-2 1-1 0,-7 0 1 0,0-2-2 15,-9 2-1-15,-1 1 1 0,-5 0-1 0,-4 0 0 16,-20 0 1-16,31 0-1 0,-31 0-1 0,27 0 3 15,-27 0-3-15,19 0 5 0,-19 0 16 0,0 0 13 16,23 0 14-16,-23 0 12 0,0 0 11 0,0 0 10 16,18 1 15-16,-18-1-12 0,0 0 16 15,0 0-24-15,0 0 5 0,0 0-26 16,0 0 0-16,0 0-30 0,19 0 12 0,-19 0-24 16,0 0 14-16,0 0-24 0,0 0 13 0,0 0-23 15,0 0 8-15,0 0-35 0,0 0-10 0,-10-6-11 16,10 6-10-16,0 0-9 0,-14-8-8 0,14 8-11 15,-12-7-17-15,5 0-11 0,-3 1 0 0,-1-3-4 16,1 1-9-16,-3-2 7 0,0-1 18 0,-2-2 16 16,1-2 15-16,-1 3 15 0,-2-4 11 0,0 1 14 15,1 2 11-15,-6-2 0 0,-2 0 8 16,-2 1 5-16,3 2 6 0,-1 3 4 0,0 1 8 16,-3 2 4-16,0 1 10 0,-1 1 1 0,1 2 11 15,0 1-3-15,0 1 6 0,-1 0-2 16,1 2 7-16,3 0-7 0,1 0 12 0,5 2-10 15,0-2 1-15,18-2-15 0,-25 2 2 0,25-2-12 16,-20 3 3-16,20-3-9 0,-14 5 8 0,14-5-7 16,-4 9 7-16,4-9 6 0,9 13 5 0,3-4-8 15,5 1 10-15,4 2-9 0,10-1 5 0,1 0-6 16,4 0 7-16,2 0-10 0,0-1 13 16,2 0-7-16,0 2 5 0,-2-3-5 0,0 0 0 15,-3 1 4-15,-2 0-11 0,-1 1-6 0,-9-3 1 16,-1 2 1-16,-3 0-4 0,-1 0-2 0,-5 3 2 15,-4-3 22-15,-2 1 27 0,-4 2-2 0,-2-1-6 16,-2 1-7-16,-4 3-7 0,-4 2-7 16,-4 1-9-16,-3 5-16 0,-4 0-81 0,-1 0-72 15,-2-1-94-15,-2 1-65 0,2 1-52 0,2-3-87 16,-1 1-366-16,1-2-380 0</inkml:trace>
  <inkml:trace contextRef="#ctx0" brushRef="#br0" timeOffset="109936.43">21595 12148 418 0,'0'0'304'16,"-1"-9"-75"-16,1 9-8 0,0 0-36 0,-3-9-31 16,3 9 6-16,0 0-62 0,0 0 19 15,-4-10-55-15,4 10 22 0,0 0-55 0,0 0 34 16,0 0-49-16,0 0 34 0,0 0-38 0,0 0 40 15,0 0-40-15,0 0 36 0,0 0-45 0,5 12 42 16,-5-12-34-16,6 19 38 0,-4-9-32 0,3 2 30 16,-2 5-19-16,-1-1 21 0,2 1-21 0,0 3 18 15,-3 3-17-15,3 0 14 0,-1-1-5 16,-2 2 21-16,2-1-10 0,-1 2-1 0,-1 0 2 16,2 0-7-16,-2 0-10 0,2 0 4 15,-2 0-2-15,0 0-8 0,2 0 0 0,-2 0-9 16,0 0 11-16,2 1 2 0,-2 1-28 0,2-1 6 15,-1 1 0-15,1-1-3 0,0 0 0 0,-1 0 0 16,2 3 2-16,-3-2 7 0,3 1-5 0,-3 1 7 16,2-2-7-16,-1-1 1 0,1 2 6 0,-3 0-8 15,1-2-5-15,2-1 15 0,-2 0-16 0,-1 0 5 16,0-1-5-16,1-6 3 0,-1 2-4 0,2-1 2 16,-2 0-4-16,1-3 5 0,-1-1 4 0,0 0-7 15,0 0-4-15,0-1 3 16,0 0 1-16,1-2 1 0,-1 2 1 0,0-2-4 15,-1 1 3-15,1-2 3 0,0 0-5 0,0 1 1 16,0-3-1-16,0-9 0 0,0 19 1 0,0-9 2 16,0-10-4-16,0 18 7 0,0-18-6 0,0 13 3 15,0-13-5-15,0 13 3 0,0-13-1 0,0 11 2 16,0-11 1-16,0 0 19 0,0 13-1 0,0-13 2 16,0 0-11-16,1 11 4 0,-1-11-5 0,0 0 1 15,4 9-7-15,-4-9 7 0,0 0-3 0,0 0 8 16,0 10 1-16,0-10 10 0,0 0-7 15,0 0 11-15,0 0-5 0,8 8 11 0,-8-8-9 16,0 0 3-16,0 0-9 0,11 6 4 16,-11-6-11-16,0 0 8 0,0 0-10 0,22 2 12 15,-22-2-15-15,0 0 8 0,20-1-8 0,-20 1 11 16,20-1-10-16,-20 1 11 0,24-3-11 0,-24 3 9 16,27-4-10-16,-12 2-1 0,4-1-2 0,-2 1 2 15,5-2-3-15,1 0-1 0,-1 1 0 0,2-2-3 16,0 3 0-16,0-1-1 0,3-1 1 0,-1 1-2 15,-2-1 2-15,3 2-1 0,1-2-1 16,0 0 0-16,0 1-2 0,2-1 4 0,-1 1-2 16,-1 0 0-16,2-1 1 0,-1 0 1 0,-1 0-2 15,0 1 1-15,-1-1-4 0,0 0 2 16,-1 0 1-16,-2 2 2 0,0 0-2 0,-6-3 1 16,3 4-2-16,-2-1 0 0,-1 0 3 0,-2-1-3 15,-16 3 3-15,31-3-6 0,-31 3 5 0,27-3 0 16,-13 0 2-16,0 1-1 0,-14 2-4 0,24-7 4 15,-24 7-1-15,26-6 0 0,-13 4 1 0,-13 2-1 16,20-5 1-16,-20 5 2 0,18-5-1 16,-18 5 1-16,14-6 5 0,-14 6 6 0,0 0 5 15,14-3 6-15,-14 3 1 0,0 0-1 0,0 0-3 16,14-5-3-16,-14 5-6 0,0 0 1 16,0 0-1-16,0 0-2 0,14-3-2 0,-14 3-1 15,0 0 1-15,0 0 1 0,0 0 3 0,0 0-4 16,0 0-15-16,0 0-20 0,9-6-34 0,-9 6-33 15,0 0-43-15,0 0-60 0,-5-8-31 0,5 8-8 16,0 0-56-16,-11-6-45 0,11 6-90 0,-9-11-245 16,9 11-198-16</inkml:trace>
  <inkml:trace contextRef="#ctx0" brushRef="#br0" timeOffset="110453.47">22921 12010 78 0,'-1'-9'495'15,"1"9"-127"-15,-3-12-153 0,3 12 21 0,-2-12-92 16,2 12-1-16,0 0-72 0,-3-12 30 0,3 12-57 15,0 0 27-15,0 0-33 0,0 0 37 0,0 0-47 16,2 14 34-16,-1-4-44 0,0 2 47 0,2 5-46 16,-1 7 40-16,2 0-37 0,-3 2 32 15,3-1-32-15,-3 5 20 0,2 5-13 16,-3 0 22-16,1 3-20 0,-1-1 21 0,0 2 0 16,-1 0 10-16,0 1 1 0,-2 1-1 0,2 0 12 15,-3 3-33-15,-1 1 1 0,1 0-13 16,0 1 16-16,-1-1-28 15,1 2-2-15,-2-3-2 0,2-1 4 0,-1 1 0 0,0-2 2 16,1-3 3 0,-1 1-6-16,1-4-8 0,-1 1 3 15,1-4-1-15,0-1-3 0,2-5 0 0,-2-2-4 0,0 0 2 0,3-2 5 0,-2-2-9 0,1-4 2 0,-1-1 1 16,3-2-3-16,-1-2 2 0,-3 1-3 0,4-13-1 16,0 19 8-16,0-19-6 0,-3 15-4 15,3-15 6-15,-1 14 5 0,1-14 15 0,0 0 4 16,0 13 1-16,0-13 8 0,0 0 11 0,-1 10 7 15,1-10 9-15,0 0 11 0,0 0 9 0,0 11 7 16,0-11 0-16,0 0-10 0,0 0-25 0,0 0-28 16,0 0-59-16,-14 4-83 0,14-4-114 0,-32 10-52 15,6-2-172-15,-10 6-425 0,-15 2-492 0</inkml:trace>
  <inkml:trace contextRef="#ctx0" brushRef="#br0" timeOffset="114896.78">24144 13932 144 0,'0'0'317'0,"0"0"-221"0,0 0 104 15,0 0-138-15,4-9 98 0,-4 9-132 0,0 0 117 16,4-8-122-16,-4 8 109 0,0 0-127 0,6-10 112 15,-6 10-112-15,6-9 83 0,-6 9-81 16,4-9 92-16,-4 9-81 0,4-10 86 0,-4 10-47 16,3-10 40-16,-3 10-13 0,3-10-15 0,-3 10 2 15,3-11-3-15,-3 11-8 0,0-13-7 0,0 13-6 16,-3-15-7-16,3 15 3 0,-2-14-10 16,2 14-5-16,-5-17-5 0,1 9-3 0,0-1 0 0,-4-2-8 15,2 3-4-15,0-1 1 0,-1 1-2 16,-3 0 0-16,1-1-3 0,-1 0-2 0,-3 2 3 15,0-1-9-15,-2 2 4 0,2 0-1 16,-6 0-1-16,0 1 0 0,-2-1 18 0,0 0-12 16,0 3 5-16,-2-2-28 0,-1 2 29 0,-2-2-24 15,3 3 21-15,-3-2-22 0,2 1 1 0,-1 1 3 16,-1 0 0-16,-1-1-6 0,3 0 10 0,-2 2-2 16,2-1 0-16,-1-1 0 0,-1 3 1 0,3-1 2 15,-1 0 2-15,2 1 0 0,0 0-3 0,-2 0 1 16,-2 1 2-16,1-1 0 0,-1 1 0 0,-2 2 6 15,1-1-13-15,1 1 7 0,0 1-2 16,-1-2 1-16,1 0 1 0,-1 2-1 16,1-1 7-16,1-1-7 0,2 3-5 0,-1-1 5 15,1 0 1-15,1-1 3 0,2 3-2 0,-1-3-2 16,4 2 1-16,1-1 2 0,-2 1-6 0,1 0 8 16,0 1 3-16,-2 0-4 0,2 2 7 0,-1 0-9 15,-3 0 0-15,2 1 1 0,0 1 2 0,0 0 0 16,0-2 0-16,-1 4-28 0,2-2 34 0,2 1-28 15,-2-1 30-15,1 2-27 0,1-3 28 0,0 1-27 16,1 2 29-16,3-3-28 0,1 1 29 16,-1-1-22-16,2 1 24 0,0 0-32 0,-2 4 31 15,2 0-28-15,-1-1 32 0,2 4-4 0,-4-1-1 16,4 0-1-16,0 3-6 0,0 0 3 16,-1 0 3-16,2-1 0 0,-1 0 1 0,3 2-3 15,-3-2 0-15,4 0 26 0,-3 0-37 0,4-3 33 16,0 1-32-16,-1-2 2 0,3-2 0 0,-1 1 0 15,2-2 3-15,0 0-10 0,-2-2 8 0,3-9-2 16,0 16 1-16,0-16 1 0,-1 14-1 16,1-14 4-16,-1 11-6 0,1-11-3 0,0 0 4 15,-2 13 0-15,2-13 2 0,0 0 6 0,0 0-11 16,0 11 6-16,0-11-11 0,0 0-4 16,0 0-36-16,0 0-24 0,0 0-22 0,13-8-27 0,-13 8-24 15,9-8-22-15,-9 8-9 0,9-11-49 16,-9 11 41-16,6-16-186 0,-6 16 220 0</inkml:trace>
  <inkml:trace contextRef="#ctx0" brushRef="#br0" timeOffset="115234.8">22438 14139 224 0,'0'0'176'0,"-10"-6"80"0,10 6-171 0,0 0 107 16,-11-4-131-16,11 4 105 0,0 0-128 0,0 0 100 15,0 0-128-15,-10-6 94 0,10 6-110 0,0 0 88 16,0 0-100-16,0 0 91 0,0 0-19 0,-6 9 6 15,6-9-2-15,1 10-6 0,-1-10-5 16,7 14-4-16,0-5 1 0,-2-1-10 16,4 2-2-16,2 2-7 0,4-1 2 0,0 0-3 15,2 1-5-15,2-4-4 0,-1 1-3 0,2 0-9 16,3-3 5-16,0 0 1 0,0-2-4 0,2-2-3 16,-4 0 0-16,0-2 0 0,-2-2 33 0,1 0-49 15,-2-2 50-15,0 1-44 0,-5-3 33 0,1-1-31 16,-1 2 47-16,-3-1-28 0,-1-1 41 0,-9 7-14 15,9-12 21-15,-9 12-20 0,4-10 11 16,-4 10-30-16,0-10 14 0,0 10-28 0,-7-9 15 16,7 9-21-16,-11-3-5 0,11 3 4 0,-22 2-2 15,7 3 1-15,-3 0 15 0,-2 8-37 0,-6 3-16 16,1 1-110-16,0 3-119 0,-2 2-360 16,3 0-156-16</inkml:trace>
  <inkml:trace contextRef="#ctx0" brushRef="#br0" timeOffset="119533.72">1665 13567 420 0,'0'0'359'0,"-3"-12"-111"0,3 12-20 16,-2-9-58-16,2 9-3 0,0 0-63 0,-6-12 32 15,6 12-47-15,0 0 28 0,0 0-50 16,-5-9 24-16,5 9-41 0,0 0 14 0,0 0-40 15,-3-9 24-15,3 9-38 0,0 0 25 0,0 0-42 16,0 0 31-16,0 0-28 0,0 0 38 0,0 0-41 16,-4 10 30-16,4 1-33 0,0 3 2 0,1 10 6 15,-1 3 1-15,3 8 3 0,-2 4 4 0,3 3-3 16,-2 4-3-16,-1 2 3 0,3 2 11 0,0 11 2 16,0-1 23-16,0-1-21 0,-2-10 11 0,2 1-21 15,1-2 0-15,-1-1 0 0,0-1 14 16,1-3-18-16,-1-2-1 0,0-2-5 0,0-3 4 15,2-2 4-15,-3-8 2 0,-1-1 0 16,2 0-1-16,0-3 3 0,-3-4 0 0,3-2 5 16,-3 0-1-16,3-2-1 0,-3-3-2 0,2 2-2 15,2-3 6-15,-5-10 0 0,4 16-11 0,-4-16 0 16,8 14 41-16,-8-14-18 0,12 11 25 0,-12-11 10 16,25 5-6-16,-25-5-12 0,38-2-7 0,-10-4-6 15,6-2-7-15,4-2-6 0,1-2 0 0,2-3 1 16,9-3-3-16,3-2-10 0,-3 0 3 0,1 0 0 15,-3 0-4-15,2 0 0 0,0 0-1 0,-5 1-5 16,-8 4 6-16,1 0-7 0,-5 3 3 0,-1-2-7 16,-2 4-1-16,-10 1-6 0,1 2-4 15,-6 1-8-15,-1 1 1 0,-3-1-8 0,-11 6-4 0,12-4-2 16,-12 4-26-16,0 0 8 0,0 0-15 0,0 0 23 16,0 0-21-16,-14-4 24 0,14 4-18 15,-23 1 33-15,23-1-39 0,-33 0 38 0,14 0-44 16,-3-1 32-16,-1-1-24 0,-1 0 45 15,-2-2-34-15,0-1 44 0,2-2-31 0,-3-1 46 16,3 0-29-16,-2-4 49 0,6 2-32 0,0 1 51 16,2 1-31-16,0 0 46 0,5 2-27 0,-1 0 31 15,14 6-12-15,-18-9 28 0,18 9-5 0,-17-6 5 16,17 6-10-16,-10-7-3 0,10 7-7 0,0 0-10 16,-14-4-10-16,14 4-11 0,0 0-6 15,0 0-2-15,0 0-5 0,0 0-4 0,0 0 2 0,0 0-3 16,0 0-6-16,24 2 3 0,-7 3-2 15,1 1 2-15,2 3 3 0,2-1-5 0,-1 3-2 16,0-1-3-16,5 2 3 0,-2 2 2 0,-5-3-3 16,2 2 5-16,-2-1-6 0,-4 2 0 0,1 1 1 15,-4 1 1-15,-1 2 7 0,-4 2 11 0,-3 1 23 16,-5 4 4-16,-4 0-11 0,-4 9-5 0,-4 0-6 16,-2 0-9-16,-2 2-9 0,-8 9-18 0,0-3-55 15,5-8-66-15,1 1-7 0,-1-3-74 0,5-2-88 16,-2-1-56-16,7-3-251 0,-2-1-141 15</inkml:trace>
  <inkml:trace contextRef="#ctx0" brushRef="#br0" timeOffset="121202.85">9356 13751 354 0,'0'0'280'0,"0"0"-49"0,0 0-18 0,-12 5-23 16,12-5-19-16,0 0-29 0,0 0-14 0,0 0 20 15,0 0-48-15,0 0 22 0,0 0-45 16,-12 3 18-16,12-3-41 0,0 0 16 0,0 0-41 16,0 0 25-16,0 0-32 0,0 0 20 0,0 0-28 15,0 0 21-15,0 0-23 0,0 0 22 0,0 0-18 16,0 0 17-16,0 0-14 0,0 0 11 0,0 0-15 15,0 0 8-15,0 0-3 0,0 0 20 0,0 0 11 16,0 0 0-16,0 0 16 0,17-12-35 0,-3 2 3 16,5-1-9-16,5-7-8 0,2 1-6 0,5-3 1 62,9-6-1-62,1-3-3 0,3-1 1 0,2-1 3 0,0-1-3 0,3 0-6 0,-1-2 2 0,0 2 3 0,0 0 5 0,-6 4 19 0,-1 0-9 0,-9 8 3 0,-4 1-5 0,-2 3-2 16,-7 4-4-16,-3 1 0 0,-3 3-6 15,-5 3 1-15,1-1-8 16,-9 6 6 0,13-8-6-16,-13 8 5 0,0 0-8 15,0 0 4-15,0 0-9 0,0 0-8 0,0 0-13 0,-17 13-23 0,4-4-27 0,-2 2-31 0,-3 0 6 0,-1 3-2 0,-4 2-5 0,-2 1-33 16,0 2 23-16,-2-2-35 0,-1 5 13 0,-3-2 3 16,2 1 13-16,-3-1 18 0,1 3 14 15,-1-4 24-15,2 3 12 0,0-2 13 0,1 0 8 16,0-1 12-16,3-2 11 0,0-1 16 0,3 0 15 15,4-4 14-15,-1-1 22 0,3-1 8 16,0-1 6-16,5-1 0 0,-4-2 2 0,5 0 42 16,-1-1-40-16,3 0 36 0,9-5-22 0,-13 6 13 15,13-6-19-15,-11 6 10 0,11-6-13 0,0 0-3 16,-11 6-13-16,11-6-12 0,0 0-8 0,0 0 3 16,6-12-7-16,5 3-5 0,7-3 1 0,5-4-6 15,5-5-3-15,4 1-1 0,9-8-3 0,1 0 2 16,3 1-1-16,3-2-4 0,-2 0 0 15,2 1 3-15,-2 0-3 0,2 1 5 0,-2-1-6 0,-2 2 6 16,-3 1 0-16,-7 5 6 0,-4 2-4 16,0 1 4-16,-3 2-8 0,-8 4 11 0,-1 1-9 15,-4 1 8-15,-1 3-6 0,-6-1 0 16,5 2-11-16,-12 5 6 0,13-9-10 0,-13 9 8 16,10-4-12-16,-10 4 9 0,0 0-11 0,14-8 7 15,-14 8-9-15,0 0 3 0,0 0-12 0,0 0 0 16,0 0-10-16,0 0 3 0,0 0-8 0,-27 5 4 15,17 0-29-15,-4 2-55 0,1-1-44 0,-1 0-35 16,0 1 20-16,0 1-43 0,1-1-20 0,0 0-45 16,4-3-19-16,9-4-25 0,-20 8-184 0,20-8 42 15</inkml:trace>
  <inkml:trace contextRef="#ctx0" brushRef="#br0" timeOffset="121530.88">9836 13156 573 0,'0'0'373'0,"0"0"-82"0,-19-4-50 0,19 4-56 16,0 0 0-16,-17-1 2 0,17 1-53 0,0 0-26 16,0 0 5-16,-16-3-34 0,16 3-1 0,0 0-35 15,0 0-7-15,0 0-15 0,0 0 6 0,0 0-17 16,0 0 15-16,0 0-20 0,0 0 17 15,0 0-10-15,0 0 17 0,24 3 5 0,-24-3 5 16,37 0-1-16,-16 0 6 0,5 0 0 16,-1 0 1-16,0 0-4 0,-1 1-1 0,-4 2-3 15,0-2 6-15,-1 1-11 0,-3 4-13 0,1-3 4 16,-4 2-7-16,3 2 4 0,-5-2-4 0,0 6 15 16,-1-1 6-16,-5 2 7 0,0 4-9 0,-4 2-4 15,-3 4-2-15,-7 7-8 0,-3 3-5 0,-5 4-29 16,-7 8-98-16,-3 0-77 0,1 4-127 15,-6-6-112-15,2 6-316 0,-2-3-266 0</inkml:trace>
  <inkml:trace contextRef="#ctx0" brushRef="#br0" timeOffset="129659.4">22814 14636 140 0,'0'0'488'0,"0"0"-246"0,0 0 24 16,0 0-121-16,0 0 47 0,0 0-118 15,0 0 50-15,0 0-82 0,0 0 47 0,0 0-68 0,0 0 51 16,6-7-76-16,-6 7 63 0,0 0-73 15,0 0 57-15,0 0-63 0,0 0 61 0,0 0-64 16,0 0 64-16,0 0-69 0,0 0 68 0,0 0-71 16,0 0 60-16,0 0-61 0,0 0 71 0,0 0-70 15,0 0 68-15,0 0-69 0,0 0 66 16,0 0-65-16,0 0 67 0,0 0-70 0,0 0 67 16,0 0-68-16,0 0 71 0,0 0-69 0,0 0 67 15,0 0-65-15,0 0 59 0,0 0-60 0,0 0 66 16,0 0-67-16,0 0 67 0,0 0-68 15,0 0 60-15,0 0-57 0,0 0 62 0,0 0-61 0,0 0 79 16,0 0-84-16,0 0 68 0,0 0-69 16,0 0 62-16,0 0-62 0,0 0 72 0,0 0-68 15,0 0 67-15,0 0-69 0,0 0 68 16,0 0-65-16,0 0 64 0,0 0-68 0,0 0 77 16,0 0-77-16,0 0 68 0,0 0-68 0,0 0 69 15,0 0-66-15,0 0 60 0,0 0-60 0,0 0 68 16,0 0-71-16,0 0 70 0,0 0-70 0,0 0 61 15,0 0-59-15,0 0 62 0,0 0-61 0,0 0 67 16,0 0-67-16,0 0 67 0,0 0-67 0,0 0 67 16,0 0-68-16,0 0 69 0,0 0-66 15,0 0 65-15,0 0-67 0,0 0 66 0,0 0-61 16,0 0 60-16,0 0-64 0,0 0 63 16,0 0-64-16,0 0 69 0,0 0-70 0,0 0 65 15,0 0-65-15,0 0 62 0,0 0-61 0,0 0 65 16,0 0-66-16,0 0 66 0,0 0-65 0,0 0 58 15,0 0-59-15,0 0 68 0,0 0-66 0,0 0 65 16,0 0-67-16,0 0 66 0,0 0-53 0,0 0 49 16,0 0-66-16,0 0 68 0,0 0-66 0,0 0 67 15,0 0-66-15,0 0 67 0,0 0-63 16,0 0 52-16,0 0-53 0,0 0 64 0,0 0-64 16,0 0 64-16,0 0-66 0,0 0 59 0,0 0-56 15,0 0 62-15,0 0-57 0,0 0 59 16,0 0-66-16,0 0 65 0,0 0-65 0,0 0 57 15,0 0-59-15,0 0 69 0,0 0-62 0,0 0 64 16,0 0-69-16,0 0 64 0,0 0-60 0,0 0 59 16,0 0-66-16,0 0 67 0,0 0-63 0,0 0 63 15,0 0-65-15,0 0 68 0,0 0-65 16,0 0 57-16,0 0-61 0,0 0 66 0,0 0-66 16,0 0 63-16,0 0-66 0,0 0 64 0,8 10-56 15,-7 2 69-15,3 12-46 0,5 7 67 0,-3 8-4 16,2 5 5-16,5 15 38 0,-3 9 2 0,3 6 14 15,1 3 3-15,-1 6-14 0,-1-2-9 16,1 0-16-16,0-2-14 0,1-3-10 0,-1-2-10 16,2-5-7-16,-2-4 0 0,1-4-8 0,-1-6-7 15,-3-13-4-15,-1-3 27 0,0-4-38 16,0-6 30-16,-4-7-40 0,1-3 35 0,-2-2-32 16,0-6 30-16,-1 0-37 0,-1-2 30 0,-2-9-55 15,4 8-11-15,-4-8-99 0,0 0-26 0,0 0-2 16,5-8-16-16,-5 8-139 0,2-17 65 0,-4 5-94 15,2-1-171-15,-1 0-9 0</inkml:trace>
  <inkml:trace contextRef="#ctx0" brushRef="#br0" timeOffset="130454.46">22109 16922 110 0,'-4'-7'212'0,"4"7"-44"16,-6-14-62-16,6 14-12 0,-6-9-34 0,6 9 3 16,0 0-21-16,0 0-13 0,0 0-5 0,0 0 6 15,-4 23 6-15,8 8 8 0,2 9 23 0,4 16 14 16,-1 8 5-16,4 9 21 0,0 5 82 0,1 9-57 16,4 23 45-16,1 2-9 0,-1-1 27 15,2-1-67-15,-3-21-29 0,1 0-52 0,2 17 35 16,-3-21-25-16,-1-1-20 0,0-1 4 0,-1-2-12 15,-1-4 1-15,0-6-10 0,-1-4-30 0,0-9-34 16,-4-13-48-16,0-4-57 0,-2-6-43 16,2-3-38-16,-2-10-55 0,0-3 35 0,0-5-3 15,-7-14-124-15,10 9 215 0</inkml:trace>
  <inkml:trace contextRef="#ctx0" brushRef="#br0" timeOffset="131327.53">22205 16969 190 0,'-12'-23'196'0,"1"6"-41"0,2 0-19 0,0 2-26 16,-1 0-22-16,2 4-23 0,2-2-15 0,-1 4-10 15,1 1-14-15,1-1-2 0,5 9 4 0,-4-16-21 16,4 16 4-16,0-18-9 0,3 7 102 0,5-2-124 15,3-1 109-15,3-2-127 0,8-4 113 16,3 1-117-16,6-1 4 0,2-2 9 0,13-1 9 16,5-2 3-16,7 1 6 0,2 0-7 15,8 1 17-15,2-1 9 0,8 1 4 0,5 0 5 16,25-3 8-16,0 0 5 0,2 1-3 0,0 1 11 16,0 2-12-16,-17 4 3 0,22-3 5 0,0 0-1 15,-4 1-2-15,-17 4-2 0,0 1-3 0,-2 0 1 16,0 1-1-16,-2 0 1 0,-2 3 5 15,-4-2-6-15,-1 3-4 0,-4 1 5 0,-5 1-3 16,-5 0 2-16,-5 2-1 0,-15 3-1 0,-2-1-1 16,-4 0 0-16,-7 3 2 0,-7 0-7 0,-4-1-3 15,-5 1 4-15,-20 1-2 0,29-1-1 0,-29 1 4 16,25 0-2-16,-25 0 0 0,16 1 1 0,-16-1 12 16,20 6 1-16,-11 1 1 0,2 0 0 15,-1 4 4-15,1 4 12 0,0 3-4 0,-1 0 17 16,3 10-2-16,1 1 6 0,0 4 15 15,0 4-7-15,-1 1-7 0,5 10-44 0,-4 2 33 16,1 0-37-16,2 1 26 0,-2 3-9 0,2-1-9 16,0 1-2-16,-1 0-6 0,2 0-6 0,1 1-2 15,-2-1 1-15,1 0 12 0,-1-2-15 0,0-1 1 16,0-1-42-16,0-1 49 0,-5-9-44 0,2 0 9 16,-1-1 40-16,0 0-43 0,0-2 41 0,-3-1-4 15,1 0-3-15,0-1-1 0,-2-1-6 0,-2-1 0 16,1-2 1-16,0 0-3 0,-4-4 0 0,-2-1-1 15,1-2 1-15,-1-1-1 0,-2-2-1 16,0-2 1-16,0 1 0 0,-5 0-1 0,3 0 4 16,-5 0-2-16,2-2-1 0,-3-1 0 0,-3-2 0 15,-1 1 1-15,-2-2-1 0,-2 0 9 0,-2 0 19 16,-4 1-3-16,-6-2-2 0,-3 1-2 0,-3 0-6 16,-5-2-3-16,-11 5-2 0,-5-1 10 0,-5 1-13 15,-4 2-2-15,-5 1-1 0,-6 3-1 0,-6 1-41 16,-24 5 44-16,-1 5-37 0,-6 0 40 0,-5 4-2 15,1 3-3-15,-3 0-2 0,0 4-1 0,-2 1 0 16,2 2 22-16,1 0-26 0,3 0 33 0,5-2 0 16,3-1 18-16,5-2-20 0,5-2-5 15,5-1 0-15,20-6-5 0,0-2 10 0,1-1-11 16,6-2-4-16,0 0-3 0,3-3-38 0,6-1 39 16,2-7-37-16,7-18 40 0,10 0-34 0,5 0 3 15,4 0 5-15,6 0 1 0,3 0 3 0,19 0 0 16,-28 0-2-16,28 0-10 0,-21 0-15 0,21 0-21 15,0 0-17-15,-20 0-23 0,20 0-30 0,0 0-11 16,0 0 0-16,0 0-2 0,0 0-3 0,0 0-19 16,0 0-138-16,0 0 85 0,0 0-88 0,0 0-192 15,0 0 51-15</inkml:trace>
  <inkml:trace contextRef="#ctx0" brushRef="#br0" timeOffset="132438.63">19964 18502 81 0,'-1'-15'339'0,"-3"4"-121"15,3 0-49-15,1 11-49 0,-4-17-24 0,4 17-20 16,-3-8-18-16,3 8-12 0,0 0-9 0,0 0-4 16,-2 12-10-16,2 1 0 0,0 4-7 0,0 3 3 15,0 7-11-15,0 1 6 0,1 2-9 0,-1 6 3 16,1-5-4-16,1-3 2 0,-4 0-3 0,5-3 2 15,-3-1-5-15,1-6 6 0,1 0-7 0,-1-3 4 16,-1-3-6-16,1-2 11 0,-1 0-13 16,0-10 11-16,3 18-3 0,-3-18 16 0,1 10-10 15,-1-10 6-15,0 0-11 0,0 0 7 0,0 0-9 16,0 0 8-16,-5-14-11 0,4 2 3 0,-1-9-5 16,2-4 4-16,0-2-9 0,0-3 6 0,0-7-3 15,3-1 2-15,-2 1-3 0,3 2 2 0,0 2-1 16,2 1 4-16,-1 7-4 0,2 1 1 0,-1 3 0 15,1 0-1-15,0 4 5 0,1 3 2 0,-2 2-2 16,3 2 0-16,0 4 5 0,0-1-1 0,-9 7 4 16,22-5 3-16,-22 5 3 0,19 4-1 15,-5 1 2-15,-2 4 0 0,-1 0 1 0,3 2-1 16,-1 3-3-16,-2-1 0 0,0 2 4 16,-4-2-8-16,2-1 6 0,-2 1-11 0,-1-1 10 15,-1-2-15-15,2 0 12 0,-2-1-11 0,-5-9 13 16,7 12-15-16,-7-12 11 0,5 10 0 0,-5-10 25 15,0 0-13-15,7 8 12 0,-7-8-20 0,0 0 11 16,6-12-17-16,-3 2-1 0,2-3-2 0,-4-3-7 16,3-2 5-16,-1-3-11 0,-2 0 0 0,3-2 0 15,-2 2 5-15,1 5-2 0,0-3 4 0,-1 4 0 16,1 2 1-16,-2 1 1 0,3 3 0 0,-4 9 1 16,3-16 0-16,-3 16-6 0,4-10 2 15,-4 10 1-15,0 0 2 0,0 0 2 0,17 10 7 16,-9 2 2-16,-1 6-2 0,1 2 4 0,0 8-1 15,2 2-6-15,-1-1-7 0,0 3-27 0,2 0-52 16,-2 0-56-16,3-3-34 0,0-1-47 0,-1-9-113 16,0 0 257-16</inkml:trace>
  <inkml:trace contextRef="#ctx0" brushRef="#br0" timeOffset="132791.64">20549 18306 320 0,'-7'-12'286'0,"1"3"-78"0,-1 1-63 16,7 8-30-16,-12-8-23 0,12 8-20 0,0 0-11 16,-17 4-12-16,17-4 77 0,-9 15-112 15,7-4-1-15,0 3-2 0,1 2 3 0,4 2-7 16,-1 4 6-16,3 0-9 0,2-1-1 0,-1 1 5 16,3-2-10-16,0-2 11 0,2-2-6 15,1 0 8-15,2-4-4 0,-4-2 11 0,2-1-8 16,2-4 13-16,-3-1-3 0,-11-4 16 0,23 0-7 15,-23 0 21-15,23-7-20 0,-11-1 15 0,2-2-12 16,-3-4 13-16,1 0 11 0,-3-3 3 0,-4 3 3 16,-1-1-17-16,1-1-3 0,-5 2-10 15,0-2 6-15,-3 2-22 0,-2-2-6 0,-2-1-7 16,-3 2-7-16,-2 1-9 0,2 4-3 0,-3 4-7 16,-3 1-1-16,1 2-4 0,15 3-4 0,-33 6 42 15,14 0-91-15,-2 3-32 0,2 2-43 0,2 2-24 16,1 0-6-16,3 3-5 0,2-1 11 0,2 1-138 15,3-4 280-15</inkml:trace>
  <inkml:trace contextRef="#ctx0" brushRef="#br0" timeOffset="133205.67">20842 18248 195 0,'3'-11'305'0,"0"0"-66"16,-3 2-38-16,0 9-9 0,-1-19-18 0,1 19-16 15,-4-16-25-15,4 16-19 0,-8-11-23 0,8 11-18 16,-10-6-14-16,10 6-14 0,0 0-8 0,-14 6-9 16,14-6-5-16,-12 16 2 0,9-5 25 0,0 4-38 15,0 4-10-15,2 0 0 0,2 4-2 0,1 1 3 16,0 1-5-16,1-1 5 0,2 0-4 0,3-1 1 16,-1-4-5-16,1 0 17 0,3-2-31 0,-2-5-6 15,0-1 15-15,0-4-20 0,-9-7 6 16,17 6-1-16,-17-6 2 0,15-6 1 0,-7-2 5 15,0-3 1-15,-1-5 3 0,0-4 3 16,-1-2 5-16,-2-3 7 0,-4-3-2 0,-1-8 0 16,-3-3-3-16,-2-3 14 0,-2-3-16 0,-5-10 16 15,-1-1-19-15,-2 0 19 0,0 1-16 0,1 2 18 16,-2 4-21-16,4 12-1 0,0 5-2 0,2 4 1 16,3 7 4-16,2 2 0 0,-3 5 0 0,5 6-5 15,4 8 0-15,-12-8 1 0,12 8 2 0,-11 8 13 16,5 1-10-16,2 7 13 0,-1 4-12 0,2 5 19 15,2 3-19-15,1 8 10 0,1 3-13 0,3 1 14 16,1 1-25-16,2-1-38 0,0 0-53 0,3-2-43 16,1-3-23-16,1-2-23 0,2-5 25 15,2-2-119-15,-1-3 84 0</inkml:trace>
  <inkml:trace contextRef="#ctx0" brushRef="#br0" timeOffset="133828.72">21012 18201 101 0,'0'0'335'0,"6"-11"-99"0,-6 11-35 15,8-8-39-15,-8 8-37 0,0 0-22 0,6-10-24 16,-6 10-19-16,0 0-11 0,0 0-16 0,0 0-4 16,0 0-7-16,17 0-4 0,-17 0-6 0,11 12 0 15,-3-5 0-15,0 3-4 0,2 0-2 0,-2 1 74 16,1 2-70-16,1-3 41 0,-1 1-73 0,-2 0 3 16,2-1 7-16,0 0-3 0,-1-2 4 15,-2-2 2-15,-6-6 4 0,13 10 5 0,-13-10 5 0,10 8 21 16,-10-8 1-16,0 0 2 0,15-3-2 15,-15 3 53-15,11-10-59 0,-6 2 2 0,-1 0-2 16,1-3-3-16,-4-2 0 0,2-1-1 16,-3-1 3-16,-3-3 1 0,1-4-2 0,-3 1 10 15,-1 1 8-15,0 1 16 0,-1 2 4 0,0 3-6 16,1 2-16-16,-1 3-7 0,2 0-5 0,5 9-5 16,-14-7-5-16,14 7-6 0,0 0 1 0,-19 3-1 15,13 4-2-15,-1 4-3 0,1 3 2 0,0 1-1 16,3 4-2-16,-1 4 5 0,4 0-1 0,0 0 1 15,4 2-3-15,-2-1 0 0,2 1 1 0,2-1-1 16,2-2-1-16,2-1 0 0,-1 0 1 16,3-4 24-16,-1-2-17 0,2-3-5 0,0-3 2 15,1-2-9-15,-1-4-2 0,-13-3 6 0,29-2-5 16,-12-4 2-16,1-3-8 0,1-5 7 0,1-5-1 16,1-3 5-16,-2-3-2 0,0-5-7 0,-3-3 9 15,0-3-4-15,-8-3 2 0,1-3 23 0,-5-1-29 16,-3-3 25-16,-2 1-28 0,-3 0 27 0,-1 1-21 15,-3 2 3-15,-2 3-7 0,0 1-13 0,-2 5 12 16,-2 1-7-16,1 4-2 0,-2 3-11 16,3 4 2-16,2 4 4 0,-3 2-4 0,3 2 4 15,1 3 2-15,-2 1 0 0,3 3 2 0,-1 0 1 16,9 6 3-16,-14-4-4 0,14 4 1 0,-13 5 5 16,8 3 1-16,-4 5 2 0,4 5 5 0,1 4 2 15,0 1 4-15,3 5 24 0,1 1-17 0,1 8 5 16,4 2 1-16,2 1-1 0,2 0 0 0,1 0-1 15,0 0 2-15,7 0-1 0,1 6-11 0,-2-10-1 16,1 1 15-16,4-3-23 0,-1-2-32 0,-2-1-65 16,1 0-46-16,0 0-50 0,-1-2-33 0,1-1-30 15,-3-5-127-15,0 1 203 0</inkml:trace>
  <inkml:trace contextRef="#ctx0" brushRef="#br0" timeOffset="134158.74">20597 19037 194 0,'-8'8'487'0,"8"-3"-215"16,0-5-13-16,-21 0-98 0,21 0 4 0,0 0-76 15,0 0 26-15,0 0-50 0,0 0 32 0,0 0-17 16,0 0 10-16,21 0 10 0,1 0-32 0,12 0 27 16,4-15-14-16,12-8-7 0,4-1 6 15,3-1-32-15,2-2-12 0,2-2-6 0,2-1-3 16,1-1-13-16,0 0-3 0,-1 1-4 0,-2 1 4 16,-2 1-8-16,-6 2-14 0,-3 4-25 0,-11 4-37 15,-5 3-25-15,-4 3-67 0,-11 3-12 0,-4 3-3 16,-3 2-11-16,-12 4-8 0,0 0-17 0,0 0 9 15,0 0-143-15,-13 16 240 0</inkml:trace>
  <inkml:trace contextRef="#ctx0" brushRef="#br0" timeOffset="134358.76">20921 19035 372 0,'0'0'171'0,"-6"11"101"0,6-7-163 0,0-4 88 16,0 0-47-16,0 0 50 0,0 0-46 0,24 0 6 15,-24 0 12-15,33 0-47 0,-10-6 39 0,5-8-66 16,1 1 36-16,3-2-27 0,2-1-23 0,0 0-20 16,1-3-14-16,1 2-10 0,-2-2-13 0,2 1-11 15,1-1-38-15,-4 2-72 0,2 0-67 0,-3 0-107 16,0 1-63-16,-1 0 28 0,-5 2-191 0,1 0 47 16</inkml:trace>
  <inkml:trace contextRef="#ctx0" brushRef="#br0" timeOffset="139063.84">23145 16967 258 0,'0'0'356'0,"0"0"-104"15,5 7-64-15,-5-7-28 0,0 0-18 0,0 0-22 16,0 0-17-16,0 0-10 0,0 0-12 16,0 0-17-16,0 0-15 0,0 0-9 0,0 0-7 15,9-7-6-15,-9 7-3 0,8-9-2 16,-8 9-5-16,11-12-4 0,-6 4-8 0,2 0 0 16,-1-1-3-16,-1 0 1 0,3 1 0 0,-3-2 1 15,-1 1 12-15,-4 9 20 0,5-15 31 0,-5 15 8 16,4-13-15-16,-4 13-14 0,-3-12-8 0,3 12-10 15,-5-9-8-15,5 9-7 0,-9-6 0 0,9 6-11 16,0 0 6-16,-23-1 3 0,23 1-10 0,-19 4-9 16,9 0 2-16,-1 1 2 0,0 2-2 0,1 1 2 15,-1 2 7-15,1 0-4 0,1 0 3 0,4 1-10 16,-1-1 2-16,1 1 6 0,2 0-4 0,2-1-1 16,1-1 6-16,4 4-3 0,2-1 2 0,1 2 1 15,3 2 0-15,1-3-1 0,3 1-1 16,3-1 0-16,-3-1 1 0,5 1 6 0,-2-2-4 15,2-1-2-15,-1-1-1 0,0 2 3 0,0-2-1 16,-3-1-2-16,-1-2 3 0,-1 1 5 0,-1-2-8 16,-12-5 1-16,19 9 3 0,-19-9 3 0,13 7 0 15,-13-7-8-15,0 0 14 0,13 8 16 0,-13-8 22 16,0 0 6-16,6 8-22 0,-6-8 3 0,-7 9-14 16,7-9-3-16,-18 12-2 0,7-5 0 0,-4 0 10 15,-1 1-19-15,-3-1-2 0,1 1-3 0,-4-1-6 16,2 2 0-16,-3-2-2 0,2 1-28 0,1-1 11 15,0 0-28-15,0 0-24 0,5-3 12 16,3 0-117-16,12-4-54 0,-20 3-43 0,20-3 1 16,-14-3-203-16,14 3 79 0</inkml:trace>
  <inkml:trace contextRef="#ctx0" brushRef="#br0" timeOffset="139297.84">23366 16791 251 0,'4'-10'486'0,"1"1"-191"0,-5 9 4 0,5-15-37 16,-5 15-65-16,4-11-40 0,-4 11-32 0,5-9-29 16,-5 9-4-16,0 0-36 0,5-10-8 15,-5 10-19-15,0 0-8 0,0 0-5 0,0 0 0 16,0 0-2-16,17 6-4 0,-17-6 2 0,9 16-6 16,0-4-2-16,-3 1 1 0,2 4-1 0,2 0-2 15,-2 1 0-15,-3 2-2 0,4-1 2 0,-2 2-1 16,1 0-4-16,0-1 3 0,0 1-94 0,-2-2-49 15,0 1-53-15,-2-3-34 0,1-1-10 0,1-1 0 16,-3-2-163-16,0 0 190 0</inkml:trace>
  <inkml:trace contextRef="#ctx0" brushRef="#br0" timeOffset="139766.87">23480 17073 228 0,'0'0'366'0,"-8"-7"-110"0,8 7-48 16,0 0-5-16,-9-9-11 0,9 9-34 0,0 0-23 15,0 0-22-15,-7-8-24 0,7 8-33 0,0 0-37 16,0 0-23-16,1-12-15 0,-1 12-5 0,6-10-18 16,2 4-16-16,1-2-6 0,1 1-10 0,2-2 0 15,-2 0 5-15,4 2 8 0,-5-2 10 0,2 2 13 16,-1-1 3-16,-10 8 4 0,14-12 18 0,-14 12 44 16,11-12 15-16,-11 12 22 0,9-9 22 0,-9 9 11 15,7-8 18-15,-7 8 5 0,0 0-15 0,6-9-17 16,-6 9-21-16,0 0-14 0,0 0-12 0,9-8-12 15,-9 8-9-15,0 0-5 0,0 0-3 16,0 0-1-16,4 9-4 0,-4-9-3 0,0 14-1 16,0-14-3-16,2 19 1 0,-2-6-1 15,3-1-2-15,-1 1-1 0,2 0 1 0,0 2 19 16,0-1-12-16,2-2-8 0,1 1 1 0,-2-3-7 16,1 0-5-16,2-3 6 0,-1 1 3 0,-7-8 0 15,16 9 1-15,-16-9-2 0,15 2 1 0,-15-2 2 16,17-4-1-16,-17 4 0 0,18-11 2 0,-9 3-1 15,-2-4 2-15,2 0 3 0,-1-2 2 16,-3-1-1-16,2 1 4 0,-2-1 7 0,-2 0-10 16,0 3 9-16,-2 0-14 0,-1 2 11 0,0 10-15 0,0-18 5 15,0 18-14-15,-5-13-9 0,5 13-7 16,0 0-35-16,-10-8-36 0,10 8-19 0,0 0-10 16,-13 8-12-16,13-8-9 0,-10 13-6 0,10-13-11 15,-4 13-6-15,4-13 1 0,3 15 5 0,-3-15 4 16,7 15-96-16,-7-15 76 0</inkml:trace>
  <inkml:trace contextRef="#ctx0" brushRef="#br0" timeOffset="140876.97">23975 16911 3 0,'9'-10'232'0,"-4"-1"-22"0,-1 1-54 0,0-1-7 16,-2-1-17-16,-2 0-13 0,0-1 84 0,-1 1-115 16,-3-3 74-16,0 0-79 0,2 1 46 0,-3 3-77 15,1 1 46-15,-4 1-66 0,4 0 51 16,4 9-24-16,-10-13-62 0,10 13 53 0,-10-4-64 15,10 4 58-15,0 0-62 0,-21 6 57 0,15 1-63 16,-3 1 62-16,3 3-60 0,-1 2 5 0,2 1 4 16,0 1 2-16,1-1-1 0,1 0 1 0,1 0 0 15,2-2 2-15,0 0-1 0,2-1-6 0,1-1-7 16,-3-10-16-16,8 15-11 0,-8-15-18 0,10 8-17 16,-10-8-6-16,0 0 4 0,22-2-2 0,-22 2-4 15,14-10 5-15,-5 0 13 0,-1-1 13 16,-2-3 10-16,3-3 17 0,-4-1 120 0,1-2-114 15,-2-1 137-15,-2-2-103 0,-2 0 129 16,-2-1-117-16,-2-2 113 0,0 2-94 0,0 0 20 16,-2 3 17-16,3 3 38 0,0 3 30 0,-1 4-36 15,3 0-6-15,-2 2-35 0,3 9-2 0,-4-14-30 16,4 14 8-16,0 0-21 0,-6-8 5 0,6 8-14 16,0 0 12-16,-2 8-15 0,2-8 7 0,0 16-16 15,1-5 13-15,0 3 0 0,3 2-3 0,-2 5-14 16,2 0 6-16,0 3-12 0,1 0 6 0,-1-1-46 15,3 1-26-15,-1 0-36 0,0-1-22 0,1-4-18 16,-1 0-7-16,4-3 4 0,-3-4 17 16,0-1 1-16,1-5 12 0,-8-6 15 0,18 8 19 15,-18-8 16-15,0 0 15 0,24-1 8 16,-15-5 17-16,-9 6 23 0,17-12 26 0,-10 5 18 16,1-1 20-16,-3 1 11 0,1-1 13 0,-6 8 22 15,10-14 104-15,-10 14-109 0,6-12 80 0,-6 12-102 16,5-9 54-16,-5 9-77 0,0 0 49 0,5-10-79 15,-5 10 56-15,0 0-73 0,0 0 59 0,0 0-72 16,0 0 4-16,0 0 0 0,0 0 4 0,16 9-1 16,-16-9 2-16,3 12 2 0,-3-12-1 0,6 16 2 15,-4-7 1-15,3 1 0 0,-1 0 0 0,0-1-2 16,2-2 4-16,-6-7-1 0,9 14-1 0,-9-14 0 16,8 10-5-16,-8-10 6 0,11 4-6 0,-11-4 0 15,0 0-1-15,15-3 13 0,-15 3-12 16,11-10 7-16,-6 3-3 0,0-2 0 0,0-2-1 15,-1 1-1-15,0-5 64 0,-1 1-74 0,-1-1 65 16,-2 2-74-16,0-3 67 0,0 2-60 0,0 2 68 16,-1 1-55-16,1 11 49 0,-4-18-40 0,4 18 39 15,-2-13-54-15,2 13 45 0,0 0-52 0,-8-7 50 16,8 7-52-16,0 0 51 0,-13 10-56 0,9-1 47 16,-1 1-40-16,1 2 2 0,0 1-3 0,0 2 4 15,3-2 3-15,-1-1-1 0,0 1 1 0,2-2-4 16,2-1-14-16,-2-10-23 0,3 17-11 0,-3-17-26 15,8 12-25-15,-8-12-12 0,0 0-14 16,22 1-10-16,-22-1 16 0,21-10 10 0,-9 1-2 16,4-2 42-16,-2-1 8 0,-3-1 15 15,3-1 115-15,-4-1-95 0,-1 2 137 0,-1 2-98 16,1 0 143-16,-4 1-90 0,-5 10 136 0,9-15-85 16,-9 15 76-16,5-11-104 0,-5 11 45 0,8-9-81 15,-8 9 50-15,0 0-77 0,0 0 52 0,0 0-32 16,0 0 16-16,0 0-66 0,5 9 65 0,-5-9-71 15,1 13 68-15,-1-13-69 0,-1 15 4 16,1-15 3-16,1 17 2 0,-1-17 5 0,0 16 4 16,0-16-4-16,2 14 3 0,-2-14-3 0,2 10-10 0,-2-10-4 15,0 0-6-15,5 10-7 0,-5-10-13 16,0 0-7-16,0 0-2 0,13-6 87 0,-13 6-96 16,6-14 100-16,0 5-89 0,-3-1 110 0,1 0-95 15,0-1 116-15,0 0-82 0,1 1 94 0,-3-1-70 16,-2 11 83-16,6-15-49 0,-6 15 41 0,4-13-64 15,-4 13 41-15,2-10-59 0,-2 10 44 16,0 0-54-16,0 0 41 0,0 0-9 0,0 0-7 16,0 0-3-16,14 5-35 0,-14-5 38 0,5 10-48 15,-5-10 46-15,4 11-51 0,-4-11 34 0,4 12-96 16,-4-12 58-16,5 10-128 0,-5-10 84 0,0 0-133 16,7 7 109-16,-7-7-109 0,0 0 73 0,0 0-193 15,17-9 258-15</inkml:trace>
  <inkml:trace contextRef="#ctx0" brushRef="#br0" timeOffset="141160.99">24590 16482 14 0,'0'-19'370'0,"3"4"-66"0,-3 2-44 16,1 0-62-16,-1 13-38 0,0-17-35 0,0 17-29 15,0 0-26-15,0 0-12 0,0 0-4 0,0 0-16 16,0 0-10-16,-5 10 59 0,5-10-79 16,0 21 58-16,0-8-81 0,1 1 58 0,3 3-102 15,-3 0 58-15,1 1-130 0,0-2 86 0,-1 1-121 16,2 1 80-16,-2-2-102 0,1-1 72 0,0-2-50 15,-1 0 59-15,-1-3-30 0,0 2 31 16,0-12 23-16,-1 16 31 0,1-16 147 0,-1 11-69 16,1-11 164-16,0 0-114 0,-4 13 150 0,4-13-72 15,0 0 65-15,-4 9-55 0,4-9 9 0,0 0-10 16,0 0-13-16,-5 7-12 0,5-7-5 0,0 0-27 16,0 0-39-16,0 0-35 0,0 0-18 0,0 0-14 15,0 0-19-15,10-11-19 0,-3 3-22 0,3-1-34 16,0-1-109-16,4-2 73 0,2-2-129 0,0 1 78 15,2 0-69-15,-2 3-171 0,1-3 175 16</inkml:trace>
  <inkml:trace contextRef="#ctx0" brushRef="#br0" timeOffset="142314.07">23261 17722 138 0,'-11'4'241'0,"11"-4"-50"0,0 0-22 15,-13 4-20-15,13-4-4 0,0 0-11 0,-17 5 14 16,17-5-32-16,0 0 0 0,0 0-32 0,-12 5 3 16,12-5-28-16,0 0 9 0,0 0-18 0,0 0 14 15,0 0-25-15,-13 4 17 0,13-4-14 16,0 0 42-16,0 0-23 0,15-6 21 0,-5 3-37 16,7-3 15-16,2-3-35 0,8-4-7 15,0 1-2-15,5-3-4 0,1 0 4 0,0-2-12 16,2 0 1-16,1 1-4 0,-2-1-1 0,2 2-7 15,-3 1-48-15,-2 0 13 0,0 1-128 0,-3 3 53 16,-9 2-156-16,-2 4 11 0,-4 0-2 0,-13 4-131 16,15-3 201-16</inkml:trace>
  <inkml:trace contextRef="#ctx0" brushRef="#br0" timeOffset="142549.1">23251 17999 297 0,'-14'16'231'0,"0"-2"-68"15,5-3-35-15,3-3-29 0,6-8 18 0,-8 14 8 16,8-14 19-16,8 9 27 0,-8-9-38 0,18 2 9 16,-1-3-34-16,9-2 17 0,7-4-24 0,2-1 20 15,2-4-34-15,3 0 32 0,2-2-42 0,5-4-16 16,-5 3-23-16,6-2-1 0,-10 2-15 0,3 0 7 16,-4 1-8-16,0 2-26 0,-5 0-34 0,-1 2-74 15,-8 3-34-15,-5 0-50 0,-3 5 4 16,-15 2 4-16,0 0 1 0,19 1 4 0,-19-1-20 15,-3 10 47-15,-5 1-17 0,-4 3 40 16,-8 5-96-16</inkml:trace>
  <inkml:trace contextRef="#ctx0" brushRef="#br0" timeOffset="142708.1">23662 18074 340 0,'-31'24'39'0,"-7"4"56"15,-2 0 2-15,7-6 20 0,1-1 19 0,1 1-20 16,4-1-5-16,3-2-15 0,1-4-14 0,9-3-15 16,-1-1-5-16,6-2 18 0,3-2 9 0,6-7 16 15,0 0 1-15,3 11-10 0,-3-11-4 16,20 0-13-16,1-4-16 0,3-4-9 0,8-5-10 15,0 0-10-15,4-3-8 0,2-3-4 0,6-2-6 16,-2-2-1-16,-4 4-13 0,-2 3-32 16,-1 0-37-16,-6 2-79 0,-1 3-55 0,-8 4-14 0,-4 4-20 15,-16 3 8-15,0 0-108 0,18 5 256 16</inkml:trace>
  <inkml:trace contextRef="#ctx0" brushRef="#br0" timeOffset="143047.14">23545 18504 306 0,'-19'22'244'15,"-1"0"-74"-15,4 1-28 0,4-6-36 0,1 0-10 16,4-3-5-16,3-3 37 0,1-1-7 0,3-10 22 16,1 15-29-16,-1-15 25 0,11 10-35 0,-11-10 21 15,20 1-35-15,-3-5 38 0,5-1-52 0,0-4-13 16,6-2-10-16,1-3-12 0,-1 1-8 0,0-1-7 16,2 2-11-16,-5-1-26 0,-2 3-48 0,-4 1-46 15,-1 3-57-15,-5 1-30 0,-13 5 10 16,19-3 8-16,-19 3 13 0,7 8 10 15,-7-8 1-15,-3 16 42 0,-3-4 9 0,-5 6 22 16,-1 0 31-16,-5 4 42 0,-2 0 30 0,0 0 25 16,-2-1 32-16,1 1 2 0,-1-3 19 0,2 3-4 15,4-8 13-15,3 0-39 0,-2-1 6 0,5-3-34 16,3-2 7-16,-1-1-8 0,7-7 54 0,-5 10-15 16,5-10-8-16,0 0-10 0,0 0-12 0,0 0-10 15,0 0-10-15,30-6 3 0,-15-5-8 0,7-7-17 16,0-1-7-16,3-1-32 0,-2-2-51 0,3-1-62 15,-2 1-78-15,-2-2-35 0,1-1-207 16,-2 0 109-16</inkml:trace>
  <inkml:trace contextRef="#ctx0" brushRef="#br0" timeOffset="144094.21">22751 16923 233 0,'0'0'227'0,"-10"-10"-86"0,10 10-30 16,-14-5-20-16,14 5-21 0,0 0-19 0,-27 3-15 15,15 2 1-15,-2 2-9 0,4 1-7 0,-5 5-4 16,2-1-3-16,3 3 1 0,-2 1-4 0,2 2-4 16,2 0 8-16,1 3-1 0,-1 0 4 0,3 1-2 15,1 2 2-15,0 0 2 0,2 2 6 0,0-1-5 16,1 1 2-16,2 0 1 0,3 1 1 15,0 0-2-15,2 4 0 0,2 1-4 16,2-1 4-16,1 2-7 0,0-3 5 0,2 3-10 0,-3-2 8 16,4 1-6-16,-1-1 19 0,-1 0-9 0,0-1 3 15,1 0-12-15,0 0 11 0,-3-3-10 16,-1 3 12-16,2-3-8 0,-2 0 11 0,-1-3-26 16,0 0 16-16,-1 0-13 0,0 0 16 0,-2-2-12 15,0 1 15-15,-1 0-9 0,1 0 7 0,0-1-18 16,-2-1 18-16,1-1-20 0,-2-1 1 15,1-1-1-15,-1-1 2 0,2 0-5 0,-1-1-1 16,2-1 5-16,-1-2-4 0,1 1 1 0,0-2-1 16,1 1 4-16,2-2-5 0,1 1-1 0,0-1 4 15,0-1 0-15,2 0-1 0,-2 0 0 16,3-1 4-16,-1 1-5 0,1-1-2 0,-2 0 4 0,3 1-1 16,-3-1 1-16,-1 1 0 0,1 0 15 15,0 0-19-15,0 1-2 0,-2 1 4 0,1-1 1 16,-1 0-2-16,1 1 19 0,-4 0-6 15,1 1 7-15,1-1-18 0,-3 1 26 0,0-1-20 16,-2 1 21-16,2-1-19 0,-3 1 39 0,0 0-29 16,2 1 34-16,-3 1-34 0,1 3 22 0,-1-1-32 15,0 0 24-15,0 2-22 0,2 0 15 0,-1-1-32 16,0-1 28-16,3 1-33 0,0 2 1 0,1 0 1 16,1-2 2-16,2 0-3 0,0-1-17 0,2-2-27 15,1 0-34-15,1-1-19 0,3 0-7 0,-1-3-11 16,3 0-1-16,-2-2-2 0,3 0 3 15,-1-2-13-15,-2 0 20 0,1-1 12 16,0-1 7-16,-2 1 17 0,1-1 12 0,-2 1 2 16,0 1 2-16,-4-2 9 0,0 2 2 0,0 0-4 15,-3 3 14-15,1-1-10 0,-2 1-23 0,-3 0-44 16,2 0 41-16</inkml:trace>
  <inkml:trace contextRef="#ctx0" brushRef="#br0" timeOffset="147563.79">14233 16840 199 0,'0'0'233'16,"0"0"-52"-16,-14-7-9 0,14 7-45 0,0 0-23 15,-11-4-23-15,11 4-16 0,0 0-11 0,0 0-13 16,-11-6-8-16,11 6-6 0,0 0-2 0,0 0-11 16,0 0 14-16,-10-4-27 0,10 4 3 0,0 0-3 15,0 0 1-15,0 0-2 0,0 0 1 0,0 0-4 16,0 0-6-16,0 0-1 0,-7-7 2 15,7 7 2-15,0 0-1 0,0 0 0 0,15-2 7 16,-15 2 3-16,17-3 1 0,-17 3 0 0,24-3 4 16,-24 3-2-16,29-5 4 0,-10 4 0 0,-1-1 1 15,7 0 5-15,-1 0-6 0,-1 0 4 16,4-1-1-16,1 1 1 0,-1 0 5 0,2-1 7 0,11 0-10 16,-3 0 2-16,1-1 1 0,1 1-1 15,3-1 0-15,-3 1 0 0,4-1-2 0,-1 0-2 16,-1 1 1-16,0 0 7 0,1 1-4 0,-2 0-3 15,1 0 7-15,-1-1-8 0,0 2 1 0,0 1 3 16,1-1 2-16,-2 1 3 0,0 0-6 0,0-2-2 16,1 2 2-16,-8 0 0 0,6 2 0 0,-6-2-4 15,2 0 3-15,-1 0-1 0,4 1-2 16,-5-1 3-16,0 1 6 0,1-1-7 0,-1 0 2 16,-1 1 2-16,1-1-1 0,-4 0-1 15,0 0 1-15,0 0-2 0,-1 0 2 0,0-1-3 16,-3 0 18-16,2 0-17 0,-3-1-4 0,1 1 19 15,-4 0-26-15,1 0 26 0,-4-2-26 0,2 2 22 16,-19 1-28-16,28-3 3 0,-28 3 20 0,22-2-23 16,-22 2 21-16,19-1-22 0,-19 1 13 0,0 0-19 15,20-1 25-15,-20 1-20 0,0 0 17 0,16-3-22 16,-16 3 20-16,0 0-19 0,0 0 23 0,0 0-25 16,16-1 19-16,-16 1-19 0,0 0 14 0,0 0-13 15,0 0 22-15,0 0-26 0,0 0 20 0,0 0-24 16,0 0 23-16,0 0-26 15,0 0 27-15,0 0-42 0,0 0-89 0,0 0-90 16,-1 9-52-16,1-9-19 0,-19 9-153 0,5-4 155 16</inkml:trace>
  <inkml:trace contextRef="#ctx0" brushRef="#br0" timeOffset="149880.94">16253 15926 270 0,'0'0'171'0,"0"0"78"0,0 0-164 15,0 0 116-15,0 0-120 0,-4-9 100 0,4 9-110 16,0 0 85-16,0 0-109 15,-14-5 59-15,14 5-73 0,0 0 61 0,-14-4-64 16,14 4 68-16,0 0-63 0,-18-6 45 0,18 6-52 0,-13-4 37 16,13 4-14-16,-15-4-4 0,15 4-6 15,-13-6-5-15,13 6-4 0,-15-6-2 0,15 6-5 16,-17-6-5-16,17 6-7 0,-18-6 5 0,18 6-6 16,-19-9-2-16,19 9 0 0,-23-7-9 0,7 3 6 15,1-1-15-15,0 1-2 0,-2 0 18 0,1-1-23 16,-1 3 20-16,0-2-20 0,2 0 25 15,-3 1-26-15,2 0 17 0,-1 0-14 0,0 1 19 16,4-1-24-16,13 3 27 0,-28-4-26 0,15 1 25 16,13 3-24-16,-28-3 27 0,13 1-30 15,1 0 30-15,-4-1-30 0,2 0 32 0,-1 1-30 16,0-1 28-16,-2 1-35 0,0 0 37 0,1-1-37 16,-1 2 37-16,-1-2-37 0,0 1 37 0,-4-1-34 15,1 1 28-15,1 0-33 0,-3 0 39 0,5-1-40 16,1 2 41-16,-2 0-43 0,0 0 40 15,1 0-36-15,-1 1 29 0,0 0-30 0,1 0 46 16,1 0-49-16,-2 0 50 0,1 1-35 0,2 0 32 16,-4 0-50-16,3 0 54 0,0 2-51 0,0-1 52 15,1 0-54-15,-5 0 53 0,0 2-46 0,1-2 40 16,-1 2-44-16,0-1 52 0,-1-1-51 0,2 2 53 16,-4-2-58-16,1 1 58 0,-1 1-56 15,2-2 48-15,1 1-48 0,-2-1 58 0,1 0-56 16,4 0 55-16,-1-1-60 0,1 0 58 15,1-1-60-15,-1 3 60 0,2-2-58 0,0-1 59 16,1 1-58-16,-2 1 58 0,19-2-58 0,-32 2 56 16,13 0-58-16,2 0 58 0,-1-1-61 0,0 2 62 15,-1-1-62-15,1 1 52 0,-3 0 7 0,1 2-10 16,-3 1-49-16,1-2 60 0,-1 2-63 0,2-2 65 16,-3 3-62-16,0-2 58 0,0 1-58 0,2 0 69 15,-1-1-65-15,0 2 66 0,3-3-66 16,-1 2 6-16,1-2 7 0,1 3 1 15,-1-2 0-15,4 0 6 0,-2 1 2 0,1 0 3 16,2-1 0-16,-3 3 19 0,0-2-18 0,0 1 0 16,1 2 3-16,4-1-1 0,-4 0 2 0,4 1 1 15,-1 1 0-15,-2 0 4 0,3 2-5 0,0-1 3 16,0 1 3-16,1 1-1 0,1 1 1 0,2 1 4 16,0-3 5-16,2 2-7 0,1 1 5 0,0-2 3 15,2 2-2-15,1 1 3 0,-2 0 1 16,3-1 6-16,2 2-1 0,-2 0 0 0,2-1 3 15,0 0 2-15,2 3-3 0,-1-2 2 0,3 1 13 16,-2 3-14-16,2-1 0 0,1 0 1 0,0 0 3 16,2 1 1-16,0-1 0 0,0 0 11 15,2 0-9-15,0 0-7 0,2-1 18 0,1 1-13 16,-2-1 14-16,3-2-19 0,0 2 20 0,0-1-28 16,4 3 35-16,-2-4 2 0,0 0-9 0,0 0-1 15,0-1 1-15,2-1-4 0,0 2-2 0,0-3-3 16,-1 1 0-16,2 0-4 0,1-1 1 0,-2 0-1 15,2 0-1-15,-3-2 0 0,3 2 2 0,-2-1-5 16,2-1 2-16,0 1 0 0,1-1-2 0,-1-1 2 16,1 1-2-16,1-1 0 0,1-2 0 0,0 2 0 15,-1-2 2-15,3-1 0 0,1 0 1 0,-2 1-1 16,3-4 10-16,-1 2-19 0,2-1 14 0,0 1-17 16,-1-3 13-16,0 2-17 0,1-2 15 15,0 0-16-15,-2 0 15 0,1 0-16 0,1-2 16 16,0 0-18-16,-2 1 4 0,2-1 2 0,-1-1 0 15,2 0-1-15,-3-1-1 0,2 1-2 0,-1-1 2 16,1-1 2-16,-2 1 0 0,1-1 2 0,1 0-2 16,0-2 1-16,-1 1 0 0,1 0-2 0,-1-1 0 15,2 0-1-15,-1-1-1 0,-3 0 1 0,3 1-2 16,0-3 0-16,0 2-1 0,-1-1-2 16,6-2 2-16,-7 3-3 0,-2-3 1 0,1 2 3 15,0-1 0-15,-2 0 1 0,-1-1 0 0,2 1 0 16,-3 0-5-16,1-1 0 0,-2 0 1 15,1 0 0-15,-1-1 0 0,1 0 0 0,-1 1-4 16,0-3 3-16,0 1 0 0,-1 1-5 0,1-2 0 16,-1 0 0-16,0 0-1 0,1-1 0 0,-3 0 1 15,3 2 0-15,-4-3-28 0,3 2 34 0,-2-1-33 16,-1-2 35-16,-2 1-34 0,0 1 35 0,0-2-33 16,-1 1 34-16,1-2-37 0,-3 1 5 0,4 0 32 15,-5-1-32-15,4 0 24 0,-3 1-34 0,-1-1 34 16,1 1-32-16,-2 1 31 0,1-2-34 0,-2-1 31 15,1 1 5-15,0 0-14 0,-3 1-4 0,1-1 0 16,-1 0 0-16,2 1-4 0,-4-1-2 0,1-2-4 16,-2 4 2-16,2-2 9 0,-3 1-21 15,-1-1 3-15,0-1-3 0,0 0-1 0,0 0-2 16,0-3 5-16,0 1 2 0,-1 1 0 16,-2-2 0-16,2 2 6 0,-2 0-2 0,0 1 0 15,1 0 4-15,-3-1 2 0,1 2-2 0,-1-1 2 16,0 0 2-16,-2 1-1 0,1 0-3 0,-2 1-1 15,1-1 2-15,-2-1-34 0,-4 1 41 0,3 0-40 16,-3 0 40-16,0 1-35 0,0 0 38 0,-1 1-36 16,-1 0 34-16,-2 1-34 0,1 1 34 0,-5 2-35 15,1 0 2-15,-2 1 33 0,-1 0-24 0,-1 4 23 16,-2 0-17-16,-1 0 14 0,2 3-14 16,-5 2-98-16,1-1-18 0,-1 3-180 15,-4-1-15-15,2 4-176 0,2-4 9 0</inkml:trace>
  <inkml:trace contextRef="#ctx0" brushRef="#br0" timeOffset="152070.12">4987 16054 197 0,'0'0'145'0,"0"0"91"0,0 0-186 0,0 0 109 16,0 0-154-16,-12 3 102 0,12-3-129 0,0 0 104 0,0 0-123 16,0 0 108-16,0 0-133 0,-10-7 126 15,10 7-115-15,0 0 107 0,0 0-110 0,0 0 109 16,0 0-114-16,-7-6 115 0,7 6-111 0,0 0 108 15,0 0-125-15,0 0 127 0,0 0-106 0,0 0 94 16,0 0-99-16,0 0 104 0,0 0-98 16,0 0 100-16,9-8-103 0,-9 8 104 0,0 0-107 15,17-4 13-15,-17 4 13 0,15-1 11 0,-15 1 0 16,19-4 6-16,-19 4-26 0,19-2 33 0,-19 2 7 16,22-3-4-16,-22 3 7 0,24-3-4 15,-24 3 16-15,27-2-7 0,-27 2 2 0,24-2 0 16,-24 2-6-16,27-3 9 0,-27 3-2 0,26-1 3 15,-26 1-8-15,28-3 3 0,-28 3 9 0,28-2-2 16,-28 2-2-16,27-1 0 0,-27 1 0 0,30-3-12 16,-30 3 3-16,29-1 11 0,-29 1-2 0,29-1-3 15,-29 1-6-15,27 0 5 0,-27 0 5 16,28 0 9-16,-28 0-16 0,26 1-5 0,-26-1 6 16,26 1 1-16,-26-1 1 0,28 0-6 0,-28 0 8 15,29 2-1-15,-29-2-6 0,31 0 10 0,-31 0-7 16,31 1-4-16,-31-1 116 0,32 0-130 15,-32 0 112-15,34 0-134 0,-15 0 123 0,-19 0-125 16,32 0 120-16,-13 1-123 0,-19-1 5 0,32 0 4 16,-32 0 15-16,31 0 1 0,-31 0 4 0,31 1 7 15,-31-1 3-15,30 0 1 0,-30 0 2 0,31 0-4 16,-31 0 7-16,29-1 5 0,-29 1-1 0,31 0-5 16,-31 0 2-16,32-1 1 0,-32 1 3 0,33-3-2 15,-15 2-1-15,0 0 2 0,1-1-6 16,-1 1 11-16,0 0-4 0,0-1-4 0,1 0 2 15,0 0-1-15,-1 0 0 0,3 0-2 0,-3-1 2 16,1 2-6-16,1-1 5 0,-2 1 0 0,0-2 8 16,0 0-10-16,3 2 106 0,-1-1-123 15,-2-1 108-15,1 1-114 0,0-1 88 0,1 2-93 16,-1-3 92-16,1 3-104 0,-2-1 95 0,1-1-96 16,-1 0 97-16,1 1-100 0,0-2 98 0,-1 2-100 15,2 0 88-15,-2 0-87 0,-1 1 98 0,0-2-99 16,2 1 91-16,-1 1-75 0,-2-2 75 0,1 2-95 15,1-2 97-15,-1 2-95 0,0-1 86 16,-1 0-80-16,3 1 89 0,-1-2-88 0,0 2 84 16,-1-1-87-16,1 0 91 0,0 0-90 0,0 0 92 15,1-1-90-15,-3 2 88 0,3-2-94 0,0 2 93 16,-2-1-90-16,2-1 83 0,-1 2-83 0,2-2 91 16,-1 2-89-16,0-2 86 0,-1 2-83 15,-1 0 85-15,2-1-87 0,-3 0 83 0,4 1-78 16,-3 0 79-16,0-1-83 0,2 1 83 0,-2-1-80 15,1 1 71-15,-1-1-8 0,0 1-69 0,2 0 90 16,-2-2-85-16,1 3 73 0,-1-1-8 0,0-2-4 16,0 3-2-16,2-1-23 0,-1 0 20 15,-18 1-14-15,31-2-61 0,-31 2 82 0,31-3-73 16,-15 2 76-16,-16 1-73 0,30-3 75 0,-30 3-74 16,28-2 65-16,-28 2-62 0,24-1 73 0,-24 1-66 15,19-2 64-15,-19 2-74 0,0 0 76 0,23-1-78 16,-23 1 76-16,0 0-79 0,0 0 73 15,21-1-84-15,-21 1 92 0,0 0-99 0,0 0 48 16,15 4-170-16,-15-4 16 0,15 4-279 0,-15-4 132 16</inkml:trace>
  <inkml:trace contextRef="#ctx0" brushRef="#br0" timeOffset="152579.16">8232 15857 345 0,'0'0'246'0,"0"0"36"0,0 0-142 0,0 0 77 16,0 0-107-16,-11 5 52 0,11-5-105 0,0 0 54 0,0 0-89 16,0 0 62-16,0 0-81 15,0 0 65-15,0 0-83 0,0 0 73 0,-11 4-79 16,11-4 68-16,0 0-77 0,0 0 70 0,0 0-83 15,0 0 77-15,0 0-73 0,0 0 75 0,0 0-72 16,0 0 74-16,0 0-68 0,17 5 73 0,-17-5-68 16,18 0 75-16,-18 0-73 0,27 1 62 0,-27-1 5 15,37 0-14-15,-13 0-48 0,3 0 59 16,3-1-56-16,0 0 56 0,11 0-50 0,-2-1 46 0,0 0-2 16,3-1-8-16,1-1 4 0,0 1-5 15,1-1-4-15,-1 0 3 0,2-1-12 16,-3 1 3-16,0-1 2 0,2 3-6 0,-3-2 4 15,1 0-2-15,-3 2 2 0,1-2-1 0,-3 2-2 16,0-1 1-16,-8 2-3 0,1-2 2 0,0 3-1 47,0 0-3-47,-2-1 7 16,2 1-2-1,-1-1-2 1,1 1 2-16,0-1 0 15,-1 1-1-15,-3 0 11 0,2 0-12 0,1-1-7 0,-3 1 1 0,-1 0 3 0,-3 0-1 0,-1-2-1 0,0 2-1 32,-3 0 1-32,1 0 2 0,-19 0-6 0,32 0-2 0,-32 0 3 0,29 0-3 15,-29 0 6-15,23 0-6 0,-23 0-1 0,22 0 0 0,-22 0 3 0,0 0-7 0,24 0-4 0,-24 0-11 0,0 0-25 0,18 0-31 0,-18 0-53 0,0 0-180 0,0 0 10 0,0 0-223 0,12 4-3 0</inkml:trace>
  <inkml:trace contextRef="#ctx0" brushRef="#br0" timeOffset="153834.25">15846 15073 83 0,'0'0'27'15,"-9"-15"50"-15,9 15-83 0,-6-13 70 0,6 13-80 0,-8-14 75 16,8 14-84-16,-10-14 64 0,10 14-76 0,-9-10 73 16,9 10-67-16,-11-11 60 0,11 11-60 15,-13-9 60-15,13 9-65 0,-16-6 45 0,16 6-34 16,-19-4 72-16,19 4-81 0,-21-2 53 0,21 2-52 15,-28 1 56-15,28-1-57 0,-29 1 52 0,11 2-58 16,1-1 64-16,-1-1-60 0,1 0 47 16,-1 1-40-16,-1 0 49 0,2 0-90 0</inkml:trace>
  <inkml:trace contextRef="#ctx0" brushRef="#br0" timeOffset="153881.25">15484 14996 154 0,'-18'1'-28'0,"1"2"39"16,0 1-38-16,0-2 32 0,-2 0-46 0</inkml:trace>
  <inkml:trace contextRef="#ctx0" brushRef="#br0" timeOffset="154333.29">14844 15700 49 0,'10'22'2'0,"1"4"44"0,2-1-51 0,3-2 7 15,0 0 1-15,2-1 5 0,1-2-1 0,3-1 0 16,2-2-16-16,1-1 37 0,2-2-24 0,2-3 8 16,5-1 3-16,0-2 3 0,2-3-2 0,5-3-20 15,1-3 22-15,1-1-9 0,2-3 10 0,-1-3-6 16,0-1 83-16,2 0-108 0,-4-4 93 0,8-3-102 15,-2-2 98-15,-8 2-95 0,-3 0 77 16,-1-3-72-16,0 0-6 0,-3-2 6 0,0 0-2 16,-2-2 9-16,0 1 12 0,-3-2-23 15,-3-1 26-15,0-1-16 0,-1-1 3 0,-4 0 10 16,0-2-12-16,-5 0-6 0,2-1 8 0,-5 2-1 16,0-2-2-16,-3 0 1 0,-4 4 81 0,-1-1-101 15,-3 2 80-15,-2 0-88 0,-3 0 72 0,-2 2-76 16,-3 1 69-16,-5-2-62 0,-2 2 50 0,-3 2-66 15,-1 4 68-15,-2-1-72 0,-5 5 71 16,5 2-70-16,-3 1 71 0,1 3-72 0,-5 1 59 16,1 1-61-16,0 2 64 0,-3 0-58 0,2 4 60 15,-2-1-58-15,2 2 54 0,2-1-96 0</inkml:trace>
  <inkml:trace contextRef="#ctx0" brushRef="#br0" timeOffset="154392.29">15595 15125 181 0,'-22'8'-62'0</inkml:trace>
  <inkml:trace contextRef="#ctx0" brushRef="#br0" timeOffset="154421.29">15512 15166 112 0,'-15'13'-20'15,"1"0"15"-15,4 2-25 0,2-1 10 0</inkml:trace>
  <inkml:trace contextRef="#ctx0" brushRef="#br0" timeOffset="155457.37">19051 15048 147 0,'-9'-12'187'16,"-4"-1"53"-16,-1 2-173 0,-1 0 107 0,-3 0-155 15,0 1 93-15,-4 1-123 0,-1 0 99 0,0 1-121 16,-1 1 105-16,-3 1-116 0,2 2 100 0,-5 0-110 16,2 4 106-16,0 1-112 0,-1 3 109 15,-6 3-113-15,-1 2 110 0,2 0-105 0,-2 5 105 16,0 1-110-16,-1 4 116 0,-7 4-106 15,2 6 108-15,0 2-112 0,4 2 88 0,-2 3-74 16,4 5 1-16,0 0 16 0,2 1 3 0,3 3 8 16,2 2 11-16,2 0-6 0,4 0 4 0,0 1 114 15,5 1-124-15,4-8 119 0,5 2-107 0,1 0 109 16,4 2-124-16,4 1 129 0,3 2-117 0,6 8 10 16,2 0 17-16,6 0 10 0,1-4 5 15,6-2 4-15,3-1 12 0,4-4-8 0,2-3 5 16,3-3 1-16,5-3 1 0,1-3 1 0,3-3 15 15,2-4 45-15,2-1-70 0,0-4 53 0,4-4-55 16,2-3 41-16,3-1-41 0,3-4 28 0,0-3-27 16,-7-5 10-16,2-1-16 0,12-4 14 15,-1-2-13-15,-2-4 2 0,-1-2-12 0,-1-5 3 16,-2-1-7-16,-1-5-1 0,0-1-3 0,-1-3-4 16,0-3-4-16,-3-3-2 0,-1 0 7 15,-2-4-9-15,-5 0-5 0,-1-2 3 0,-5 0-2 16,-3-1-1-16,-3 1-1 0,-4-1 19 0,-7-1-28 15,-4 5-5-15,-6 0-22 0,0-3 29 0,-3-2-37 16,-6-1-4-16,-1-2-4 0,-2-1 2 0,-7-3-7 16,-1-1 4-16,-4-8 1 0,-5 2 66 0,-3 1-78 15,-3 4 76-15,-3 4-76 0,-5 2 76 0,-3 4-14 16,-5 3 3-16,-2 2-6 0,-3 3-5 0,-1 3-3 16,-6 2-2-16,2 2-95 15,-2 3 112-15,-2 0-100 0,0 4 101 0,-1 1-97 0,1 2 107 16,5 4-104-16,2 1 98 0,-3 3-93 15,1 0 110-15,0 4-120 0,3 0 122 0,0 5-117 16,1 1 114-16,4 1-109 0,1 3 108 0,3 4-99 16,2 1 101-16,3 4-111 0,1 0 116 0,7 4-6 15,2 3-155-15,0-3-165 0,7 1 84 0</inkml:trace>
  <inkml:trace contextRef="#ctx0" brushRef="#br0" timeOffset="156351.44">24318 15066 137 0,'18'-8'67'0,"-18"8"133"15,15-7-130-15,-15 7 121 0,14-6-106 0,-14 6 116 0,9-5-111 16,-9 5 107-16,0 0-19 0,13-7-45 15,-13 7-20-15,0 0-18 0,0 0-22 0,0 0-2 16,0 0-26-16,0 0-10 0,0 0-14 16,-8-6 2-16,8 6-8 0,-18 5-1 0,18-5-1 15,-21 12-3-15,9-4-3 0,-4 5-69 0,0 2 75 16,-2 5-68-16,0 3 100 0,-1 4-84 0,1 0 81 16,0 3-65-16,-1 1 17 0,1 3 12 0,3 1 8 15,-1 0 4-15,1 3 9 0,4-2 9 16,-2 2 0-16,4-1 28 0,1 1-26 0,3 0 8 15,1 1-18-15,4-3-1 0,0 2 3 0,4-1-3 16,1 0-16-16,4 0 10 0,1-1-7 16,3-1 3-16,1 0-18 0,4-1 9 0,1 0-1 15,2-3 6-15,-1-1-4 0,6-1 8 0,-2-3-7 16,2-2 0-16,2-2 8 0,0-2 28 0,3-2-36 16,-1-2 16-16,1-2-11 0,2-4 38 0,-1-2-33 15,5-1 32-15,-1-5 5 0,-4-2-2 0,7-2-3 16,0-5-1-16,2 0 5 0,-1-3 11 0,-2-1 4 15,2-3 0-15,-2-2 2 0,-1-3 5 0,-1-1-14 16,5-5-39-16,-1-4 26 0,-3 0-44 16,-3-2 23-16,-2-1-36 0,-1-3-8 15,-3-3-18-15,0-1 20 0,-4-3-47 0,-2-1 22 16,0-1-33-16,-4-3 19 0,-7 7-41 0,1 0 37 16,-2 0-32-16,-3 0 31 0,-4-1-14 0,-3 2 33 15,-2 1-23-15,-6 0-1 0,-2 2 7 0,-5 1 6 16,-6 1 3-16,-7-4 6 0,-5 3 1 0,-7 3-9 15,-6 2 7-15,-4 2-4 0,-6 3-51 0,-3 3 66 16,-1 3-65-16,-3 2 82 0,-1 2-78 16,0 2 78-16,0 3-76 0,3 2 101 0,-2 0-108 15,12 5 92-15,4 2-91 0,-2 2 95 0,7 2-164 16,1 2 4-16,4 2-289 0,1 2 136 0</inkml:trace>
  <inkml:trace contextRef="#ctx0" brushRef="#br0" timeOffset="159991.34">14099 16710 60 0,'-17'2'168'0,"17"-2"-21"0,0 0-14 16,-18 1-36-16,18-1-19 0,0 0-15 0,0 0-15 15,-18 0-12-15,18 0-13 0,0 0 1 0,0 0-3 16,0 0-1-16,0 0-14 0,-19 3-1 0,19-3 4 16,0 0-4-16,0 0-2 0,0 0-8 0,0 0 10 15,0 0-8-15,0 0 6 0,0 0-4 0,0 0 5 16,-16 1-4-16,16-1-6 0,0 0 6 0,0 0 1 16,0 0 0-16,0 0-3 0,0 0 2 0,0 0-4 15,0 0 0-15,0 0 7 0,0 0 0 16,0 0-1-16,0 0-4 0,0 0 4 0,0 0 5 15,0 0-14-15,0 0-9 0,0 0 2 16,0 0 3-16,0 0-2 0,0 0 8 0,0 0 3 16,0 0-1-16,0 0-1 0,0 0-19 0,19 2-7 15,-19-2-13-15,0 0 4 0,0 0-17 0,18 2-22 16,-18-2 21-16,0 0 3 0,14 2 0 0,-14-2-15 16,0 0 22-16,0 0 19 0,10 6-74 0</inkml:trace>
  <inkml:trace contextRef="#ctx0" brushRef="#br0" timeOffset="162113.51">14072 16729 229 0,'0'0'32'0,"0"0"6"16,0 0 8-16,-3 9 9 0,3-9 13 0,0 0 0 15,0 0 6-15,0 0 24 0,0 0-37 16,-16 2-15-16,16-2-15 0,0 0-5 0,0 0-7 16,0 0-3-16,-16-2-9 0,16 2 3 0,0 0 10 15,0 0-15-15,0 0-8 0,0 0 3 0,-17-1 3 16,17 1-1-16,0 0 1 0,0 0 7 16,0 0-10-16,0 0-6 0,0 0 1 0,0 0 15 15,0 0-13-15,0 0 3 0,0 0 11 0,0 0-14 16,0 0-6-16,0 0 3 0,0 0 2 0,0 0 4 15,0 0-1-15,19-6-6 0,-1 5 11 0,5-2 0 16,4-1 7-16,2 2 0 0,7-2 3 0,2-1 4 16,4 1 2-16,2 0 3 0,3-3-1 0,2 2 3 15,11-1-8-15,3-1 4 0,-2 0 8 16,2 0-2-16,1-1-2 0,1 0 2 0,-1 1 2 16,0 0-5-16,1-2 3 0,1 2 1 0,2-1-4 15,-1-1-2-15,2 3 5 0,-2-2 2 0,-1 2-5 16,0 0-2-16,-4 0 2 0,-11 2-2 15,-1 0-3-15,-2-1 0 0,-2 3 1 0,-1-2-2 16,-3 0-2-16,-3 2-1 0,-2 1-1 0,-7-2 0 16,0 2-3-16,-6-1 3 0,-3 1-2 0,-2 1-3 15,-19 0-2-15,29-2-2 0,-29 2-1 0,19 0-2 16,-19 0 8-16,0 0 3 0,18-2-12 0,-18 2-1 16,0 0-1-16,0 0-1 0,0 0-4 0,-27 4-1 15,8-3-1-15,-5 2 4 0,-3-2-8 16,-2 2-1-16,-12-2-1 0,1 1-29 15,-1 2-24-15,-2-1-16 0,-2-2-6 0,-2 1-12 16,1 0-4-16,-4 0 2 0,0-1 15 0,0 2 8 16,-1-2 4-16,1 1 10 0,-3 0 4 0,0 0 12 15,0 1 6-15,-13 0 9 0,3 0 4 0,1 1 5 16,-2 1 7-16,1 1 8 0,2 1 8 0,-2-1 5 16,3 3 109-16,11-4-113 0,2 4 133 0,-1-1-119 15,2 0 5-15,2 3 11 0,2-4-1 16,2 0-2-16,3 1-3 0,2-2-13 0,7 1 2 15,4-3-4-15,-1 1 0 0,5-2 4 0,3 1 0 16,17-4-4-16,-25 5 3 0,25-5-5 0,-18 4 0 16,18-4-2-16,-14 2-1 0,14-2 8 0,0 0-25 15,-14 4 9-15,14-4 5 0,0 0 5 0,0 0 2 16,0 0-4-16,15 4 4 0,-15-4-1 16,31-1 9-16,-8-1 1 0,5 1 6 0,8-3 5 15,1 2-1-15,4-2 0 0,4-1-1 0,2 1 1 16,3-1 0-16,2 1 0 0,11-2-2 0,1 1 2 15,0-1 3-15,1 1-4 0,2-1 95 0,-1-1-112 16,2 1 91-16,-1 0-100 0,1 0 4 0,0-1 2 16,-1 2 23-16,3-1-25 0,-6 0 10 0,1 1 4 15,-2 0 0-15,-12 1 0 0,-4 1-1 16,0 0 5-16,-4-1-3 0,-2 2-4 0,-4-1 1 16,-8 1-1-16,-4 0-1 0,-4 2-6 0,-2-1 3 15,-19 1-2-15,30-1-4 0,-30 1-2 16,18-1 0-16,-18 1 4 0,0 0-5 0,0 0-1 15,0 0 3-15,0 0-2 0,-8 9-1 0,-12-5-4 16,-7 3 52-16,-8-1-68 0,-4 2 74 0,-6-1-92 16,-4-1 7-16,-12 2 88 0,-1-1-102 0,-3 1 83 15,0-1-94-15,0 0 90 0,-4-3-96 0,0 2 4 16,1-2 3-16,-1 0 5 0,-3-1 6 0,2 1 1 16,1-2 0-16,0 0 3 0,1 1-1 0,3 1 6 15,12-2 7-15,1 1 0 0,-1-1 0 16,3 1 4-16,2-1 3 0,2 2 2 0,4-1 4 15,1 0 1-15,4 1-2 0,6 0 4 0,3-2 3 16,3 1 5-16,6-2 4 0,19-1-3 0,-29 3 6 16,29-3-20-16,-19 2 16 0,19-2-20 0,-16 2 2 15,16-2-5-15,0 0 12 0,0 0 7 0,0 0-4 16,9 9 20-16,-9-9 0 0,33 4 3 0,-9-3 3 16,6 0-1-16,9-1 7 0,3-1 0 0,4-1-1 15,6-1 9-15,11 0-8 0,2-3 1 16,1 0 2-16,4 1 1 0,1-2 1 0,0-1-5 0,0 1 5 15,1 0 0-15,0 0 88 0,0-2-101 16,0 2-2-16,-1-1 1 0,-2 1 5 0,-2-2-1 16,-4 2 0-16,-2-1 1 0,-13 3-6 15,-2-1 2-15,-4 1-1 0,-2 1-2 0,-3 0 3 16,-10 1-3-16,0 0-4 0,-8 0 3 0,-3 2-4 16,-16 1-3-16,26-2-1 0,-26 2 5 0,16-2-1 15,-16 2-6-15,0 0-8 0,0 0 5 0,-17 3-6 16,-8-2-5-16,-10 3-2 0,-10-1-4 0,-8 0-7 15,-15 2 88-15,-3 0-109 0,-7 0 94 0,0 0-109 16,-7 1 4-16,0 0 5 0,-5 0-6 0,2 1-3 16,1-2 9-16,-1 2-1 0,6-1 15 0,3 0 4 15,4-1 3-15,4 1 6 0,3-1 2 16,4 0 5-16,15-1 0 0,1 1 5 0,6-3 0 16,0 2-1-16,6-1 3 0,8-1 1 0,3-1 10 15,5 1-3-15,20-2 3 0,-30 2-1 0,30-2 2 16,-21 0 0-16,21 0-6 0,0 0 5 0,-20 1-12 15,20-1-1-15,0 0 14 0,0 0 2 0,21-2 4 16,4-1 5-16,4 0-10 0,12-3 11 16,6 2 7-16,12-3 5 0,6 0 5 0,5-2 0 15,4 0 9-15,3 0 1 0,4 0-7 0,-1-1 5 16,3-1-3-16,2 3 1 0,-3-1-3 0,1 0 1 16,0 1 0-16,0-1 0 0,-2 1 1 0,-2 1 1 15,-2-1-5-15,-3 2-1 0,-3 0-7 16,-5 0 0-16,-2 1 0 0,-13 1-1 0,-5 0-4 15,0 0 1-15,-4 1-4 0,-3 0-2 0,-10 1-2 16,-1 0 1-16,-2 0-2 0,-7 1-3 0,-1-1 0 16,-18 2-2-16,27-1 36 0,-27 1-47 15,19-1 5-15,-19 1-2 0,0 0 6 0,15-1 6 16,-15 1-9-16,0 0-4 0,0 0-5 0,-32 3 1 16,4 0-1-16,-10 1-5 0,-7 1-4 0,-5-1 0 15,-17 3-5-15,-3 0-3 0,-4 2-2 0,0 0-1 16,-4 0-2-16,0 0 96 0,0 3-111 15,1-2-2-15,0 1 4 0,2 2 3 0,2-2 7 16,4 2 8-16,4-2-1 0,7 0 13 0,12-3-6 16,3 0-3-16,4 1 5 0,5-3 4 0,7 1 7 15,2-4 3-15,5 2 1 0,2-2 5 0,18-3-1 16,-24 5-1-16,24-5-2 0,-18 3-3 0,18-3 0 16,-13 3-18-16,13-3 6 0,0 0 7 0,0 0 10 15,13 4 9-15,-13-4-4 0,36 0 3 0,-8-3 10 16,10-1-6-16,3 0 2 0,8-3-1 0,-3 0 5 15,13-2 2-15,1 0 2 0,1 1-3 0,2-1 5 16,-1-1 1-16,2-1-2 0,2 3 5 16,-1-1-3-16,-1 0 2 0,-3 1 9 0,0-1-12 15,-13 1-2-15,-2 2-4 0,-1 0 1 16,-2 0-1-16,-3-1 3 0,-3 3-3 0,-1 0-3 16,-9 0 1-16,-3 0-3 0,-5 2-1 0,-2 1-1 15,-17 1-1-15,28-5-2 0,-28 5-3 0,19-2 2 16,-19 2-5-16,0 0 0 0,21-2-2 0,-21 2 1 15,0 0-1-15,0 0-1 0,19-1-2 0,-19 1 2 16,0 0-4-16,0 0 3 0,0 0-1 16,14-2 2-16,-14 2 0 0,0 0-1 0,0 0 1 15,0 0 1-15,0 0 2 0,0 0-5 0,0 0 4 16,16-2-1-16,-16 2 2 0,0 0-4 0,0 0 4 16,0 0 0-16,0 0 0 0,0 0 0 0,0 0-3 15,0 0 3-15,0 0 3 0,0 0-4 16,0 0 3-16,0 0-3 0,0 0 3 0,0 0-5 15,0 0 0-15,0 0 1 0,0 0 1 0,0 0-2 16,0 0 3-16,0 0-1 0,0 0 1 0,0 0-1 16,0 0 1-16,0 0-6 0,0 0 5 0,16-2 1 15,-16 2-5-15,0 0 7 0,0 0-1 16,0 0 1-16,0 0-2 0,0 0 1 0,0 0-1 16,0 0 0-16,0 0 1 0,0 0-1 0,0 0-1 15,0 0 19-15,0 0-22 0,0 0-1 16,0 0 4-16,0 0 3 0,0 0-4 0,0 0 2 0,0 0-2 15,0 0 2-15,0 0-2 0,0 0 4 16,0 0 3-16,0 0-6 0,0 0 3 0,0 0-2 16,0 0 0-16,0 0-1 0,0 0 1 0,0 0 1 15,0 0-1-15,0 0 0 0,0 0-2 0,0 0 1 16,0 0-25-16,0 0-70 0,0 0-53 16,-14 3-36-16,14-3-111 0,-20 1 84 0</inkml:trace>
  <inkml:trace contextRef="#ctx0" brushRef="#br0" timeOffset="166505.84">12712 15972 74 0,'0'0'66'0,"2"-12"-12"16,-2 12-12-16,2-12 110 0,-2 12-141 0,2-11 118 0,-2 11-126 15,0 0 106-15,0-15-123 0,0 15 128 16,0 0-120-16,0-14 127 0,0 14-119 0,0 0 117 16,-2-11-121-16,2 11 113 0,0 0-124 0,-4-12 109 15,4 12-127-15,-5-8 112 0,5 8-122 0,-7-7 116 16,7 7-124-16,-8-7 111 0,8 7-111 0,-10-7 114 16,10 7-125-16,-16-6 122 0,16 6-122 0,-18-6 118 15,18 6-131-15,-21-7 133 0,21 7-120 16,-24-6 107-16,24 6-109 0,-26-6 119 0,11 3-122 15,-1 1 119-15,0-1-126 0,-2 1 128 0,1-1-124 16,-1-1 6-16,0 3 17 0,-1-1 8 0,-1 1 8 16,2-2 2-16,-2 0 7 0,4 1 0 0,-3 0 3 15,0-2 1-15,0 1 5 0,2-1-5 16,-1 2-15-16,-5-2 14 0,2 0 10 0,0 1 0 16,-1 0-11-16,-1-1 11 0,0 1-4 0,0 0 4 15,1 1-2-15,-1-2 0 0,0 1-3 16,0 1 3-16,0 1 0 0,2 0 2 0,-1-2-1 15,1 2-2-15,-2-2 5 0,3 2-4 0,1-2 4 16,0 2-11 15,0-1 11-15,1 1-8 15,-1-2 10-31,2 2-1 0,-2-2 34 16,3 1-42-16,-4-1 4 0,3 1 0 15,0 0 12-15,-2 0-14 16,1-1 6 0,0 2-3-16,-1 0 1 0,0-1-3 0,-1 0 3 0,-1 2-2 0,-2-1 3 0,-3 1-8 0,0 0 11 15,1-1-6-15,-1 1 5 0,1 0-4 0,0 0 3 0,4 0 1 0,0 0-3 0,1 0 4 0,1-2-3 0,-2 2 1 0,3 0 0 0,18 0-1 0,-32-1-5 0,32 1 7 0,-31 0 0 0,31 0-11 0,-29 0 9 0,29 0 6 0,-31 0 6 16,31 0-11-16,-29 0-7 0,11 1 8 0,0 1 0 0,-1-1 1 0,1 0-2 0,-2 1-10 0,1 0 7 16,-1-1 9-16,-4 3-11 0,1-2 11 0,1 2 3 15,0 0-7-15,-1 0-12 16,4-2 9-16,3 2-8 0,-3-2 4 0,2 3 9 15,-1-1 0-15,1-1-2 0,2 0 2 0,-2 1-3 16,17-4-6-16,-25 5 9 0,12-1-12 0,0 0 12 16,13-4 0-16,-25 6-4 0,12-2 0 0,-1-2 1 15,2 2-8-15,-4 1 8 0,1-1-8 0,-2 1 11 16,1 0-2-16,-3 1 100 0,4-1-123 0,-2 1 86 16,1-1-99-16,1 2 89 0,0-3-91 0,0 3 15 15,1-1 5-15,0 0 4 0,-1 0 4 16,1-1 3-16,3 1-7 0,-3 0 12 0,2 0 1 15,1-1 3-15,-1 1 0 0,1-1 0 0,-1 0 2 16,3 0-6-16,-1 0 9 0,-1 2-5 0,2-1-7 16,-2 1 11-16,-1 2-4 0,1 0 18 0,2 1-22 15,-2-1 2-15,3 1-3 0,-1 1 10 16,2-1-10-16,-2 1 1 0,2-2 10 0,2 1-1 16,1-2 1-16,-1 2 1 0,1 0-7 0,-1 1-31 15,3-1 31-15,-1-1 11 0,1 1-2 0,0 2-2 16,0-1-32-16,0 0 39 0,2 1-39 15,0-1 45-15,0 1-40 0,0 2 15 0,0 0-7 16,0-1 38-16,2 4-38 0,0-4 37 0,-2 4-39 16,4-1 42-16,-2 0-8 0,1 2-8 0,4-2 4 15,-4 0-3-15,3 2-1 0,0-1-5 0,1 2-1 16,1-3-3-16,0 2 1 0,0-2 5 0,1 1 12 16,2-1-15-16,-1 0-1 0,-1 0-6 0,4-1 8 15,-1-1-6-15,0 0 1 0,1 0 99 16,1 0-108-16,0 0 3 0,1-1 6 0,1-1 2 15,0 1 1-15,1-1 5 0,1-1-7 0,-1 2 16 16,1-2-9-16,-2-1 6 0,4 1-4 0,-2-1 8 16,-1 0-6-16,2 0 0 0,0 0-6 15,0-1 6-15,0 0 1 0,1-1 5 0,1 1 1 16,-1-1 0-16,2 0-5 0,0 0-9 0,1 0 10 16,-4-2-3-16,4 1 8 0,0-1-10 0,-2 0 1 15,2 0 4-15,-1-1 2 0,1 0-2 0,-1-1-1 16,3 2-2-16,-2-3 2 0,-1 1-1 15,2 0 1-15,0-1-1 0,0 0-5 0,0-1-2 16,-2 3 4-16,3-2-4 0,-1 0 2 0,0 0-6 16,2 0 10-16,-3 0-1 0,2 0 0 0,0-1-1 15,1 1 3-15,1 1 0 0,-1-2 1 0,1 1-6 16,1 1 1-16,0-2-5 0,0 2 9 0,0-2-7 16,0 2 3-16,1-1 0 0,-1 0 3 0,0 0-1 15,-1-1 0-15,1 1 4 0,-2 0-2 0,0-1-3 16,3 0 3-16,-4-1 0 0,3 2 1 0,-1-1 0 15,0-1 5-15,0-1-9 0,-2 1 10 16,4-1-12-16,-3 0 16 0,2-1-18 0,-1 0 8 0,1 1-10 16,-2-3 8-16,1 1-9 0,0 1 10 0,0-1-8 15,0 0 18-15,-1-1-20 0,0 0 10 16,1 1-10-16,-2-1 8 0,-2 0-9 0,4 0 3 16,-2-1 0-16,0 1-1 0,-1-1 0 0,0 0 4 15,-2-1-1-15,3 0-1 0,-2 0 1 0,-1 0-2 16,1 0 0-16,0-1 2 0,-1 1 5 0,0-1-7 15,0-2 2-15,0 2 0 0,0-2-5 0,-2 2 0 16,2-1 0-16,-2-1 0 0,2 1-1 0,0-1 0 16,-1 1-1-16,0-2 1 0,1 1 2 0,-2 1-2 15,-1-1 1-15,0 1 1 0,0 1 0 0,0-2 9 16,-2 1-13-16,-2 0 3 0,0 1-3 0,-1-2-2 16,2 1 2-16,1-2 1 0,0 0-1 15,-4 2 65-15,2-3-72 0,-1 0-5 16,3 0 4-16,-3-3 3 0,2 2-1 0,0-1 1 15,-1-1 1-15,-2-1 2 0,1 2-6 0,1-1-1 16,-3 0 5-16,2 0-2 0,-4 2 3 0,0 1-1 16,0 0 5-16,-3 0-5 0,2 0 1 0,-3 1 2 15,2 1-5-15,-2-1 1 0,0 0-3 0,-1 1 5 16,0-2-4-16,1 1-6 0,-2-1 4 0,1 0-5 16,-1 0 6-16,2-1-9 0,-3-1 15 15,3-1-18-15,-2-1 6 0,0 0-4 0,0 0-1 16,0-1 0-16,-1 0-1 0,-1 3 3 15,-2-2-3-15,2 1 6 0,-2 0-4 0,0 0-1 16,0 1 2-16,0-1 4 0,-2 0-3 0,0 0-2 16,-1 2 1-16,1-2 2 0,0 1-4 0,-3 0 4 15,1-2-4-15,-2 1 0 0,-1-1-5 0,1 1 5 16,-5-3-2-16,0 3 0 0,-1-2 3 0,-2 0-2 16,-1 1-3-16,-2 0-4 0,1 1 5 15,-3-1 1-15,1 1-5 0,-4 2 112 0,-2-3-127 16,3 4 118-16,-1-1-120 0,1 1 107 0,-2 1-124 15,2-1 99-15,-1 3-102 0,1-2 120 0,0 2-131 16,-1 0 130-16,1 1-127 0,1 0 125 16,-1 1-120-16,0 0 114 0,1 0-136 0,1 1 146 0,-2 0-123 15,2 0 121-15,-1 1-121 0,0 0 124 16,1 1-125-16,-4-1 113 0,0 1-113 0,1-1 11 16,-1 1 12-16,0-1-5 0,0 2 16 15,0-2 6-15,-1 2-6 0,2 0 10 0,-2 0 6 16,-1 0 8-16,0-2-6 0,-1 2-8 0,1-1 23 15,1 1-12-15,-2 0-6 0,3 0 15 0,-1 0-3 16,2-1-3-16,-4 1-7 0,7 0 14 0,-3 1-7 16,-2-2-11-16,4 2 11 0,-7 0 1 0,3 0-1 15,-3 2-3-15,0-2-4 0,1 0 8 0,0 1 106 16,-3-1-115-16,2 0 88 0,-1 1-113 0,0-2 7 16,1 1-1-16,-2 0 10 0,2 0 3 15,-1 0-5-15,-1 0 15 0,2-1 0 16,-1-1 9-16,0 2 12 0,2-1-25 0,-2 0 11 15,-1 1-9-15,1-3-5 0,1 3 11 0,-1 0 1 16,0 0-1-16,-1 0 2 0,-1 0-5 0,2 0 7 16,-2 0-2-16,3 0-9 0,-5 2 8 0,3-4 2 15,-1 4-4-15,0-4-1 0,1 2 15 0,2 0-20 16,-2 0 0-16,1-1 5 0,-1 2 16 0,4-1-8 16,-3 0 0-16,1 0 1 0,2 0-3 15,-1 0-3-15,0 0 4 0,1 0-7 16,-1 2 8-16,3-1-1 0,-1 1 2 0,-1 0-5 0,2 0 3 15,0 1-5-15,2-1-1 0,-2 2 2 16,1 0 6-16,3-1 0 0,-3 2-1 0,3-1-3 16,3 1-3-16,-1-1 81 0,1 0-96 0,0 1 86 15,0 0-92-15,0 1 85 0,1-1-89 0,1 1 64 16,0-1-64-16,0 0 82 0,1 1-85 0,1 1 3 16,-2-2 1-16,-1 1 19 0,1 1 1 15,0 0 2-15,-1 0 0 0,1 1-1 0,0-1 8 16,0-1-6-16,1 2 8 0,0-1 3 0,2 1-3 15,-2 1 5-15,3-2-5 0,-1 3-4 0,1-1 6 16,1 1-12-16,2 0 16 0,-4 2-4 0,5 0 2 16,0-1-4-16,0 3-2 0,3-1 3 0,-1 1-2 15,-1 1 9-15,4 0-2 0,-2 1-1 16,2 1 1-16,-1 0-6 0,2-2-18 0,2 3 23 16,-1-1-2-16,2 1-16 0,-2-1 26 0,1 1-26 15,5 2 29-15,-4 0-8 0,4-1-1 16,-1-2 14-16,1 2-21 0,2-2 8 0,0-1 11 15,0 1-12-15,1-1-5 0,3-1 5 0,-3 0 2 16,4 0-9-16,-1-1 9 0,2 0 1 0,0-1 0 16,2 1-2-16,0-1-3 0,0 0 6 0,2-1 0 15,0 0 0-15,-2 1 117 0,1-2-136 0,0-1 114 16,2 1-127-16,-1-1 7 0,0-1 7 0,1 0 8 16,2-1 4-16,0 0 4 0,0-1 2 0,3-2-2 15,-1 1-1-15,5 0 118 0,-3-3-130 16,3-1 113-16,0 3-124 0,0-3 116 0,2 0-123 15,-2 0 114-15,3-1-123 0,0 1 9 0,-1 0 7 16,1-1 4-16,-3 0 6 0,3 2 5 0,-1-2 2 16,5 1 5-16,-7-1 1 0,2 2 1 0,-2-1 1 15,2-1 4-15,-1 0-3 0,0 0 2 0,0 0 1 16,0 1-3-16,-2-1 0 0,2 1 7 0,-1 1-7 16,-2 0 0-16,2-2 3 0,-1 1-3 15,0 0 2-15,-1 1-1 0,1 0 4 0,0-1 0 16,-1 1 7-16,-1-1-13 0,4 1-2 15,-3-1-1-15,0 1 5 0,1-1-5 0,-1 0 0 16,0 1 0-16,-1 0 0 0,0-1 1 0,1 1-1 16,-1-1 0-16,-1 1-1 0,1-1 1 0,0 1 4 15,0-1-5-15,1-1 1 0,-1 2 4 0,0-2-4 16,0 1-1-16,-1-1-1 0,2-1 2 0,-1 1-3 16,1-2 5-16,-3 1-1 0,3 0 1 0,-1 0 2 15,2 0 2-15,-3 0-4 0,1-1-2 0,-2 1 1 16,0-2 1-16,1 1-1 0,0-1-1 0,-2 1 7 15,0-1-1-15,-4 0 0 0,6-1-1 0,-2-1 2 16,1 2-5-16,-2-2-4 0,2-1 0 0,-1 1-1 16,-1-1-1-16,1 1 2 0,-1-1-3 15,0 1 5-15,-1-3-4 0,1 2 0 0,-1 0 0 16,-1 0 6-16,2 0-5 0,-3-1-3 0,3 1 2 16,-3-1 55-16,0 1-64 0,0-2 65 0,1 3-77 15,-4-3 68-15,2 2-75 0,-4 0 8 0,4 0 2 16,-4 0 8-16,1-1 0 0,-1 1 0 0,0-2 5 15,-2 3-1-15,-1-3 2 0,1 1 3 16,-2 0-4-16,-1 0 3 0,0-2-2 0,0 1 3 16,-1-1-4-16,2-2-2 0,-3 0-2 0,1-1 0 15,0 0 3-15,1-2-6 0,-2 1 2 0,0-1-3 16,1 1 2-16,0-2-2 0,-2 0 1 0,-1 0 0 16,1 1-3-16,1-1 1 0,-3 0 1 0,2 0 0 15,-2 1-2-15,1-1 0 0,-3 2-1 16,2-3 1-16,-1 1-1 0,1-1 1 0,-3 0-3 15,3 0 0-15,-3 0-1 0,3-2-2 16,-4 1 0-16,2-1 1 0,0-1-1 0,-2 2-2 16,0-1 1-16,0-2 6 0,-2 1-9 0,1 1 1 15,0-1-2-15,-2 1 1 0,1 0 2 0,-3 1 0 16,2 1 117-16,-1-1-132 0,-1 1 84 0,0 1-95 16,0 0 96-16,-1 1-106 0,-2 0 106 0,1 0-110 15,0 0 109-15,-6-1-119 0,4 3 12 16,-1-1 10-16,-2 0-4 0,1 0 22 0,0 2-3 0,0 0 2 15,1 0 0-15,-1 0 10 16,-1 1 5-16,1 0-6 0,-1 1 9 0,1-1 5 16,-1 1-5-16,-2 0 2 0,1 0-9 0,-4 0 12 15,-1 1-3-15,-1-1-4 0,0 1 7 0,0-1-1 16,-4 4-4-16,0-2-4 0,-1 0 10 0,0 4-3 16,-1-3-9-16,-3 1 8 0,-1 2 7 0,-1-1-8 15,0 2-5-15,0-2 8 0,0 3 4 0,0-1-10 16,-2 1 7-16,2 1 1 0,0 0 8 15,-2 1-8-15,-4 2-1 0,-1-2 1 0,1 0-22 16,0 3 26-16,-1 1 0 0,2-2-4 0,0 2 3 16,3-2-2-16,3 1-3 0,1 1 6 0,1-3 0 15,1 2 2-15,0 0-2 0,0 0 4 16,1-1-13-16,1 1 6 0,-2 0 1 0,3 0 106 16,0-1-124-16,0 1 105 0,3-1-115 0,1-1 101 15,2 1-109-15,1-1 100 0,16-3-113 0,-27 4 113 16,27-4-106-16,-25 5 105 0,25-5-105 15,-19 4 103-15,19-4-101 0,-14 3 98 0,14-3-112 16,0 0 113-16,-18 3-88 0,18-3 84 0,0 0-109 16,0 0 112-16,-16 3-106 0,16-3 102 0,0 0-94 15,0 0 95-15,0 0-100 0,0 0 100 0,-16 3-109 16,16-3 109-16,0 0-102 0,0 0 102 0,0 0-102 16,0 0 104-16,0 0-108 0,0 0 108 0,0 0-107 15,0 0 106-15,0 0-110 0,0 0 109 16,-14 1-98-16,14-1 98 0,0 0-107 15,0 0 108-15,0 0-102 0,0 0 98 0,0 0-98 16,0 0 99-16,0 0-100 0,0 0 98 0,0 0-113 16,0 0 108-16,0 0-89 0,0 0 91 0,0 0-90 15,0 0 92-15,0 0-97 0,0 0 99 0,0 0-99 16,0 0 93-16,0 0-114 0,0 0 102 0,0 0-88 16,0 0 97-16,0 0-94 0,0 0 95 0,9 6-115 15,-9-6 21-15,0 0-128 0,15 4 30 16</inkml:trace>
  <inkml:trace contextRef="#ctx0" brushRef="#br0" timeOffset="169035.76">11831 16965 151 0,'-2'-11'264'0,"0"2"-90"0,2 9-41 0,-3-16-31 16,3 16-27-16,-3-14-14 0,3 14-14 0,-1-11-8 15,1 11-11-15,-4-9-7 0,4 9-8 0,0 0-5 16,0 0 1-16,0 0-10 0,0 0 3 16,0 0-3-16,-12 13 13 0,9 5 5 0,-1 4 11 15,-1 4 7-15,1 8 13 0,1 4 3 0,1 1 5 16,-3 2 7-16,3 3-7 0,0-1 67 15,2 2-89-15,-2 2 71 0,2-1-76 0,2 1 11 16,-2 0-3-16,2-2 5 0,0 0 3 0,-1-1-3 16,3-4-4-16,-3-3 0 0,3-2 5 0,-2-7-12 15,2-3-5-15,-1-2-3 0,1-2-5 0,-2-4-5 16,1-2-1-16,-1-3 16 0,0 0-26 16,-2-12-1-16,5 16 0 0,-5-16 3 0,3 12-7 15,-3-12-42-15,0 0-53 0,0 0-42 0,0 0-43 16,0 0-29-16,0 0 10 0,0 0-30 0,-6-14-99 15,0 4 257-15</inkml:trace>
  <inkml:trace contextRef="#ctx0" brushRef="#br0" timeOffset="169378.77">11611 17567 235 0,'0'0'324'0,"-6"-7"-111"0,6 7-56 16,0 0-35-16,-5-8-22 0,5 8-26 0,0 0-16 15,0 0-10-15,0 0-15 0,0 0-5 0,0 0-7 16,0 0-1-16,0 13-4 0,5-5-3 0,3 4 5 16,1-1 0-16,3 3-1 0,2-1 0 15,3 1-4-15,-2-2-2 0,4 1-3 0,1-1 4 16,2-1-3-16,0-1-8 0,3-4-8 16,2-1-17-16,-2-1-25 0,3-3-22 0,1-2-21 15,-1-1 3-15,-2-2 22 0,0-3 1 0,-3 1 22 16,-2-3 16-16,-2 1 28 0,-6 1 34 0,1 0 45 15,-5 1 48-15,-3-1 28 0,-6 7-37 0,10-11-21 16,-10 11-20-16,5-10-11 0,-5 10-15 0,0 0-12 16,-2-10-5-16,2 10-11 0,0 0 2 15,-21 3-13-15,8 1-2 0,-3 6-1 0,-2 2-2 16,-5 4-2-16,0 3-1 0,0 0 3 0,4 4-10 16,-3 0-17-16,3-1-64 0,1 1-89 0,3 0-43 15,2-4-238-15,1-2 122 0</inkml:trace>
  <inkml:trace contextRef="#ctx0" brushRef="#br0" timeOffset="170409.84">11526 18177 213 0,'0'0'353'0,"-8"-12"-69"0,8 12-39 0,-7-13-62 16,7 13-35-16,-6-8-19 0,6 8-40 0,-6-9-4 15,6 9-32-15,0 0 10 0,-5-9-36 0,5 9 7 16,0 0-24-16,0 0 8 0,0 0-16 0,-8 9 0 16,8-9 6-16,-1 19 2 0,1-6 0 0,0 6 10 15,1 5 0-15,1-2 1 0,-2 6 0 16,3-1 5-16,0 8-6 0,-1 0 17 0,0 2-27 16,1-1 17-16,1 1-26 0,-1 0 20 0,2-1-28 15,2-4-28-15,-1 0-78 0,-1-7-51 0,4-3-49 16,-3-2-25-16,2-4 25 0,-1-6-138 15,2 0 241-15</inkml:trace>
  <inkml:trace contextRef="#ctx0" brushRef="#br0" timeOffset="170810.89">11619 18582 285 0,'-4'-12'487'0,"0"2"-133"0,0-2-64 0,1 2-75 16,-3 2-36-16,6 8-21 0,-7-15-35 0,7 15-20 15,-5-11-20-15,5 11-20 0,-4-9-13 0,4 9-14 16,0 0-7-16,-4-10-16 0,4 10-1 0,0 0-4 15,6-12-1-15,-6 12-2 0,16-8-1 0,-7 3 10 16,5-3-9-16,1 2-4 0,2-3-4 16,1 2-2-16,-1-2-8 0,3 0-31 15,-2-1-17-15,0 0-43 0,-1 0-16 0,1-1-8 16,-4 1 84-16,-1-3-86 0,1 0 11 0,-3 0 21 16,0-2 19-16,-3 3 15 0,-3-2 17 0,0-2 32 15,-2-1 17-15,-2 1 21 0,-1-1 21 0,0-1 17 16,-1 1 26-16,-1 0 27 0,0 5-19 0,-2-1-13 15,1 2-17-15,1 1-6 0,2 10-7 0,-4-16-12 16,4 16-7-16,-3-11-8 0,3 11-7 16,-2-9-10-16,2 9-9 0,0 0 1 0,0 0 0 15,-10 11 5-15,7 1 3 0,0 1 2 16,0 5-1-16,0 2 16 0,0 1 1 0,0 2-10 16,1 1 2-16,-1 2 2 0,-1 1-1 0,1 2-3 15,2 0-4-15,0 0 7 0,1 0-13 0,0 1-6 16,1-3-20-16,0 1-57 0,0-1-81 0,2-4-65 15,0-1-44-15,2-4-3 0,0-3-164 0,-1 0 163 16</inkml:trace>
  <inkml:trace contextRef="#ctx0" brushRef="#br0" timeOffset="171630.94">11483 18316 381 0,'0'0'326'16,"-9"-10"-62"-16,9 10-31 0,-7-9-17 0,7 9-60 16,0 0-29-16,-8-9-23 0,8 9-18 0,0 0-17 15,-6-7-15-15,6 7-5 0,0 0-18 0,0 0-8 16,0 0-7-16,-6-8-7 0,6 8-2 0,0 0-1 15,0 0 1-15,12 9 7 0,-12-9-5 16,17 14 5-16,-8-4 9 0,1 4 2 16,3 1 6-16,-1-1-1 0,0 3 4 0,2-1-13 15,-2 1 0-15,2 1-3 0,-2 1-3 0,0 0-2 16,-1-1-4-16,1 1 7 0,2-1-10 0,-2-1-6 16,1 1-35-16,2-2-90 0,-4-3-78 0,2 0-60 15,1-2 4-15,-1-4-208 0,-13-7 102 0</inkml:trace>
  <inkml:trace contextRef="#ctx0" brushRef="#br0" timeOffset="172332.12">12045 18338 201 0,'0'0'260'15,"0"0"-80"-15,0-14-13 0,0 14-1 16,-1-9 0-16,1 9-7 0,-4-11 13 0,4 11 7 15,-5-10-14-15,5 10-28 0,-4-9-15 0,4 9-7 16,-7-8-26-16,7 8-15 0,0 0-15 16,-3-8-12-16,3 8-15 0,0 0-10 0,0 0 1 15,0 0-23-15,-13 4 15 0,13-4-16 0,-9 17 8 16,3-5 2-16,-1 3-1 0,2 0-1 0,0 4-2 16,3-1 1-16,-1-2-4 0,3 1 4 0,1 1-6 15,-1-1 4-15,2-2-3 0,1 2 2 16,1-4 2-16,0-1-5 0,0-1 0 0,1-3 1 15,2 1 1-15,-7-9-2 0,12 9-5 0,-12-9-2 16,14 4-4-16,-14-4 0 0,14-4-3 16,-14 4 3-16,15-11 0 0,-8 2 3 0,0-3 4 15,-1 0 1-15,-1-2 1 0,-1 3 4 0,-2-2 4 16,2 2 18-16,-4 11 11 0,4-17-31 0,-4 17 34 16,1-14-10-16,-1 14-28 0,3-11 29 0,-3 11-9 15,0 0-10-15,1-11 1 0,-1 11-6 16,0 0 7-16,0 0-4 0,-1 11-4 0,1-11 2 15,-4 16-1-15,4-16 0 0,0 23 5 0,-2-11-9 16,2 2-7-16,2-2-39 0,-1 1-60 0,2-1-67 16,-2 0-73-16,3-3-40 0,1 1 18 0,-5-10-222 15,12 8 58-15</inkml:trace>
  <inkml:trace contextRef="#ctx0" brushRef="#br0" timeOffset="173114.17">12253 18276 402 0,'0'0'367'0,"2"-11"-128"0,-2 11-56 0,0 0-32 16,0 0-33-16,2-10-33 0,-2 10-13 0,0 0-13 15,0 0-10-15,0 0-9 0,4 14-4 0,-4-14-7 16,4 12-6-16,-4-12-4 0,5 15-4 16,-5-15-2-16,8 16-5 0,-8-16 2 0,6 15-3 15,-6-15-1-15,6 14-2 0,-6-14-2 0,7 10 2 16,-7-10-2-16,5 9 3 0,-5-9 3 0,0 0-5 15,0 0 2-15,15 1-2 0,-15-1 0 0,11-7 0 16,-11 7 7-16,12-16-8 0,-5 8 2 16,-2-2 4-16,3 0 3 0,-1-1 1 0,-2 3 4 15,2-1 12-15,-7 9 2 0,6-12-4 0,-6 12-6 16,7-10-5-16,-7 10 4 0,0 0-8 16,10-6 0-16,-10 6-1 0,0 0-1 0,0 0-2 15,11 7 1-15,-11-7 19 0,7 12-22 0,-7-12-7 16,6 15 11-16,-2-6-4 0,-4-9 3 0,4 18-2 15,-1-10 4-15,-3-8-8 0,6 17-2 0,-6-17 2 16,3 15-2-16,-3-15 31 0,6 12-6 16,-6-12-27-16,6 9-4 0,-6-9-8 0,0 0 2 15,10 5-12-15,-10-5-8 0,0 0-11 16,13-7-12-16,-13 7-17 0,11-11-1 0,-5 4 4 16,-1-1-1-16,-1 0 85 0,1-1-92 0,0 1 11 15,-5 8 14-15,9-13 11 0,-9 13 8 0,7-13 8 16,-7 13 3-16,4-9 7 0,-4 9 5 0,5-7 5 15,-5 7 5-15,0 0 3 0,6-9-1 0,-6 9-1 16,0 0 2-16,0 0 1 0,6-7 3 0,-6 7 3 16,0 0 1-16,0 0-1 0,0 0 0 0,0 0 3 15,17 4 64-15,-17-4-65 0,9 10 7 16,-9-10 0-16,11 12-2 0,-6-5 5 0,2 2 0 16,-2 0 5-16,3-1 4 0,-1 3-4 0,1-4 5 15,-1 3-8-15,2-2 8 0,-1-1 6 16,0-1 9-16,3 0-13 0,-11-6-5 0,17 7-1 15,-17-7-6-15,18 2-4 0,-18-2-5 0,18-3 6 16,-6-1-12-16,-12 4 0 0,18-12-1 0,-11 4-2 16,1-1 0-16,-2-1 17 0,-1-2-16 15,-1-1-7-15,-4 0 0 0,1-1-2 0,-2-4 4 16,-1 2 0-16,-1 0 7 0,-1 0 29 0,-2 3-5 16,1 1-3-16,0 4-7 0,-1-1-5 0,6 9-5 15,-13-9 1-15,13 9 8 0,0 0-12 0,-25 3 1 16,16 2-1-16,-3 4-1 0,2 2-7 0,0 3 7 15,-1 2-5-15,2 0 4 0,2 2 1 0,2 1-3 16,0-4-2-16,3 3 1 0,0 0-2 16,2-1 2-16,2 1 7 0,1-2-13 15,2 0-28-15,1-1-46 0,-1-1-43 0,1-1-47 16,1-1-45-16,0-3-23 0,-1-1 8 0,0 0-212 16,2-2 153-16</inkml:trace>
  <inkml:trace contextRef="#ctx0" brushRef="#br0" timeOffset="173446.23">12104 18763 370 0,'-26'10'359'0,"7"-1"-101"16,1-1-6-16,5-2-65 0,2-1-15 0,11-5-52 15,-18 9-18-15,18-9-21 0,-14 5-6 0,14-5 38 16,0 0-1-16,0 0-5 0,0 0 1 0,21 5-9 15,2-10-14-15,9-3 11 0,6-3-43 16,3-3 18-16,13-6-23 0,3-2 21 0,1-2-39 16,3-2-6-16,1-2-4 0,1 1-6 0,0-2-3 15,1 3 3-15,-4-2-4 0,-1 3-1 0,-3 2-10 16,-8 0 3-16,0 3-6 0,-12 5-2 0,-3 3-4 16,-5-1 1-16,-7 4-4 0,-2 2-5 0,-4 0 2 15,-4 3 5-15,0 0 0 0,-11 4 3 16,15-5-6-16,-15 5-38 0,0 0-36 0,0 0-33 15,0 0-33-15,0 0-48 0,0 0-54 16,0 0-6-16,-11 7 7 0,11-7-206 0,-17 9 108 16</inkml:trace>
  <inkml:trace contextRef="#ctx0" brushRef="#br0" timeOffset="174104.25">13018 18249 83 0,'-4'-8'209'0,"-1"-2"-18"0,1-1-36 0,1 1-8 16,-1-3-19-16,-3 1-9 0,5 0 41 0,-2 1-7 15,1 0 10-15,0 2-36 0,3 9 11 0,-4-16-59 16,4 16 2-16,-4-13-36 0,4 13 17 16,-3-9-41-16,3 9 12 0,0 0-29 0,-2-10 13 15,2 10-19-15,0 0 16 0,0 0-10 0,0 12 20 16,2-2-21-16,1 3 8 0,1 3 9 0,0 2 1 15,2 4 5-15,0-1 2 0,1 2-10 0,-1-1-2 16,1 1-6-16,3 5 0 0,-4-3-4 16,3 3-4-16,2-2-33 0,-2-3-84 0,1-4-92 15,0 2-68-15,-1-5 36 0,2-3-197 0,1-4 159 16</inkml:trace>
  <inkml:trace contextRef="#ctx0" brushRef="#br0" timeOffset="174244.26">13056 17998 363 0,'-7'-8'253'0,"-1"1"-94"0,8 7-88 15,-11-9-47-15,11 9-10 0,0 0-15 16,0 0 1-16,0 0-20 0,-8 9-8 16,12 0-56-16,4 3-8 0,3 3-99 0,2-1 32 15</inkml:trace>
  <inkml:trace contextRef="#ctx0" brushRef="#br0" timeOffset="174710.29">13439 18186 252 0,'0'0'252'0,"-1"-15"-49"0,1 15-9 0,-7-19-17 16,1 7-26-16,1 2 46 0,-1-1-55 0,0 2 6 15,0-2-34-15,1 4 34 0,5 7-46 16,-8-12-23-16,8 12-20 0,-11-8 11 0,11 8-34 15,0 0-14-15,-17 5-4 0,10 3-5 0,-1 2-2 16,1 2-2-16,1 2-2 0,1 1 8 16,-1 1-8-16,2 2-3 0,0-2 2 0,2 2-2 15,1-2 1-15,1-1-2 0,3-1 8 0,-1-1-9 16,1-1-2-16,3-1 1 0,0-2-3 0,0-2-2 16,-6-7-4-16,15 9-13 0,-15-9-30 0,0 0-15 15,23-5 37-15,-12-3-62 0,-2-2-5 0,2-5 0 16,0-3 9-16,-3-4 10 0,0-1 8 0,-3-9 13 15,-1-1 12-15,-2-4 14 0,-2-3 4 16,-2-1 23-16,-2-3-5 0,-1 0 27 16,-2 1 28-16,1 2 20 0,-3 2 20 0,1 4-16 15,2 3-6-15,-1 8-17 0,1 4-7 0,0 3-6 16,2 2-9-16,-1 1-5 0,2 5-10 0,3 9-6 16,-5-8-11-16,5 8 3 0,0 0 3 0,-4 8 1 15,4 4 0-15,0 1 19 0,3 9-12 0,-1 2 24 16,1 2-36-16,3 7 24 0,1 0-25 0,1 3 19 15,3-1-23-15,-2 2 10 0,2-1-12 16,1 0-23-16,-2-1-64 0,3-4-45 16,-2 1-49-16,2-5-27 0,-2-3 1 0,0-5-163 15,1-6 212-15</inkml:trace>
  <inkml:trace contextRef="#ctx0" brushRef="#br0" timeOffset="175091.34">13614 18135 308 0,'0'0'386'16,"0"-16"-112"-16,0 16-23 0,-1-13-21 15,1 13-8-15,-1-11-36 0,1 11-23 0,0 0-36 16,0-12-22-16,0 12-24 0,0 0-16 0,0 0-19 16,0 0-11-16,0 0-6 0,0 0-7 0,0 0-3 15,5 14-4-15,-5-14 6 0,6 18-9 0,0-7-3 16,-2-1 0-16,3 0-3 0,-2 1-1 0,3-2 2 16,-1-1-16-16,-1 0 15 0,2-2 3 0,-8-6-20 15,13 9 20-15,-13-9-2 0,14 4-4 16,-14-4 9-16,13-3-6 0,-13 3-15 15,14-10-5-15,-8 2-6 0,0-2 6 0,-1-3-4 16,-1-3 5-16,-1-1 16 0,0-1-26 0,-3-2 28 16,-2-4-32-16,-2 2 34 0,1 1-24 0,0 3 36 15,0 3-11-15,1 2 41 0,0 3-46 0,2 10 19 16,-4-12-32-16,4 12 24 0,0 0-17 0,-17 4 15 16,10 4-21-16,0 6 0 0,-1 4 4 0,-2 3 0 15,3 1 3-15,0 2 10 0,2 0-8 16,1 1 6-16,-1 0-18 0,3-1 20 0,-1-2-19 15,3-2 18-15,3-1-10 0,-1-2-45 0,4 0-60 16,-1-3-45-16,2-2-48 0,2-2-32 16,4-3-17-16,-13-7 14 0,22 3-175 0,-3-5 185 15</inkml:trace>
  <inkml:trace contextRef="#ctx0" brushRef="#br0" timeOffset="175629.36">13947 17777 252 0,'-9'-28'365'0,"1"6"-69"0,2 1-31 16,2 1-33-16,-3 1-59 0,3 4-34 0,1 4-20 16,-2 1-31-16,5 10-21 0,-4-16-16 0,4 16-18 15,0 0-4-15,-4-9-6 0,4 9 3 16,0 0-8-16,3 16 4 0,-1-3 21 0,1 4-22 16,-1 5 26-16,3 2-26 0,-2 1 25 0,3 8-40 15,-1-1 30-15,-1 2-33 0,1 1 23 16,2 2-29-16,-4-2 22 0,1-2-19 0,0 0-8 15,-1-7 30-15,1-2-26 0,0-3-14 0,-1-4-1 16,-1-4-1-16,1 1 8 0,-1-4-6 0,-2-10 4 16,3 14 4-16,-3-14 1 0,0 0 0 0,0 0 1 15,0 0 11-15,15-4-10 0,-15 4 28 16,10-18-28-16,-5 5 21 0,0-3-24 0,1-1 23 16,1-3-14-16,-1 1 13 0,2 2-20 0,-2 2 24 15,-1 0-25-15,1 2 25 0,-1 2-19 0,0 2 31 16,-5 9-32-16,5-15 23 0,-5 15-23 0,5-9 24 15,-5 9-15-15,0 0 35 0,0 0-18 0,13-3 17 16,-13 3-26-16,9 7 24 0,-9-7-32 16,9 17 22-16,-5-7-27 0,-1 1 26 15,3 1-31-15,-3 1 5 0,1 2-5 0,-1-3 0 16,-2 2-6-16,1-1-29 0,0-1-41 0,0-1-58 16,0-2-54-16,-2-9-71 0,1 15 23 0,-1-15 5 15,0 0-193-15,0 0 165 0</inkml:trace>
  <inkml:trace contextRef="#ctx0" brushRef="#br0" timeOffset="176327.43">14161 17777 115 0,'-1'-12'417'0,"-1"3"-130"15,2 9-99-15,-4-15-24 0,4 15-45 0,0 0-12 16,0 0-35-16,0 0-6 0,0 0-24 16,0 0 2-16,-10 10-17 0,10-10 9 0,1 19-25 15,2-7 11-15,1 2-18 0,2 2 13 0,1 1-15 16,1 0 12-16,3-1-13 0,0-1 12 0,-1 0-16 15,5-3 13-15,-4-4-15 0,-1 0 15 0,3-4-15 16,-13-4 19-16,19 3-23 0,-19-3 9 16,27-7-20-16,-13-1 3 0,2-5-13 0,-3 0 9 15,4-8-9-15,-2-2 12 0,-1-3-2 0,-2-3 10 16,-2-1-6-16,-2-3 7 0,-3 0 5 0,0-2 8 16,-4-2 11-16,-1 1 24 0,0 7 2 15,0-1 35-15,-1 4 15 0,1 4 24 0,-4 4-7 16,4 5-21-16,0 0-22 0,-1 3-13 0,1 10-20 15,-4-11-8-15,4 11-7 0,0 0 6 16,0 0-9-16,-13 12 8 0,9 1-6 0,2 3 0 16,-3 9 1-16,3 3 6 0,0 9 13 0,1 4-2 15,1 5-6-15,0 2 0 0,0 4-15 0,0 13 7 16,2 1-6-16,1 1 7 0,2 1-9 0,0-1-26 16,0 2 34-16,0-1-3 0,3 3-8 0,-1-3 2 15,0 1 0-15,0-3-1 0,0-2 5 0,2-5-8 16,-3-14 2-16,1-1-4 0,-2-7 1 0,1-2-3 15,-2-10 2-15,1-2-5 0,-2-6 7 16,0-1-4-16,-1-5-4 0,0 0 0 16,-2-11-5-16,0 0-13 0,2 10 4 0,-2-10-9 15,0 0 0-15,-6-13 5 0,0 0 1 0,-3-8 3 16,0-6 1-16,-2-4 11 0,-1-4 2 0,2-1-9 16,0-3 2-16,-2 0 2 0,2 0 1 0,1 2-1 15,1-2-9-15,2 0 13 0,1 1-9 0,1 1 10 16,1-1-1-16,2 1-2 0,1-1-1 0,3 0 9 15,1-1-7-15,1 2-1 0,1-1 0 16,3 3 22-16,2 2-14 0,0 2 5 16,0 4-13-16,2 1 16 0,0 5-25 0,-3 4 23 0,2 2-24 15,0 3 22-15,-1 2-21 0,-2 3 29 0,1 2-29 16,-10 5 30-16,18-3-23 0,-18 3 13 16,16 5-19-16,-7 0 19 0,0 4-10 0,1 3 15 15,-1 3-22-15,-1 1 24 0,0 3-27 0,-1 1 0 16,-2 0 6-16,-1 0 7 0,-1 1-18 15,0-3-48-15,-2 1-47 0,-1-4-45 0,0 1-42 16,-1-4-36-16,-1 2 0 0,1-4 12 0,1-10-169 16,-1 14 200-16</inkml:trace>
  <inkml:trace contextRef="#ctx0" brushRef="#br0" timeOffset="176460.43">14562 17620 215 0,'-3'-16'348'0,"1"3"-104"15,-2 2-71-15,1 1-35 0,3 10-32 0,-3-15-26 16,3 15-23-16,-2-11-11 0,2 11-14 0,0 0-33 16,0 0-54-16,0 0-68 0,0 0-26 0,0 0-11 15,-2 11-119-15,2-11 83 0</inkml:trace>
  <inkml:trace contextRef="#ctx0" brushRef="#br0" timeOffset="177192.48">14851 17863 179 0,'0'0'373'16,"0"0"-124"-16,0 0-49 0,-10 6-50 0,10-6-13 15,0 0-41-15,0 0-10 0,0 0-36 0,-13 4 4 16,13-4-21-16,0 0 6 0,-4 9-9 16,4-9 10-16,0 0-17 0,1 14 22 0,-1-14-22 15,3 10 14-15,-3-10-18 0,7 11 18 0,-7-11-21 16,8 7 18-16,-8-7-18 0,9 7 10 0,-9-7-19 16,0 0 13-16,17 4 19 0,-17-4-30 0,0 0-22 15,18-4 23-15,-18 4-23 0,14-8 18 0,-14 8-20 16,9-10 36-16,-9 10-40 0,6-14 19 0,-6 14-17 15,4-16 12-15,-4 16-15 0,-1-17 18 0,1 17-8 16,-5-18 20-16,5 18-15 16,-4-13 21-16,4 13-19 0,-9-11 16 0,9 11-18 15,0 0 25-15,-14-3-27 0,14 3 20 0,-14 12-15 16,5 1 17-16,-1 3-11 0,0 3 21 0,1 1-16 16,1 1 13-16,3 1-22 0,-1 0 23 0,4-1-25 15,1-3 2-15,1-3 1 0,1 1 6 0,3-4-15 16,0 0-20-16,1-3-9 0,3-2-39 0,-8-7-28 15,19 6-32-15,-19-6-32 0,22-3-5 16,-6-3 9-16,2-4-15 0,0-1 47 0,-3-3 4 16,3-2-3-16,-1-4-67 0</inkml:trace>
  <inkml:trace contextRef="#ctx0" brushRef="#br0" timeOffset="177502.51">15020 17947 347 0,'10'-18'-9'0,"2"0"78"0,-2 1-5 16,-1 0 17-16,-3 5 23 0,-1 2 23 16,3 0-7-16,-4 2-22 0,-4 8-10 0,6-14-26 15,-6 14-4-15,7-7-15 0,-7 7 5 0,0 0-5 16,12-5 4-16,-12 5-16 0,0 0 3 15,16 8-15-15,-16-8 4 0,15 11-12 0,-9-3 9 16,3 1-13-16,-1 1 8 0,1 0-10 0,-3 0 10 16,1 0-16-16,-2-1 11 0,-1 1 0 0,-4-10 26 15,9 15 12-15,-9-15 45 0,3 12 7 0,-3-12 24 16,0 11 22-16,0-11 27 0,0 0 4 0,-2 8 6 16,2-8-3-16,0 0-41 0,0 0-5 0,-15-4-31 15,15 4 1-15,-7-12-33 0,3 2-1 16,2-1-29-16,0-3 5 0,2-1-21 15,2-1 2-15,2-2-20 0,-1 2-7 0,3 1-15 16,-1 1-12-16,2 2-22 0,0 0-32 0,-1 2-33 16,1 3-24-16,-7 7-36 0,12-9-15 0,-12 9 7 15,0 0-13-15,16-2-5 0,-16 2-2 0,6 6-17 16,-6-6 10-16,6 15 3 0,-4-6 28 0,-1 3-14 16,-2 2 63-16,-1 2-22 0,-3 5 29 0,-1 2-64 15,-4 4 30-15</inkml:trace>
  <inkml:trace contextRef="#ctx0" brushRef="#br0" timeOffset="177847.53">15153 18047 290 0,'-23'27'48'0,"-5"1"16"15,-4 5 9-15,-4 1 5 0,0-4 13 0,-1 3 22 16,0 0-2-16,0-2 2 0,9-5 9 16,1-1-13-16,1-2 5 0,3-3-14 0,3-1-6 15,6-7-21-15,0 2 5 0,5-5-20 0,1-2 13 16,8-7 23-16,-8 11 49 0,8-11 7 0,0 0-6 16,0 0 18-16,16 5-60 0,-5-9-27 0,8-3-20 15,4-2-11-15,7-3-9 0,2-4-4 16,1-1-7-16,1 1 1 0,1-3-53 0,0 1 47 15,0 1-47-15,0 1 5 0,-3 1-53 0,-3 1-62 16,2 1-62-16,-12 5-34 0,-1 1-18 16,-4 0 7-16,-14 7 37 0,17-6 13 0,-17 6 29 15,0 0 30-15,0 0 33 0,0 0 47 0,-2 14 23 0,-8-8 15 16,-3 5 36-16,-4 0 50 0,-1 2 33 16,-7 3 18-16,1-1 13 0,2 0 7 0,-2 1 14 15,5-3-40-15,2-1 19 0,2 1-49 16,1-2 9-16,1-1-38 0,5-2 11 0,1-1-17 15,0 0 57-15,7-7-10 0,-7 12 38 0,7-12-45 16,0 0-4-16,5 10-18 0,-5-10-11 0,0 0-15 16,24-1-26-16,-7-4-42 0,1-3-58 0,3-2-57 15,5-2-61-15,-1-3-69 0,2-2-12 0,-4-1-224 16,5-1 22-16</inkml:trace>
  <inkml:trace contextRef="#ctx0" brushRef="#br0" timeOffset="179084.63">15857 17592 94 0,'-16'-15'447'0,"2"0"-116"0,0 2-27 0,2 1-88 15,2 2-12-15,1 3-25 0,3 0-36 0,6 7-26 16,-11-11-27-16,11 11-20 0,-7-8-15 0,7 8-21 15,0 0 1-15,0 0-18 0,0 0 3 16,-8 8-8-16,12 3-1 0,-3 7-1 0,3 3-2 16,-2 6 0-16,2 5 27 0,-1 3-14 0,-1-1-23 15,0 2 22-15,-1-6-28 0,-1 0 23 0,0-1-25 16,1-2 26-16,1-3-25 0,-2-4 2 0,0-2-1 16,0-5 3-16,0 1 2 0,0-14 23 0,-2 16-30 15,2-16 7-15,0 0-2 0,0 0 26 16,-7-6-31-16,3-5 25 0,-1-10-17 15,-3-4 16-15,4-9-22 0,-1-5-3 0,1-5 1 16,2-2 2-16,-1-2 13 0,6-2-15 0,-1 3-2 16,5 1-4-16,-2 2 1 0,5 5 3 0,-1 4-2 15,-1 5 3-15,2 7 1 0,-3 5 8 0,2 2-7 16,-1 6 3-16,1 3-1 0,-9 7 3 0,14-2 4 16,-14 2 3-16,17 9 6 0,-11-1-9 0,2 5 1 15,-4 2 12-15,0 1-13 0,-4 1 16 0,1 4-19 16,0-3 11-16,-1 2-7 0,-1 1-2 15,0-3-1-15,1 0 0 0,0-3 1 0,0 0-3 16,2-2 10-16,2 2-6 0,0 0-1 16,1-1 2-16,3 0 0 0,2 1 2 0,4-1 2 15,1-1 17-15,2 1-7 0,2-1 3 0,-2-1 3 16,3 1-4-16,-2-2-1 0,1 0-2 0,-1 1 5 16,-3-2-10-16,-2-2-1 0,-1 1-5 0,-2-1-1 15,-2-1 1-15,-3 1 1 0,-5-8 9 16,5 14-10-16,-5-14-1 0,-5 15 1 0,0-7-2 15,-3-1 3-15,-1 0-2 0,0-1 15 0,-2-1-17 16,-1-1-1-16,12-4-1 0,-22 3-5 0,22-3-11 16,-21 0-21-16,21 0-19 0,-17-5-20 0,17 5-23 15,-10-11 0-15,10 11-23 0,-7-15-3 0,7 15-2 16,3-20 7-16,4 7 9 0,2-1 15 16,3-2 9-16,2-1 13 0,1 1 16 0,6-3 12 15,1 0 8-15,-2 2 6 0,2 1 9 16,1-1-1-16,-5 5 11 0,0 0 3 0,1 1 3 15,-5 2 3-15,-1 1 3 0,-1 2 6 0,-1-1-8 16,-11 7 5-16,16-7 6 0,-16 7-1 0,13-6 20 16,-13 6 9-16,0 0 17 0,17-3 11 0,-17 3 6 15,0 0 1-15,11 7-4 0,-11-7-5 0,7 12-6 16,-7-12-12-16,5 16-2 0,-4-6-7 0,3 2-6 16,-3 0-5-16,0-1-4 15,1 2-2-15,0-2 7 0,1 0-11 0,-1 1 1 16,1-2-12-16,2-2 12 0,-5-8-15 0,10 12 12 15,-10-12-15-15,13 8 18 0,-13-8-18 0,0 0 13 16,24-2-13-16,-24 2 1 0,20-11 0 0,-8 2 0 16,-1-2 3-16,-1 2 13 0,0-2 38 0,-2 1 16 15,-1 1 25-15,-1 1 22 0,1 1 19 0,-7 7-46 16,9-12 13-16,-9 12-47 0,8-9 21 0,-8 9-23 16,0 0-6-16,0 0-12 0,14 9 7 15,-12 0-8-15,0 4-10 0,3 3-2 0,-4 7-6 16,2 2 3-16,-1 2 2 0,2 7-6 0,-1 2-8 15,2 2 5-15,-3-1-7 0,1 3-2 0,-1 0-6 16,2 0-31-16,-1 0-56 0,1-3-87 16,-2-2-69-16,0-6 46 0,0-1-112 0,-2-2-211 15,3-5-9-15</inkml:trace>
  <inkml:trace contextRef="#ctx0" brushRef="#br0" timeOffset="180052.71">16712 17595 370 0,'-8'-10'271'16,"0"-2"-52"-16,1 1-47 0,0 0-7 0,0 1 4 16,2 1 25-16,-1 0-29 0,0 1-10 0,1-1-28 15,5 9-25-15,-8-12-20 0,8 12-14 0,-6-9-12 16,6 9-19-16,-5-8-20 15,5 8 2-15,0 0-10 0,0 0 8 0,0 0-13 0,-3 14 2 16,3-14 6-16,3 25-7 0,1-8 3 0,0 5-5 16,-1-1 2-16,5 0-2 0,-2 2 2 0,1-3-2 15,2 0 9-15,3-1-9 0,0-4 4 0,1-2-2 16,1-3-1-16,2-3 4 0,-1-2 0 16,-15-5 18-16,32 0-25 0,-15-6 3 0,3-1 2 15,-1-3-5-15,0-2 0 0,-2-2 2 0,-2-3 17 16,-2 1 0-16,0-1 42 0,-3-1 6 15,-1 1-14-15,-2 1-52 0,-3 0 44 0,1 2-46 16,-2 2 8-16,-2 2-10 0,-1 10 39 0,0-17-39 16,0 17 19-16,1-13 15 0,-1 13-60 0,0 0-2 15,0 0 13-15,0 0 37 0,0 0-38 0,0 0 39 16,-10 13-39-16,8-2 40 0,0 1-4 0,1 2-4 16,1-1 2-16,1 0-8 0,2 1 4 15,1 1-6-15,1-2 2 0,3-2 0 0,-2-1 6 16,2-2-1-16,-8-8 8 0,21 8 2 0,-21-8 1 15,26-1-3-15,-12-3 11 0,5-5-14 0,0 0 1 16,-2-4 6-16,1-1 0 0,0-6-3 0,0 0-3 16,-7 2-37-16,1-4 37 0,-5 1-47 15,0-3 35-15,-3 1-11 0,-4 0-6 0,0-1-8 16,-5 3-7-16,-3 0 0 0,-1 3-5 0,-5 2-2 16,-3 4 0-16,-3 1-1 0,-3 5 2 0,0 2 3 15,-3 3-19-15,2 2 21 0,0 0-35 0,-2 4-35 16,7-2-36-16,0 1-51 0,2 1-31 0,4 0-22 15,3-2-2-15,10-3 19 0,-17 9 10 0,17-9-6 16,0 0-96-16,-6 8 295 0</inkml:trace>
  <inkml:trace contextRef="#ctx0" brushRef="#br0" timeOffset="180430.73">17070 17230 361 0,'18'-10'318'0,"-3"0"-84"15,-2 2-54-15,-2 2-35 0,0 1-32 0,-11 5-1 16,16-8-45-16,-16 8 12 0,0 0 13 0,23 0-7 15,-23 0-16-15,17 11-11 0,-7-3-9 0,-1 3-10 16,-1 5-8-16,1 1-3 0,0 2-2 16,-4 1-9-16,1 1-4 0,1 0 33 0,-1 0-43 0,-2 2 0 15,1-3-2-15,1 0-1 0,0 0 3 16,0-3-17-16,0-3-8 0,-1 0-18 16,0-4-14-16,1-1-3 0,-1-2-1 0,-5-7 3 15,12 8-1-15,-12-8 4 0,0 0 10 0,20-2 6 16,-20 2 6-16,19-11 8 0,-10 2 79 0,4-2-84 15,-3-3 15-15,3 0 20 0,-2 0 14 0,-1 0 14 16,1 0 16-16,-1 3 21 0,-2 1 0 0,-2 1 1 16,3 2-5-16,-9 7-14 0,9-12-10 0,-9 12-10 15,9-9-1-15,-9 9-8 0,0 0 2 16,11-4-1-16,-11 4-5 0,0 0-3 16,18 4-3-16,-18-4 6 0,13 12-11 0,-4-3-1 15,-1 1 1-15,-2 1 6 0,2 2-13 0,-2 0 5 16,-1 1-6-16,0 1 4 0,-2 0-7 0,1 1-47 15,-2-1-67-15,1-2-59 0,-3-1-57 0,1 0-18 16,-1-12 8-16,4 17-179 0,-4-17 176 0</inkml:trace>
  <inkml:trace contextRef="#ctx0" brushRef="#br0" timeOffset="180607.74">17592 17174 301 0,'-4'-28'311'0,"1"4"-63"0,1 1-61 16,0 6-32-16,0 0-19 0,-2 3-28 0,3 1-29 15,1 13-16-15,-2-17-18 0,2 17-9 0,-1-11-11 16,1 11-3-16,0 0-6 0,0 0-29 16,0 0-37-16,4 13-55 0,-1 0-34 0,-1 3-28 15,5 5 6-15,-2 2 4 0,1 0-120 0,4 6 85 16</inkml:trace>
  <inkml:trace contextRef="#ctx0" brushRef="#br0" timeOffset="181198.79">17882 17360 105 0,'6'-8'238'16,"1"0"-57"-16,1-4-28 0,-3 0-9 0,2-1 5 15,-3 0-19-15,0-1 19 0,0 1 9 0,-4 2 17 16,2 1-19-16,-2 10-9 0,2-15-22 16,-2 15-25-16,-2-11-26 0,2 11-10 0,0 0-6 15,0 0-10-15,0 0-16 0,-25 6-7 0,16 4-1 16,0 1-6-16,-3 5-6 0,2 1 0 0,0 1-6 15,0 3-2-15,3-2 6 0,1 1-2 0,-1 1-10 16,5-5 9-16,2 0-7 0,0-3 0 0,1 1-2 16,4-3-26-16,2-2-2 0,-1-1-66 0,-6-8-39 15,22 7-24-15,-22-7-32 0,32-4 80 0,-12-3-85 16,6-6 0-16,0-1 8 0,-2-5 31 0,-1-2 25 16,0-3 19-16,-4-3-11 0,-1-5 74 15,-3 0-10-15,1-3 78 0,-7-2-15 16,0-1 37-16,-3 0 36 0,-1 3 28 0,-2 7 40 15,-2 1 19-15,0 5 31 0,-1 3-13 0,-1 4-33 16,1 2-21-16,-1 2-25 0,1 11-20 0,-4-15-18 16,4 15-5-16,0 0-16 0,0 0-8 0,0 0 2 15,-14 8 0-15,12 3-3 0,1 2-7 0,0 4 0 16,0 0-4-16,1 3-1 0,0 5 2 0,1 0-3 16,0 0-10-16,2 0-1 0,-1 3-2 0,2-4 1 15,0-1-5-15,-2 0 1 0,1-2 5 0,1-4-8 16,-2-3 0-16,1-2 8 0,-2-1 4 15,-1-11 18-15,4 16 0 0,-4-16 39 0,4 9-47 16,-4-9 26-16,0 0-39 0,14-4 37 16,-14 4-6-16,12-14 2 0,-6 3 10 0,3-1 7 15,0-1 2-15,-1 1 1 0,0-1-11 0,0 1-5 16,0 1-5-16,0 1-6 0,-1 1-9 0,1 3-6 16,-8 6-3-16,13-10-6 0,-13 10-2 0,15-6 1 15,-15 6 8-15,14 3-13 0,-14-3-2 0,18 8 0 16,-9-1-1-16,2 2 13 0,0 2-18 0,-1 0-7 15,-1 3-51-15,4 0-91 0,-4 1-39 0,-3-1-131 16,3-1 5-16,-5-1-381 0,2 1-222 16</inkml:trace>
  <inkml:trace contextRef="#ctx0" brushRef="#br0" timeOffset="182535.89">18848 17026 283 0,'0'0'325'0,"1"-14"-75"0,-1 14-60 15,3-11-34-15,-3 11-28 0,0 0-25 0,1-11-34 16,-1 11-13-16,0 0-7 0,0 0-6 16,0 0-5-16,11 14 5 0,-7-3-18 0,1 4 15 15,2 4-23-15,-2 4 4 0,0 1-15 16,1 0 1-16,-1 1-2 0,-1-1-1 0,1-2-2 16,-1 0 4-16,0 0-3 0,0-5-1 0,-3 0 2 15,3-5-3-15,-3 1-2 0,2-3 2 0,-3-10 2 16,2 16 32-16,-2-16 78 0,2 11 8 0,-2-11-31 15,0 0-3-15,0 0-18 0,0 0-23 0,-7-10-17 16,2-1-11-16,0-5-17 0,1-6-15 0,0-3-4 16,-1-7-8-16,3-4-7 0,-2-5 1 15,1 0-9-15,2-1-4 0,1-1 2 0,2 3 3 0,1 1 3 16,1 4 6-16,0 3 55 0,1 7-56 16,0 4 56-16,-1 5-52 0,2 0 46 15,-2 7-49-15,2 1 59 0,-6 8-57 0,12-5 6 16,-12 5 6-16,14 4 5 0,-5 3 5 0,-1 2 23 15,1 3-16-15,-2 5 3 0,1 0 2 0,-3 3 10 16,0 0-3-16,0 0 18 0,-1 1-23 0,-1-2 16 16,-2 0-14-16,0-1 16 0,-1-2-30 0,2-2 18 15,-1-1-18-15,-1-13 18 0,0 19-21 0,0-19 28 16,0 15 10-16,0-15 37 0,1 11-38 0,-1-11-7 16,0 0-8-16,0 0 0 0,0 0-7 15,8-10-7-15,-4-1-5 0,-2-4-5 0,6-5-7 16,-3-2 5-16,3-2-3 0,-3 0-10 15,5-5 3-15,-2 7 3 0,-1-1 3 0,2 3 35 16,0 2-38-16,0 1 36 0,-4 3-14 0,2 5 7 16,-1 1-37-16,-6 8 44 0,12-9-41 0,-12 9 43 15,0 0-40-15,20 5 8 0,-14 2 5 0,2 5 15 16,0 0-4-16,-1 6 7 0,0 2-1 0,-2 2 4 16,0 1-2-16,0 2-5 0,-1 1 2 0,1-1-4 15,-1 1-8-15,0 1-12 0,1-4-72 0,-1 0-62 16,1-3-43-16,0-1-24 0,3-4 22 0,-1-4 3 15,0-3-173-15,-7-8 229 0</inkml:trace>
  <inkml:trace contextRef="#ctx0" brushRef="#br0" timeOffset="182883.92">19433 16951 167 0,'4'-15'418'0,"-1"2"-91"16,-1 3-53-16,-2 10-42 0,4-17-67 0,-4 17-37 15,4-13-20-15,-4 13-28 0,0 0-17 0,0 0-11 16,0 0 7-16,0 0-28 0,0 0-8 0,8 7-4 15,-8-7-3-15,2 17-4 0,1-4 4 0,-1-2-10 16,1 4-1-16,1-3 1 0,1 1-3 0,0 1-1 16,1-4 2-16,0 0-4 0,0-2 0 0,-1 0 6 15,-5-8-10-15,14 11-7 0,-14-11 0 16,17 4-2-16,-17-4-1 0,20-4-1 16,-8-2 4-16,3-3 4 0,-2-3-3 0,2-3 0 15,-2-2 7-15,1-2 2 0,-1-4 1 0,1-2 4 16,-5 5 14-16,0 0 20 0,0 1 30 0,-2 3 8 15,0 4-27-15,-2 1 2 0,-1 1-20 0,-4 10-18 16,6-12 5-16,-6 12 1 0,0 0-1 0,0 0 9 16,0 0-2-16,13 13-9 0,-9 4 0 0,-4 2-5 15,1 7-2-15,-1 4-2 0,0 8 0 0,-1 2-2 16,-2 2-1-16,1 3 2 0,-2 1-33 16,-1 0-91-16,0 2-74 0,0-2 33 15,-2 2-144-15,2-5 2 0,0 4-158 0,-5-6 116 16</inkml:trace>
  <inkml:trace contextRef="#ctx0" brushRef="#br0" timeOffset="183722.98">16071 18947 308 0,'-4'-15'262'16,"-1"-5"-72"-16,3-1-59 0,0-3-45 16,4-2-36-16,3-8-3 0,0 0-10 0,1-1 6 15,2-1-6-15,2 0 5 0,0 1-6 0,1 1-4 16,-1 3-3-16,0 0-6 0,0 3-7 0,2 1-1 15,-3 6-2-15,0-1-3 0,-2 2 6 16,1 1-4-16,0 2 10 0,-4 2 8 0,-1 3-1 16,0 2 0-16,-3 10-6 0,1-17-4 0,-1 17-5 15,-5-11-7-15,5 11-3 0,-13-4 3 0,13 4-2 16,-20 4-2-16,6 2-1 0,-5 4-2 0,-1 3 0 16,1 4-1-16,0 3 7 0,2 3-11 0,2-1 13 15,5-1-7-15,0 1 3 0,4 0-7 0,3 1 10 16,3-3-12-16,3 1 17 0,4 0-16 0,6-1 14 15,1 4-10-15,7-4 17 0,4 0-12 16,1-2 17-16,3-1-14 0,1-1 16 0,1-1-14 16,1 2 20-16,1-4-27 0,-2 2 14 15,-3-1-15-15,-2-2 18 0,-3 0-20 0,-4-2 16 16,-2-2-17-16,-2 1 17 0,-3-1-15 0,-2-2 36 16,-10-6 1-16,15 11 17 0,-15-11-24 0,8 12 23 15,-8-12-28-15,0 13 17 0,0-13-30 0,-9 18-3 16,0-10 0-16,-3 3 0 0,-2 0 13 0,-2 0-7 15,-1-1-11-15,-2 0-5 0,-1 0 6 0,-1 0-2 16,0-1 2-16,2-1-5 0,-1 1 2 0,2-1-5 16,4-2-18-16,0-1 19 0,2 0-122 15,12-5-57-15,-20 8 41 0,20-8-144 0,-13 6-161 0,13-6 142 16</inkml:trace>
  <inkml:trace contextRef="#ctx0" brushRef="#br0" timeOffset="184368.03">16666 18487 71 0,'-7'-18'315'0,"1"-2"-63"0,-2 2-12 0,1 0-23 15,2 2-27-15,-1 3-35 0,1-1-40 0,1 4-21 16,-1-1-22-16,5 11-14 0,-7-14-13 16,7 14-10-16,-4-13-8 0,4 13-14 15,0 0-9-15,0 0-2 0,0 0 5 0,0 0-1 16,-3 14 1-16,6 1 2 0,1 7 16 0,1 2-18 16,4 8 25-16,-3 0-30 0,2 2 19 0,1 1-22 15,1-2 42-15,0 2-50 0,-1-1 21 0,1-1-19 16,-1-2 17-16,2-4-17 0,-3-3 17 0,-1-2-13 15,1-3-7-15,-3-4 2 0,0-1-1 0,0-3 4 16,-3-1-2-16,-2-10 2 0,6 15 2 0,-6-15 1 16,0 0 0-16,5 7-2 0,-5-7 8 0,0 0 10 15,4-12-22-15,-3 2 22 0,-1-4-20 0,0-3 16 16,0-3-19-16,2-5 18 0,-2 1-19 16,2 1 22-16,0-1-16 0,1 2 28 15,2-1-32-15,-1 3 24 0,-2 4-24 0,2-2 4 16,0 2-2-16,0 2 3 0,2 0-2 0,-3 3 7 15,4 1-5-15,0 2 0 0,-2-1 5 0,1 3-5 16,-6 6-1-16,14-9 2 0,-14 9 1 0,12-5 4 16,-12 5-6-16,0 0 3 0,19 6-2 0,-19-6 2 15,9 11-1-15,-2-2 2 0,-4 2-9 0,-1 0-13 16,1 2-18-16,-1-1-65 0,-2 2-53 16,0 0-35-16,0 1-43 0,-4-4-138 0,4 3 218 15</inkml:trace>
  <inkml:trace contextRef="#ctx0" brushRef="#br0" timeOffset="184649.05">16622 18759 51 0,'0'0'481'0,"-25"2"-181"0,25-2-58 0,-25 1-47 0,25-1 2 0,-18 1-61 0,18-1-2 15,0 0-47-15,-20-2 1 0,20 2-35 0,-8-8 1 16,8 8-31-16,2-13 18 0,1 3-31 16,4-3 17-16,4 0-24 0,3-3 17 0,3 1-24 15,5-2 21-15,1-2-24 0,2 1 29 0,0 0-33 16,2 2-4-16,1-4-17 0,-1 3-29 16,1 0-27-16,-1 1-36 0,-1 0-38 0,0 2-17 46,-4 3-4-46,-2 0 5 0,-1 3-8 0,-2-1-93 0,0 3 83 0</inkml:trace>
  <inkml:trace contextRef="#ctx0" brushRef="#br0" timeOffset="184973.07">17032 18382 19 0,'0'0'428'0,"0"0"-143"0,-11-5-69 16,11 5-44-16,0 0-29 0,0 0-22 0,-16-3-13 16,16 3-25-16,0 0-17 0,0 0-11 0,-13 2-11 15,13-2-7-15,-8 10-7 0,8-10 0 16,-2 18-5-16,3-5-3 0,3 5 1 0,0 2 13 15,1 2-21-15,1-1 17 0,2 2-16 0,3-2 30 16,0 2-16-16,1 0 12 0,1-6-21 0,0 0 22 16,1-1-23-16,-1-2 21 0,1-1-19 0,-1-5 32 15,-2-1-27-15,2-2 25 0,-13-5-19 0,23 0 23 16,-23 0-37-16,26-6 36 0,-14-2-42 16,0-1 6-16,2-4 3 0,-4 0 8 0,0-3 5 15,-1-2-20-15,-2-2 1 0,-2 0-7 0,-1-1-1 16,-4 2-2-16,0 1-4 0,0-1 5 0,-3 3-18 15,1-1-3-15,-2 5-20 0,0 1-12 0,0 1-34 16,-5 2-42-16,9 8-26 0,-13-7-14 0,13 7-17 16,0 0 1-16,-23 1-8 0,23-1-3 15,-11 7 12-15,11-7-14 0,-4 10 57 0,4-10-131 16,0 13 80-16</inkml:trace>
  <inkml:trace contextRef="#ctx0" brushRef="#br0" timeOffset="186085.16">17530 18402 126 0,'14'-11'155'0,"-3"0"-14"16,-2 0-15-16,-2-1-12 0,-3 2 6 0,0-1-8 15,-2-1-9-15,0 3 9 0,-4-2-14 0,0 1 9 16,-1-2-8-16,-1 2-18 0,4 10-15 0,-8-12-9 16,8 12-10-16,-12-11-11 0,12 11-7 0,0 0-5 15,-20 2-3-15,20-2-5 0,-17 14-4 0,8-3-2 16,0 4 0-16,3 4-2 0,0 0-1 0,0 0-2 15,2 2-2-15,4-3 23 0,0 0-28 0,3-1 16 16,1-2-15-16,1 0 12 0,0-2-15 0,3-2 14 16,-2-2-15-16,3-3 5 0,-9-6-26 15,15 6-12-15,-15-6-15 0,21-3-12 0,-11-4-2 16,3-3 3-16,1-2 10 0,-4-2 8 16,3-2 6-16,-4-3 8 0,0-2 7 0,-3-2 15 15,-2-2 7-15,-4-2 13 0,-1-8 1 0,-3-4 22 16,-4 0 3-16,1-1 19 0,-4 0-2 0,0 3 45 15,2 2-12-15,-1 3 53 0,0 5-39 0,2 7 0 16,0 1-44-16,3 6 12 0,0 1-30 16,1 2 2-16,4 10-40 0,-6-11 20 0,6 11-23 15,0 0 21-15,0 0-23 0,-8 10 31 0,7 0-34 16,2 4 26-16,-1 4-26 0,4 7 0 16,0 0 4-16,1 7-1 0,4 0 7 0,0 1-6 0,-2-1 8 15,5-1-35-15,-3 2-17 0,1-3-34 16,3-1-14-16,0-3-4 0,-2-1 4 0,2-6 10 15,-3-3 13-15,3-1 13 0,-4-5 11 0,0-1 10 16,1-3 6-16,-10-6 9 0,13 6 7 16,-13-6 6-16,0 0 9 0,19-1 7 0,-19 1 9 15,12-6 7-15,-12 6 9 0,10-10 5 0,-10 10 5 16,11-10 5-16,-11 10 7 0,8-10 43 0,-8 10-60 16,6-9 40-16,-6 9-59 0,0 0 40 0,8-9-53 15,-8 9 39-15,0 0-53 0,0 0 50 0,13-6-57 16,-13 6 54-16,0 0-55 0,0 0 5 0,15 5 1 15,-15-5 3-15,14 7 3 0,-14-7 2 0,12 9 1 16,-12-9 2-16,15 9 1 0,-15-9-1 16,10 6 20-16,-10-6-21 0,12 5 2 15,-12-5 4-15,0 0-2 0,0 0 1 0,20 0-2 16,-20 0 0-16,8-6 5 0,-8 6 0 0,8-11-6 16,-8 11-1-16,6-19 46 0,-5 9-54 0,1-2 6 15,-2-2-3-15,-2 0 1 0,0 2 11 0,-1-2 7 16,-1 3 13-16,3 1 1 0,-3 1-5 0,4 9-7 15,-6-12-5-15,6 12 0 0,0 0 4 0,0 0-2 16,-18 4-4-16,13 4 17 0,0 2-21 0,-2 2 19 16,2 3-24-16,1 1-2 0,-2 5 2 0,5-4 9 15,-2 1-4-15,3-2-7 0,3 0-1 16,-1-1-4-16,3-1-7 0,0-4-11 16,2-4-6-16,2 0-20 0,-9-6-10 0,19 3-11 15,-19-3-6-15,27-8 5 0,-12-1 4 0,2-2 5 16,1-3 10-16,1-3 16 0,0-3 4 0,-2 0 15 15,-3 1 17-15,0 2 20 0,-5-1 16 0,4 2 20 16,-7 3 16-16,0 1 24 0,1 2 28 0,-2 3-5 16,-5 7-31-16,9-14-14 0,-9 14-17 0,5-9-11 15,-5 9-9-15,0 0-4 0,0 0-6 0,0 0-4 16,14 8 5-16,-14-8-9 16,4 12-5-16,-4-12-4 0,5 19 3 0,-5-19-3 0,6 19-1 15,-3-10 1-15,-3-9 6 0,6 17-10 16,-6-17 0-16,8 15 2 0,-8-15-6 0,8 12 1 15,-8-12 1-15,9 8 3 0,-9-8 1 0,0 0-8 16,15 2 8-16,-15-2-10 0,14-6-2 0,-14 6 5 16,15-13-7-16,-8 6 8 0,-1-2 1 0,1-1 14 15,-2 1-16-15,2 1 9 0,0-1 6 0,-2 1-13 16,-5 8 0-16,8-11-1 0,-8 11-2 0,6-8 1 16,-6 8 0-16,0 0 2 0,0 0 4 15,18-2 0-15,-18 2-1 0,9 7 0 0,-9-7 3 16,11 12-6-16,-4-4 5 0,-2-1-4 0,1 2 11 15,1-2-13-15,0 2 3 0,0-1 19 0,-1-2-60 16,-6-6-49-16,9 12-46 0,-9-12-23 16,12 8-16-16,-12-8-35 0,0 0 10 0,14 2-2 15,-14-2 10-15,12-7-133 0,-5-1 269 0</inkml:trace>
  <inkml:trace contextRef="#ctx0" brushRef="#br0" timeOffset="186400.2">18442 17857 14 0,'-2'-20'532'0,"0"3"-138"15,1 4-89-15,0 1-67 0,1 12-69 0,-2-18-36 16,2 18-27-16,0 0-19 0,0 0-18 0,0 0 8 16,0 0-29-16,0 0 6 0,-3 20-32 0,5-2 18 15,-1 4-30-15,1 4 17 0,-1 2-23 0,3 5-2 16,-3 3 19-16,3-2-19 0,1-1-10 16,-1 0-12-16,1-2-21 0,0-6-34 0,-1 0 43 15,1-4-114-15,-1-1-14 0,0-4-10 16,-2-1 11-16,1-4 14 0,0 0 18 0,-3-11 26 15,6 14 21-15,-6-14 25 0,0 0 27 0,1 11 20 16,-1-11 130-16,0 0-103 0,0 0 19 0,0 0 16 16,-6-9 13-16,6 9 5 0,-4-10-5 0,4 10-10 15,-5-12-7-15,5 12-14 0,-5-16-8 0,5 16-4 16,-2-16-5-16,2 16-7 0,2-17 22 16,-1 8-49-16,3-1-20 0,0-2-28 0,2 1-28 15,4-1-34-15,1-1-27 0,3-1-12 0,0 1 40 16,1 0-150-16,-1-2 84 0</inkml:trace>
  <inkml:trace contextRef="#ctx0" brushRef="#br0" timeOffset="186755.21">18908 17785 30 0,'6'-11'324'0,"-2"2"-61"0,-4 9-3 0,9-16-54 16,-9 16 25-16,5-11-58 0,-5 11-28 0,0 0-40 15,0-11-3-15,0 11-46 0,0 0 8 0,-10 8-27 16,5-1 11-16,0 6-20 0,-2 2 21 0,2 5-24 15,-2 1 26-15,1 4-34 0,4 1 19 16,-1 3-30-16,3 0 22 0,0-1-28 16,2 1 3-16,0-1-2 0,2-2 8 0,2-1-11 15,-2-2 5-15,2-3 1 0,1 0 6 0,-3-5 13 16,1-3 3-16,2-2 3 0,0-1 7 0,1-3-4 16,-8-6-11-16,15 3-2 0,-15-3-7 0,19-5-3 15,-6-3-3-15,1-6 3 0,0-1 7 0,-1-4-15 16,1-6 47-16,-3-1-23 0,0-1 23 0,-6 3-21 15,0-1 44-15,0 0-23 0,-5 1 24 0,-1 2-35 16,-3-1 21-16,-1 2-37 0,-2 1 16 16,-2 1-25-16,-2 2 17 0,-3 1-33 0,1 4-3 15,-5 1-7-15,0 1-7 0,0 4-14 0,2 2-21 16,16 4-30-16,-31-1-35 0,16 3-9 16,-3 3-66-16,0 2-34 0,4 0-21 0,1 0-17 15,4 1 38-15,3-1-198 0,6-7 167 0</inkml:trace>
  <inkml:trace contextRef="#ctx0" brushRef="#br0" timeOffset="187572.27">19059 17677 244 0,'1'-11'440'16,"0"-1"-171"-16,2 0-54 0,-2 1-26 0,2 0-41 15,-2 1-14-15,-1 10 17 0,3-16-5 0,-3 16-28 16,2-14-24-16,-2 14-20 0,3-10-18 0,-3 10-13 16,0 0-8-16,0 0-6 0,0 0-6 0,15 3-3 15,-10 7-1-15,2 3 0 0,1 4-7 0,1 3-4 16,-1 3 24-16,2 3-30 0,2 4 27 0,-3 0-34 16,0 1 29-16,1 1-30 0,-2 1 27 0,-1 0-30 15,3 0 10-15,-3-1-11 0,2-1 0 16,-4-2 0-16,0-4 0 0,1-2 0 0,-2-2-3 15,1-1-2-15,-2-6-11 0,1-1-11 0,-3-2-5 16,3 0 13-16,-4-11-2 0,4 14 5 16,-4-14 7-16,1 12 1 0,-1-12 1 0,0 0 1 15,0 0-1-15,0 0 5 0,4-11 3 0,-4 11 4 16,-3-22 28-16,2 5-31 0,-1-8 30 0,-1 1-26 16,-2-1 40-16,2 0-27 0,-1 0 24 0,2 2-12 15,-2 1 22-15,1 4-19 0,1 1 56 0,-1 3-65 16,2 2 30-16,0-1-30 0,1 3-9 0,0 10 21 15,0-20-35-15,0 20 28 0,7-16-29 0,-7 16 0 16,9-11 2-16,-9 11-3 0,15-8 10 0,-15 8 11 16,0 0-21-16,28 4 36 0,-17 1-38 15,-1 1 30-15,2 3-28 0,-2 1 25 0,-2 1-22 16,1 2-4-16,-3-1 1 0,3 1 10 16,-5 0 3-16,0-1-9 0,-2 0 8 0,0-1-2 15,-1 0 4-15,-2 0-2 0,-1-1 0 0,1-2 0 16,-3 2-1-16,4-10-11 0,-5 15-7 0,5-15-5 15,-10 12-23-15,10-12-19 0,0 0-14 0,0 0-43 16,0 0-16-16,-19-8-20 0,16-2 4 0,0-2 11 16,2-3 2-16,1-4 20 0,1 0 1 0,2-3 35 15,1-1 15-15,2 2 23 0,0 2 8 0,-1 3 25 16,1 2 19-16,-1 0 22 0,-1 2 13 16,1 2 6-16,-1 1-11 0,-4 9 3 0,9-12 4 15,-9 12 16-15,11-8 12 0,-11 8-3 16,0 0-2-16,18 4-14 0,-18-4 4 0,16 12-21 15,-9-2 12-15,1 4-20 0,2 4 16 0,-2 0-27 16,1 5 14-16,2 5-18 0,-3 3 17 0,1 0-24 16,0 2 0-16,0 0-2 0,-3 3 3 0,2 0-2 15,0 0 2-15,0 0 5 0,0-2-10 0,0-2-1 16,1 0 2-16,-2-3 1 0,0-5-1 0,-2-2-2 16,0-3-1-16,-1-2 0 0,1-3-3 0,-1-3-7 15,-4-11 1-15,4 16-4 0,-4-16-22 0,0 0-39 16,2 10-34-16,-2-10-19 0,0 0-18 0,-2-11 7 15,-2 2 7-15,0-6 11 0,-2-5 20 16,-1-4 8-16,0-7 7 0,-1-5-24 16,-2-4 51-16,1-4-108 0</inkml:trace>
  <inkml:trace contextRef="#ctx0" brushRef="#br0" timeOffset="187671.28">19529 18004 391 0,'-6'-41'36'0,"1"2"36"0,-4 2 4 16,3 2 5-16,0 3 4 0,0 0-11 0,1 7-18 16,1 2-15-16,-2 0-14 0,2 2-12 0,0 4-18 15,3 0-15-15,-2 3-21 0,2 1-18 0,1 1-14 16,0 12-5-16,0-19-19 0,0 19-84 0,5-16 37 15</inkml:trace>
  <inkml:trace contextRef="#ctx0" brushRef="#br0" timeOffset="187999.31">19609 17654 115 0,'5'9'234'0,"0"4"-45"0,0-1-46 0,-1-1-17 15,2 2-27-15,-2-2-11 0,0-1-15 0,1 1-3 16,-1-1-11-16,1-2 4 0,-5-8-15 0,9 14 22 15,-9-14-8-15,9 11 1 0,-9-11-20 0,10 8 3 16,-10-8-18-16,0 0 6 0,21 0-18 0,-21 0 8 16,14-7-16-16,-14 7 5 0,15-12-14 0,-11 3 11 15,1-1-11-15,-2-1 7 0,-2-2-11 0,0 1 13 16,-1 1-11-16,-1 0 11 0,1 2 25 16,0 9-10-16,-3-18-5 0,3 18-5 0,-6-12-2 0,6 12 2 15,0 0-5-15,-15-3 1 0,15 3 13 16,-13 10-15-16,4 2 17 0,-1 3-15 0,2 3 25 15,1 2-23-15,1 3 19 0,1 1-21 16,0-1 18-16,1 2-25 0,3-1 19 0,1-1-24 16,1 1 18-16,3-3-30 0,1-2 8 0,0-3-58 15,4-4-16-15,0-2-31 0,2-4-41 0,1-2-15 16,-12-4-19-16,28 0 28 0,-10-5-165 0,0-3 269 16</inkml:trace>
  <inkml:trace contextRef="#ctx0" brushRef="#br0" timeOffset="188335.33">19962 17745 55 0,'5'-12'427'0,"-1"2"-122"0,-4 10-56 0,6-13-71 16,-6 13-16-16,0 0-55 0,0 0-11 16,0 0-30-16,0 0 10 0,0 0-24 0,-6 10 16 15,6-10-36-15,-4 18 13 0,4-5-27 16,-1-1 19-16,1 1-25 0,1-1 11 0,0 1-21 16,0-1 5-16,3-1-32 0,1 0-9 0,-1-1-33 15,1-3-9-15,-5-7-31 0,13 9-26 0,-13-9-24 16,17 2-18-16,-17-2 43 0,20-6-18 0,-8-2 41 15,-2-1-2-15,3-5 30 0,-4-4-20 0,-3-3 64 16,3-3-20-16,-3-7 42 0,-1-4-36 16,-1-2 40-16,0-3 39 0,-1-4 16 0,2 0 6 0,-3 2 8 15,2-1 12-15,-1 4 58 0,-2 5 66 0,0 7-41 16,1 3 64-16,-1 6-32 0,-1 3-21 16,0 1-33-16,1 4-24 0,-1 10-24 0,0-19-15 15,0 19-22-15,3-10 2 0,-3 10-11 16,0 0-10-16,0 0-14 0,2 12 1 0,0 0 0 15,-1 3-4-15,0 7-2 0,2 2 19 0,-2 3-21 16,2 3-6-16,-2 3 3 0,2 2 5 0,0 1-31 16,-3 0-43-16,1-7-46 0,-1 2-70 0,-1-2-29 15,1 0-6-15,-1-5-233 0,-1 0 128 0</inkml:trace>
  <inkml:trace contextRef="#ctx0" brushRef="#br0" timeOffset="188473.34">20114 17655 578 0,'-4'-9'478'16,"4"9"-119"-16,-6-15-103 0,6 15-59 0,-8-15-96 16,8 15-62-16,-2-19-42 0,2 19-32 15,2-20-41-15,2 8-55 0,2-1-62 0,4-3-14 16,3 1-197-16,0 0 191 0</inkml:trace>
  <inkml:trace contextRef="#ctx0" brushRef="#br0" timeOffset="188692.36">20458 17232 679 0,'0'0'533'0,"6"-8"-146"0,-6 8-102 0,0 0-58 16,0 0-47-16,0 0-35 0,0 0-28 0,17 7-28 16,-17-7-18-16,4 20-14 0,-4-6-7 15,1 2-8-15,0 2-9 0,2 5-44 0,-2 0 42 16,1 2-43-16,-1-1 36 0,-1-1-6 0,2 1-13 15,-1-2-44-15,2-2-71 0,-2-2-78 0,1-3-100 16,0-2-53-16,2-4 44 0,-4-9-197 0,9 10 47 16</inkml:trace>
  <inkml:trace contextRef="#ctx0" brushRef="#br0" timeOffset="189004.37">20602 17124 154 0,'-6'-20'683'0,"-4"-1"-224"16,-2 4-110-16,2 0-86 0,-3 5-51 0,3 1-42 15,1 1-34-15,0 2-27 0,9 8-23 0,-11-11-22 16,11 11-15-16,-8-9-11 0,8 9-2 16,0 0-6-16,0 0-11 0,0 0-2 0,0 0-12 15,2 11-17-15,6-3-23 0,5 2-21 0,1 3 0 16,3-2-3-16,-1 2 19 0,3 0-4 0,-1 0 2 16,0 1 10-16,-1-1 9 0,0 2 1 0,-2-1 5 15,-1-1 3-15,0 3 5 0,-3-4 1 16,-2 1 2-16,-1-2 10 0,1 0 1 0,-3 1-8 15,-2-1 7-15,0-2 0 0,0 1 7 0,-4-10 0 16,3 17-3-16,-3-17-5 0,1 16 5 0,-1-16-1 16,-3 14-4-16,3-14 5 0,-1 15-26 0,1-15-38 15,-5 11-32-15,5-11-33 0,-9 9-40 0,9-9-35 16,0 0-10-16,-15 5 20 0,15-5-17 0,0 0 9 16,-18-9-110-16,10 1 84 0</inkml:trace>
  <inkml:trace contextRef="#ctx0" brushRef="#br0" timeOffset="189150.39">20660 17213 179 0,'-3'-8'353'0,"3"8"-61"0,-6-14-47 0,6 14-46 16,-5-9-36-16,5 9-46 0,-5-8-7 0,5 8-36 16,0 0-9-16,0 0-8 0,0 0-4 0,-16 8 2 15,16-8-2-15,-7 16-4 0,6-4-4 0,-2 1-8 16,0 4-4-16,2-1-5 0,0 2-5 0,1 5-3 16,-1-3 4-16,1-1-58 0,-2 2-40 0,2-1-54 15,-1 2-62-15,1-1-34 0,-1-3-11 0,-1 1-178 16,0-3 183-16</inkml:trace>
  <inkml:trace contextRef="#ctx0" brushRef="#br0" timeOffset="190807.52">21114 16846 450 0,'-5'-10'356'0,"2"0"-46"0,1 0-111 0,-2 1-10 16,4 9-84-16,-4-15 30 0,4 15-72 0,-5-10 33 15,5 10-67-15,-3-10 46 0,3 10-77 0,0 0-15 16,0 0 7-16,0 0 7 0,-4 18 6 16,6-4 6-16,-1 5 2 0,0 5 3 0,2 2 6 15,1 0-5-15,1 6-5 0,-1-1 1 0,5-1-4 16,-3 1 0-16,2-2-4 0,-2 0 1 0,2-4-2 15,2-2-42-15,-2-1-76 0,-2-2-71 16,3-3-28-16,0 0-2 0,0-7-171 0,-1-4 206 16</inkml:trace>
  <inkml:trace contextRef="#ctx0" brushRef="#br0" timeOffset="190975.53">21118 16696 226 0,'0'0'348'0,"-4"-14"-255"16,4 14 34-16,0 0-145 0,0 0 93 0,0 0-119 16,0 0 92-16,0 0-120 0,0 0 99 0,13 10-110 15,-4 0-4-15,1 0-4 0,4 4-79 0,1 0 40 16</inkml:trace>
  <inkml:trace contextRef="#ctx0" brushRef="#br0" timeOffset="191412.57">21435 16817 154 0,'0'0'239'0,"0"-11"-61"0,0 11-30 0,-1-15-23 16,1 15-13-16,-8-19 0 0,4 9 98 0,-2 2-80 15,2-1 34-15,-1 0-80 0,5 9 35 0,-9-13-74 16,9 13 41-16,-10-10-64 0,10 10 36 0,0 0-55 16,0 0 43-16,-22 6-54 0,15 1 1 0,0 7-1 15,-1 4 3-15,0 4 0 0,2 2 1 0,1 2 4 16,1 0-2-16,2 0 4 0,0 2-2 0,5-3 0 15,0-2-1-15,0 0-6 0,5-2-4 0,1-3-16 16,0-2 10-16,1-5-10 0,0-2 13 0,1-3-26 16,-11-6-1-16,21 5-17 0,-21-5-7 0,26-5-16 15,-12-2-4-15,1-3 0 0,-1-5 0 0,-1-2 14 16,0-2 16-16,-4-4 19 0,0-6 7 16,-4-1 1-16,-1-2 21 0,-3-3-1 0,-1-3 113 15,-1-2-123-15,-3-1 13 0,0-2 12 0,-1 2 18 16,0 0 14-16,-1 2 20 0,0 3 24 15,1 4 17-15,1 7-26 0,1 2-17 0,-1 6-8 16,0 1-11-16,1 4-3 0,1 1-11 0,2 11-14 16,-4-15-9-16,4 15 4 0,0 0-5 0,0 0 0 15,0 0 2-15,-9 11-1 0,8 1 12 0,-2 5-10 16,3 1-3-16,0 6 2 0,0 2 61 16,3 1-72-16,-2 0 67 0,4 7-75 0,-1 1 3 0,4-1 1 15,-1 0 0-15,1 0-13 0,2-1-36 16,3-2-42-16,-3-1-31 0,2-2-34 0,2-4 2 15,-4-6-24-15,3-4-109 0,1-2 84 0</inkml:trace>
  <inkml:trace contextRef="#ctx0" brushRef="#br0" timeOffset="191802.6">21720 16795 345 0,'0'0'341'0,"-1"-13"-93"0,1 13-58 0,-4-10-29 15,4 10-18-15,-2-9-27 0,2 9-21 0,0 0-13 16,-3-8-27-16,3 8-13 0,0 0-11 0,0 0-4 15,0 0-6-15,0 0 0 16,0 0-4-16,-1 15-4 0,1-15-2 0,1 18-1 16,2-5-1-16,-1-1-3 0,2 1 0 0,0 1 0 15,1 0 0-15,0-2 1 0,0-1 0 0,-1-1-2 16,2-1-1-16,0-1-1 0,-6-8-1 0,11 11-2 16,-11-11 0-16,12 6-2 0,-12-6 1 0,0 0-6 15,16-2-1-15,-16 2-8 0,12-9-12 0,-6 0-7 16,-2 0-1-16,2-2-2 0,-2-4 1 0,-1 0 5 15,-2-3 2-15,0 1 7 0,-2-3 73 0,0-2-82 16,-2 0 88-16,-1 2-78 0,-1 4 83 0,0 1-71 16,1 4 70-16,0 1-84 0,4 10 7 0,-9-11 72 15,9 11-82-15,0 0 74 0,-16 1-76 16,8 5 74-16,0 4-77 0,1 3 7 0,-1 5 6 16,0 3 4-16,3 1 0 0,1 0 18 0,2 2 3 15,-2-1-16-15,4-4 19 0,0 0-22 0,5-1 10 16,-1-1-45-16,0-2-29 0,1-2-43 0,4-2-40 15,0-4-12-15,0-1-28 0,-9-6-106 0,21-2 299 16</inkml:trace>
  <inkml:trace contextRef="#ctx0" brushRef="#br0" timeOffset="193836.75">22013 16577 513 0,'0'0'338'0,"1"-15"-96"0,-1 15-50 16,0 0-39-16,-1-8-46 0,1 8-21 0,0 0-17 15,0 0 39-15,-10 9-71 0,10-9 36 0,-6 17-60 16,3-6 48-16,-1 0-63 0,2 3 54 0,-1-1-64 16,3 0 4-16,-1 1 3 0,1-1-3 0,1-1 1 15,-1 1 1-15,0-13-9 0,4 17 2 0,-4-17-1 16,5 15 2-16,-5-15-5 0,6 7-4 0,-6-7 2 16,0 0-1-16,0 0 4 0,18-2 68 0,-18 2-80 15,12-14 73-15,-6 5-72 0,-1-2 65 16,0-1-64-16,0-3 75 0,-1 0-68 0,0-2 72 0,0 1-66 15,1 1 10-15,-1 4 19 0,-2 0 15 16,1 2-8-16,-3 9-3 0,4-16-6 16,-4 16 36-16,2-9-51 0,-2 9 0 0,0 0 37 15,0 0-42-15,0 0 34 0,8 11-38 0,-8-11 38 16,4 15-44-16,-3-5 40 0,3 0-40 0,-1 1 33 16,-1 0-72-16,1-1 44 0,-1-2-105 0,-2-8 74 15,7 15-126-15,-7-15 97 0,7 11-112 0,-7-11 91 16,13 4-101-16,-13-4 98 0,0 0-68 0,19-7 63 15,-11 1-35-15,1-4 24 0,-3-2 40 0,2-1 27 16,-2-7 29-16,0 1 26 0,-3-3 9 0,0-3 13 16,0-1 3-16,-2-1 13 0,0-1 14 0,-1 2 19 15,1 0 22-15,1 3 25 0,-1 6 18 0,-1 3-17 16,1 1-25-16,1 3-34 16,-2 10-16-16,0 0-7 0,0-10-9 0,0 10-10 15,0 0-5-15,4 13-5 0,-4-13-1 0,3 22-5 16,1-5-6-16,0 4-1 0,0 1 0 0,0 2-1 15,1 0-1-15,0-1 65 0,1 0-76 0,0 1 49 16,-2-3-59-16,2 1 62 0,0-4-69 0,-1-1 5 16,-1-4 4-16,0-1 3 0,-2-3 3 0,-2-9 3 15,4 17 7-15,-4-17 18 0,4 10 3 0,-4-10-5 16,0 0-5-16,0 0 48 0,0 0-63 0,0 0 54 16,0 0-56-16,15-10 53 0,-11 1-55 0,0-1-2 15,0 0 9-15,1-4 6 0,1 0 0 16,2 1 2-16,0-1 4 0,-2 0 1 15,2 3-4-15,-1 0-1 0,0 2-1 0,-1 0-3 16,-6 9-4-16,10-9 3 0,-10 9 7 0,0 0-8 16,17-1 4-16,-17 1-4 0,13 6-2 0,-13-6 2 15,11 14-2-15,-4-4 37 0,-3-1-41 0,-1 1 30 16,0 1-36-16,1-1 35 0,-4-10-41 0,4 18 34 16,-4-18-62-16,5 15 42 0,-5-15-78 0,2 11 83 15,-2-11-96-15,0 0 73 0,0 0-109 16,0 0 111-16,0 0-98 0,0 0 109 0,3-13-88 0,-6 3 8 15,2-7 16-15,-2-4-4 0,0-4 13 0,-1-8 15 16,0 0-5-16,0-5 19 16,0-1 11-16,2-1 11 0,-1 0 12 0,2 0 10 15,1 4 7-15,0 7 5 0,1 3 7 0,-1 2 4 16,0 5-5-16,0 6-4 0,0-1-5 0,0 4-4 16,1 0-3-16,-1 10-4 0,2-14-1 0,-2 14 4 15,0 0-7-15,0 0-1 0,2-8-2 0,-2 8 3 16,0 0-6-16,0 0 4 0,0 0 0 0,0 0 2 15,0 0 0-15,0 0 4 0,-2 11 0 0,2-11-1 16,0 0 5-16,-7 8 1 0,7-8 1 16,-7 7-2-16,7-7-2 0,-8 7-1 15,8-7 0-15,-8 9-8 0,8-9 3 0,-6 11 0 0,6-11-3 16,-5 15 0-16,1-2 1 0,4-1 1 16,1 6-2-16,3 4-3 0,-2 3 3 0,4 5-2 15,0 4 0-15,2 4 1 0,1 0 4 0,0 3-5 16,1 2 84-16,1 11-99 0,2-2 5 0,0 2 4 15,1 1 0-15,0-1 2 0,1-2 9 0,-2-2-8 16,0-9 10-16,0 0-13 0,-3-3 14 0,3 0-13 16,-3-3 11-16,-1-3-13 0,1-2 4 0,-2-6 0 15,-3-3 3-15,3-1 0 0,-3-6 0 0,0 0 0 16,-2-4 1-16,-3-10 29 0,5 16 76 0,-5-16-25 16,2 9-12-16,-2-9-15 0,0 0-15 0,0 0-9 15,0 0-7-15,-7-8-5 16,0-1-4-16,0-3 16 0,-2-6-25 0,-2-2 16 15,0-6-21-15,-2-4 0 0,3-3-2 0,-3-1-2 16,4-2-2-16,0-3 1 0,2-2-2 0,1 2 38 16,4-1-38-16,-1 1 42 0,3 0-46 0,3 2-7 15,-1 1-1-15,4 0 1 0,1 2 3 0,1 2-1 16,-2 2 4-16,3 3 7 0,0 4-6 0,-3 2 5 16,2 2 1-16,-1 1 0 0,0 4 4 0,-3 0 0 15,0 3 11-15,-2 2 1 0,2 0 9 16,-4 9 10-16,4-14-3 0,-4 14-6 0,4-10-4 15,-4 10-3-15,0 0-5 0,0 0-2 16,0 0 5-16,0 0-9 0,10 7 1 0,-10-7-2 16,1 18 2-16,2-5-4 0,0 2 1 0,-1 1 3 15,2 2-3-15,-1-1 28 0,0 3-38 0,1-1 31 16,1-3-29-16,-1 1 9 0,0-1-73 0,-3-4 42 16,3-1-106-16,-1 0 77 0,-3-11-131 0,5 16 110 15,-5-16-101-15,5 8 108 0,-5-8-99 0,0 0 104 16,0 0-67-16,10-6 27 0,-10 6 38 0,1-19 22 15,-2 4 12-15,1-7 28 0,-3-3 12 0,2-3 12 16,-4-6 18-16,1 0-6 0,3 1 27 16,-3 6 10-16,3 1 17 0,-3 3 10 0,4 4 6 15,-3 3-13-15,2 3-18 0,0 2-26 16,1 11-8-16,-1-14-7 0,1 14-6 0,0 0 0 16,0 0-9-16,0 0-2 0,0 0-5 0,6 13 1 15,-2-3 4-15,1 3-7 0,2 0 0 0,0 1 0 16,2 3-2-16,0 0-1 0,1-2 1 0,-1 1 1 15,1-2-3-15,3-1 3 0,-5-1-1 0,0-2 0 16,1-1 1-16,-2-2 0 0,1-1 2 16,-8-6-1-16,13 8 11 0,-13-8 12 0,15 2-30 15,-15-2-2-15,17-5 4 0,-6 0 1 0,-2-2-1 16,0-3 1-16,1-3-2 0,-1-2-1 0,-1-1-1 16,-3-4-1-16,0 0 6 0,-1-1-7 0,-3 3 1 15,0-1 2-15,-2 2 3 0,1 3 3 16,-2 2 1-16,-1 1-3 0,-2 0 4 0,5 11-4 15,-10-11 2-15,10 11 0 0,-13-2 2 0,13 2-2 16,-17 6-1-16,10 1 1 0,-2 5 0 16,0 0 0-16,0 4-1 0,1 5 3 0,3 0-3 15,-1 0-2-15,3 1 4 0,3-1 0 0,0 1-1 16,4-1-4-16,2-1 22 0,2 0 49 0,1-3-96 16,5-2 79-16,-1-4-99 0,1-1 84 0,3-4-111 15,-1-3 88-15,1 0-120 0,-17-3 8 16,34-3 6-16,-11-2-14 0,-1-4 22 0,2-4 8 15,1-2 14-15,-5-4 5 0,0 0 20 16,-1-4 9-16,-3-2 3 0,-3-2 9 0,-3-4 3 16,0 1 17-16,-1 1 15 0,-5 4 38 0,0 2 36 15,0 5 21-15,-3 2-11 0,-1 4-20 0,-1 3-20 16,1 9-12-16,-6-13-13 0,6 13-6 0,0 0-1 16,-17 2-5-16,8 3-2 0,0 2 1 0,1 3 2 15,0 1 1-15,1 2 5 0,1-1-18 0,2 1 4 16,1-2 0-16,2-1-4 0,1-10-5 0,1 18 0 15,-1-18-11-15,9 13-1 0,-9-13-3 16,13 8-14-16,-13-8-8 0,18 1-6 0,-18-1-5 16,20-6-2-16,-20 6 7 0,24-16 8 0,-12 3 1 15,2-3 4-15,-5-1 5 0,0-4 2 0,-3 0 1 16,3-3 5-16,-2 1 12 0,-1-2 81 16,-2 2-78-16,-1 2 87 0,-1 4-27 0,1 4 31 15,-2 1-56-15,-1 12 27 0,0-16-52 0,0 16 35 16,0 0-52-16,-12-5 42 0,12 5-44 15,-19 17-9-15,6-1-4 0,-2 8-10 0,-4 5-25 16,-1 2-35-16,-5 10-31 0,2 4-34 0,-4 2-20 16,-1 3-21-16,-3 3-9 0,-3-2-134 0,-1 4 257 15</inkml:trace>
  <inkml:trace contextRef="#ctx0" brushRef="#br0" timeOffset="194772.83">17984 19016 135 0,'3'-18'379'0,"-3"18"-117"15,-3-13-66-15,3 13-14 0,-6-15-31 16,6 15-10-16,-7-13-26 0,7 13 15 0,-11-13 6 16,11 13 0-16,-10-12-8 0,10 12-19 0,-12-9-17 15,12 9-13-15,-11-7-15 0,11 7-15 0,0 0-8 16,-22 3-9-16,13 1-2 0,-1 7-11 0,-3 3-1 15,2 4-27-15,-5 6 29 0,3 3-27 0,2 6 6 16,11-33 5-16,-22 0 11 0,22 0-14 16,0 0 13-16,-20 0-17 0,20 0 16 0,0 0-23 15,0 0 18-15,0 0-6 0,0 0 21 0,23 0 17 16,-23 0 1-16,29 0-13 0,-29 0 4 0,37 0-12 16,-18 0 2-16,1 0-9 0,7 0-6 0,1 0 0 15,1 0-3-15,-1 0 1 0,0 0-1 0,-2 0 2 16,-3 0 8-16,-4 0 9 0,-19 0 44 0,32 0-46 15,-32 0 33-15,0 0-12 0,21 0-9 0,-21 0-7 16,0 0-6-16,0 0-7 0,0 0-4 0,-31 0-7 16,12 0-1-16,-3 0-3 0,-4 0-3 0,-2 0-4 15,-3 0-42-15,-1 0 47 0,2 0-42 0,7 0 10 16,2 0-12-16,3 0-26 0,18 0-22 16,-25 0-16-16,25 0-1 0,0 0-15 0,-20 0-18 15,20 0-16-15,0 0-21 0,0 0-98 0,0 0 111 16,0 0-55-16,29 0 66 0,-29 0-188 0</inkml:trace>
  <inkml:trace contextRef="#ctx0" brushRef="#br0" timeOffset="196756.84">27736 16716 391 0,'-6'-10'300'16,"0"-1"19"-16,-1-1-138 0,0 3 49 0,1 1-98 15,-2-1 31-15,1 1-49 0,7 8 11 0,-13-11-41 16,13 11-1-16,-12-6-28 0,12 6 3 15,0 0-31-15,-20 8 14 0,10-1-8 0,1 8-25 16,3 5 19-16,-1 3-22 0,1 3-4 0,2 6 0 16,4-3 0-16,-1 1 3 0,2 5 3 0,3-1 2 15,4-2-1-15,1-1-8 0,2-4 6 0,3-3 6 16,-1-6 1-16,2-3 8 0,3-4-4 16,0-2-2-16,0-6 1 0,3-3-1 0,3-5 3 15,-1-4 12-15,5-5 4 0,-4-3-8 0,1-3 62 16,-2-4-29-16,-4-1 36 0,-3-2-38 0,-3-2 25 15,-3-1-45-15,-2-1-5 0,-7 3 1 0,-1 0 5 16,-5 1 30-16,-2-3-48 0,-5 3 10 0,-2 3-46 16,-4 4 20-16,1 6-42 0,-4 3 34 15,-2 6-38-15,-3 1 33 0,3 5-47 0,-2 3-7 0,0 1-41 16,4 2-13-16,1 1-70 0,1 1 38 16,8 0-136-16,-1-1 91 0,8 0-84 0,4-8 34 15,-2 11-199-15,2-11 145 0</inkml:trace>
  <inkml:trace contextRef="#ctx0" brushRef="#br0" timeOffset="197121.9">28009 16519 354 0,'15'-12'467'0,"-4"3"-126"15,-3 2-51-15,1 1-62 0,-9 6-33 0,13-11-43 16,-13 11-24-16,10-7-32 0,-10 7-7 0,0 0-31 16,0 0 14-16,16 9-34 0,-14 0 11 0,2 3-32 15,0 3-1-15,2 6-4 0,-2 1-2 0,1 0-1 16,1 2 15-16,0-1-22 0,1 1 15 15,1-1-20-15,1-2 16 0,-1 0-19 0,3-2 10 16,-2-3-13-16,2-1 10 0,-1-5-15 0,1-1-10 16,-2-3-4-16,-9-6 2 0,23 6 4 0,-23-6 2 15,23-3 6-15,-10-2 8 0,0-2-6 0,0-5 8 16,1-3-1-16,-3-1 5 0,2-1 8 0,-2-4-5 16,0 0 12-16,-1 1 20 0,1 0-18 15,-2 3 25-15,-1 1-27 0,-3 3 24 0,3 3-7 16,-3 1-11-16,-5 9-6 0,6-12-6 15,-6 12-3-15,0 0-20 0,14-6 27 0,-14 6-28 0,12 4 28 16,-12-4-28-16,14 13 18 0,-4-4-31 16,-1 1-12-16,0-1-43 0,3 2 5 0,-2-1-98 15,0-1 76-15,0-1-155 0,2 1 108 0,0-3-95 16,-12-6 17-16,17 6-6 0,-17-6-94 0,18-1 270 16</inkml:trace>
  <inkml:trace contextRef="#ctx0" brushRef="#br0" timeOffset="197653.93">28634 16385 81 0,'-5'-37'319'0,"0"1"-57"16,0 1-17-16,1 9-18 0,0 2 5 0,0 4-18 16,3 5-33-16,-3 2-38 0,4 13-32 0,-4-17-24 15,4 17-9-15,0 0-22 0,0 0-12 0,-10 7-10 16,8 4-4-16,-1 6-5 0,1 6-9 16,0 2-1-16,2 3-5 0,2 3-2 0,-1 5 0 15,2 3-11-15,0-3 6 0,3 1-47 0,1-2 22 16,-2 0-103-16,0-2 78 0,3-2-133 0,0-7 0 15,-2-3 3-15,2-3 21 0,-1-1 14 0,1-6 12 16,-2-3 17-16,-6-8 20 0,15 10 17 0,-15-10 27 16,0 0 10-16,17 2 10 0,-17-2 124 15,9-5-121-15,-9 5 132 0,13-11-116 0,-7 2 116 16,2-1-124-16,-1-3 121 0,0 0-131 0,2-3 11 16,0-2-5-16,2-2 15 0,1 0-4 0,0-4 1 15,3 1 9-15,-3 3-15 0,-1 1 12 0,2 0-2 16,-2 2 4-16,0 0-6 0,-1 6 17 15,-2 0-14-15,-2 2-4 0,-6 9 15 0,8-11 4 16,-8 11 8-16,0 0 8 0,0 0-3 0,0 0 7 16,0 0-3-16,5 9 7 0,-5-9-3 15,-7 21-1-15,4-6-4 0,-1 1-4 0,0 0-1 16,1 6 84-16,-1-1-105 0,2-2 89 0,2-1-105 16,-1 0 95-16,2-1-104 0,1 0 100 0,2-3-86 15,-1-1 92-15,2-1-84 0,1-4 77 0,3-1-78 16,-9-7 70-16,18 8-80 0,-18-8 72 15,23-1-75-15,-9-4 76 0,2-1-57 0,1-3 63 16,-2-2-34-16,0-3 22 0,-2 0 11 0,-3-1 10 16,-1-2 12-16,-4 2 11 0,-1-1-4 0,-4 2-11 15,-1 0-17-15,-2-1-15 0,-3 0-6 0,-5 0-18 16,0 1-8-16,-3 4-14 0,-2 1-16 0,-1 3-34 16,0 2-33-16,-3 3-51 0,0 0-76 15,-3 2-59-15,-1 2-33 0,-2 1-215 0,7-2 11 16</inkml:trace>
  <inkml:trace contextRef="#ctx0" brushRef="#br0" timeOffset="198990.03">29852 15997 48 0,'-8'-21'632'0,"2"1"-235"0,1 5-90 15,-2 3-89-15,4 3-65 0,3 9-17 0,-9-7-28 16,9 7-36-16,-7 9 3 0,5 2-26 0,-4 10-18 16,1 5-5-16,3 7-5 0,-1 6 4 0,2 3-13 15,1 0-2-15,1 3-1 0,2 0-6 16,-1 0-21-16,3 0-39 0,1-4 36 0,-3-3-111 15,3-4 92-15,-3-8-133 0,4-2 97 0,-1-6-100 16,-1-5 97-16,0-4-105 0,-5-9 96 16,12 4-65-16,-12-4 36 0,11-8 28 0,-7-3 43 15,-3-6 29-15,-1-4 21 0,-1-7 53 0,-4-9 19 16,-4-4 10-16,-1-12 5 0,-3-2 3 0,-2-2 1 16,1-3-1-16,-2 0 55 0,5-2-76 0,0 4 11 15,-1 1-6-15,5 11-15 0,4 2-26 16,1 6-9-16,2 1-8 0,3 9-5 0,1 2-4 15,1 2-3-15,1 2 3 0,3 6-11 0,-1 3-2 16,1 1 3-16,-1 6-3 0,-8 6 1 0,19-5 0 16,-19 5 6-16,19 6-5 0,-11 2-2 0,1 3 4 15,-2 3-2-15,-1 4-2 0,0 2 2 16,-4 3 14-16,-1 1 28 0,-2 1-53 0,0 0 52 16,-2 0-59-16,1 1 6 0,-2-1 1 0,0 1 3 15,0-1 6-15,1 1-4 0,0-1 1 16,2-1 2-16,-1-4-2 0,5 4 0 0,0-3-2 15,4 1 7-15,3-3-10 0,2 0 6 0,1-1 1 16,6 2-4-16,1-3-4 0,-3-3 1 0,0 0 18 16,-1-2-25-16,2 1 15 0,-4-2-15 0,-1 0 15 15,-3 0-15-15,-2-1 19 0,-2 1-11 0,-3-1 16 16,-3-10-15-16,1 18 22 0,-5-7-16 0,-2 2 1 16,-2-1 1-16,-1 0 5 0,-3 0-3 15,0 1-2-15,-3-1 4 0,-1 0-3 0,3-4 0 16,0 0-1-16,2-1 0 0,2-2 2 15,9-5-1-15,-18 8-4 0,18-8-37 0,0 0-34 16,-13-7-18-16,13 7-9 0,0-15-8 0,4 1 5 16,5-7-23-16,4-5 10 0,5-2-8 0,2-1 37 15,2 0-4-15,4 0 34 0,-1 2 18 0,4 2 19 16,-3 0 18-16,0 3 29 0,-2 2 8 0,-1 4-3 16,-4 5-9-16,0 1 12 0,-6 4-7 15,2 1 3-15,-15 5 21 0,24-3-3 0,-24 3 0 16,22 4-1-16,-12 2 1 0,0 2-8 0,2 3 0 15,-5 0-11-15,2 6-3 0,0 0-10 16,-3 1 5-16,0 0-10 0,-1 1 1 0,-3-2 1 16,1 1-11-16,-2-2 1 0,1 2 2 0,0-5-9 15,-2 0 4-15,0-1-5 0,-4 1 5 0,4-13-10 16,-2 18 9-16,2-18-5 0,-5 9 6 0,5-9-14 16,0 0 12-16,0 0-3 0,-17-1 3 15,9-6-3-15,4-6 1 0,-1-2-4 0,-1-7 8 16,2-2-2-16,0-3 7 0,1-8-9 0,3-2 0 15,2 1 2-15,0 0 3 0,4 1 3 0,1 2 3 16,1 3 3-16,3 1-4 0,1 3 13 0,2 2-14 16,-3 6 0-16,1 0-5 0,2 4-3 15,-2 2 7-15,2 3-4 0,-4 2 1 0,1 3 0 0,-11 4-1 16,20 0-3-16,-20 0 4 16,16 7-2-16,-6 2 93 0,-1 3-105 0,-2 1 1 15,-1 3 3-15,2 3-1 0,-3 1 9 0,-1 2-3 16,-2 1 3-16,2 1 0 0,-1 0 1 0,-1 1 1 15,-2-2-1-15,0 0 6 0,2-2-6 0,0-2 7 16,-1 0-7-16,1-3 4 0,0 0-5 0,-1-3 4 16,2-2-7-16,1-1 8 0,0-1-5 0,-4-9 4 15,11 10-4-15,-11-10 3 0,20 1-11 0,-20-1-2 16,22-8-2-16,-7 1 2 0,1-4-7 16,-2-3-3-16,2-2 7 0,-5-3 3 0,3-6-6 15,-4 0 11-15,-1-2-3 0,-2 2 5 0,-1 0 1 16,-2 0 112-16,-3 0-123 0,-1 4 8 15,-4 0 7-15,2 4-1 0,-4 2-1 0,-3-2 0 16,0 6-3-16,-3 3 3 0,-5-3-9 0,4 9 0 16,-4 0-5-16,17 2-16 0,-30 0-16 0,13 2 90 15,1 0-156-15,2 5 85 0,3-2-118 0,0 1 9 16,11-6 1-16,-12 11-101 0,12-11 65 16</inkml:trace>
  <inkml:trace contextRef="#ctx0" brushRef="#br0" timeOffset="199850.09">30798 15913 65 0,'0'0'170'0,"16"-8"-19"0,-16 8-30 15,11-9-1-15,-11 9 31 0,8-6 9 16,-8 6-10-16,0 0 66 0,11-9-125 0,-11 9-12 16,0 0-30-16,0 0-12 0,0 0-4 0,0 0-7 15,0 0-7-15,5 13-3 0,-5-13-1 0,0 16-3 16,0-16-6-16,0 20 1 0,3-8 2 0,-2 0-6 15,2-1 2-15,1 0-3 0,0-1-1 0,-1 0-2 16,5-1 11-16,-2-1-12 0,2-1-4 0,-8-7 9 16,14 7-13-16,-14-7-4 0,18 2-1 15,-18-2-3-15,23-6-2 0,-11 2 1 0,2-4 4 16,1-3-2-16,0-1 4 0,-2 1 3 16,-1-1 3-16,-1 2 0 0,-1 0 2 0,-2 0 3 15,0 2 3-15,-8 8 7 0,11-12 7 0,-11 12-3 16,7-10-2-16,-7 10-5 0,0 0-3 0,8-7-2 15,-8 7 3-15,0 0 1 0,0 0-6 0,0 0 7 16,1 15-5-16,-1-15 2 0,3 12-2 0,-3-12 0 16,6 16-1-16,-6-16-2 0,9 16 2 15,-2-8-8-15,2-2-3 0,0 0 4 0,1-1-7 16,-10-5-3-16,26 5-9 0,-26-5-10 0,29-1-9 16,-10-2-6-16,1-1 10 0,1-4 1 0,1-1 2 15,-2-2 19-15,2-3 5 0,1-2 28 0,-3-1 137 16,-2-2-120-16,-6 0 4 0,2 0 1 15,-5-2-3-15,-3 0-1 0,-3-2 10 0,-1 4 5 16,-4 2-4-16,2 0-9 0,-5 1-7 0,-2 3-6 16,-4-1 11-16,-3 4-19 0,0 3 7 15,-2 1-19-15,-1 4 17 0,0-1-24 0,17 3-3 16,-28-1-13-16,28 1-17 0,-20 1-19 0,20-1-8 16,-14 3-10-16,14-3-6 0,0 0-17 0,0 0-12 15,0 0-6-15,0 0 7 0,26 1-18 0,-6-2 43 16,-2-2-35-16,6 1 39 0,0 1-8 15,0 0 70-15,-3-1-37 0,-1 2 50 0,-2 0-16 0,2 2 53 16,-20-2-30-16,28 3 17 0,-28-3 7 16,28 6 22-16,-28-6 3 0,21 12 17 0,-12-6-2 15,-9-6 4-15,13 11-13 0,-5-3-10 0,-2-1 1 16,-1 2-2-16,1 0-5 0,-3 1-1 0,3 0-16 16,-2 0-5-16,0 0-1 0,-1 0-1 0,1 0-2 15,0 0-2-15,0 0-2 0,-4-10-3 0,3 16-1 16,-3-16-4-16,4 14-2 0,-4-14-13 0,4 12-23 15,-4-12-15-15,1 10-11 0,-1-10-11 0,0 0 0 16,0 0-6-16,-7 9 5 0,7-9 12 0,0 0 23 16,-12-5 18-16,12 5 9 0,-12-13 17 0,4 3 20 15,-1-2 1-15,0-4 16 0,-1-2 12 0,2-1 13 16,-1 2 23-16,-2 1 17 16,1-1 6-16,3 4 8 0,0 1-7 0,-1 2-19 15,-2 3-20-15,4 1-22 0,6 6-11 0,-16-5-5 16,16 5-10-16,-17 5-5 0,5 3-2 0,0 4 5 15,1 3-3-15,-1 2-3 0,3 3 3 0,0 2-7 16,-2 1-2-16,6 1-4 0,0 1-16 0,1 0-26 16,0-1-32-16,4-1-37 0,2-3-18 0,2 1-35 15,1-3-19-15,2-4 26 0,4-3-136 0,-1-3 83 16</inkml:trace>
  <inkml:trace contextRef="#ctx0" brushRef="#br0" timeOffset="200390.14">31765 15804 261 0,'7'-9'352'16,"-1"2"-113"-16,-6 7-64 0,9-11-36 0,-9 11-27 16,6-10-26-16,-6 10-16 0,0 0-22 0,11-10-7 15,-11 10-6-15,0 0-6 0,11-7-4 0,-11 7-5 16,12-5-3-16,-12 5-6 0,18-8-2 0,-8 4-4 16,-10 4 9-16,22-8-14 0,-10 2 12 0,-2-2-16 15,2 2 14-15,-1-3-12 0,-2 0 11 0,1-1-9 16,-1-1 10-16,-2-1-12 0,-2-1 16 0,-1-3-9 15,0-1 35-15,-3 0-15 0,-1-2 22 0,0 1 3 16,-2 0 24-16,-1 2-15 0,-2 1 20 16,0 2-45-16,-3 2 19 0,1 3-36 0,-4 2 21 15,11 6-34-15,-21-2 20 0,21 2-26 0,-26 6 23 16,12 2-30-16,0 1 29 0,1 5-31 0,1 1 28 16,4 1-28-16,-1 2 1 0,3 2 2 0,4-3-1 15,2 1 5-15,0 1 0 0,2 3 2 0,1 0 0 16,3 0-1-16,1-2 19 0,2 1-15 0,0 1-1 15,1-1-2-15,1 0-10 0,-2-1-1 0,3 1-4 16,-1 0-7-16,-2 1-4 0,-1-1 18 0,0 0-37 16,-2 1 6-16,-3-3-12 0,-2 0 16 0,-1-1-10 15,-3-1 20-15,-4 3-13 0,-1-1 19 16,-4-2-10-16,-1 1 18 0,-6 1-6 0,-2 0 11 16,-2-3-10-16,-3 0 16 0,1 0-14 0,-4-1 16 15,-1 0-11-15,-4 0 12 0,0-1-9 0,0-2 10 16,0 0-6-16,2-2 14 0,7-3-11 15,4-1 34-15,3-2 4 0,18-4 18 0,-24 1-43 16,24-1 8-16,-8-8-22 0,8 8 13 0,8-22-20 16,5 5 16-16,8-5-25 0,5-2 10 0,6 0-17 15,9-5 12-15,3 2-14 0,0 0 23 0,0 4-20 16,-1 2-15-16,-7 3-42 0,-3 4-31 0,-2 2-35 16,-2 2-13-16,-8 2-23 0,-5 5-126 0,-16 3 294 15</inkml:trace>
  <inkml:trace contextRef="#ctx0" brushRef="#br0" timeOffset="200577.14">30841 16682 431 0,'-18'13'303'0,"4"-3"-82"0,5-3-44 16,9-7-19-16,-7 10-2 0,7-10-13 0,0 0-11 15,24-6-9-15,5-5 6 0,8-6-3 0,15-8-3 16,8-2-10-16,7-3-16 0,4-4-21 15,20-8-14-15,-1 0 15 0,-15 10-50 0,16-8-13 0,-17 7-20 16,-3 2-120-16,-5 0-66 0,-3 2-63 16,-7 3-24-16,-4-2 17 0,-5 5-202 0,-13 3 106 15</inkml:trace>
  <inkml:trace contextRef="#ctx0" brushRef="#br0" timeOffset="202584.3">11731 15755 138 0,'-12'-7'139'15,"-5"4"-14"-15,3-2-17 0,-3 1-36 0,0-1 2 16,0 1-10-16,-2 2-2 0,-3-2-2 0,-1 0-6 16,-1 2-10-16,1 0-8 0,-3 0-15 0,0 2 3 15,-1-1-6-15,-2 1-9 0,0 1 6 0,-2-1-10 16,-5 2-3-16,-2 1 1 0,1 1 105 0,0-1-128 15,-2 1 107-15,0 1-133 0,-1 1 122 16,2 2-129-16,-3 0 118 0,-1 0-118 0,1 2 104 16,-3 1-116-16,2 2 120 0,1-1-122 15,-8 6 124-15,10-2-118 0,-7 4 120 0,3 3-121 16,8-3 9-16,-5 6 20 0,8-2 4 0,2 0 6 16,0 2 4-16,4 1 4 0,1 1 5 0,3 0 4 15,3 1-3-15,2 2 12 0,4 2 5 0,3 1 4 16,4-1 4-16,3 4 6 0,3 0 2 0,3 2 12 15,2 0 1-15,5-1 107 0,0 3-113 0,9 6-3 16,1-1-1-16,3-1 11 0,2 0 2 0,3-1 0 16,4-3 7-16,3-2 2 0,2-2-2 15,3 0 5-15,4-3-4 0,1-4 1 0,3 0 4 0,2-4-6 16,3-1 2-16,3-4-3 0,3-3 0 16,3-2-2-16,2-4 2 0,0-2-3 0,2-2 0 15,1-3-8-15,0-2-4 0,-14-3 4 0,13 0 2 16,1-2-4-16,-3 0-12 0,0-4 2 0,-3 0-3 15,2 0 6-15,-3-3 1 0,-1 0-2 0,-2-3-2 16,0-1 0-16,0 0-4 0,-2-3 1 16,0-1 1-16,-2 0-1 0,-2-2-2 0,-2-1-4 15,0-1-21-15,0-3 24 0,-4 0-28 0,1-1 20 16,-2-1-17-16,0-2 24 0,-1 1-27 0,-2-2 5 16,0-1 25-16,-1 0-31 0,-2 0 14 0,-2 0-18 15,-6 4 8-15,-1 1-4 0,-2 0-3 0,0-1 0 16,-2 1 1-16,-1-1-1 0,-3 1-2 15,1-2-2-15,-3 1-4 0,-2-2 1 0,-2 1-3 16,-1 0 6-16,-1-2-10 0,-4-1-2 0,0 0 2 16,-2-2-7-16,0 0-5 0,-5-2-2 0,1 6 39 15,-3-3-48-15,-2-4 52 0,-1 1-58 16,-4-1 66-16,0 1-78 0,-4 0 9 0,-3 2 0 16,-2 0 4-16,-6 3 4 0,-2 1 7 0,-2 2-7 15,-12-3 1-15,-1 1 2 0,-4 6 4 0,-3 1-2 16,0 0 4-16,-5 5 6 0,-2 3 0 15,1 0-3-15,-5 2 0 0,-1 1 1 0,-4 2-4 16,-2 2 8-16,-2 1 2 0,0 1-3 0,-3 2 3 16,2-1 5-16,-2 3-2 0,-1 3-5 0,-1-1 12 15,1 2 4-15,-1 1-7 0,-3 0 1 16,1 4 17-16,1 0 13 0,-4 2-26 0,1 1 2 16,0 3-6-16,0 1 5 0,1 5 11 0,-2-2-6 15,2 4 8-15,-2 1 102 0,3 0-122 0,-2 2 104 16,3 1-112-16,1 3 110 0,1 0-117 0,2 1 0 15,4 3 19-15,4 0 4 0,3 1 6 0,3 0 3 16,6 2 6-16,6 2-6 0,2-1 6 16,6 1 12-16,4-1-2 0,3 1 10 0,9-5-5 0,4 2-4 15,2 0 12-15,4 0 8 16,4 2 111-16,2 0-122 0,5 0 118 0,2 1-118 16,4 0 111-16,4 0-118 0,6 5 15 0,7-1 10 15,3-2 8-15,3-1-3 0,4-1 6 0,3-1 0 16,4 0 6-16,2-3 3 0,5 0-2 0,0-2 8 15,5-3 1-15,-1-3 1 0,5-1-9 0,3-3 0 16,3-4 4-16,3-3-5 0,6-3 0 0,-2-3-6 16,4-6 1-16,1-2-8 0,-1-2 2 0,1-4-7 15,-1-3 0-15,-1-1-5 0,-2-2-3 0,0-2-1 16,-2-3-6-16,-1-2 0 0,-1 0-1 0,-1-5-5 16,-3 1 0-16,-2-1 1 0,-2-2-3 0,-4-1-3 15,-1 0 0-15,-3-2 0 0,-2-3-8 0,-3 2 23 16,-1-2-28-16,-3-3-7 0,-2 1 10 15,-1-3 0-15,-3-1 2 0,1-4-4 0,-3-2-3 16,2-1-11-16,-4-2 0 0,-1-3-13 0,-2-2-8 16,-1-1-9-16,-4 0-6 0,-1-2-3 0,-6 2-7 15,-3 1 0-15,-5 9 54 0,-3-1-64 16,-6 2 82-16,-4 2-77 0,-4-1 79 0,-7 3-91 16,-4 2 6-16,-5 3 18 0,-11-3-11 0,-8 5 8 15,-3 4 0-15,-7 4 2 0,-5 5 2 0,-4 2 3 16,-4 4-7-16,-3 4 12 0,-2 3 3 0,0 2 0 15,0 3 8-15,3 2 109 0,-2 2-123 16,5 2 128-16,3 1-145 0,2 2 123 0,3 1-121 16,12 0 88-16,1 1-160 0,0 2 23 0,4 1-176 15,3 0 84-15</inkml:trace>
  <inkml:trace contextRef="#ctx0" brushRef="#br0" timeOffset="205160.84">4860 16619 187 0,'0'0'94'0,"0"0"118"0,-12-6-184 15,12 6 105-15,0 0-136 0,-8-6-20 16,8 6 29-16,0 0-6 0,0 0-1 0,-10-8-2 15,10 8 1-15,0 0 0 0,0 0-1 0,0 0 1 16,0 0-2-16,-6-7-4 0,6 7 12 0,0 0-5 16,0 0-1-16,0 0-17 0,0 0 13 0,0 0 2 15,0 0-3-15,0 0-7 0,9-7 4 0,-9 7 10 16,24-3 0-16,-9 0 104 0,11-2-116 0,1 1 1 16,7-3 10-16,6 1 6 0,3-2-5 0,2 1 14 15,4 1 6-15,10-3-8 0,-1 1 4 0,-9 1-6 16,11 1 12-16,-10-1 3 0,-1 2 1 15,-1-1-6-15,0 1 9 0,-2 3-1 16,-3-2-3-16,-1 1 3 0,-3 2 0 0,-9-1-11 16,-1 1 14-16,-3 0-5 0,-6 1-11 0,-1-2-5 15,-19 2 4-15,29-1-6 0,-29 1-1 0,21 0 0 16,-21 0-10-16,0 0 7 0,21-1 0 0,-21 1-2 16,0 0-3-16,18 1-5 0,-18-1 3 0,0 0 0 15,14 5 2-15,-14-5 1 0,9 9-8 0,-9-9 7 16,11 16-12-16,-6-8-81 0,1 1-62 0,6 1-81 15,-3 2 66-15</inkml:trace>
  <inkml:trace contextRef="#ctx0" brushRef="#br0" timeOffset="207761.04">24817 16406 142 0,'-7'-6'151'0,"1"-2"-15"16,-2 1-52-16,-1-2-16 0,-1 0-29 0,-3 2 0 16,2-2-10-16,-3 2-9 0,-1 0 1 0,0 0-6 15,-3 0-5-15,-3 3-17 0,0 0 8 0,-1 0-5 16,-3 3 11-16,-2-1-19 0,-3 4 20 0,0-2-23 15,-6 3 20-15,-1 0-30 0,-3 2 22 16,3 0-9-16,-1 0 13 0,-1 1-15 0,2 1 20 16,2-1-24-16,0 1 18 0,0-1-13 15,2 2 17-15,1 0-27 0,1 0 30 0,1 1-23 16,-1 0 22-16,-1-1-1 0,1 4-2 0,1-2-3 16,-1 2-1-16,-1 1-1 0,0-1 5 0,0 2-4 15,0-1-5-15,-1 3 1 0,1-1 0 0,0 0-4 16,1 1-18-16,-1 0 27 0,4-1-4 0,0 1 8 15,1-1 2-15,2 2-1 0,0-2 2 0,3 0-1 16,3-2-24-16,2 0 29 0,-2 1-15 16,3-1 15-16,-1 1-25 0,1 1 26 0,0 0-20 15,0 0 29-15,-1 5-25 0,-2 1 23 0,1 0-17 16,0 1 20-16,0 2-19 0,1-1 16 0,1 2-23 16,0-1 17-16,0 1-15 0,0 0 19 0,1 0-14 15,2-1 18-15,-1 1-17 0,4-5 18 0,1 3-16 16,-1-3 33-16,2 2-39 0,1 0 3 0,0-2 2 15,0 2 10-15,0 0 1 0,2 0 0 0,1 0-1 16,0 0-1-16,0 1 2 0,1 1 1 0,-1 0 8 16,3-2-4-16,-2 3 6 0,3 1-3 0,0 1-1 15,0-1 5-15,0 2 0 0,1 0 1 16,2 1 3-16,1 3-1 0,2 1 0 16,-1-2 5-16,0 0 2 0,3 0-4 0,0 0 7 0,2-1-9 15,-2 1-1-15,2 0-11 0,0-1 10 16,0 0-4-16,3-2 4 0,0 2-7 0,-2-2 16 15,3 1-17-15,1-2 23 0,0 1-22 0,0 0 7 16,3-1 0-16,-4-1-1 0,4 0 21 0,-3 0-20 16,2 1 22-16,0-2-18 0,1 0 17 0,-2-2-22 15,2 2 22-15,1-2-24 0,-2 0 22 0,2-3-26 16,0 0 29-16,2-3-26 0,-1 1 26 0,3 0-28 16,-1-2 29-16,0-5-29 0,3 1 26 0,2-1-26 15,1-1 33-15,-6-1-32 0,5-1 25 0,-2-2-37 16,2 0 26-16,1-2-27 0,2 1 28 0,-2-3-24 15,1 1 18-15,2-2-24 0,-2 1 15 16,2-2-26-16,-2 0 25 0,1-2-23 0,0 0 28 16,5-2-29-16,-2-1 27 0,2 0-31 0,-2-2 26 15,1-1-29-15,-1-2 26 0,0 0-24 0,2-1 13 16,-2-2-18-16,0 1 24 0,-1-2-24 0,0 0 18 16,-1-1-19-16,-2 1-4 0,2-2 6 0,-3 3 0 15,2-4 1-15,-1 1 2 0,-2 0 0 0,2-3 0 16,-1 0 1-16,-2-1-3 0,-1-1 1 0,1 0-7 15,0-3-4-15,0 0-3 0,0-2 17 0,1 1-17 16,-3-1 21-16,1 0-28 0,0-2 15 16,-2 2-30-16,0-3 24 0,1 3-22 0,-3-2 20 0,-1 1-24 15,1 1 22-15,-2-2-23 0,0-1 20 16,-2 1-18-16,1-1 18 0,-3-3-20 0,2 3 14 16,-2-3-18-16,-1 2 20 0,-1 0-18 0,1 0 6 15,-1 2 17-15,-2-2-16 0,1 2 6 0,-2-1 0 16,0 2-1-16,-2-2-2 0,-2 5 3 0,-1-1 6 15,-1 0-9-15,0 0 11 0,0 0-9 0,-3 0 11 16,0-1-11-16,-1 0 5 0,0-2-9 16,-1 1 4-16,0-2-3 0,-3 1 2 0,0-5-1 15,-1 0 0-15,1-1-2 0,-1 2 1 0,1-1 6 16,-2 2 0-16,-2 1 3 0,3 5 4 16,-1 0 10-16,-3-3-9 0,1 4 0 0,-1 1-5 0,1 0 2 15,-1 3 19-15,-3-1-5 0,3 3 2 16,-4-1 9-16,4 2-13 0,-4-1 1 0,2 2 4 15,-2 1 1-15,0 1-1 0,-1 0-4 0,1 2 8 16,-1-1-2-16,0 2-2 0,0 1 0 0,-1 0 11 16,-2 1-8-16,0 2-3 0,0-1 4 0,1 1 2 15,-3 2-3-15,0 0 0 0,0-1 2 0,1 2 3 16,-4 0-8-16,4 1 3 0,-1 0 6 16,0 0-7-16,0 1 1 0,-4 1 9 0,2-4-7 15,-1 4-17-15,3 0 20 0,1 0-1 0,-2 0-2 16,2 0-12-16,18 1 17 0,-31 0-16 0,31 0 19 15,-27 0-18-15,27 0 19 0,-27 1-17 16,27-1 17-16,-23 1-23 0,23-1 25 0,-20 2-19 16,20-2 14-16,-18 1-10 0,18-1 17 0,-18 3-17 15,18-3 11-15,0 0-8 0,-19 3 13 16,19-3-20-16,0 0 22 0,-17 2-20 0,17-2 19 16,0 0-24-16,0 0 28 0,-15 3-22 0,15-3 21 15,0 0-21-15,0 0 18 0,0 0-20 0,0 0 19 16,0 0-17-16,-14 2 20 0,14-2-25 0,0 0 25 15,0 0-18-15,0 0 17 0,0 0-25 0,0 0 35 16,0 0-36-16,0 0 13 0,0 0-6 16,0 0 19-16,0 0-22 0,0 0 18 0,0 0-30 0,-13 3 16 15,13-3-1-15,0 0 7 16,0 0-1-16,4 11 1 0,-4-11 0 0,8 10 1 16,-2-2-7-16,5-1-5 0,2 3-59 0,0-1-85 15,9-3 49-15</inkml:trace>
  <inkml:trace contextRef="#ctx0" brushRef="#br0" timeOffset="208554.11">25253 17054 51 0,'-17'-2'299'15,"17"2"-78"-15,0 0-67 0,-18-4-27 0,18 4-33 16,0 0-18-16,-18-4-16 0,18 4-11 0,-10-4-12 15,10 4-3-15,0 0-9 0,-18-5-4 16,18 5-4-16,0 0 1 0,-10-4-6 0,10 4 0 16,0 0-8-16,0 0 5 0,0 0-4 0,-13-5 0 15,13 5-5-15,0 0-5 0,10-13-4 0,6 5 3 16,4-2-2-16,8-4 5 0,6 0-6 16,1-1 4-16,6 0 1 0,11-2 2 0,1 1-3 15,2-2 5-15,0 2 0 0,0 2 0 0,-10 2 0 16,-3 0 0-16,0 2 2 0,-5 0-4 0,-2 0 4 15,-6 2 6-15,-6 1 0 0,-2 1 4 0,-5 2-1 16,-3-1 1-16,-13 5-4 0,23-6 7 0,-23 6-4 16,15-4-1-16,-15 4 0 0,12-5 7 15,-12 5 3-15,0 0-15 0,9-8-4 0,-9 8 0 16,0 0-6-16,0 0 0 0,-4-8-1 16,4 8 1-16,0 0-5 0,-19-5-2 0,19 5 2 15,-23-5 4-15,23 5-1 0,-31-5-6 0,11 1-8 16,-3-1 0-16,0 0-4 0,-2-1-4 0,1-1 17 15,0 0 94-15,-7-3-110 0,3 1 100 0,4 1-121 16,-2-2 106-16,3 1-112 0,0 1 4 0,4 1 13 16,-1-1 12-16,4 2 1 0,2 1 8 0,0 1-3 15,14 4 9-15,-18-7 6 0,18 7-8 16,-15-5 6-16,15 5-2 0,0 0-1 0,-16-6-23 16,16 6 2-16,0 0 9 0,0 0 0 0,0 0 11 15,21 5 5-15,-6-3 2 0,8 3 3 16,4 0-3-16,4 3 11 0,2-1-2 0,0 1 8 15,-1 0-7-15,4 1 6 0,-3 0 1 0,2 0-4 16,-2-1 3-16,-2 0 3 0,-7-1 1 0,0 0-1 16,-3 0 1-16,-1-1-2 0,-3-1-3 0,-3 1 0 15,-14-6-1-15,22 8-2 0,-22-8 13 0,15 5-18 16,-15-5 2-16,10 10 14 0,-10-10 0 0,2 14 3 16,-2-14 0-16,-7 18-8 0,1-5 5 0,-3 2-2 15,-3 2-7-15,0-3-4 0,0 2 3 0,-2 1-7 16,3 0 3-16,-1 2-2 0,1-1 0 0,0 0 1 15,2 0-3-15,1 0-35 0,2-2-79 16,2-1-55-16,3-3-132 0,1 0 84 0</inkml:trace>
  <inkml:trace contextRef="#ctx0" brushRef="#br0" timeOffset="209083.14">26539 16511 236 0,'0'0'216'0,"-1"-17"-80"0,1 17-38 0,-4-15 2 16,4 15-33-16,-9-13-21 0,9 13-7 16,-11-9-12-16,11 9-5 0,-19-6-2 0,19 6-11 15,-21 0 2-15,7 3-11 0,0 0 8 0,-1 3-5 16,2 2 0-16,-1 1-1 0,2 1-8 0,3 1 10 16,-2 0-4-16,3 1-2 0,3 0 5 0,0 1 107 15,2 0-125-15,2-1 112 0,0 1-122 16,3-1 9-16,0 1 6 0,3 2 7 0,0-1 3 15,4 1 1-15,2 0 5 0,1-1 3 0,1-1 12 16,2-1-4-16,-1-1 2 0,3 0 1 0,2-1-3 16,0-1 2-16,3 0 3 0,-2 0-2 0,-2-2 2 15,3 0-2-15,-6 0 5 0,0-2-8 0,-3-2 3 16,-1 3-12-16,-11-6 5 0,17 6-6 0,-17-6 6 16,13 5 3-16,-13-5 7 0,0 0-11 0,6 6 6 15,-6-6-11-15,-10 8 7 0,10-8-10 0,-21 6 18 16,6-1-27-16,-2-3 15 0,0 2-15 0,-4-1 0 15,3-1-3-15,-1 1-2 0,1-2 2 16,18-1-4-16,-31-1 8 0,31 1-29 0,-29-6-61 16,16 0-65-16,4-1-17 0,3-5-142 15,2 0 279-15</inkml:trace>
  <inkml:trace contextRef="#ctx0" brushRef="#br0" timeOffset="209681.19">26644 16354 12 0,'13'-14'223'15,"-3"4"-33"-15,-1 1-66 0,0 1-29 0,1 3-38 16,-10 5 6-16,18-6-20 0,-18 6-4 0,21 2-15 16,-21-2-3-16,24 9-3 0,-14 0 11 15,6 1-7-15,-5 3 12 0,2 2-17 16,-2 0 4-16,1 1 3 0,-1 1 8 0,-2 2-9 16,0 0 1-16,-1 2 3 0,-2-1-4 0,0 1 0 15,-3 1-1-15,1-3 0 0,-2 1-8 0,0-2-1 16,-2 0-3-16,0-3-9 0,0 0 6 0,-2-2-2 15,0 1 0-15,1-2-1 0,-2 0 0 0,2-2 17 16,1-10-22-16,-4 16-3 0,4-16 5 0,-4 10 5 16,4-10-4-16,0 0 0 0,-8 9 13 0,8-9 1 15,0 0 9-15,0 0 3 0,0 0-9 0,0 0-5 16,-9-7-4-16,9 7-3 0,0 0 0 0,2-13-5 16,-2 13 4-16,4-14-3 0,1 5-3 0,1 0-2 15,0-3 0-15,1 2-3 0,1-1 3 16,1 0 0-16,-1-1 8 0,-1 1-15 15,2 0 2-15,-1 0 2 0,-2 2 0 0,1 0-3 16,-2 2 4-16,-5 7 5 0,8-14-3 0,-8 14 0 16,8-10-1-16,-8 10 0 0,4-9-2 0,-4 9 3 15,0 0 3-15,8-9-22 0,-8 9 6 0,0 0 5 16,0 0 1-16,0 0-1 0,0 0 9 0,4 12 1 16,-4-12 4-16,0 12 2 0,0-12 5 0,1 18 0 15,0-9 4-15,-1-9-1 0,0 23 1 0,2-10 0 16,-1-1 0-16,3-1 2 0,-2 2 0 0,1-2-2 15,1 1 0-15,-1-1 17 0,1-3-14 16,0 0-2-16,-4-8 4 0,9 12-3 0,-9-12 0 16,14 9-5-16,-14-9 3 0,14 2-7 15,-14-2 0-15,17-3-4 0,-17 3-2 0,20-9-1 16,-11 0 75-16,2 1-91 0,0-3 79 0,-3-2-90 16,1-4 1-16,-2 1 28 0,2 0-33 0,-4 0 3 15,-1 2 4-15,0-1 1 0,-3 4 2 0,1 1 1 16,-2 10 2-16,-2-19 2 0,2 19 2 0,-3-15 0 15,3 15-18-15,-7-11-33 0,7 11-39 0,-8-8-28 16,8 8-13-16,0 0-177 0,0 0 275 16</inkml:trace>
  <inkml:trace contextRef="#ctx0" brushRef="#br0" timeOffset="211054.29">27343 16446 252 0,'0'0'314'0,"9"-13"-90"16,-9 13-60-16,5-12-38 0,-5 12-12 0,1-10-34 16,-1 10-11-16,-3-10-19 0,3 10-9 15,-5-7-19-15,5 7 3 0,0 0-9 0,0 0-6 16,-24 3-2-16,15 4-1 0,-3 0-4 0,0 3 2 16,0 4 0-16,-2-1-4 0,4 1 3 0,1 1-1 15,2-1 1-15,0-1 0 0,3-2 0 16,1 0-2-16,2-1 75 0,1-10-84 0,0 18 81 15,0-18-92-15,4 13 73 0,-4-13-81 0,5 9 87 16,-5-9-96-16,0 0 11 0,14 5 13 16,-14-5-10-16,0 0 3 0,18-8 3 0,-9 2 3 15,-3-3 3-15,2-2-8 0,-1-3-9 0,1-3-9 16,0-4-14-16,-3-3-3 0,2-6-13 0,-2-1 0 16,0-3 4-16,-3 2 15 0,1 3 21 0,-2 0 1 15,-1 1 17-15,0 2 0 0,-2 4 0 0,2 2-3 16,-2 2 8-16,0 2 4 0,-2 2-3 0,2 3 5 15,-1 1-5-15,-1 0-1 0,4 10-6 16,-9-11 18-16,9 11-13 0,0 0-4 16,-15-3 4-16,15 3 2 0,-10 9-1 0,4 1 2 15,1 3-5-15,1 2 7 0,-2 3-2 0,2 3 6 16,0 2 5-16,3 1 1 0,1 0 0 0,0 1-2 16,0 0 7-16,1 0-3 0,2 0-4 0,1-2-1 15,2 0-2-15,-2-2-1 0,1 0-6 0,2-3 5 16,-1-4-1-16,-1 0 1 0,1-1-4 0,0-4 0 15,0-2 3-15,-6-7-5 0,12 12 8 16,-12-12 23-16,12 4 4 0,-12-4-5 16,0 0 4-16,21-1 14 0,-21 1-6 0,16-5-7 15,-16 5-7-15,13-7-6 0,-13 7-3 0,15-9-5 16,-15 9 0-16,13-10-4 0,-13 10 1 0,10-7-3 16,-10 7 9-16,8-8-8 0,-8 8 5 0,8-6-12 15,-8 6 5-15,0 0-5 0,8-7 4 0,-8 7-5 16,0 0 4-16,0 0-10 0,8-6 6 0,-8 6-10 15,0 0 13-15,0 0-12 0,0 0 12 16,0 0-10-16,0 0 9 0,0 0-4 0,0 0-4 16,0 0 3-16,13 3 0 0,-13-3 3 0,0 0 3 15,0 0-2-15,0 0 2 0,0 0-2 0,0 0 0 16,23-1-1-16,-23 1 0 0,9-7 10 0,-9 7-12 16,13-8 8-16,-13 8-10 0,10-14 13 0,-6 6-19 15,0-2 7-15,-1 0-10 0,-3 10 11 16,2-17-7-16,-2 17 9 0,3-16-8 0,-3 16 7 15,-3-13-9-15,3 13 10 0,-4-8-9 16,4 8 6-16,0 0-6 0,-15-2 6 0,15 2-4 16,-17 7 6-16,8 0-4 0,2 0 7 0,-3 3-5 15,3 0 8-15,1 0-4 0,0 0-1 0,0 0 2 16,2 0 6-16,4-10-4 0,-3 18 2 0,3-18-1 16,0 14-3-16,0-14 2 0,3 12-3 0,-3-12 1 15,9 7-1-15,-9-7 5 0,0 0-6 0,17 2-4 16,-17-2 1-16,15-4-1 0,-6-1 6 15,0-2-2-15,3-1 4 0,-1-1-5 16,-2-2 5-16,3 1-9 0,-3-1 8 0,-2-1-8 16,3 3 9-16,-6 0-9 0,5 0 6 0,-9 9-4 15,8-13 10-15,-8 13-11 0,6-10 5 0,-6 10-7 16,7-8 4-16,-7 8-18 0,0 0 10 0,0 0-5 16,0 0 11-16,0 0-3 0,0 0 9 0,6 8-6 15,-6-8 8-15,-1 13-5 0,1-13 9 0,-3 16-10 16,3-6 6-16,0-10-4 0,-1 18 0 15,1-18 0-15,0 18 0 0,0-18-1 16,1 16 26-16,-1-16-34 0,3 12 4 0,-3-12-2 16,6 8-7-16,-6-8-12 0,12 5-11 0,-12-5 0 15,0 0-2-15,20-5 13 0,-20 5-7 0,18-11 8 16,-9 2 1-16,-1-4 10 0,1-3 3 0,1-3 7 16,-2-2 3-16,2-8 0 0,0-2-2 0,0-2 3 15,-1-2 0-15,1 1 3 0,-1 1-5 16,-1 0 1-16,2 2-10 0,-3 2 4 0,0 5-2 15,-1 2 3-15,0 1-13 0,0 3 18 0,-1 3-4 16,-1 4 0-16,-1 1-4 0,-1 0 4 0,-2 10-1 16,6-14-9-16,-6 14-2 0,3-8-5 0,-3 8 0 15,0 0 9-15,0 0 5 0,0 0 7 0,9 13 2 16,-9-1 4-16,0 1 3 0,0 6 0 0,-1 3 9 16,0 2 11-16,-2 1-11 0,2 0 1 0,-2 0 5 15,3 1-5-15,-2-1 4 16,1 0 0-16,-1 0-2 0,1-1-2 0,0-1-5 15,-1-3-8-15,1-3 4 0,0 1-7 0,0-5 3 16,-1 0-20-16,2-3-11 0,0-10-10 0,-2 18-1 16,2-18 4-16,-2 11 4 0,2-11 13 0,0 0 0 15,0 0 17-15,0 0 4 0,0 0 25 0,0 0 3 16,0 0 11-16,-12-9 0 0,12 9 4 0,-2-12-26 16,2 12 3-16,2-17-12 0,-2 17-4 0,2-19-8 15,3 9 5-15,0 2-18 0,-1-2-11 16,3 1-12-16,0 0-14 0,0 3-51 0,0 0 2 15,-7 6-33-15,15-10 19 0,-15 10-142 16,13-5 75-16</inkml:trace>
  <inkml:trace contextRef="#ctx0" brushRef="#br0" timeOffset="211495.33">27004 16904 103 0,'-39'15'256'0,"0"-1"-62"0,4 0-28 0,1-1 7 16,4-3-38-16,7-1-18 0,5-3-27 15,3 0-13-15,3-2-20 0,12-4-5 0,-11 3-13 16,11-3-7-16,0 0-15 0,0 0 8 16,20-8-14-16,2 0 5 0,6-3-10 0,5-2 26 15,3 1-33-15,3-2 1 0,4-1-1 0,6-3 0 16,-1 1 1-16,1-2 1 0,-7 5-4 0,-3 1 1 15,0 0-3-15,-2 2-2 0,-4 1-5 0,-3 0-44 16,-10 5-46-16,-4 1-26 0,-16 4 12 0,0 0-3 16,14 3 13-16,-14-3 42 0,-16 11 3 0,-1 0 15 15,-9 5-7-15,-6 4 44 0,-12 3-15 0,-3 4 7 16,-3 0 10-16,-3 0 42 0,-2 1 21 0,0 0 38 16,2-2 34-16,2 0 34 0,3-3-18 0,14-6-44 15,2-1-13-15,5-1-29 16,8-5-6-16,1-1-23 0,5-1 4 0,3-2-11 15,10-6 10-15,-6 9-12 0,6-9 13 0,0 0-23 16,16 2 5-16,1-4-11 0,9-2 12 0,7-4-15 16,3-1 9-16,5-2-13 0,1 0 9 0,1-2-12 15,-1 2 26-15,1 0-31 0,-1 1 10 0,-4-1-29 16,-2 2-63-16,0 0-64 0,-3 1-66 0,-7 1-160 16,1 2 210-16</inkml:trace>
  <inkml:trace contextRef="#ctx0" brushRef="#br0" timeOffset="214398.46">7667 17406 17 0,'0'0'150'0,"-18"2"12"0,18-2-12 0,-17 3-19 15,17-3 2-15,-20 0-30 0,20 0-22 16,-22-3-23-16,22 3-6 0,-18-2-11 0,18 2-11 15,-18-4-9-15,18 4 0 0,-18-4 0 0,18 4-7 16,-14-3-6-16,14 3 1 0,0 0-3 0,-16-4-3 16,16 4 31-16,0 0-36 0,0 0-2 0,-17-3-12 15,17 3-19-15,0 0 9 0,0 0 13 0,0 0-4 16,0 0 6-16,0 0 11 0,15 6 7 0,2-3 2 16,7-1 5-16,2 3 6 0,11-3 2 0,2 0-3 15,5 0 6-15,1-1 1 0,4 0 1 16,1-1 2-16,2 0 0 0,2-1 5 0,1 0-2 15,-4-1-1-15,3 0 2 0,-3 0-3 0,-1-1 1 16,-1 1-2-16,-2-1-1 0,-3 2-3 0,-5 0 0 16,-9-1-2-16,-2 1-8 0,-3 0-1 15,-9 1-1-15,-16 0-3 0,29-2-3 0,-29 2 3 16,0 0-3-16,21 3-4 0,-21-3-1 0,0 0 2 16,-6 7-2-16,6-7-1 0,-26 9-5 0,5-4-3 15,-4 2-1-15,0-3-3 0,-9 3-2 0,-4-2-4 16,-2 0-7-16,-1 0 2 0,-2-1-2 0,-1-1 1 15,-3 1-5-15,0-2-3 0,-2 0 1 0,1 0-1 16,-4-1-1-16,3-1-8 0,1 2 0 16,0-1 8-16,2-1 2 0,0 1 3 0,3-2-3 15,4 2 6-15,4-2 4 0,3 1 2 0,3-1 0 16,2-1 5-16,1 1-12 0,5 0 11 0,2 1 9 16,19 0-1-16,-30-3 0 0,30 3-3 15,-21-1 4-15,21 1 0 0,-17 0-3 0,17 0-11 16,0 0 4-16,0 0 4 0,0 0-1 0,0 0 10 15,0 0 9-15,23 0 3 0,-2 1 3 0,7 2 9 16,8-1 3-16,3 1 5 0,4 0 4 16,5-1 3-16,1-1 2 0,1 1 2 0,4-2 4 15,0 0 2-15,0 0 0 0,-1-1-3 0,0 0-5 16,-1 0-2-16,-3-1 0 0,-1-1-6 0,-4 2-1 16,-1-2-2-16,-4 1-1 0,-9-1-7 0,-2 2-3 15,-6 0-2-15,-1 0-2 0,-21 1-1 0,28-2-4 16,-28 2-1-16,20 0-2 0,-20 0 1 0,0 0-2 15,0 0-2-15,0 0-4 0,0 0-3 0,-13 6-5 16,-3-3 1-16,-9 1-2 0,-3 0-4 16,-7-1-5-16,-4 1-1 0,-3 0-1 0,-2-2-6 15,0 1-3-15,-1-1 6 0,-1-1-3 0,1 1 3 16,-1-1-4-16,4-1-1 0,1 1 3 16,0-1-1-16,9 0 4 0,1 0 0 0,2 0 7 0,3 0-3 15,6 0 5-15,1 0 7 0,19 0 2 16,-30 0 0-16,30 0 0 0,-20 0 2 0,20 0 4 15,0 0-7-15,-23 0-16 0,23 0-3 0,0 0 2 16,0 0 6-16,0 0 13 0,0 0 5 0,15 4 9 16,6-3 6-16,6 1 8 0,3 1 3 0,10-1 10 15,3-1-3-15,2 0 11 0,2-1-4 0,2 0 11 16,1 0-14-16,2-1-5 0,-3 0 2 16,-1-1 1-16,0 1 0 0,0-2-4 0,-5 1-1 15,0-2-1-15,-5 2-6 0,-3-2 0 0,-7 1 0 16,-4 1-4-16,-3 1-5 0,-3 0 0 0,-18 1-2 15,25-3-3-15,-25 3 6 0,16-2-4 0,-16 2-4 16,0 0-4-16,0 0-6 0,0 0 1 16,-19 5-5-16,-2-2-6 0,-6 2-1 0,-7 0 1 15,-5 1 6-15,-5 2-8 0,-1-1-11 0,-5 0 2 16,-9 2-10-16,0-2 9 0,2 1-10 0,7-3 8 16,1 3-5-16,3-2 5 0,0 1-8 0,3-1 16 15,4 0-7-15,2 0 6 0,10-2 3 0,0 0 2 16,3-1 1-16,6 0 12 0,18-3-12 0,-28 4 4 15,28-4-4-15,-18 2 8 0,18-2-12 16,0 0-2-16,-16 2 5 0,16-2 4 0,0 0 3 16,11-4 7-16,3 0-3 0,12-1 14 15,7 0 0-15,4 0 11 0,7 0 0 0,0 0 17 16,6 1-11-16,0 0 14 0,12-2-8 0,-1 0 14 16,0 0-12-16,-9 1 5 0,-3 0-1 0,1-1-3 15,0 0 2-15,-4-1-1 0,0 0-1 0,-4-1-2 16,1 0-7-16,-6 1-2 0,-3 0 2 0,-2-1-7 15,-9 3 2-15,-2 0-7 0,-5 3-4 0,-16 2 0 16,25-7 2-16,-25 7 5 0,14-3-6 0,-14 3-8 16,0 0-5-16,0 0-5 0,0 0-5 0,-14-7-1 15,14 7-6-15,-32 0-6 0,7 1-2 0,-1 2 1 16,-3-1 0-16,-6 1 1 0,0 1-6 16,-3 0 0-16,-1 0 6 0,4 1-11 0,-3 3-10 15,3 1-55-15,-3 2-44 0,6 2-52 16,-1-1-190-16,4 3 208 0</inkml:trace>
  <inkml:trace contextRef="#ctx0" brushRef="#br0" timeOffset="-214667.25">7214 18042 219 0,'-4'-9'295'0,"4"9"-90"0,-7-14-56 0,7 14-35 15,-6-12-26-15,6 12-18 0,-5-8-14 0,5 8-20 16,0 0-9-16,0 0 4 0,0 0-15 0,0 0 5 16,0 17-2-16,3-4 8 0,-1 2 2 0,2 1 4 15,0 4-7-15,1 1 11 0,-1 1-18 0,1 2-1 16,2 0 4-16,-2 1-1 0,0 1-2 0,1 7 3 15,0-2-12-15,0 2 7 0,0-3-20 0,-1 2-20 16,2-7-71-16,-2-1-73 0,1-3-26 0,2-2-143 16,-2-4 252-16</inkml:trace>
  <inkml:trace contextRef="#ctx0" brushRef="#br0" timeOffset="-214295.22">7327 18399 370 0,'-4'-11'331'0,"-1"3"-91"0,-2-2-56 0,2 0-35 15,1 1-30-15,-1 0-28 0,5 9-22 0,-7-15-18 16,7 15-10-16,-4-12-6 0,4 12-11 0,-3-13-10 16,3 13 1-16,7-12-5 0,-7 12-4 0,11-13 0 15,-2 6-3-15,3-1-3 0,0 1 2 0,2 0-2 16,3-1 3-16,1-1-26 0,-3 0-34 0,4 0-28 16,-2 0-18-16,-2-1-9 0,0 0-7 0,-3-1 26 15,-1 1 4-15,-2 1 32 0,-1-1 2 0,-2 0 36 16,-3-2 27-16,1 2 23 0,-4 0 14 15,0-1 17-15,0 1 37 0,-2-2-7 16,0 0-3-16,-1 1-23 0,0 0-12 0,0 2-17 16,3 9 4-16,-6-15-21 0,6 15 3 0,-4-13-13 15,4 13 7-15,-4-10-16 0,4 10 4 0,0 0-12 16,0 0 6-16,0 0-5 0,0 0 13 0,0 0-12 16,0 13 9-16,2-1-8 0,0 4 16 0,0 1-9 15,0 0 13-15,4 6-10 0,-3 0 14 0,0-1-16 16,0 2 0-16,1 1 3 0,-1-1-4 0,1-1-2 15,0 1 0-15,-1-2 7 0,2 0-31 0,-1-6-56 16,1-1-62-16,-1-1-55 0,4-6 21 0,-8-8-145 16,14 7 276-16</inkml:trace>
  <inkml:trace contextRef="#ctx0" brushRef="#br0" timeOffset="-214095.19">7689 18010 176 0,'-4'-22'397'16,"0"6"-138"-16,0 1-59 0,0 4-50 0,3 0-17 15,1 11-44-15,-4-16-9 0,4 16-28 0,-4-11-10 16,4 11-21-16,0 0 7 0,0 0-16 0,0 0 13 16,0 18-16-16,0-6 18 0,2 5-21 0,1 0 11 15,0 6-12-15,-2 1 10 0,3-1-15 0,0 2 13 16,0 3-16-16,-2-2 0 0,2 1-2 0,-1 1-40 16,-1 0-67-16,2-2-50 0,-3-2-34 0,3-4 34 15,-1-2-148-15,0-5 298 16</inkml:trace>
  <inkml:trace contextRef="#ctx0" brushRef="#br0" timeOffset="-213241.13">7728 18348 78 0,'0'0'349'0,"0"0"-51"16,-6-11-67-16,6 11-30 0,-5-10-2 0,5 10-57 15,-6-12-36-15,6 12-20 0,-4-14-19 0,4 14-9 16,-3-13-18-16,3 13-8 0,0-14-8 0,0 14 10 16,1-15-25-16,3 4 20 0,1 1-29 0,3-1 4 15,0 0-22-15,-1 0-2 0,5-3-25 0,-1 0 3 16,-2 3-15-16,1-1 11 0,-1 0 1 0,0 2 17 15,0 0 1-15,-2 1 18 0,-2 1 1 0,-5 8 39 16,9-11 4-16,-9 11 18 16,6-11-23-16,-6 11 9 0,0 0-22 0,6-10 7 15,-6 10-20-15,0 0 20 0,0 0-24 0,0 0 12 16,0 0-15-16,13 6 21 0,-13-6-16 0,7 17 13 16,-3-6-12-16,0 4 20 0,0 0-14 0,2 5-1 15,-1-1 6-15,0 1-6 0,1-1-1 0,1 1 0 16,-2-1 15-16,0-3-18 0,0-1 12 0,0-1-18 15,-1 0 18-15,1-4-21 0,-1 2 17 0,-4-12-13 16,6 14 13-16,-6-14 1 0,7 11 46 16,-7-11-27-16,0 0 17 0,0 0-34 0,0 0-2 0,16-4-6 15,-9-3 0-15,-2-2 20 0,1-4-19 16,2-4-10-16,0-3 24 0,-2-1-32 16,0-1 19-16,2 1-25 0,0 0 19 0,-1 2-21 15,0 2 26-15,-1 3-22 0,-2 3 38 0,0 1-40 16,-4 10 18-16,7-15-26 0,-7 15 22 0,7-9-16 15,-7 9 23-15,0 0-22 0,0 0 26 0,0 0-20 16,17 1 21-16,-17-1-14 0,8 6 20 0,-8-6-28 16,11 10 24-16,-11-10-22 0,9 10 22 0,-9-10-22 15,11 10 24-15,-11-10-24 0,10 8 22 0,-10-8-22 16,11 5 30-16,-11-5-26 0,0 0 27 16,21 1-36-16,-21-1 23 0,17-5-21 0,-17 5 21 0,19-11-21 15,-9 4 22-15,-1 0-24 0,0-1 25 16,0 2-14-16,-1-1 14 0,-2 1-21 0,-6 6 26 15,11-12-22-15,-11 12 24 0,10-9-23 16,-10 9 23-16,8-7-22 0,-8 7 18 0,0 0-22 16,7-9 29-16,-7 9-32 0,0 0 24 0,0 0-24 15,9-6 20-15,-9 6-18 0,0 0 21 0,0 0-23 16,18 5 25-16,-18-5-25 0,10 10 26 0,-1-3-18 16,-1 1-6-16,1 2 2 0,0-1 4 0,1 1 2 15,0 0 1-15,-1 0-1 0,4-2 14 0,-3 0 5 16,3 1 2-16,-3-3 2 0,1-1 15 0,1-1-12 15,-12-4 0-15,23 5-7 0,-23-5 0 0,25-3-5 16,-10 0-3-16,-1-4 0 0,3-2-4 16,-2 0 27-16,-1-4-33 0,-2-2 25 0,-1-1-26 15,-1-2 26-15,-1-3-31 0,-4-2 22 16,-1 1-25-16,-2-5 24 0,-2 0-29 0,-2 0 24 16,-3-8-26-16,-1 1 23 0,-3 0-25 0,-1 3 9 15,-1 2-25-15,2 3 3 0,-2 7 4 0,1 2 3 16,-1 2 2-16,1 5 6 0,-1 1-7 0,2 3-4 15,9 6 6-15,-19-3 9 0,19 3 14 0,-20 8-20 16,10 1 26-16,-1 4-19 0,2 4 20 16,1 4-19-16,0 0 28 0,3 3-24 0,1 2 23 0,-1 2-27 15,4 5 33-15,1-3-34 0,0 7 26 16,1-1-44-16,3 0-47 0,-3-1-48 0,1 0-50 16,0-6-46-16,-1 1 0 0,-1-3-17 0,0-1-130 15,0 0 225-15</inkml:trace>
  <inkml:trace contextRef="#ctx0" brushRef="#br0" timeOffset="-212881.07">7612 18720 404 0,'-23'4'381'0,"2"2"-61"0,4-1-78 0,1-3-27 0,1 1-66 0,15-3-3 0,-24 5-34 0,24-5-9 0,-17 3-45 15,17-3 10-15,-13 4-38 0,13-4 26 0,0 0-30 16,0 0 14-16,0 0-28 0,13-5 32 16,6-1-25-16,5 0 32 0,10-7-30 0,6 1 36 15,12-4-31-15,5-4 29 0,5 1-30 0,3-2 37 16,4-2-25-16,1-1 22 31,3-1-22-31,1 0 1 0,-1 1 11 16,0 2-9-16,-1 0-2 0,-4 0-2 0,-4 2-3 0,-6 3-3 0,-5 2-3 0,-14 4 3 0,-3 0-5 0,-2 3-5 15,-10 2 0-15,-3-1-7 0,-6 3 2 0,-2 1-1 0,-13 3-9 0,20-5 2 16,-20 5 1-16,14-4-3 0,-14 4-3 16,0 0 0-16,0 0-4 0,0 0-5 0,0 0-11 15,0 0-6-15,-22 6-38 0,22-6-65 0,-25 6-68 16,10 0-55-16,-2-3-73 0,0 1-8 0,0-2 7 16,17-2-162-16,-25 3 69 0</inkml:trace>
  <inkml:trace contextRef="#ctx0" brushRef="#br0" timeOffset="-210610.4">7054 18385 74 0,'0'0'209'0,"0"0"-35"15,0 0-49-15,-2-9-14 0,2 9-3 0,0 0-3 16,-2-9-1-16,2 9-4 0,0 0 4 0,-3-11-12 16,3 11-17-16,0 0-18 0,-4-12-13 15,4 12-9-15,-3-9-7 0,3 9-4 0,-6-11-4 16,6 11-2-16,-7-11-6 0,7 11-4 0,-6-11-1 16,6 11 0-16,-12-14-3 0,5 6-1 0,-2-1-5 15,-1-1 7-15,-6 0-12 0,2-3 22 0,-5 2-31 16,0-1 1-16,-7-4-13 0,-1 2 7 0,-5-1-5 15,0-1-2-15,-3-1-6 0,-4 1 2 16,-7-4-7-16,-1 0-3 0,-3 1-6 0,-2-1 3 16,1 2 8-16,-1 1 5 0,1 1-19 15,-1 1-1-15,8 4 8 0,0 2-5 0,0 0 13 0,0 4-10 16,1 3 22-16,2 2-14 0,-2 1 20 16,3 5-1-16,0 1 10 0,3 2-20 0,-1 2 7 15,2 2 0-15,0 2 9 0,4 0-4 0,0 3 12 16,3-2-13-16,-2 2 11 0,4-1-7 0,3 1 19 15,2-2-20-15,4-4 4 0,3 0 8 0,0-2 0 16,4-2-2-16,1 0-4 0,4-2 0 0,6-6-15 16,-13 11 10-16,13-11-1 0,-8 8 5 0,8-8 6 15,-6 7-21-15,6-7 25 0,0 0 4 16,-4 9 1-16,4-9-7 0,0 0 7 16,0 0-10-16,10 8-1 0,-10-8-2 0,0 0-16 15,17-3-24-15,-17 3-108 0,18-6 51 0</inkml:trace>
  <inkml:trace contextRef="#ctx0" brushRef="#br0" timeOffset="-210294.37">5695 17888 44 0,'-7'-11'107'0,"7"11"-13"0,-8-5-42 15,8 5 12-15,0 0-28 0,-19 0 1 16,19 0-21-16,-20 13 3 0,6-2-19 0,-1 4 12 15,-2 5-8-15,-1 3-3 0,1 0-6 0,-2 4 6 16,1-1-7-16,3 0 18 0,0 0-21 0,1-1 22 16,0-1 2-16,5-4-15 0,1-1 4 15,3-1-7-15,1-2 6 0,0-4-1 0,3 1-13 16,2-4 16-16,-1 4 2 0,5-3 0 0,0 0-3 16,2-1 3-16,3-1-5 0,3 0 7 0,1-2 1 15,2-1 3-15,5-1-11 0,3-2 7 0,2 1 10 16,2-2-2-16,0 1 0 0,1-2-2 0,3 2-2 15,6 0-9-15,-1 4 6 0,-1 0-15 0,2 4-41 16,-2 1-37-16,-2 4-87 0,-1 2 44 16</inkml:trace>
  <inkml:trace contextRef="#ctx0" brushRef="#br0" timeOffset="-207629.17">8563 17544 114 0,'0'0'265'0,"-3"-9"-80"0,3 9-45 16,-7-8-15-16,7 8-24 0,-14-7 6 0,14 7 5 15,-15-9-4-15,3 5-12 0,12 4-1 0,-22-8-28 16,9 5-15-16,-2-2-5 0,-1 2-5 0,0 0-4 15,-3 0-1-15,3 0-3 0,-7 0-4 0,0-1-5 16,-2 3-7-16,-3 0 1 0,2 0-10 0,-7 1-5 16,-5 0 0-16,-2 2-2 0,-2 1-4 0,-3 2-3 15,-1-1-2-15,-2 3-1 0,-9 2-5 16,0 2 1-16,2 0 1 0,9 0-1 0,-8 3 0 16,5 1 0-16,6-3 15 0,1 2-15 15,3 1 9-15,-3 0-11 0,4 1 11 0,-1 2-8 16,4 0 9-16,-9 5-7 0,10-2 9 0,2 2-6 15,2-1 6-15,-6 8-7 0,8-3 7 0,2 0-9 16,1 3 42-16,3 2-44 0,2 0 15 0,2 3-8 16,5 0 23-16,3 0-13 0,1 1 6 0,5 0 10 15,3 2 8-15,2-2 7 0,3 3-2 0,5 1 28 16,0-1-22-16,1 2 23 0,6-2-18 16,0-3 22-16,7 6-31 0,2-1 26 0,-3-9-33 15,7 5 29-15,-4-8-28 0,2-2 27 0,3-4-32 16,2-2-2-16,1-2-4 0,1-2 10 0,5-5-1 15,0-2 6-15,2-3-7 0,3-4 14 0,-1-3-24 16,7-4 17-16,-4-3-29 0,10-4 33 16,2-6-31-16,-2 0 20 0,0-3-26 0,0-4 28 15,0 0-33-15,-2-3-4 0,-1-1 10 0,-1-2-5 16,-3 0 11-16,1-1-13 0,-2-2 3 0,-3 0-30 16,0-3 38-16,-4-2 1 0,0-2-4 0,-4-2 0 15,-4 0-1-15,-2-3 19 0,-3-1-21 0,-1 1 12 16,-5-3-32-16,-3 1 21 0,-6 6-39 0,-2 0 22 15,-4-1-27-15,-2 1-6 0,-4 1 1 16,-2 0-1-16,-4 3 7 0,-4 0-10 0,-2 2 8 0,-6 4 0 16,-4 1-5-16,-4 2-3 0,-10-3-2 15,-3 5-1-15,2 6 0 0,-11 0 2 0,-1 4 2 16,2 4-2-16,0 3 5 0,-4 4-6 0,-1 1 5 16,-3 4 6-16,2 1 7 0,-11 4 3 15,1 5-3-15,0 1 7 0,1 5 4 0,1 3 2 16,0 5 4-16,2 4 1 0,3 3 11 0,-3 3-7 15,6 2 13-15,2 1-5 0,3 2 4 0,4 0-6 16,4 1 7-16,3 1-7 0,4 2 11 0,5-1-8 16,5 2 14-16,7-7-8 0,1 3 15 0,5 0 1 15,4 1 3-15,3 1 16 0,4 1 1 16,2 0 5-16,3 2 21 0,6 6-16 0,4-1 28 16,2-2-30-16,4-3 32 0,5-3-34 0,2-3 31 15,-1-2-30-15,7-4 0 0,1-4 25 0,-4-7-25 16,3-3 24-16,1-3-24 0,4-2 25 0,2-4-41 15,0-3 39-15,2-4-33 0,2-3 22 0,0-4-38 16,12-5 35-16,-1-3-26 0,-1-4 20 16,-2-3-32-16,0-1 39 0,0-3-50 0,-1-1 2 15,-3-1-2-15,3-2 0 0,-3 1 4 0,-2-3-1 16,-2 2 4-16,-2-3-1 0,-2 0-4 16,-3-2 0-16,-3 0 1 0,-4-2-1 0,-1-1-5 15,-2-2 20-15,-5-3-24 0,-6 5 12 0,-1-12-24 16,-4 8 3-16,-2-2-32 0,-4-4 20 0,-1 1-37 15,-4-3-4-15,-5 2-5 0,-1 1-5 0,-6 1-4 16,-5-7 7-16,-5 5 2 0,-7 1-2 0,-3 5 2 16,-5 3 1-16,-5 2 2 0,-4 4-5 0,-5 4 2 15,-3 2 3-15,-3 4 3 0,-4 2 1 0,-1 4 2 16,-2 3 12-16,-2 4-8 0,1 3 3 0,7 3 7 16,-12 5 2-16,3 1 3 0,-1 4 0 15,1 2 5-15,1 5 8 0,3 3 4 0,1 3 4 16,2 6 18-16,1 2-17 0,3 4 7 15,3 2-2-15,2 4 11 0,4 2-9 0,3 4 12 16,4 2-1-16,4 4 10 0,4 1-3 0,6 2 19 16,3 2-1-16,6 0 6 0,5-2 9 0,7-7 7 15,3 2 5-15,4 7 16 0,7-2-11 0,2-1 14 16,4-3-16-16,6-2 21 0,4-2-1 0,4-4 11 16,3-4-41-16,4-2 32 0,2-6-36 0,5-4 34 15,2-5-31-15,4-3 39 0,-1-6-36 0,-1-4 35 16,-1-5-39-16,1-4 27 0,12-5-32 0,0-4 26 15,0-3-25-15,-2-7 17 0,1-1-29 0,-3-4 1 16,0-1-7-16,-2-3 1 0,-1-3-2 16,-4 0 1-16,0-2 3 0,-2 3 1 0,-5-3-5 15,-2-1 6-15,-3 1-6 0,-3-4 0 0,-4 0 0 16,-4-3 9-16,-5-2-24 0,-2-2 16 16,-7 4-42-16,-3-2 6 0,-3-1-27 0,-3-3 19 15,-3 2-39-15,-4-2 22 0,-2 3-38 0,-3 0-1 16,-5 1 1-16,-6-3-1 0,-5 4 8 0,-5 2-5 15,2 10 3-15,-8-2 3 0,1 8 44 0,-2 2-48 16,-3 3 8-16,-2 4 2 0,-5 1-1 0,2 3 4 16,-6 2 2-16,3 5 6 0,-2 0 1 0,-1 3 3 15,1 3 2-15,-2 0 1 0,2 4-12 0,0 2-61 16,3 0-61-16,0 4-26 0,6 1-128 16,1 0 255-16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3-12-03T06:04:28.611"/>
    </inkml:context>
    <inkml:brush xml:id="br0">
      <inkml:brushProperty name="width" value="0.05292" units="cm"/>
      <inkml:brushProperty name="height" value="0.05292" units="cm"/>
      <inkml:brushProperty name="color" value="#FF0000"/>
    </inkml:brush>
  </inkml:definitions>
  <inkml:trace contextRef="#ctx0" brushRef="#br0">1686 9604 133 0,'0'0'200'0,"0"0"-59"0,14-6-27 0,-14 6-36 15,0 0 6-15,14-6-35 0,-14 6-21 0,0 0 0 16,15-7-5-16,-15 7 7 0,0 0-29 0,15-7 25 16,-15 7-21-16,0 0 13 0,19-3-18 0,-19 3 13 15,0 0-16-15,20-4 15 0,-20 4-13 16,0 0 11-16,19-3-20 0,-19 3 6 0,0 0 15 0,19-4-8 16,-19 4 8-16,0 0-9 0,15-3 39 15,-15 3-121-15,0 0-1 0,0 0 142 0,0 0 28 16,22 0 19-16,-22 0-16 0,0 0-9 0,0 0-9 15,0 0-9-15,0 0-11 0,13-5-7 0,-13 5 2 16,0 0 1-16,0 0 2 0,0 0 2 0,0 0-3 16,0 0 4-16,0 0 6 0,0 0-13 15,0 0 23-15,0 0-23 0,0 0 19 0,0 0-35 16,0 0 13-16,0 0-25 0,-2-17 13 0,2 17-23 16,0 0 15-16,0 0-20 0,0 0 10 0,0 0-15 15,-19 0 15-15,19 0-32 0,0 0 33 0,-17 8-14 16,17-8 12-16,-15 9-19 0,15-9 16 15,-17 12-17-15,8-2 22 0,-1-2-25 0,-1 3 3 16,1-1 5-16,-1 2 0 0,-1 3 4 0,1 0-12 16,0 0 4-16,-1 0 15 0,1 0-5 0,1 2 6 15,0 3-2-15,1-3 0 0,0 0-1 0,1 2 0 16,0-2-3-16,2 2 4 0,-1 0-3 16,2-1-1-16,0-1 2 0,3-1-10 0,0 1 38 15,-1 0-30-15,2 1 46 0,0 0-52 0,1 0 36 16,1 1-40-16,0-1 37 0,1 0-39 0,1 3 39 15,2-1-41-15,-1-1 37 0,3 1-2 0,-1-1-5 16,3-1-3-16,1 1-3 0,-1 0-2 16,2 0-37-16,2-1 39 0,-1 1-43 0,5 2 46 15,-1 0-62-15,3 0 69 0,-2-2-37 0,4 1 35 16,-1-1-38-16,1 0 37 0,2-2-37 0,0 0 35 16,0-3-37-16,1 1 26 0,-2-5-21 0,1-1 32 15,4 3-44-15,-2-4 44 0,-1-1-34 0,1 0 36 16,0-2-43-16,-1 0 44 0,2-1-40 0,-3-2 39 15,1 0-38-15,-4-1 39 0,3-1-41 0,-3-1 42 16,5-1-41-16,-3-1 28 0,1-2-27 16,0 0 39-16,-2-1-44 0,1-2 45 0,-2-1-41 0,0-3 41 15,4-1-50-15,0-3 52 0,-2-1-2 0,2 0 7 16,-3-2-9-16,0 0 0 0,-1-2 4 16,-1-2 0-16,-1-1-4 0,-2 0-38 0,-2 0 46 15,-1-1-34-15,-4 3 43 0,-1 0-16 0,0 1 41 31,-3 1-16-31,-1-1 21 0,-2 2-16 16,0 2 15-16,-2-1-23 0,0 0 9 0,-2 1-25 0,0-3 15 16,-1 0-17-16,-1-1 8 0,-1 2-21 0,-2-2 9 0,0 1-12 0,0-1 16 0,-2 0-18 15,-2-1 9-15,-1-4-16 0,-2 2 10 0,1-3-11 16,-3 3 14-16,0-2-15 0,-3 1 14 0,2-1-2 16,-3 1 1-16,-1 1 3 0,1 0 2 15,-3 3 3-15,-2-1-5 0,0 3-3 0,-2 1-1 16,-2 3-3-16,-1 1-2 0,-1 0-14 0,-2 3 12 0,-1 3-11 15,-2 0 10-15,-2 3-13 0,-3 1 13 16,3 4-16-16,-2 0 12 0,0 4-9 0,-2 4-23 16,1 1-29-16,-1 6-59 0,-6 4-76 0,0 5 4 15,4 3-54-15,-2 5-45 0,2 1-56 0,-2 4-332 16,4 1-207-16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0.03943" units="1/cm"/>
          <inkml:channelProperty channel="Y" name="resolution" value="2150.06567" units="1/cm"/>
          <inkml:channelProperty channel="F" name="resolution" value="0" units="1/dev"/>
          <inkml:channelProperty channel="T" name="resolution" value="1" units="1/dev"/>
        </inkml:channelProperties>
      </inkml:inkSource>
      <inkml:timestamp xml:id="ts0" timeString="2024-06-27T06:36:59.832"/>
    </inkml:context>
    <inkml:brush xml:id="br0">
      <inkml:brushProperty name="width" value="0.05292" units="cm"/>
      <inkml:brushProperty name="height" value="0.05292" units="cm"/>
      <inkml:brushProperty name="color" value="#FF0000"/>
    </inkml:brush>
  </inkml:definitions>
  <inkml:trace contextRef="#ctx0" brushRef="#br0">12113 8533 65 0,'0'0'186'0,"0"0"23"16,2 12-121-16,-2-12 71 0,0 0-30 0,0 0-50 15,0 10-5-15,0-10 76 0,0 0-15 0,0 0-6 16,0 0-28-16,0 0-20 0,3 11-5 0,-3-11 10 15,0 0 11-15,0 0 0 0,0 0 4 0,0 0-2 16,0 0-20-16,0 0-5 0,0 0 39 16,0 0-57-16,0 0 58 0,0 0-61 0,0 10 42 15,0-10-55-15,0 0 47 0,0 0-51 0,0 0 50 0,0 0-54 16,0 0 47-16,0 0-57 0,0 0 49 16,0 0-52-16,0 0 48 0,0 0-57 0,0 0 50 15,0 0-48-15,0 0 48 0,0 0-42 16,0 0 49-16,0 0-54 0,0 0 52 0,0 0-51 15,0 0 46-15,0 0-48 0,0 0 50 0,0 0-49 16,0 0 50-16,0 0-47 0,0 0 43 0,0 0-40 16,0 0 48-16,0 0-56 0,0 0 43 0,0 0-51 15,0 0 36-15,0 0-46 0,0 0 45 0,7-9-50 16,-7 9 47-16,0 0-50 0,4-11 4 0,-4 11 4 16,3-11 2-16,-3 11 5 0,2-10 2 15,-2 10-1-15,0 0 1 0,0-13 6 0,0 13-1 0,0-11-3 16,0 11 1-16,-2-9-3 0,2 9 0 15,-3-9 1-15,3 9-3 0,0 0 0 0,-6-11 2 16,6 11-4-16,0 0-1 0,-12-7 1 0,12 7-6 16,0 0 1-16,-14-4 5 0,14 4 1 0,0 0-2 15,-16 3 0-15,16-3 1 0,-12 3-1 0,12-3 0 16,-14 8 1-16,14-8 43 0,-13 10-52 0,5-4 44 16,8-6-47-16,-12 14 43 0,12-14-49 0,-12 13 49 15,7-5-54-15,5-8 45 0,-9 16-40 16,9-16 46-16,-6 16-5 0,6-16-5 0,-5 15-4 15,5-15-5-15,-3 18 3 0,3-18-2 16,3 16-2-16,-3-16-1 0,4 16 0 0,-4-16-35 16,7 17 39-16,-3-9-44 0,1 0 39 0,0 0-35 15,2 0 52-15,-7-8-48 0,14 14 50 0,-8-8-48 16,3 2 45-16,-1-1-45 0,0 0 45 0,2-3-44 16,-1 4 49-16,-1-2-49 0,1 1 48 0,-1-3-49 15,1 3 29-15,0 0-28 0,-1 0 46 0,-2 0-37 16,-6-7 0-16,15 12 45 0,-8-5-49 0,-2 1 47 15,-5-8-50-15,9 11 50 0,-9-11-50 0,9 14 4 16,-9-14 6-16,5 13 1 0,-5-13 2 0,4 12 4 16,-4-12-6-16,0 13 7 0,0-13 3 15,-6 15 1-15,3-5 0 0,-5 0 0 0,3 0 1 0,-1 0-1 16,-2 0 0-16,-2 0 0 0,1 0 1 16,0-1 0-16,-1-3 1 0,1 0 0 0,1 0-1 15,8-6 2-15,-19 9-2 0,19-9 1 0,-17 7-3 16,17-7-1-16,-19 1 5 0,19-1-1 0,-22-6-1 15,12 2 1-15,0-4-1 0,-3-2 43 16,4-1-52-16,-1-1 43 0,-2-4-50 0,5 0 46 16,-1 1-51-16,4 2 46 0,0-4-48 0,-2 2 43 15,2-1-59-15,3 0 26 0,0 2-82 0,-2 2 8 16,3-2-86-16,0 4 24 0,1 0-59 16,-1 10-38-16,4-18-43 0,-4 18-58 0,4-15-70 15,-4 15-203-15,10-15-152 0</inkml:trace>
  <inkml:trace contextRef="#ctx0" brushRef="#br0" timeOffset="431.36">12442 8407 167 0,'0'0'565'16,"4"-8"-215"-16,-4 8-30 0,0 0-58 0,0 0-36 16,0 0-32-16,5-8-32 0,-5 8-12 0,0 0-30 15,0 0-21-15,0 0-26 0,0 0-16 0,0 0-7 16,0 0-5-16,0 0 6 0,0 0 15 0,0 0 7 15,17 4 3-15,-17-4 1 0,5 8-6 0,-5-8-3 16,5 15-3-16,-5-15 2 0,5 17-7 0,-1-6-6 16,-2 1 33-16,1 0-60 0,-2 1 39 0,2 4-55 15,-2 0 41-15,-1-1-53 0,1 3 43 0,1 0-53 16,-2 1 51-16,0-1-52 0,0-1 48 16,0 3-53-16,0-3 49 0,0 1-51 15,0-2 43-15,1 2-45 0,-1-5 50 0,1 1-51 16,-1 0 45-16,0-3-61 0,1 1 11 0,1-3-103 15,-1 0 7-15,-1-10-70 0,3 17-40 0,-3-17-41 16,2 14-12-16,-2-14-91 0,0 0-283 0,0 15-187 16</inkml:trace>
  <inkml:trace contextRef="#ctx0" brushRef="#br0" timeOffset="1031.35">12389 8830 185 0,'0'0'491'0,"-4"-12"-146"0,4 12-59 15,-3-10-40-15,3 10-31 0,0 0 15 0,0-14-67 16,0 14 7-16,0 0-72 0,-1-11 19 0,1 11-64 16,0 0 20-16,4-9-49 0,-4 9 31 0,0 0-47 15,9-10 35-15,-9 10-56 0,11-8 53 0,-11 8-51 16,14-7 45-16,-14 7-46 0,17-8 37 0,-17 8-40 15,19-8 38-15,-19 8-32 0,19-8 29 0,-19 8-39 16,22-7 37-16,-22 7-36 0,15-6 38 16,-15 6-39-16,15-5 37 0,-15 5-47 0,12-4 50 15,-12 4-39-15,0 0 39 0,15-4-38 0,-15 4 36 16,0 0-35-16,0 0 36 0,0 0-29 0,16-3 46 16,-16 3-40-16,0 0 43 0,0 0-47 0,14 6 40 15,-14-6-53-15,0 0 51 0,9 13-44 0,-9-13 51 16,5 11-51-16,-5-11 41 0,6 15-43 0,-6-15 42 15,3 19-47-15,-1-9 46 0,2 1-46 16,0 0 44-16,-2-1-46 0,2 2 4 0,0-2 4 0,0-1 3 16,1 2-7-16,-1 0 4 15,2-1 11-15,-2-1 2 0,0-1-6 0,-4-8 7 0,9 12 1 16,-9-12-1-16,9 13 1 0,-9-13 1 16,13 10-2-16,-13-10 1 0,10 7 0 0,-10-7 2 15,0 0 0-15,22 1 2 0,-22-1-5 0,15-6 10 16,-15 6 8-16,19-9 3 0,-10 2 18 0,1-2 1 15,1 1 6-15,-2-2 6 0,1 0 45 0,-1-3-49 16,-3 2 53-16,2-3-54 0,-1 2 56 0,0-1-48 16,-6 2 39-16,4 0-57 0,-2 1 41 0,-2 0-61 15,-1 10 41-15,3-18-63 0,-3 18 53 0,-2-15-9 16,2 15-53-16,-2-12 41 0,2 12-56 0,-4-11 30 16,4 11-73-16,-7-8 25 0,7 8-74 15,0 0 25-15,-11-6-73 0,11 6 33 0,0 0-47 16,0 0-45-16,-10 4-30 0,10-4-52 0,0 0 9 15,-5 10-294-15,5-10-129 0</inkml:trace>
  <inkml:trace contextRef="#ctx0" brushRef="#br0" timeOffset="1668.87">13026 8736 377 0,'0'0'366'0,"12"-10"-77"16,-12 10-25-16,11-11-30 0,-11 11-26 0,9-13 11 15,-9 13-52-15,4-12 33 0,-4 12-74 0,5-14 33 16,-5 14-67-16,1-10 42 0,-1 10-58 16,0 0 47-16,0-15-66 0,0 15 51 0,0 0-63 15,-1-10 36-15,1 10-60 0,0 0 39 0,0 0-71 16,0 0 59-16,-6-8-58 0,6 8 53 0,0 0-53 16,-9 10 48-16,9-10-52 0,-7 14 45 0,1-5-48 15,2 1 43-15,2 3-50 0,-2-2 53 0,1 3-51 16,2-2 4-16,0 2 2 0,-1-1 3 15,2 1-2-15,0 0 8 0,2-2 1 16,0 1-1-16,-1-2 1 0,2 0-1 0,0-2 2 0,-3-9-8 16,5 15-1-16,-5-15-9 0,7 13-11 15,-7-13 6-15,7 7 6 0,-7-7-19 0,0 0 15 16,0 0 8-16,16 2 0 0,-16-2 6 0,13-8-8 16,-13 8 2-16,13-14 4 0,-8 5 48 0,3 1-54 15,-2-5 48-15,-1-1-56 0,-1-1 54 0,1-2-67 16,-3-1 75-16,0-3-53 0,-1 1 49 0,1-2-51 15,-2 2 7-15,-3-4 0 0,2 1 5 0,0 2 3 16,-2-1 2-16,-1 4 3 0,3 2 7 0,-2 1 5 16,1 3 4-16,-1-1 8 0,-1 2-11 0,3 1 7 15,1 10 11-15,-5-16 5 0,5 16-1 0,-4-14-2 16,4 14-4-16,-2-10-5 0,2 10-6 0,0 0-2 16,-3-11-10-16,3 11 0 0,0 0 2 15,0 0-5-15,-3-12-2 0,3 12 1 16,0 0 1-16,0 0-7 0,0 0 7 0,0 0 0 15,0 0 1-15,0 0 3 0,8 9 3 0,-8-9 1 16,8 14 3-16,-5-6 1 0,3 1 5 0,-4 2 1 16,3 1-3-16,1 1 43 0,-3 1-61 0,4 2 48 15,-2 1-49-15,-1-1 45 0,1 3-52 0,-1-1 47 16,-1 4-53-16,0-6 49 0,2 1-53 0,-2 0 48 16,-1 0-55-16,1 1 56 0,-1-2-52 0,0 1 3 15,0 0-7-15,1-2-69 0,-2-1 4 0,0-2-33 16,2 2-22-16,-2-3-31 0,2 2-45 0,-2-5-30 15,-1-8-74-15,6 15-39 0,-6-15-175 16,4 12-37-16</inkml:trace>
  <inkml:trace contextRef="#ctx0" brushRef="#br0" timeOffset="2199.39">13272 8807 418 0,'0'0'435'0,"2"-11"-97"0,-2 11-54 0,3-9-7 16,-3 9-58-16,0 0 32 0,1-11-79 0,-1 11 25 15,0 0-92-15,4-9 22 0,-4 9-72 0,0 0 33 16,0 0-60-16,0 0 40 0,0 0-55 0,5-7 42 16,-5 7-52-16,0 0 46 0,0 0-57 0,14 5 47 15,-14-5-60-15,0 0 53 0,12 7-46 16,-12-7 50-16,8 5-54 0,-8-5 48 0,9 6-49 16,-9-6 47-16,12 9-49 0,-12-9 49 0,11 5-51 15,-11-5 53-15,0 0-55 0,16 4 55 0,-16-4-54 16,0 0 50-16,19-1-45 0,-19 1 49 0,11-6-51 15,-11 6 48-15,12-7-49 0,-12 7 50 0,13-11-51 16,-7 3 50-16,-1 1-50 0,-1-2 51 0,2-1-56 16,-3 1 53-16,-1-2-53 0,1 0 50 15,-3 1-46-15,0 10 52 0,0-19-52 0,0 19 51 16,-1-18-51-16,1 18 49 0,-4-17-48 0,4 17 52 16,-4-15-50-16,4 15 51 0,-6-12-45 15,6 12 45-15,-4-9-45 0,4 9 48 0,-5-9-58 16,5 9 57-16,0 0-51 0,-8-6 48 0,8 6-47 15,0 0 44-15,0 0-50 0,0 0 47 0,0 0-45 16,-19 4 50-16,19-4-49 0,-8 8 51 0,8-8-48 16,-6 17 45-16,2-9-46 0,-1 4 53 0,1-1-60 15,2 0 59-15,-1 3-51 0,0-3 52 0,2 3-56 16,0-2 50-16,0 2-49 0,2-1 48 0,-1-1-50 16,1-1 52-16,0 2-52 0,2-2 50 0,0-1-53 15,-1 2 49-15,2-5-46 0,-4-7 42 0,9 14-71 16,-9-14 18-16,8 12-75 0,-8-12 9 0,9 10-59 15,-9-10-32-15,11 5-35 0,-11-5-47 16,0 0-75-16,0 0-221 0,22-1-92 16</inkml:trace>
  <inkml:trace contextRef="#ctx0" brushRef="#br0" timeOffset="2667.39">13573 8686 532 0,'5'-10'403'0,"-1"1"-57"16,0 0-4-16,1 1-84 0,-5 8 22 0,8-15-65 15,-8 15 36-15,2-10-115 0,-2 10 36 0,0 0-76 16,7-11 24-16,-7 11-72 0,0 0 34 16,0 0-60-16,5-8 48 0,-5 8-56 0,0 0 46 15,0 0-57-15,8 11 48 0,-8-11-52 0,2 15 44 0,-2-5-50 16,3 3 48-16,-3-1-61 0,0 2 56 0,0 0-52 16,-2-1 48-16,2 3-52 0,-1-3 49 15,1 0-53-15,0-1 56 0,0-2-60 0,-1 0 56 16,1-10-53-16,0 17 53 0,0-17-53 15,0 12 52-15,0-12-50 0,0 0 54 0,0 13-54 16,0-13 52-16,0 0-54 0,0 0 52 0,0 0-56 16,0 0 57-16,0 0-52 0,10-10 51 0,-10 10-51 15,6-20 50-15,-1 8-59 0,1-2 57 0,0 1-55 16,0-1 64-16,1 0-59 0,-1 2 53 0,2-2-51 16,-3 3 47-16,4-2-47 0,-3 4 49 15,-2 1-53-15,3-1 58 0,-7 9-54 0,10-11 57 16,-10 11-50-16,10-12 47 0,-10 12-47 0,10-7 46 15,-10 7-50-15,12-4 60 0,-12 4-46 0,0 0 53 16,18 0-47-16,-18 0 52 0,15 3-54 0,-15-3 47 16,13 7-54-16,-4-1 48 0,-2 2-56 0,-2 0 56 15,-1 0-52-15,1 1 49 0,-1 1-53 0,-1 3 45 16,-2-2-49-16,2-1 49 0,-1 2-69 0,-2-12 26 16,3 19-96-16,-3-19 14 0,1 17-76 0,-1-17-16 15,1 16-53-15,-1-16-47 0,3 9-44 0,-3-9-379 16,0 0-241-16</inkml:trace>
  <inkml:trace contextRef="#ctx0" brushRef="#br0" timeOffset="3068.57">13990 8375 336 0,'0'0'498'0,"5"-17"-188"0,-5 17-13 0,6-13-94 15,-6 13 17-15,3-12-33 0,-3 12-29 0,2-8-31 16,-2 8-60-16,0 0 28 0,0 0-48 0,0 0 40 16,0 0-14-16,0 0-4 0,0 0-9 0,13 7-5 15,-13-7 4-15,4 13-7 0,-4-13-9 0,4 19 3 16,-2-8 0-16,1 3-7 16,-2-2 5-16,-1 3-5 0,3 1 1 0,-2 1 40 15,-1 0-59-15,0 0 43 0,0 1-59 0,0 1 50 16,0 1-52-16,0-2 43 0,0 0-53 0,0 1 44 15,0 0-49-15,0-1 47 0,0 0-53 0,0-1 55 16,0 1-60-16,1-1 54 0,-1-2-54 0,0 0 51 16,2-2-57-16,-2 0 58 0,2 1-53 0,-2-1 56 15,1-1-57-15,1-1 4 0,-1-2-1 0,2 1 9 16,-3-10 2-16,4 15 1 0,-4-15 1 0,7 14 50 16,-7-14-62-16,5 9-6 0,-5-9-6 15,0 0 40-15,16 3-74 0,-16-3 37 0,0 0-54 16,20-3 47-16,-20 3-57 0,14-9 35 0,-4 3-41 15,-1-2-9-15,0 1-29 0,-2-2-28 0,1 0-49 16,0-2-48-16,-1-2-48 0,-1 2-225 0,-1 0-29 16</inkml:trace>
  <inkml:trace contextRef="#ctx0" brushRef="#br0" timeOffset="3300.73">13986 8633 356 0,'0'0'587'0,"0"0"-111"16,-15 2-164-16,15-2 3 0,0 0-88 0,0 0 35 15,0 0-84-15,0 0 37 0,0 0-61 0,0 0 34 16,0 0-69-16,0 0 37 0,18-7-67 0,-18 7 41 16,25-7-61-16,-6 3 31 0,-1-2-61 0,3 1 36 15,0-1-61-15,-1 1 30 0,0 1-87 0,0-2-26 16,-2-1-149-16,4 4-98 0,-8-5-213 15,7 2-332-15,-2-2-462 0</inkml:trace>
  <inkml:trace contextRef="#ctx0" brushRef="#br0" timeOffset="10745.87">11518 10996 130 0,'0'0'415'0,"0"0"-128"15,0 0-45-15,0 0-32 0,0 0-6 0,0 0-31 16,-5 9-5-16,5-9-14 0,0 0-15 0,0 0-19 15,0 0-25-15,0 0 4 0,0 0-13 0,0 0-19 16,0 0 1-16,0 0-9 0,0 0-6 0,0 0 2 16,0 0-7-16,0 0-4 0,0 0-5 15,0 0-4-15,0 0-2 0,0 0-4 0,0 0 3 16,0 0-4-16,0 0 1 0,0 0 7 0,0 0-13 16,0 0 4-16,0 0 7 0,0 0 0 15,0 0-4-15,0 0 0 0,0 0 3 0,0 0 3 16,0 0 8-16,0 0 7 0,0 0 16 0,17-8 1 15,-5 0 8-15,5-4 1 0,2-1-7 0,5-5-14 16,3-2-10-16,3-1-9 0,7-8-6 0,2 2-7 16,4-6-7-16,3 0-1 0,-2-1-8 15,6-4 3-15,4 1-8 0,1-4 5 0,0 0-1 16,4-1-3-16,-1-2 1 0,2-2 39 0,16-9-46 16,-16 8 39-16,15-8-46 0,-12 10-2 0,12-10 1 15,-12 10 8-15,-2 2-8 0,2-1 6 0,1 0-1 16,-5 2 3-16,-2 0-4 0,-2 1 6 0,-1 3-2 15,-4-1 2-15,-2 3 0 0,-4-1 0 0,-1 3-1 16,-2 2 1-16,-3 1 35 0,2 0-39 0,-4-1 37 16,-6 7-43-16,1 0 42 0,-3 1-46 15,3 0 2-15,-2 2 3 0,2-1 0 0,-2-1 3 16,1 2-3-16,0 0 3 0,0-1-1 0,0 4 5 16,0-3-7-16,-2 2 9 0,0 1-6 15,0 2 7-15,-2-1-6 0,-1 2 6 0,-2 3-6 16,-3 0 7-16,-4 3-6 0,1 0 6 0,-3 3-4 15,-1-1 1-15,-1 0 2 0,0 1 1 0,-2 0-7 16,3 3 7-16,-3-3-7 0,3 1 9 0,-2 1-7 16,1-1 3-16,-1 0-3 0,-2 1 7 0,2 0-7 15,-1-1 7-15,-10 6-6 0,14-5 2 0,-14 5-2 16,14-7 2-16,-14 7-1 0,0 0 12 0,13-7 20 16,-13 7 12-16,0 0 3 0,0 0-3 0,11-6-4 15,-11 6-7-15,0 0-4 0,0 0-8 16,0 0-1-16,0 0-8 0,0 0 5 0,0 0-14 15,0 0 4-15,0 0-5 0,0 0-3 16,0 0-13-16,0 0-26 0,-5 11-21 0,5-11-30 16,0 0-16-16,0 0-55 0,-8 9-1 0,8-9-61 15,-7 5 32-15,7-5-38 0,-11 9-55 0,11-9-41 16,-15 11-109-16,6-6-188 0,-5 2-155 0</inkml:trace>
  <inkml:trace contextRef="#ctx0" brushRef="#br0" timeOffset="14344.6">12524 11539 411 0,'0'0'559'0,"-1"-12"-134"15,1 12-99-15,-3-9-57 0,3 9-23 0,0 0-10 16,-4-12 4-16,4 12-8 0,0 0-2 0,-3-13-18 15,3 13-21-15,0 0-24 0,0 0-26 16,-4-10 16-16,4 10-65 0,0 0-19 0,0 0-18 16,0 0-11-16,-4-8-9 0,4 8-7 0,0 0-9 15,0 0-6-15,0 0-4 0,0 0-3 0,0 0 2 16,1 10 0-16,-1-10-2 0,7 20 0 0,-5-7-7 16,4 4 6-16,-2 3 1 0,3-2-3 0,-2 2 27 15,0 2-34-15,0-2 32 0,3 1-37 0,-5-1 32 16,3 1-13-16,-3-2 8 0,1-3-9 0,0 0-2 15,0 1-23-15,0-3-57 0,-2-3-94 16,1 0-3-16,-3-11-80 0,5 16 13 0,-5-16-63 16,4 15-46-16,-4-15-51 0,0 0-382 0,0 0-309 15</inkml:trace>
  <inkml:trace contextRef="#ctx0" brushRef="#br0" timeOffset="14511.6">12446 11371 338 0,'-3'-13'463'0,"1"3"-158"16,-2 1-53-16,3-1-80 0,1 10-25 0,-5-17-35 15,5 17-17-15,-3-14-30 0,3 14-8 16,-4-11-19-16,4 11-10 0,0 0-28 0,5-11-50 16,-5 11-36-16,0 0-80 0,0 0-54 0,0 0-238 15,17 4 112-15</inkml:trace>
  <inkml:trace contextRef="#ctx0" brushRef="#br0" timeOffset="15112.9">12874 11267 256 0,'0'0'459'0,"0"0"-126"0,0-10-70 15,0 10-31-15,0 0-58 0,0 0 0 0,-6-6-22 16,6 6-25-16,0 0-17 0,0 0-30 0,-16 1-14 16,16-1-2-16,-10 8-9 0,4-1-11 0,-1 1-11 15,0 0-6-15,-1 5-35 0,2-1 32 0,-1 3-34 16,0 4 34-16,2 0-36 0,-2 2 25 0,5 2 9 15,-2-2-38-15,2 3 34 0,1-1-2 0,1 1-3 16,1 0-4-16,2 0 4 0,0-2-5 16,0 1 0-16,3-3-3 0,-1 0 0 15,2-3-1-15,1-4-1 0,0-1-10 0,-2-3 12 16,3-1-3-16,0-4 2 0,-9-4 0 0,18 4-1 16,-18-4-3-16,19-6-4 0,-4-2-4 0,-2-4-5 15,1-3-2-15,-2-2-1 0,-1-5-25 0,1-3 37 16,-3-2-29-16,-3-5 36 0,-1 0-27 0,-2-3 32 15,-3-1-8-15,-3-2 2 0,-2-2 11 0,-1 0 1 16,-2 0 45-16,-1 1-32 0,-1 0 56 0,1 5-22 16,-1 1 30-16,1 4 26 0,2 7 2 0,-1 1 1 15,1 3 12-15,3 3 1 0,-2 1 2 0,2 5 1 16,1 0-10-16,3 9 7 16,-6-15-53-16,6 15 8 0,-4-11-47 0,4 11-12 0,0 0-9 15,-6-10-3-15,6 10-2 0,0 0 22 16,5 10-34-16,-3 1 28 0,3 4-4 0,3 5-33 15,1 9 29-15,1-1-33 0,3 5 2 0,-1 0 2 16,0 3 2-16,1 2 1 0,1 1 0 0,-1 0-2 16,2-1 3-16,-3 3 1 0,2-4 0 0,0 1 0 15,-1-2-2-15,2-3-14 0,-1 1-58 0,-3-3-76 16,1-2-66-16,0 0-21 0,-1-3-129 0,-2-6-94 16,-1 0-414-16,-2-5-489 0</inkml:trace>
  <inkml:trace contextRef="#ctx0" brushRef="#br0" timeOffset="16680.46">10409 12475 620 0,'0'0'412'16,"0"0"-67"-16,0-13-106 0,0 13-5 0,0 0-62 16,0-11 18-16,0 11-75 0,0 0 13 0,0 0-57 15,0 0 12-15,1-10-59 0,-1 10 36 0,0 0-46 16,0 0 31-16,12 5-43 0,-12-5 33 0,16 12-40 16,-5-2 36-16,1 3-41 0,1-1 20 0,1 3-21 15,-1-1 39-15,0 1-10 0,1 2 1 16,-1-3-14-16,-1 2-35 0,1 1-31 15,1-1-50-15,-1-1-37 0,-3-1-47 0,2-3-38 0,-3-2-21 16,-2-2-281-16,1 0-26 0</inkml:trace>
  <inkml:trace contextRef="#ctx0" brushRef="#br0" timeOffset="16914.59">10695 12485 290 0,'-8'-25'485'0,"2"2"-125"0,0 3-50 0,-2 0-22 16,3 3-66-16,-2 2 23 0,4 2-51 0,-1 3 0 15,1 1-72-15,3 9-8 0,-10-15-47 0,10 15 8 16,0 0-41-16,-9-4 19 0,9 4-31 0,-11 12 16 16,3 1-37-16,-1 6 28 0,0 4-30 15,0 4 23-15,-2 6-29 0,-1-1 25 16,2 3-8-16,0 0-15 0,1 1-62 0,0-1 14 16,1-3-40-16,2-2 28 0,1-6-34 0,2-2-12 15,-1-4-32-15,3-6-42 0,0 1-11 0,1-13 3 16,1 14-17-16,-1-14-20 0,0 0-226 0,0 0 123 15</inkml:trace>
  <inkml:trace contextRef="#ctx0" brushRef="#br0" timeOffset="17081.32">10528 12566 162 0,'2'-27'441'0,"0"-2"-110"15,-1 2-49-15,0 2-24 0,0 8-39 0,1-1 27 16,-1 5-57-16,-1 1 17 0,0 3-73 0,0 9-2 16,-1-16-60-16,1 16 14 0,0 0-57 0,0 0 28 15,0 0-37-15,-12 9 32 0,8 2-44 16,-2 10 28-16,0-2-39 0,2 5 33 0,-1 0-10 15,1 3-8-15,0 6-34 0,0 1-36 16,-1-1-38-16,4 1-24 0,-1-5-43 0,1 1-59 16,1-1-25-16,0-3-38 0,-2-1-234 0,0-4 2 15</inkml:trace>
  <inkml:trace contextRef="#ctx0" brushRef="#br0" timeOffset="17281.32">10267 12812 543 0,'0'0'374'0,"-13"-7"-84"0,13 7-28 0,-10-7-76 16,10 7 3-16,0 0-67 0,-11-8-16 15,11 8-22-15,0 0 0 0,1-14-46 0,4 5 20 16,4 0-34-16,5-3 15 0,1 0-7 0,6 1-3 16,3-1-9-16,4-1-27 0,3 2-57 0,1-1-70 15,1-1-73-15,1 1-108 0,1-1-196 0,3 2 15 16</inkml:trace>
  <inkml:trace contextRef="#ctx0" brushRef="#br0" timeOffset="17948.56">11661 12505 35 0,'1'-13'631'0,"-1"13"-224"0,0 0-29 15,0 0-123-15,2-10 31 0,-2 10-6 0,0 0 20 16,0 0-44-16,0 0-11 0,-2-11-35 0,2 11-32 16,0 0-41-16,0 0-27 0,0 0-28 0,0 0-10 15,0 0-24-15,0 0-5 0,0 0 18 16,0 0-37-16,0 0-12 0,0 0 4 16,11 10-1-16,-11-10-6 0,6 16-4 0,1-3 4 15,0 0-4-15,-3 1 1 0,4 4 1 0,-2 0 34 16,2 1-45-16,-2 1 1 0,-1-1-3 0,2 0-20 15,-1-1-43-15,-1 3-47 0,0-5-33 0,-1-3-45 16,1 3-17-16,-1-2-38 0,-1-3-63 0,-1 1-34 16,-2-12-390-16,4 12-260 0</inkml:trace>
  <inkml:trace contextRef="#ctx0" brushRef="#br0" timeOffset="18949.8">11691 12626 245 0,'0'0'367'0,"-9"-8"-77"15,9 8-55-15,0-10-25 0,0 10-4 0,1-13-55 16,-1 13 11-16,5-15-42 0,-5 15 10 0,5-16-45 16,-2 7 24-16,2-1-50 0,-1 1 20 0,2-1-39 15,-1 2 46-15,3 0-63 0,0 2 38 0,-2-1-54 16,-6 7 44-16,16-12-49 0,-16 12 38 0,16-6-46 15,-16 6 42-15,19-4-37 0,-19 4 47 0,18 1-39 16,-18-1 34-16,23 4-33 0,-13-1 39 0,4 5-34 16,-1-1 29-16,0 2-39 0,1 1 33 15,0 3-44-15,-1-1 38 0,-2 3-10 0,2-1 1 16,-1 1-5-16,0 0-8 0,-3 1 5 16,0 0-2-16,1 2-34 0,-1-3 34 0,-1 1-35 15,0-2 26-15,-1-1-55 0,0 4 20 0,0-1-55 16,1-1 21-16,0-1-41 0,-2-1-24 0,1 3-31 15,-1-5-30-15,2 3-37 0,0-3 2 0,-1-1-299 16,1 1-12-16</inkml:trace>
  <inkml:trace contextRef="#ctx0" brushRef="#br0" timeOffset="19417.07">12337 12687 8 0,'-5'-11'408'0,"3"1"-113"0,-2 0-55 0,-1 1-42 15,0 1-11-15,-2-1-18 0,0 2-28 0,0 1-12 16,7 6-28-16,-15-9-2 0,15 9-42 0,-15-4 21 16,15 4-32-16,-16-2 10 0,16 2-27 0,-18 4 10 15,18-4-24-15,-15 9 13 0,6-3-22 0,3 2 8 16,-1 2-12-16,1 1 22 0,1-2-29 15,1 4 20-15,0-1-19 0,4 2 17 16,-1 0-17-16,2-1 14 0,0-1-29 0,2-1 26 16,1-1-13-16,1 0 23 0,-1 1-29 0,2-6-4 15,-6-5-9-15,12 11-11 0,-12-11-8 0,16 5-2 16,-16-5 2-16,14-3 2 0,-14 3-1 0,18-7 12 16,-9-1 2-16,1 2 8 0,-3-3-3 0,0-2 17 15,0 1 2-15,-1 0 32 0,-2 0 3 0,0-1 20 16,0 0 37-16,-2 0-22 0,1 1 44 0,-3 10-8 15,2-15 5-15,-2 15-12 0,3-11-2 0,-3 11-10 16,1-10-14-16,-1 10-13 0,0 0-13 0,1-13-16 16,-1 13 5-16,0 0-19 0,0 0 4 15,0 0-2-15,0 0-2 0,0 0-8 16,7 8 5-16,-7-8-4 0,4 14 1 0,-4-14-8 16,5 16 5-16,-1-7-44 0,-1 0 41 0,1-1-62 15,0 1 22-15,1 0-52 0,-5-9-4 0,10 13-46 16,-10-13-40-16,11 10-25 0,-11-10-17 0,0 0-39 15,16 2-252-15,-16-2 13 0</inkml:trace>
  <inkml:trace contextRef="#ctx0" brushRef="#br0" timeOffset="20084.16">12478 12592 131 0,'3'-16'478'0,"-1"1"-131"0,-1 2-58 16,1 0-52-16,-1 4-16 0,-1 9-48 16,4-18 20-16,-4 18-68 0,2-12 1 0,-2 12-53 15,0-11 21-15,0 11-56 0,0 0 30 0,5-8-55 16,-5 8 43-16,0 0-54 0,0 0 35 15,13 5-44-15,-13-5 28 0,12 8-28 0,-12-8 30 16,11 12 1-16,-2-6-6 0,-1 2-1 0,-2-1-3 16,2 1-5-16,0-2 1 0,-8-6-4 0,16 13 1 15,-16-13-2-15,16 8 0 0,-16-8-11 0,15 6 13 16,-15-6-7-16,0 0 1 0,19 1 2 0,-19-1 1 16,14-5-1-16,-14 5-37 0,14-6 33 0,-14 6-27 15,14-12 39-15,-14 12-36 0,12-10 41 16,-12 10-44-16,10-11 47 0,-10 11-39 15,10-9 38-15,-10 9-39 0,8-7 30 0,-8 7-31 16,0 0 39-16,9-8-37 0,-9 8 40 0,0 0-40 16,0 0 40-16,0 0-40 0,0 0 42 0,20 4-42 15,-20-4 41-15,9 5-39 0,-9-5 39 0,13 6-47 16,-13-6 48-16,14 5-49 0,-14-5 50 0,19 5-41 16,-19-5 40-16,18 3-44 0,-18-3 33 0,23 0-40 15,-23 0 35-15,23 0-44 0,-23 0 43 0,22 0-35 16,-22 0 37-16,20-3-32 0,-20 3 36 0,18-2-34 15,-18 2 26-15,17-3-21 0,-17 3 35 0,16-5-36 16,-16 5 36-16,16-5-35 16,-16 5 34-16,18-6-34 0,-18 6 35 0,14-4-42 15,-14 4 42-15,16-2-34 0,-16 2 34 0,16 2-35 16,-16-2 36-16,17 7-36 0,-17-7 36 0,18 10-34 16,-7-6 23-16,-2 4-30 0,1-3 43 0,-1 1-2 15,1-1-5-15,0-1-2 0,-10-4-2 0,23 5 0 16,-23-5-9-16,22 3-3 0,-22-3 10 0,24-6 0 15,-8 1-2-15,-3-2-32 0,4-3 39 0,-2-1-33 16,0-3 49-16,0-2-22 0,0-2 57 0,-1-3-6 16,-1-3 55-16,2-1 16 0,-6 0 26 0,0-4 0 15,-2 1-2-15,-1 2-13 0,-5-2-7 16,0 0-18-16,-2 3-17 0,-5 0-2 0,2 3 3 16,-4 2-10-16,1 1-10 0,-6 4-13 0,0 1-15 15,2 7-9-15,-6 2-11 0,2 3-10 0,-3 3 5 16,-4 2-13-16,3 5 5 0,-1 3-14 15,-3 5 6-15,3 5-16 0,1 0-10 0,3 4-31 16,3 2-42-16,1 2-32 0,2 2-66 0,2 1-19 16,3-1-60-16,3-1 7 0,-1-3-67 0,3 2-66 15,0-2-409-15,-1 0-352 0</inkml:trace>
  <inkml:trace contextRef="#ctx0" brushRef="#br0" timeOffset="21185.5">10169 13739 567 0,'0'0'419'0,"2"-13"-89"0,-2 13-78 15,2-10-54-15,-2 10-33 0,0 0-26 16,2-11 10-16,-2 11-64 0,0 0 7 0,5-9-39 16,-5 9 30-16,0 0-51 0,0 0 41 0,0 0-48 15,21 1-5-15,-21-1-1 0,23 11-2 0,-9-2-4 16,2 4 1-16,2-1-3 0,0 2-3 0,4 3 0 15,-3 1-11-15,3-1 8 0,-1 1 0 0,0-2-3 16,-2 0-1-16,0-1-2 0,-3-2-15 0,0-2-9 16,-4-1-38-16,0-1-21 0,0-3-33 0,-2 1-39 15,-10-7-9-15,17 7-12 0,-17-7-22 0,0 0 27 16,0 0 10-16,18-4 16 0,-18 4 51 0,1-10 59 16,-1 10 44-16,-4-18 50 0,-2 5 39 15,-2-5 3-15,-2 0 7 0,-3-1-10 16,0 0 46-16,0 2 0 0,3 0 0 0,-1 1-12 15,-1 4 21-15,5 0-30 0,-1 3 26 0,0 2-62 16,8 7-17-16,-10-11-20 0,10 11-4 0,-8-8-3 16,8 8-20-16,0 0-4 0,-9 6-13 0,9-6 6 15,-10 17-8-15,9-3-4 0,-3 2 7 0,4 3-4 16,-3 3-7-16,2 1-18 0,1 0-22 0,0-3-25 16,0 1 1-16,1-3-13 0,2 0-15 0,-2-2-28 15,3-3-13-15,-1-2-18 0,2-1-6 0,-5-10-1 16,7 11-4-16,-7-11 8 0,0 0-80 15,0 0-134-15,15-3 218 0</inkml:trace>
  <inkml:trace contextRef="#ctx0" brushRef="#br0" timeOffset="21319.53">10423 13883 575 0,'-3'-17'225'0,"0"-3"-17"15,-3 1-23-15,3 4 6 0,-1 0-13 0,0 2-18 16,0 5-42-16,-1-2 20 0,5 10-31 0,-6-14-14 16,6 14-17-16,-7-7-17 0,7 7-4 0,0 0-18 15,-13 3-17-15,7 5 4 0,0 1-11 0,-1 5 3 16,2 0-4-16,0 5 0 0,-4 2-4 0,4 1-5 15,1 0-3-15,-1 2-19 0,1 0-25 0,-1 1-48 16,-1-2-35-16,2 1-50 0,-1-1-35 16,0-2-47-16,-1-3-208 0,0 2 97 0</inkml:trace>
  <inkml:trace contextRef="#ctx0" brushRef="#br0" timeOffset="21485.01">10142 14162 500 0,'-9'-8'370'0,"9"8"-125"0,-7-11-20 15,7 11-35-15,-2-10-30 0,2 10-29 0,1-12-18 16,-1 12-20-16,8-16-17 0,1 3-13 0,2 0-14 16,5-1-22-16,1-1 4 0,8-2-10 0,0 0-11 15,6-2-31-15,1 2-95 0,6-4-101 16,-3 2-345-16,10-4-80 0</inkml:trace>
  <inkml:trace contextRef="#ctx0" brushRef="#br0" timeOffset="23086.81">12000 13383 361 0,'-9'-7'371'0,"1"1"-97"0,1-2-48 0,-1 3-24 16,8 5-51-16,-19-10 12 0,19 10-45 0,-18-6 4 16,18 6-38-16,-18-1 11 0,18 1-67 0,-18 2 44 15,9 2-29-15,-2 2 49 0,-2 3-42 0,0 3-43 16,0 4 39-16,3 0-8 0,-1 4-7 15,2 2-37-15,1 2 37 0,4 7-42 16,-2 1 31-16,3 4-32 0,3-6 32 0,1 4-33 16,3 3 33-16,1-2-34 0,3-2 4 0,2-2 2 15,2-4 3-15,1-1-8 0,2-2 33 0,0-4-27 16,3-4-8-16,0-3-26 0,0-3-7 0,2-4-16 16,-2-2-20-16,3-5-31 0,2-2-30 0,0-3-11 15,-1-3 6-15,3-5-9 0,-2 1 23 0,1-3-18 16,-4-2 54-16,-1-1 12 0,-5 2 55 0,0-1 15 15,-4 0 59-15,-1 0 15 0,1-1 35 16,-6 4 49-16,1 0 12 0,-4 2-6 16,-1 4 9-16,0 9-28 0,-1-19 21 0,1 19-52 15,-5-16 34-15,5 16-56 0,-6-13 39 0,6 13-63 16,-12-9 30-16,12 9-52 0,0 0 32 0,-15-4-52 16,15 4 35-16,0 0-54 0,-15 3 48 0,15-3-44 15,-9 13 36-15,9-13-41 0,-4 17 2 0,2-6 3 16,2 2-3-16,2-1 6 0,2 5-10 0,1-3 13 15,0 1-4-15,4-3 5 0,1 3-1 0,-1-5 0 16,1 0-2-16,2-2 2 0,-2-1-1 0,1-3-9 16,-11-4 51-16,21 3-56 0,-21-3 50 15,22-3-43-15,-11-1 1 0,-1-3 3 0,2 2 37 16,-3-4-39-16,1-2 35 0,-2 2-41 0,-3-1 35 16,-1-1-36-16,-2-1 42 0,-2 1-43 15,0 0 40-15,-2-2-43 0,-5 1 42 0,1-1-45 0,-3 1 39 16,-3 1-38-16,1 3 42 0,-2 2-45 15,0 2 43-15,13 4-44 0,-27-2 42 0,27 2-50 16,-25 2 26-16,12 2-29 0,13-4-16 0,-18 9-45 16,18-9-34-16,-14 8-47 0,14-8-30 0,0 0-8 15,-4 8-43-15,4-8-239 0,0 0 45 0</inkml:trace>
  <inkml:trace contextRef="#ctx0" brushRef="#br0" timeOffset="24388.12">12321 13541 525 0,'6'-8'368'0,"-6"8"-59"0,13-10-67 15,-13 10-37-15,10-9-52 0,-10 9 1 16,7-8-53-16,-7 8 8 0,0 0-50 0,11-8 15 16,-11 8-51-16,0 0 39 0,0 0-38 0,17-2 26 15,-17 2-41-15,14 5 31 0,-14-5-39 0,14 7 33 16,-6 0-50-16,2-1 54 0,-4 2-55 0,3-3 42 16,-1 4-35-16,-1-1 31 0,2-1-32 15,-1 2 29-15,-3-1-28 0,4-2 16 0,-9-6-16 16,10 11 27-16,-10-11-29 0,13 8 30 0,-13-8-33 15,0 0 34-15,17 1-33 0,-17-1 31 0,11-5-49 16,-11 5 52-16,14-12-31 0,-7 5 31 0,-1-3-2 16,2 0-48-16,-1-1 58 0,0-2-3 15,-1 1 11-15,-1 0-8 0,0 4 0 0,0-1 2 0,-5 9-8 16,8-13 3-16,-8 13-7 0,5-12-1 16,-5 12-6-16,4-9-2 0,-4 9-1 0,0 0-12 15,5-7 9-15,-5 7 0 0,0 0 0 16,0 0-2-16,13-4 0 0,-13 4 0 0,0 0 0 15,0 0 6-15,0 0-18 0,17-1 2 0,-17 1 10 16,0 0 4-16,0 0-5 0,0 0-3 0,19 2 2 16,-19-2-1-16,0 0 2 0,0 0-2 0,15 3-9 15,-15-3 12-15,0 0-1 0,0 0 2 0,17 3-2 16,-17-3-1-16,0 0-2 0,0 0 4 0,0 0-3 16,21 1-24-16,-21-1 18 0,0 0 8 0,0 0 3 15,17 1 0-15,-17-1-3 0,0 0 0 0,15 2-1 16,-15-2 0-16,0 0-3 0,17 3-17 15,-17-3-5-15,0 0 5 0,16 5-41 0,-16-5 27 16,0 0-33-16,19 1 6 0,-19-1-26 16,0 0-24-16,21-2-1 0,-21 2-22 0,17-7 7 15,-17 7-28-15,18-10 26 0,-8 2 6 0,0-1 9 16,-1 3 20-16,0-5 1 0,4-3 5 0,-4-3 17 16,-2 2 35-16,2-2 2 0,-4-1 30 0,1 2 9 15,-4-5 40-15,-1-3 24 0,-1-1 5 0,-1-1 41 16,0-2 12-16,0 2 4 0,-2 0 7 15,-1 2-4-15,3 3 41 0,0 4-35 0,-1 3 55 16,1 1-39-16,0 3-6 0,1 10-35 0,-4-16-9 16,4 16-47-16,-3-14 8 0,3 14-34 15,0 0 12-15,0 0-28 0,0 0 13 0,0 0-26 16,0 0 21-16,12 10-20 0,-7 2-9 0,3 5 22 16,1 2-22-16,1 2 19 0,0 4-23 0,3 0 22 15,-2 1-31-15,1 3-2 0,1 0-49 0,-2-3 11 16,-1 2-7-16,2-2-17 0,-3-5-22 0,0 0-25 15,1-2-10-15,-2-2-9 0,-2-3-28 0,-1-4 14 16,-1 0 14-16,-4-10 14 0,8 14 5 0,-8-14 2 16,2 9 6-16,-2-9 21 0,0 0 0 15,0 0 28-15,0 0 27 0,0 0 33 16,0 0 35-16,0 0 18 0,-23-3 65 0,23 3 3 16,-16-7 11-16,16 7 17 0,-16-8-24 0,16 8 22 15,-16-5-31-15,16 5 16 0,-13-3-51 0,13 3 19 16,0 0-44-16,-18-6 27 0,18 6-51 0,0 0 29 15,0 0-45-15,-13-3 32 0,13 3-41 0,0 0 34 16,0 0-40-16,0 0 27 0,0 0-47 0,0 0 59 16,19-5-45-16,-19 5 42 0,17-2-42 0,-17 2 37 15,26-1-40-15,-26 1 21 0,30-4 1 0,-12 3-7 16,-1-2-32-16,1-2 30 16,0 2-28-16,-2-2 27 0,1 1-22 0,2-3 19 15,-5 0-16-15,1 3 35 0,-2-4-33 0,1 1 31 16,-2-2-27-16,-2 0 30 0,0 0-28 0,-1-1 20 15,-2 0-16-15,0 1 32 0,-3-1-32 0,-2 1 33 16,1-4-30-16,-3 4 41 0,0-2-33 0,-1 1 43 16,-2-2-32-16,-1 4 37 0,-1-1-42 0,5 9 44 15,-10-12-55-15,10 12 49 0,-10-8-46 0,10 8 41 16,0 0-47-16,-19 0 29 0,19 0-34 0,-15 7 45 16,15-7-46-16,-13 13 42 0,6-4-46 15,2-1 45-15,1 4-44 0,3-1 19 16,-2 0-15-16,3 2 41 0,0-3-47 0,2 0 46 0,0 1-49 15,2-1 33-15,0-1-45 0,2-1 21 0,-6-8-16 16,14 9-24-16,-14-9 30 0,13 6-22 16,-13-6 22-16,19 0-12 0,-19 0 20 0,16-4-18 15,-16 4 20-15,16-8-8 0,-16 8 26 0,16-12-22 16,-10 5 23-16,-6 7-21 0,11-14 27 0,-11 14-15 16,8-11 28-16,-8 11-20 0,7-8 60 0,-7 8-43 15,0 0 50-15,5-11-57 0,-5 11 45 16,0 0-48-16,0 0 35 0,0 0-47 15,0 0 30-15,0 0-34 0,0 0 35 0,0 0-47 16,7 11 48-16,-7-11-45 0,4 11 43 0,-4-11-44 16,5 16 31-16,-1-8 8 0,3 0-20 0,0 0-14 15,-1-2-26-15,2 1-33 0,2-3-31 0,-10-4-59 16,25 6-23-16,-25-6-28 0,25-2-40 0,-9-3-26 16,3-1-173-16,0-3 132 0</inkml:trace>
  <inkml:trace contextRef="#ctx0" brushRef="#br0" timeOffset="24588.67">13734 13137 46 0,'3'-11'545'16,"-3"11"-156"-16,1-19-88 0,-1 19-63 0,-1-12-39 16,1 12 5-16,-4-11-59 0,4 11 27 0,0 0-61 15,-14-3 29-15,14 3-66 0,0 0 13 0,-17 8-48 16,17-8 22-16,-11 12-49 0,3-2 41 0,4 0-46 16,0 1 36-16,2 2-39 0,-1-1 29 0,2 1-42 15,1 0 31-15,3 0-32 0,0 0 31 0,3 3-40 16,1-4 36-16,3-2-64 0,2 0 23 15,1-3-44-15,-1-3 12 0,3-1-27 0,-15-3-13 16,33-4-26-16,-14-1-25 0,1-3-23 16,0-4-25-16,1-3 6 0,0-4-26 0,-2 0-13 15,-1-3-149-15</inkml:trace>
  <inkml:trace contextRef="#ctx0" brushRef="#br0" timeOffset="24822.76">13976 13073 790 0,'9'-25'36'0,"-4"2"51"0,-1-2 22 0,-3-3 11 16,-1-1 6-16,-1 1-7 0,-2-7 7 0,-2 2 10 15,1 6 30-15,-1 0 6 0,0 6-17 0,-1 0 21 16,-1 2-13-16,2 4 0 0,1 5-23 0,-1-1-2 15,2 2-17-15,3 9-22 0,-3-14-19 0,3 14-24 16,-7-9-15-16,7 9-2 0,0 0-10 0,0 0-7 16,0 0-5-16,0 0 4 15,3 12-7-15,3-4-2 0,1 6-19 0,0 4 15 16,1 0-17-16,2 4 20 0,-1 1-21 0,3 3 16 16,-1 1-15-16,-2-1 21 0,3 0-21 0,-4-2 20 15,0-1-29-15,0 0 10 0,0-2-61 0,-1 0-5 16,0-1-44-16,-1-3 33 0,-1 0-37 0,-1-3-9 15,0-3-38-15,-2-2-36 0,-2-9-55 0,3 17 17 16,-3-17-327-16,0 0-89 0</inkml:trace>
  <inkml:trace contextRef="#ctx0" brushRef="#br0" timeOffset="24955.93">14027 13108 167 0,'0'0'535'0,"-14"-6"-143"16,14 6-13-16,-12-4-128 0,12 4 60 0,0 0-24 15,-16-6 12-15,16 6-55 0,0 0-16 0,-11-6-59 16,11 6-29-16,3-10-29 0,2 0-16 0,8-5-24 15,2-2-8-15,7-3-19 0,1-5-4 0,5-2-33 16,4-5-66-16,5-3-106 0,0-2-105 0,2 1-163 16,0-2-422-16,2 1-450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5:41:24.020"/>
    </inkml:context>
    <inkml:brush xml:id="br0">
      <inkml:brushProperty name="width" value="0.05292" units="cm"/>
      <inkml:brushProperty name="height" value="0.05292" units="cm"/>
      <inkml:brushProperty name="color" value="#FF0000"/>
    </inkml:brush>
  </inkml:definitions>
  <inkml:trace contextRef="#ctx0" brushRef="#br0">9216 10355 297 0,'-12'-4'355'16,"12"4"-111"-16,-25-5-34 0,25 5-45 0,-25-4-12 0,25 4-27 15,-18-2-5-15,18 2-7 0,0 0-23 0,-24-1 7 16,24 1-24-16,0 0 19 0,0 0-43 0,-23 1 31 16,23-1-29-16,0 0 21 0,0 0-1 0,0 0-1 15,-15 2-49-15,15-2 62 0,0 0-39 0,0 0 46 16,1 13-43-16,-1-13 30 0,6 9-40 0,-6-9 30 15,11 12-33-15,-3-5 43 0,2 1-8 0,1 1 16 16,3-1-13-16,3 1 13 0,2 0-24 16,0 0 3-16,6-1-19 0,3 4 24 0,4-2-5 15,1 0 4-15,1-3-12 0,3 2 0 0,0-1-11 16,2-1-3-16,-1-1-7 0,3 0-2 0,-2 1-7 16,0-2-5-16,1 0 1 0,-1 0-4 0,1-2-7 15,1 1 0-15,0-1-3 0,0-1 2 0,1 2-1 16,2-2-1-16,-1 0-4 0,0 0-1 0,2 0 0 15,-1-1 3-15,2 0 0 0,1-1 0 0,-1 1-5 16,0-1 3-16,0 1 2 0,1-1-3 16,-2 3 2-16,0-2-1 0,0 1 2 15,-3-1-2-15,2 0-2 0,-5 3 0 0,0-2-1 16,0-2 1-16,1 3 1 0,-2-2-1 0,1 2 0 0,2-2-2 16,0 0 0-16,0-1 1 0,1 0-4 15,-1-1 4-15,2 1 0 0,1-1 1 0,0-2-1 16,-2 2 0-16,1-1-3 0,-4 0 0 0,4 1 5 15,-4-3-3-15,-2 2 1 0,1 0-1 0,-6-1 4 16,-3 1-8-16,3 2 5 0,-1-1-4 0,1 0 4 16,1 1-1-16,6 0 1 0,-2-1 0 0,4-1-1 15,0 1-1-15,-2 1 1 0,3-1-4 0,-1 1 4 16,0-2 0-16,1 2-2 0,0-1 2 0,0 1-1 16,1 0 6-16,-1 0-8 0,-1 0 3 0,0 0-5 15,2 0 5-15,-3 0-1 0,0 0 2 0,2 0-2 16,-3-1 1-16,0 0 0 0,1 0 0 15,-1-2 0-15,-1 3-1 0,-1-1 0 0,2-2-2 16,-2 2 1-16,-7-1 0 0,2 0-1 16,0 2 4-16,-1-1 0 0,0-1-1 0,0 0-1 15,1 0 1-15,-2 0-3 0,6 1 2 0,-5 0 0 16,-1 1 1-16,0-1 0 0,1 1-1 0,7-1 0 16,-9 1 2-16,0 0-4 0,-1 0 3 0,0 1 1 15,0-1 0-15,0 0-2 0,-1 0 2 0,0 0-1 16,1-1-1-16,-1-1 1 0,1 2-1 15,0 0 0-15,0 0 1 0,-1 0 0 0,1 0-3 0,2 0 2 16,-2 0 3-16,1 2-1 0,0-4-2 0,-1 2 1 16,0 0 0-16,1 0 0 0,-1 0-1 15,0-1 0-15,-1 1 6 0,-1 0-9 0,0 0 1 16,1-1-3-16,-2 0 9 0,2-1-3 0,-1 1 1 16,-1-1 0-16,2 0 0 0,-3 0 0 0,0 1 6 15,2-2 6-15,-3 2 1 0,0-1 2 16,0 0-4-16,-3 0-2 0,1-1-4 0,-3 3 5 15,2-2-5-15,0 0 3 0,0-1-3 0,3 1 0 16,0-1 0-16,-3-1 2 0,3 2-2 0,-4 0 14 16,1-2-13-16,3 3-6 0,-4-1 4 0,-2-1 0 15,0-1 2-15,0 2-2 0,0-1-2 0,0-1-1 16,-2 2-3-16,-2-1 2 0,-13 3-2 0,24-3-5 16,-24 3-28-16,18-6-40 0,-18 6-43 15,15-3-74-15,-15 3-60 0,0 0-27 0,17-8-125 16,-17 8-99-16,0 0-320 0,0 0-387 0</inkml:trace>
  <inkml:trace contextRef="#ctx0" brushRef="#br0" timeOffset="1324.99">16222 10346 334 0,'0'0'340'0,"-9"-11"-86"0,9 11-36 15,0 0-49-15,-5-9-25 0,5 9-50 0,0 0-12 16,0 0-21-16,-4-9-1 0,4 9-18 16,0 0 13-16,0 0 0 0,0 0 6 0,0 0 12 15,22 1-20-15,-22-1 38 0,18 7-31 0,-4-4 24 16,1 2-43-16,7 1 14 0,0-2-28 0,2 3 33 16,3-1-45-16,6 0 34 0,0 0-45 0,4 1 33 15,2-1-33-15,2-1 30 0,2 0-36 0,3-3 36 16,4 2-27-16,2-1 43 0,2-1-39 0,14-1 32 15,-2 1-36-15,1-4 41 0,-11 4-34 0,12-2 37 16,-10 0-42-16,-2 0 31 0,3 0-31 0,-4 0 30 16,0 0-39-16,0 0 42 0,0 0-21 15,-3 1 34-15,1 0-30 0,11 3-93 0,1 1-8 16,-13-5 43-16,-1 0-24 0,-1-1 43 16,0 1-29-16,-1-1 41 0,-1-2-33 0,0 3 39 15,-2-1-29-15,-3 1 42 0,2 0-47 0,-1 0 46 16,-2-2-45-16,-1 2 47 0,-3 0-36 0,1 2 36 15,-5-2-37-15,-4 0 28 0,1 1-20 0,1-1 27 16,-1 1-32-16,1 1 35 0,-3-2-38 0,2 1 39 16,0-1-39-16,-2 0 6 0,2 1-2 0,-2-1 8 15,2 1-4-15,-4-1 10 0,4 0 0 0,-2 1 2 16,-1-1 45-16,3 0-53 0,-2 0 30 16,2 0-24-16,-2 0-9 0,2-1 43 15,1 1-52-15,0 0 48 0,-1-1-42 0,1 1 40 16,-2-1-43-16,2 1 39 0,0 0-39 0,-1-1 31 15,0 1-31-15,-3 0-5 0,2 0 49 0,0 1-41 16,-2-1 0-16,-1 1 4 0,1 0 0 0,0-1 3 16,-1 2-2-16,1 1-11 0,-1-1 19 0,0 0 0 15,1-1 1-15,-1 3-1 0,1-2-1 0,1 1 1 16,1 1 1-16,-1-2-3 0,-1 3-4 0,3-2 8 16,-3 0-2-16,1 2 1 0,0-2 0 0,5 2 0 15,-4-2-1-15,-2 2-3 0,0-2 5 16,-1 1-8-16,1-2 9 0,0 4-2 15,0-4 1-15,0 0-6 0,-1 1 3 0,1 0 6 16,0-1-7-16,-1-1 4 0,0 2-8 0,-1-2 9 16,-1 0 1-16,1 0 0 0,-1-1-2 0,1 2 3 15,0-1 1-15,-1-1-1 0,1 0-2 0,-1 0 2 16,1 0 11-16,-1 0 1 0,0-1 0 0,1 1-7 16,-1-2 1-16,-5 2 6 0,1 0 3 0,1-1-9 15,-2 0 7-15,-2 0-2 0,3-2 1 0,-2 2-1 16,-3 0 0-16,3 1 2 0,-3-3 18 15,-16 3-10-15,29-4-7 0,-29 4 11 0,27-2 1 16,-27 2 4-16,26-2 1 0,-26 2-4 0,24-6-6 16,-24 6 6-16,23-2-6 0,-23 2-6 15,18-4 4-15,-18 4-1 0,22-3-2 0,-22 3-1 16,18-6-2-16,-18 6-3 0,16-2 4 0,-16 2-5 16,18-2-5-16,-18 2 2 0,14-3-2 0,-14 3-2 15,0 0 0-15,19-4-1 0,-19 4-3 0,0 0 3 16,0 0-1-16,17-2-5 0,-17 2 4 0,0 0-2 15,0 0 1-15,0 0-2 0,14-3-3 0,-14 3 11 16,0 0-22-16,0 0-47 0,0 0-115 16,0 0-25-16,0 0-140 0,0 0-489 0,0 0-402 15</inkml:trace>
  <inkml:trace contextRef="#ctx0" brushRef="#br0" timeOffset="3410.28">21091 9517 482 0,'0'0'446'0,"1"-12"-90"0,-1 12-107 16,0 0-42-16,5-13-73 0,-5 13 7 0,7-9-55 16,-7 9 8-16,14-8-42 0,-4 2 14 0,0 3-38 15,7-2 19-15,0 1-43 0,3-1 35 0,6 3-38 16,-1 1 30-16,2-1-31 0,0 1 25 0,0 2-30 16,1 1 27-16,0-1-29 0,-2 1 19 15,-1 3-22-15,-2-2 35 0,-2 2-35 0,-5-2 32 16,-2 3-31-16,0 0 32 0,-3-3-30 0,-2 5 25 15,-1 0-23-15,-1 0 12 0,-1 2 4 0,0 3 0 16,-4 0-2-16,1 2 1 0,-2 4-3 16,-2 1-6-16,-2 4 5 0,-1 2 1 0,-1 5-3 15,0 1 1-15,-3 1 0 0,1 0-1 0,-1 1-1 16,-1-1-1-16,1 2 5 0,1 1-6 0,-1-3 49 16,0 2-44-16,2 0 43 0,0 0-43 0,-1 0 45 15,2 0-39-15,0 0 41 0,1-1-39 16,0 0 28-16,3-7-48 0,-3 7 51 0,3-5-49 15,-2-2 35-15,2 2-38 0,0-3-1 0,-2-1 6 16,3 0 2-16,-1-3-1 0,0-2-17 0,-2-2 21 16,2-1-1-16,-2-2 1 0,1-3 2 0,-2 3 12 15,-1-4 32-15,-3 2 9 0,0-2 1 16,-1-1 1-16,-2 0 0 0,-1-2-6 0,-5-1-8 16,-4 0-9-16,-2 1 3 0,-8-1-17 0,-2 2-1 15,-2-1-10-15,-2-1-3 0,-1 1-2 0,0 1-7 16,-2-2-11-16,4 1-29 0,3-3-57 15,6 2-13-15,4-2-86 0,4-3-112 0,19-2-80 16,-22 7-316-16,22-7-232 0</inkml:trace>
  <inkml:trace contextRef="#ctx0" brushRef="#br0" timeOffset="4160.28">21499 10042 539 0,'0'0'623'0,"-23"-7"-157"0,23 7-120 0,-19-8-63 15,19 8-56-15,-17-5-56 0,17 5-42 0,-11-5-23 16,11 5-14-16,0 0-12 0,-17-5-16 0,17 5-17 15,0 0-8-15,0 0-13 0,0 0 1 0,0 0-2 16,0 0-7-16,35 3-3 0,-6-1 3 0,12-1-8 16,5 3-3-16,6-2 2 0,15-2-5 0,3 1 3 15,3-1 19-15,1-1-26 0,3-1 5 0,-2 1 1 16,1-2-5-16,-2 1 0 0,-6 0 3 16,0-2 0-16,-16 1 0 0,-7-1 0 0,-2 2-4 15,-7 0 4-15,-9-1 3 0,-3 0 0 16,-6 2 10-16,-18 1 23 0,26-5-10 0,-26 5-8 15,14-10-7-15,-14 10-7 0,1-10 2 0,-1 10-5 16,-14-17-3-16,-1 6-1 0,-6-2 0 0,-7-3-3 16,-1-1 0-16,-4 2-5 0,-2 1 5 0,-1-3 4 15,2 3-4-15,-2-1 2 0,3 4 0 0,2 0 5 16,5 0 7-16,2 3 8 0,5 2 7 0,3 1 7 16,4 0-1-16,12 5-6 0,-20-5-1 0,20 5-7 15,-15-5-4-15,15 5-4 0,0 0 0 0,0 0-1 16,-17 1-3-16,17-1-1 15,0 12 0-15,3-4 1 0,5 2-3 0,2 5 1 16,8-1-1-16,1 5 3 0,4-2 0 0,4 2 4 16,1-2 5-16,1 2 1 0,2-2 4 0,-3 0 0 15,-1 0-2-15,0-2 0 0,-4 0-3 0,-5-4-3 16,-4 2-5-16,-1-3-2 0,-4 0-2 0,-3-1 8 16,-2-1-8-16,-4-8 7 0,-2 21-8 0,-7-10 3 15,-8 5-6-15,-9 0 2 0,-5 3-13 0,-12 5-41 16,0-1-75-16,-6 0-64 0,3 4-47 0,-3-1-81 15,7 0-77-15,0 3-423 0,10-7-383 16</inkml:trace>
  <inkml:trace contextRef="#ctx0" brushRef="#br0" timeOffset="6610.81">11790 4176 10 0,'-12'-15'264'0,"-4"0"-62"0,-3 1-73 16,-4-2-26-16,-4 0-26 0,-4 1-7 0,-3 2-3 15,-4 0 6-15,-2-3 1 0,-9 0 16 0,-1 1-2 16,-3 0-10-16,0 2 5 0,-1-3-29 0,-2 5-1 16,-3-1-25-16,-1 1 8 0,-4-2-22 15,-4 1 47-15,0 0-22 0,-5 0 28 0,0 1-35 16,-5-2 23-16,0 2-40 0,-2-1 31 0,1 1-27 16,-2 1 24-16,-2-4-37 0,3 3 28 0,-5 1-35 15,-2-1 29-15,-2 1-45 0,-2 0 44 16,-1 0-41-16,0 1 39 0,-1-2-35 0,-2 1 32 15,-1 0-32-15,-3 0-1 0,-1 1 2 0,-20-3-2 16,20 2 4-16,1 1 4 0,0 0 28 0,0 1-41 16,-1-1 16-16,-1-2-3 0,1 3-4 0,-1-1 6 15,2 0-2-15,-1 1 4 0,2-1 7 0,1 1-5 16,1 2-1-16,0 0-1 0,-3 0 1 0,3 2-11 16,0-1 5-16,1 1 6 0,0-1-4 15,2 3 6-15,4-2 2 0,-3 1-4 0,-1 2 1 0,3-3 2 16,-4 3-2-16,2-1 5 0,-2-1-11 0,0 1 1 15,2 0-11-15,-1 1 1 0,1 0 18 16,0 1-5-16,-1-1 3 0,3 2-4 0,-2-1 2 16,0 1-2-16,1 2-12 0,1-1 17 0,2 1 0 15,3 0 0-15,0 2 0 0,0 2-10 0,2-2 12 16,3 2-14-16,-1 1 3 0,-2 0 11 16,6 2-5-16,-1 1 0 0,4-1 0 0,0-1 2 15,1 3-2-15,4 0-1 0,-2 1 2 0,4 0-4 16,-2 1-4-16,2 1 8 0,1 1-4 0,-1 1 1 15,2 0 34-15,0 3-41 0,-2-1 36 16,5 1-40-16,0 0 41 0,3 1-27 0,4 0 25 16,0 2-36-16,2-1 38 0,5 1-51 0,1 1 54 15,3 0-49-15,1 1 3 0,11-4 11 0,-1 0 0 16,2 3 6-16,0 0-6 0,2-1 1 0,2 1-1 16,0 1 2-16,4 1 1 0,-1 2-14 0,1-2 7 15,0 0 11-15,2 2-2 0,1-1-5 0,1 1 4 16,1-2-3-16,0 0 41 0,4-1-48 0,-1 1 40 15,2 1-45-15,0-2 43 0,0 0-46 0,4-4 18 16,-1 2 10-16,4-2-26 16,-3 2 41-16,1 0-50 0,-1 6 50 0,-1 0-46 15,-1-1 45-15,0 3-43 0,0 1 42 0,0-2-43 16,-1 1 0-16,0 1 7 0,0 0-8 0,1-2 7 16,2 1 10-16,-1-1-7 0,0 0 8 0,1 1 1 15,-2-1 37-15,4-3-46 0,2-2 39 0,1 0-59 16,1 0 59-16,2 0-43 0,0 0 41 0,1 1-50 15,1-1 36-15,0 0 10 0,2-1-8 0,1 2-41 16,1-2 48-16,2 1-41 0,1 2 44 0,1 2-42 16,5-3 45-16,0 0-43 0,-1-1 41 0,5 1-42 15,2 1 4-15,1-2 2 0,3 1 6 0,2 0-5 16,2-1 6-16,6 5 6 0,5-1-1 0,0-1 0 16,2-3 0-16,3 0 2 0,0-2-1 0,4-1 33 15,-1 1-41-15,3 0 15 0,4-3-18 16,2 1 43-16,0-2-48 0,3 0 42 15,5 1-31-15,1-3 35 0,1 1-34 0,1-3 32 16,4 1-34-16,0-4 36 0,1 3-3 0,3-3-6 16,3 1-3-16,4-2-11 0,3 1 6 0,2-2-7 15,1-1-6-15,4-2 4 0,0 1 1 0,1-3 0 16,5 0-3-16,3-1 1 0,2 0-4 0,2 1-1 16,1-1 2-16,-1 1-3 0,24 0 38 0,-28-1-26 15,0-1 5-15,3 3-25 0,2-3-8 0,0 2 11 16,0 0 1-16,-1 0 3 0,1 0 3 0,-1 0 48 15,22 3-48-15,-25-3-1 0,27 1 3 16,-28 0 0-16,3-1-1 0,24 3 3 0,-24-3-4 16,-1 0 8-16,25 2 0 0,-1 1-3 0,-21-3-4 15,22 1 8-15,-25 0-16 0,2 0 5 0,22 2 12 16,-25-2 1-16,25 2-6 0,-24-1-5 0,24 1 16 16,-27-2-6-16,2 0-2 0,-1 2 1 0,0-2 1 15,2 2 0-15,1-2 4 0,0-1 2 16,2 0-1-16,-1-1-6 0,-1 1-2 0,0-3-7 15,-1 0 7-15,0 0 8 0,1-2 4 0,0 0-2 16,-1-3-1-16,-1 1-3 0,0 1-3 16,-3-5-3-16,0 3-4 0,-3-2 26 0,-3 0-30 15,2-3-1-15,-3 1 3 0,-2-1-1 0,1-2-4 16,-4-1-3-16,-1-1 21 0,-3-1-20 0,-2-1 26 16,-5-1-28-16,2-1 23 0,-5 0-24 0,-2-2 26 15,0 0-29-15,-6-3 26 0,-1 2-30 0,-2-2 2 16,-5 0 5-16,-4-1 3 0,-2 1 8 0,-2-2 24 15,-7 0-6-15,-8 4 0 0,1-3-5 0,-4 0 0 16,1-2-2-16,-4 0-3 0,-1-2 1 0,1-3-2 16,-5 2 11-16,-1-2 10 0,1-1 5 0,-3 0 8 15,-1 0-2-15,0-2 11 0,-1-2-13 0,-2 0-7 16,-2-1 0-16,0-3-17 0,-3 2 3 0,1-4-16 16,-3 0-5-16,-2-1-5 0,-1 0-4 0,0-2 2 15,-4 1-9-15,0-1 2 0,-4-3 4 16,-1 1-1-16,-4-2-12 0,-3-6-1 15,-4 2 8-15,-3-3 2 0,-4 3-4 0,-7-1 5 16,-4 1-3-16,-7 0-1 0,-7 0-3 0,-9-2 0 16,-18-9 3-16,-11 0-4 0,-7 2-4 0,-9 0-2 15,-16 3-2-15,-15-1-7 0,-18 2-4 0,-17 2-7 16,-23 2-8-16,-25 3-14 0,-23 8-8 0,-32 7 29 16,-27 12-82-16,-32 12-53 0,-29 13-134 0,-36 16-393 15,-25 16-236-15</inkml:trace>
  <inkml:trace contextRef="#ctx0" brushRef="#br0" timeOffset="9779.1">6111 13656 106 0,'0'0'161'0,"0"0"110"0,0 0-183 0,0 0 93 16,0 0-38-16,0 0-23 0,0 0-13 0,0 0-13 15,0 0-8-15,0 0-18 0,0 0-24 0,0 0-5 16,0 0-4-16,0 0-12 0,0 0-10 16,0 0-3-16,0 0-13 0,0 0-14 0,0 0-93 15,0 0 112-15,0 0-115 0,0 0 133 0,0 0-103 16,0 0 121-16,0 0-106 0,0 0 114 0,21 3-109 15,-21-3 121-15,30 5-110 0,-9-3 117 0,5-1-114 16,4 2 112-16,10-2-10 0,3 0-8 0,2 0-11 16,5 1-32-16,5-1 26 0,12 0-8 15,4 2 5-15,2-1 9 0,3 3 1 0,2-1-1 16,-3 2-3-16,5 1-8 0,-2-2-12 0,-2 3-2 16,1 1 8-16,-3-1-3 0,-1 4-3 0,-1-1-13 15,-3-1-106-15,-3 4 86 0,-2-2-117 0,-5 2 79 16,-4 0-120-16,-4-1 46 0,-10-2-184 0,-2-1 278 15</inkml:trace>
  <inkml:trace contextRef="#ctx0" brushRef="#br0" timeOffset="12195.9">10126 13029 60 0,'-23'5'-21'0,"3"3"6"16</inkml:trace>
  <inkml:trace contextRef="#ctx0" brushRef="#br0" timeOffset="12597.9">9793 12856 445 0,'0'0'403'0,"-2"-10"-137"15,2 10-18-15,0 0-96 0,-1-12 0 0,1 12-70 16,0 0 24-16,0 0-52 0,-3-8 24 16,3 8-48-16,0 0 27 0,0 0-36 0,0 0 25 15,0 0-31-15,0 0 29 0,0 0-39 0,2 17 44 16,-2-2-39-16,1 10 41 0,-2 1-30 0,-1 10 32 16,1 2-33-16,0 1 27 0,0 4-29 0,-1 0 22 15,0 3 1-15,-1 0-9 0,2 0 31 0,-2 0-43 16,3 2-3-16,-1-4-5 0,0 3-2 15,2-3-3-15,-1-1-6 0,1 1-11 0,-1-2 16 16,2-1 1-16,-1-4-5 0,0 1-28 0,2-10 8 16,-1 0-28-16,0-2 18 0,0-3-52 0,-1-6 3 15,2-1-60-15,-2-2-44 0,1-3-31 0,-2-11-13 16,1 14-30-16,-1-14-174 0,0 0 168 16</inkml:trace>
  <inkml:trace contextRef="#ctx0" brushRef="#br0" timeOffset="14647.9">9768 13026 206 0,'-4'-25'443'0,"-2"0"-110"0,-2 3-113 0,-1 0-13 16,3 2-84-16,-2 3 1 0,1 3-49 0,0 0 31 15,2 4-35-15,1 1 21 0,4 9-20 0,-6-15 3 16,6 15-16-16,-7-11-9 0,7 11-12 15,-3-8-6-15,3 8-6 0,0 0-4 0,0 0 3 16,5-9-10-16,-5 9-13 0,0 0 12 0,22-3-4 16,-22 3-4-16,33-1 6 0,-9 0-2 0,3-2 0 15,2 1 0-15,9-1 0 0,2-2 0 0,3 0 0 16,5-1-3-16,12-2-7 0,2 2 9 16,3-1-7-16,3-1 5 0,3 0 0 0,2 0 5 15,0 2-4-15,0-2-5 0,2-1 32 0,1 5-36 16,2-4 32-16,1 1-37 0,4-1 21 0,0 0-21 15,4 0 30-15,1-1-49 0,2-1 29 0,-1 1 23 16,3-2-35-16,0 1 3 0,1 0 0 0,1-1 3 16,1-1-11-16,0 4 8 0,-2-1 10 15,0-1 27-15,-7 2-33 0,3 2 2 0,-5 0-1 16,-2 1 0-16,-1 0 2 0,-2 2-5 0,-4 1 6 16,-1-1-3-16,-1 2 2 0,-1 1 9 15,-1 0-2-15,-1 0 2 0,-1 1-1 0,-1 2-1 0,-3-2 4 16,2 2 4-16,-3-1 0 0,2 2-6 15,-1 0 0-15,1 0-2 0,0-1-9 0,0 3 9 16,-2 0-2-16,2-2-2 0,-3 4-2 0,1-2 2 16,-2 1 33-16,-2-1-43 0,-10 0 31 0,-1-1-34 15,3 0 31-15,-4 1-35 0,2-1 38 0,-1-1-39 16,1 1 35-16,-1-1-38 0,1 0 38 16,-1-2-40-16,0 0 41 0,0 1-50 0,0 0 56 15,-2-2-50-15,1 1 44 0,-4-2-41 0,-1 3 38 16,-1-1-40-16,-2-1 35 0,-2 1-31 0,-7-1 32 15,1-1-35-15,-4 0 41 0,-1 1-40 0,1 1 39 16,-4-2-41-16,-2 1 41 0,0-1-41 0,-1 0 32 16,0 0-30-16,-1 0 34 0,-1 1-34 15,0-1 40-15,-2 1-41 0,-17-1 41 0,31 0-40 16,-31 0 40-16,29 1-36 0,-29-1 26 0,30 0-40 16,-30 0 51-16,26 1-41 0,-26-1 41 0,26 3-43 15,-26-3 44-15,21 3-46 0,-21-3 42 0,19 2-39 16,-19-2 40-16,18 3-54 0,-18-3 56 15,0 0-42-15,18 3 41 0,-18-3-37 0,12 4 37 16,-12-4-41-16,14 5 33 0,-14-5-31 0,15 7-3 16,-15-7 10-16,19 8 2 0,-9-3 3 0,0 0-3 15,-1 2 4-15,3-3 0 0,2 4 1 16,-4-1 1-16,3 2-2 0,-3-1 8 0,0 0 6 0,2 2-7 16,-3 2 1-16,0-2-1 0,1 1 0 15,-1 2-1-15,1 0 0 0,0 0-8 0,0 1 6 16,1-1 3-16,-1 2-1 0,0 0 0 0,0 0-1 15,2-1-1-15,-3 1 1 0,0 0 1 16,0 0-1-16,0-3-8 0,0 1 11 0,-3-1 2 16,1 1 10-16,-1-1 4 0,-1 2 1 0,0-2 1 15,-1 2 3-15,-1 0-4 0,-1-1-7 0,-1 1 3 16,1-2-2-16,-2 2-3 0,1 0-2 0,-1-1-3 16,0 1 2-16,-1 0 0 0,1-1-5 15,0 0-7-15,0-1 7 0,-2 2-1 0,1-3-1 16,0 3 30-16,0-3-38 0,-2 3 33 0,2-3-27 15,-3 3 25-15,2-2-31 0,-3 4 34 0,1-2-30 16,-2 1 27-16,0-2-29 0,1 2 20 0,-2-1-21 16,1-2 3-16,0 3-10 0,-2-2 5 15,3 1 5-15,-2-2 0 0,2-2 1 0,-1 0-10 16,2-1 9-16,0 1 17 0,4-10-18 0,-5 13-3 16,5-13 5-16,-5 12 2 0,5-12-2 0,-5 8-2 15,5-8 1-15,-4 11 3 0,4-11 2 0,-6 7-2 16,6-7-3-16,-6 7 6 0,6-7-1 0,-6 8-3 15,6-8 3-15,-6 9-3 0,6-9 3 0,-9 6 5 16,9-6-7-16,-9 8-4 0,9-8 5 0,-11 6-1 16,11-6 1-16,-12 5-2 0,12-5-2 15,-14 5 2-15,14-5 6 0,-19 5-7 16,19-5-2-16,-24 5 3 0,24-5 1 0,-30 4 0 16,11-2 1-16,-2 1-3 0,-1-2 8 0,-3 3 24 15,-3-2-4-15,-3 0-3 0,-6 4 5 0,-3-4 8 16,-1 3 3-16,-2 2-7 0,-3-3-2 0,0 3 6 15,-4-1 1-15,-9 3 12 0,9-3-11 0,-6 3 2 16,5-3-15-16,-8 1 7 0,9 1-13 0,-6 1 11 16,6-3-3-16,0 2 13 0,1-2-15 0,1 0 9 15,-2 1-8-15,3 0-1 0,-5-1 8 0,-9 2-16 16,1 0 14-16,0-2-21 0,0 1 7 16,-5-1-15-16,-2 2 11 0,0-2-13 15,0 0 12-15,-3 1-18 0,2 0 15 0,0-1-15 16,1-1 13-16,5 1-12 0,9-2 12 0,4-1-14 15,1-2 12-15,2 0-12 0,1 0 13 0,2-1-16 16,1 0 17-16,0-1-13 0,3 1 17 0,-2-1-20 16,-1 0 13-16,1-1-12 0,-4-1 14 0,3 2-17 15,-1 0 16-15,-2-1-14 0,0 1 15 0,-3-2-14 16,0 3-9-16,-5-1-22 0,0 1 15 0,-2 0-3 16,2 1 13-16,-2-1-5 0,3 0 14 15,0-1-12-15,4 1 13 0,0-2-8 0,3 0 10 16,0-1-8-16,4 2 10 0,1 0-9 0,1-1 15 0,0-1-15 15,4 0 11-15,-3 0-9 16,3 0 10-16,4 1-10 0,-4-1 20 0,-2-1-20 16,7 3 11-16,-6-1-12 0,0-1 11 0,0-1-10 15,-4 2 9-15,4 1-9 0,-4 0 11 0,1-2-11 16,1 3 14-16,0-1-14 0,7-1 10 0,0 0-13 16,4 1 11-16,0-2-10 0,1 1 13 0,1-1-11 15,2 0 7-15,5 1-8 0,-1 0 9 0,0-2-9 16,1 1 9-16,-5 1-8 0,0-1 10 0,0 2-10 15,-2 0 13-15,0 0-14 0,-2 1 11 0,1 1-10 16,-2 0 10-16,-2 2-5 0,-4 0 6 16,-1 0-13-16,0 3 8 0,1-2-8 0,1 1 9 15,3-1-8-15,1-1 10 0,-1 3-10 0,4-3 10 16,-1-1-11-16,2 3 11 0,1-3-7 0,0 2 8 16,1-2-10-16,4 1 10 0,1-2-10 0,-1 2 9 15,2-2-7-15,17-1 9 0,-32 3-8 0,32-3 8 16,-30 1-9-16,13 1 9 0,17-2-8 0,-31 0 11 15,13 1-15-15,-1-1 12 0,-2 0-8 16,1-1 9-16,-2 1-10 0,2-3 12 0,2 3-8 16,-1-1 6-16,-1-1-8 0,2 1 10 15,1-3-10-15,17 4 8 0,-29-4-7 0,29 4 8 16,-28-4-12-16,28 4 18 0,-25-3-17 0,25 3 8 0,-21-3-7 16,21 3 9-16,-21-3-3 0,21 3 5 15,-19-1-13-15,19 1 8 0,-17-2-8 0,17 2 10 16,-17-1-10-16,17 1 9 0,-19-3-9 0,19 3 19 15,-18 0 5-15,18 0-22 0,0 0-7 0,-24-1 12 16,24 1-10-16,0 0 11 0,-21 0-10 0,21 0 12 16,0 0-10-16,-20 0 10 0,20 0-10 0,0 0 11 15,0 0-9-15,-18-2 11 0,18 2-11 0,0 0 14 16,0 0-15-16,0 0 9 0,-19 0-9 0,19 0 11 16,0 0-12-16,0 0 13 0,0 0-11 0,0 0 6 15,0 0-8-15,0 0 10 0,-19 0-11 16,19 0 9-16,0 0-9 0,0 0 8 0,0 0 5 0,0 0-3 15,-19 2-4-15,19-2 2 16,0 0-1-16,0 0-2 0,-16 1 3 0,16-1 0 16,0 0-5-16,0 0 0 0,-21 0-7 0,21 0 8 15,0 0 0-15,-20-1-2 0,20 1 0 0,0 0 3 16,-20-2-6-16,20 2-9 0,0 0-6 0,-20-2-4 16,20 2-9-16,0 0-6 0,-18-1-25 0,18 1-17 15,0 0-26-15,0 0-47 0,-14-3 5 0,14 3-37 16,0 0 9-16,0 0-99 0,-12-5-94 0,12 5-285 15,0 0-187-15</inkml:trace>
  <inkml:trace contextRef="#ctx0" brushRef="#br0" timeOffset="16598.55">25575 11562 676 0,'0'0'449'0,"0"0"-101"16,9 10-98-16,-9-10-59 0,0 0-37 0,0 0-33 15,9 8-16-15,-9-8-28 0,0 0-16 0,20 1-11 16,-7-5-13-16,9-1-2 0,6-6-12 16,4-2-1-16,3-3-2 0,9-9-4 0,5-2-4 15,-2-6 0-15,3-2 1 0,-3-4 5 0,-2-3-7 16,-1-3 49-16,-5-4-49 0,-3-3 42 0,-4-4-49 16,-6-6 37-16,-3-1-43 0,-5-5 0 0,-4-1 9 15,-5 2 15-15,-4 2 11 0,-4 15-4 0,-1 2-16 16,-4 3 26-16,-5 5-50 0,-1 5 34 0,-1 3-50 15,-5 4 40-15,2 4-43 0,-4 8 35 16,3 5-28-16,-4 4 36 0,1 5-41 0,-3 6 5 16,-5 10 9-16,-1 6 6 0,-3 16 14 15,1 7 20-15,2 5 4 0,1 7 12 0,3 4 6 16,3 4-1-16,3 0 15 0,3 2-23 0,5 0-8 16,5 2 5-16,3-4-10 0,4 0-7 0,3-5-3 15,4-1-2-15,6-6-4 0,3-2-5 0,1-7-54 16,2-9-8-16,2-6-32 0,4-4-3 0,4-6-2 15,0-7-3-15,5-5 1 0,1-6 13 0,1-8 14 16,1-6-30-16,6-9 70 0,-3-6 28 0,-2-1 19 16,-6-4 13-16,-2-1 20 0,-10 3 54 0,-5 2-7 15,0 1 39-15,-5-1-4 0,-2 2 20 16,-4 7-15-16,-2-1-10 0,-4 6-14 16,0 2-1-16,-1 1-7 0,-1 1-18 0,1 5-15 15,0 8-22-15,-8-13-12 0,8 13-2 0,0 0-12 16,-24 3-3-16,14 6-7 0,-7 6 0 0,2 4 23 15,-2 6-36-15,2 4-5 0,1 1-2 0,2 3 1 16,3-1 1-16,3 0-4 0,6-5-1 0,0-1-5 16,6-1-1-16,1-1 1 0,4-3-1 0,2-2 2 15,1-3 4-15,5-3 3 0,2-5 0 0,1 0 0 16,2-7 1-16,-4-2 2 0,3-3 18 0,3-3-20 16,-1-7 0-16,2-2 7 0,-4-4-5 15,-2-3 2-15,-2-1-3 0,-5-2-1 16,0 0 2-16,-9 2 2 0,0 0-3 0,-5 4 4 15,-2-1-6-15,-5 1 3 0,-2 2-11 0,-6 2 4 16,-4 5-14-16,-2 1-2 0,-2 5-30 0,-1 2-10 16,-1 3-50-16,0 4-25 0,2 3-57 0,3 2 26 15,0 3-33-15,5 1-21 0,2 0-38 0,6 2-40 16,4-3 10-16,3 0-282 0,6-2-100 0</inkml:trace>
  <inkml:trace contextRef="#ctx0" brushRef="#br0" timeOffset="17149.55">27098 11135 460 0,'14'-8'463'0,"-1"2"-132"16,-5 0-38-16,-8 6-107 0,9-13-3 0,-9 13-56 15,0 0 6-15,-3-11-57 0,3 11-5 0,-14-2-18 16,14 2 26-16,-28 5-52 0,6 3 31 0,3 4-48 16,-5 4-4-16,2 1-1 0,0 4-2 0,4 3-9 15,3 3-9-15,4 2 19 0,1 3-1 16,4 0-3-16,6-3-6 0,2 6-2 0,4-1-2 15,0 4-21-15,3 0 19 0,0 2 1 0,1 0-3 16,1 1 8-16,-1 0 28 0,0 2-26 0,-4-1 7 16,1 4-20-16,-2 0 14 0,-1 0-3 0,-3 0 5 15,-1 2 1-15,0-3-2 0,0 1-6 16,-4-2-7-16,3-2-48 0,-3-1 59 0,0-3 0 16,-1-3-1-16,-1-2 4 0,-2-8-1 0,4-4 2 15,-3 0 0-15,0-4-12 0,-1-4 23 16,0-2 5-16,0-3 1 0,8-8 3 0,-17 5 1 15,17-5 0-15,-18-6-1 0,5-6-8 0,1-5 8 16,0-10-3-16,0-5 6 0,4-8-12 0,1-6-6 16,5-4 0-16,2-4-3 0,2-8 33 0,5-1-31 15,3 3-2-15,2 2-1 0,3 2 0 0,0 5-1 16,1 1-4-16,5 5 0 0,-4 6-15 16,5-2 12-16,-2 7-8 0,2 0 6 0,6-3 1 0,-6 6-1 15,7-4 4-15,-3 5-2 0,-1 1-11 16,1 0 15-16,-2 3-5 0,2 0 12 15,-2 2 44-15,-1 1-37 0,-5 5 56 0,-1 1-42 16,-4 5 40-16,-3 2-43 0,0 1 28 0,-2 3-42 16,-8 6 34-16,11-7-29 0,-11 7 46 0,0 0-35 15,10 11 37-15,-10-1-42 0,0 5-3 0,-1 7 4 16,-3 4-8-16,0 6-9 0,-4 0 7 0,1 3-3 16,-1-1-1-16,-1 1-1 0,1 0-10 0,0-1-9 15,0-2-49-15,0-1-7 0,2-4-75 0,1-4-67 16,1-1-82-16,2-6-11 0,0-2-262 0,2-14-87 15</inkml:trace>
  <inkml:trace contextRef="#ctx0" brushRef="#br0" timeOffset="17299.55">27435 11091 251 0,'6'-27'528'0,"-1"4"-170"16,-1 3-70-16,-3 4-81 0,2 2-57 0,-2 3-18 15,-1 11-34-15,3-15-16 0,-3 15-18 0,0 0-5 16,0 0-24-16,0 0-17 0,0 0-29 0,0 0-40 15,-5 11-59-15,7 3-50 0,6 4-34 16,-1 1-17-16,5 0-244 0,3 3 123 0</inkml:trace>
  <inkml:trace contextRef="#ctx0" brushRef="#br0" timeOffset="17532.55">27749 11169 489 0,'13'-5'423'0,"-3"-3"-92"15,-1 0-84-15,-2 0-28 0,0-1-59 0,-2 0 28 16,-5 9-54-16,8-14 38 0,-8 14-69 0,4-12 19 15,-4 12-72-15,0 0 24 0,0 0-52 16,0 0 35-16,0 0-44 0,-22 6 36 0,11 8-50 16,-2 3-1-16,-4 6 1 0,2 2-2 0,1 1 0 15,1 0 1-15,2 3-10 0,3-5 12 0,4 0 2 16,3-1-1-16,3 0 0 0,2-3-3 0,5-3-13 16,5 0-12-16,2-2-1 0,1-5 10 0,6-3-33 15,-1-1-3-15,3-3-14 0,1-3-40 16,1-1-28-16,1-3 8 0,4-2-14 0,-6-1-13 15,-2-1 0-15,-1 0-56 0,-1-2-245 0,-3 1 123 16</inkml:trace>
  <inkml:trace contextRef="#ctx0" brushRef="#br0" timeOffset="17799.55">25865 12030 434 0,'-51'17'475'16,"13"-6"-116"-16,6 2-74 0,8-5-73 0,3-2-27 15,6 0-24-15,1-1 9 0,14-5-20 0,-16 5 2 16,16-5-11-16,0 0 9 0,22 1 0 0,6-5-8 16,14-2 0-16,22-3-24 0,12-2-8 0,6-1-12 15,9 0-9-15,29-4-14 0,4-1-13 0,2 0-12 16,1 1-7-16,-3 0-6 0,-4 1-14 0,-24 3-1 15,0-1-55-15,-8 1-63 0,-6 0-135 0,-9 2-20 16,-7 1-117-16,-21 2-79 0,-7 2-331 16,-12 2-307-16</inkml:trace>
  <inkml:trace contextRef="#ctx0" brushRef="#br0" timeOffset="17982.55">26387 12116 422 0,'-38'6'782'16,"7"-2"-206"-16,4 1-137 0,4-3-87 0,4 2-94 15,4-1-65-15,15-3-30 0,-23 2-43 0,23-2-16 16,0 0-23-16,0 0 2 0,0 0 9 0,21 4-48 16,9-7-5-16,16 1 4 0,19-6-20 15,12 1 4-15,6-2-13 0,5 0-5 0,2-1-8 16,2-1-46-16,-1 0-71 0,-2 0-83 0,-4-3-29 16,-6 4-74-16,-4-1-56 0,-7-1-422 0,-8 2-311 15</inkml:trace>
  <inkml:trace contextRef="#ctx0" brushRef="#br0" timeOffset="19584.25">28527 10883 83 0,'0'0'758'0,"-3"-17"-274"0,3 17-125 0,-3-16-93 15,3 16-44-15,-4-11-43 0,4 11-40 0,-3-10-32 16,3 10-33-16,0 0-23 0,0 0-6 0,0 0-15 16,0 0-11-16,0 0 7 0,-5 12-1 0,6-1 5 15,-1 6 1-15,5 5-7 0,1 1 30 0,1 0-33 16,3 5 22-16,2-1-43 16,0-1 3-16,4-1 2 0,-2-1-4 0,4-1-5 15,0-5-42-15,-3-1-7 0,2-3-12 0,-2-3 13 16,3-3-20-16,-4-2 1 0,3-3-3 0,-17-3-1 15,28 0-1-15,-13-5 0 0,3-2 27 0,-4-5 8 16,0-1 7-16,-1-3 30 0,-1-5 0 0,0-5 19 16,-3 0 13-16,-2 2 2 0,0 0 19 0,-3 2 15 15,1 1 44-15,-1 4 16 0,-1 1 23 0,-1 6-20 16,0 0-27-16,-2 10-22 0,2-14-16 16,-2 14-11-16,0 0-12 0,0 0-11 0,0 0-3 15,-7 13-7-15,1 3-4 0,0 5 16 0,-3 8-25 16,1 2 21-16,-1 5-23 0,-1 1-4 15,3 3-4-15,-1 1 4 0,0 2-4 0,-1 0-1 16,2 1-3-16,0 0-16 0,1-1-39 0,2-2-48 16,1-1-10-16,-2-4-9 0,5-6-20 0,0-2-36 15,2-3-50-15,3-4-20 0,-2-5 24 0,0-5-318 16,3-2-60-16</inkml:trace>
  <inkml:trace contextRef="#ctx0" brushRef="#br0" timeOffset="19967.25">28997 11076 552 0,'7'-21'416'16,"-1"1"-85"-16,0 1-72 0,-3 4-52 0,1 3-28 15,0-1-24-15,-4 13-22 0,4-16-23 0,-4 16-25 16,4-14-13-16,-4 14-27 0,3-11-1 0,-3 11-13 16,0 0-4-16,0 0-8 0,0 0 31 0,-1 14-43 15,0-1 36-15,-2 8-63 0,-1 3 66 16,-2 2-52-16,2 7-1 0,1 1 1 0,0 1 0 15,0 1-1-15,1-1-4 0,2-6 10 0,0 2 0 16,2-4 0-16,1 2 1 0,2-4 0 0,0 0 0 16,3-4-3-16,1 1-4 0,0-5 10 0,3-2-1 15,-3-5 2-15,4-1 0 0,-1-5 4 0,-12-4-1 16,27-2 6-16,-13-2 4 0,3-8 18 16,0-1-1-16,4-9 6 0,-5-4 5 0,3-3-5 15,-6-2 4-15,1-2-2 0,-5 1 2 0,-1-1 30 16,-3 1-17-16,-4 4 6 0,-3 1-34 15,-4-3-6-15,-4 3-4 0,-1 0-6 0,-6 4-6 16,-3 2-7-16,-1 4-11 0,-2 2-17 0,2 5-23 16,1 1-60-16,-3 2 2 0,2 4 20 0,4 1-50 15,17 2-38-15,-31 0-72 0,31 0-44 0,-23 5-70 16,23-5-156-16,-13 7 2 0</inkml:trace>
  <inkml:trace contextRef="#ctx0" brushRef="#br0" timeOffset="20300.25">29311 10987 183 0,'29'0'571'0,"-29"0"-164"0,21 2-119 15,-21-2-52-15,0 0-90 0,24 1-22 0,-24-1-36 16,0 0 2-16,15 7 17 0,-15-7-54 0,5 10 26 16,-5-10-49-16,4 17 15 0,-1-6-48 0,-2 1 27 15,-1 3-14-15,3 3-2 0,-2-1-2 0,0 2 10 16,2-2-14-16,0 5-11 0,1-1 13 15,0-3-7-15,1 2 6 0,2-5 2 0,-1-2 0 16,3 0 5-16,-1-2 6 0,0-2 1 16,1-3 17-16,2-1 2 0,-11-5 15 0,21 3 15 15,-21-3 9-15,26-9 14 0,-9 0 2 0,-2-4 9 16,-1-1-10-16,1-4 1 0,-2-3 3 0,0-4-29 16,-4-3 3-16,0 5-28 0,-4-2 3 0,-1 1-25 15,-2-1-21-15,-2 1-26 0,0 5-26 0,-4-2-41 16,0 5-43-16,0-1 5 0,-2 5-6 0,-1-1-20 15,0 6-59-15,7 7-79 0,-16-10-32 16,16 10-247-16,-13-4-106 0</inkml:trace>
  <inkml:trace contextRef="#ctx0" brushRef="#br0" timeOffset="20634.25">30131 10871 476 0,'0'0'509'0,"-1"-11"-140"0,1 11-84 15,-7-8-69-15,7 8-42 0,0 0-35 0,-22-1-27 16,22 1-26-16,-24 10-12 0,7 1-23 16,1 3-1-16,-5 6 35 0,2 0-64 0,2 5 44 15,1 1-59-15,2 2 34 0,2 0-33 0,3 3-5 16,5-6-3-16,1 0-5 0,3 0 15 0,3-3-2 16,3 0-1-16,5-1-10 0,6 0-14 0,4-5-14 15,5-3-25-15,2-5-62 0,7-3-38 0,2-5-44 16,1-2-67-16,2-5-289 0,3-1-66 0</inkml:trace>
  <inkml:trace contextRef="#ctx0" brushRef="#br0" timeOffset="21867.82">30032 10941 425 0,'0'0'482'0,"-5"-15"-129"0,5 15-87 15,-4-12-69-15,4 12-38 0,-5-9-26 0,5 9-26 16,-4-9-21-16,4 9-15 0,0 0-13 0,0 0-21 16,0 0 7-16,0 0-14 0,-15 11 5 15,11 0-4-15,-1 6 41 0,2 3-57 0,0 1 39 0,-1 3-52 16,3-2 32-16,-1 3-33 0,4-1-5 15,1-1 8-15,1 0 0 0,-1 0-1 0,3-3 3 16,1 0-1-16,0-3-4 0,1-2 4 0,2-1-9 16,0 0 8-16,3-6 0 0,-1 0 4 15,0-4-6-15,1-2-1 0,-13-2-3 0,26 0 3 16,-11-5-8-16,0-1 10 0,2-4 1 0,0 0 13 16,-4-4 10-16,1 3 8 0,-3-1 16 0,-2 1 10 15,-1 4 23-15,-2-1 1 0,-6 8-9 0,9-10-12 16,-9 10-13-16,8-8-13 0,-8 8-9 0,0 0-8 15,0 0-3-15,0 0-1 0,2 8-5 0,-5 3-4 16,-1 3-1-16,-1 1-3 0,2 2-2 16,0 1 0-16,1 0 6 0,1-1-8 0,1 2 8 15,2-1-8-15,3-2 7 0,0-2-10 16,4-1 7-16,2-3-7 0,1-2 6 0,5-3-9 16,0-3 10-16,2-3-2 0,5-4 3 0,-1-2-9 15,5-6 1-15,0-4 1 0,-2-5 0 0,0-3 3 16,-1-2-3-16,3-11 24 0,-5 0-16 0,-3 1 12 15,0-9-16-15,-5 0 1 0,-2 6-2 0,-4 0 0 16,-3 1 0-16,-2 4 10 0,-4 5-6 0,0 3 2 16,-4 1-10-16,-3 3 2 0,-4 1-3 15,-1 4-2-15,-4 3-6 0,-1 5-42 0,0 1-46 16,-4 3-26-16,4 3-6 0,17 3-48 0,-31 0 21 16,15 3-63-16,2 2-76 0,2 0-2 15,3 0-259-15,9-5-72 0</inkml:trace>
  <inkml:trace contextRef="#ctx0" brushRef="#br0" timeOffset="22868.83">30615 10681 105 0,'17'-9'608'0,"-4"3"-228"0,-1 0-44 0,-12 6-104 16,17-9-71-16,-17 9-2 0,13-4-29 16,-13 4-51-16,0 0 19 0,15 9-23 15,-9 0-7-15,-4 3-18 0,1 7 0 0,-2 2-10 0,-2 5-11 16,-1 3-4-16,-1 6-6 0,-1 1 30 15,-1 1-41-15,2-1 38 0,-2-1-51 0,0 1 47 16,2-4-48-16,-1-2-5 0,4-4 2 0,-1-1 2 16,2-2-3-16,-1-4-2 0,2-3 10 0,-1 1 0 15,0-5 0-15,3-1 0 0,-4-11-21 0,9 13 28 16,-9-13-7-16,12 6 5 0,-12-6-8 16,20-2 8-16,-8-3 0 0,5-3-1 0,0-2 1 15,1 0-1-15,-1-1-4 0,0 1 6 0,-1 0 38 16,-2 2-58-16,-3 2 58 0,0 0-54 0,-11 6 46 15,18-8-52-15,-18 8 38 0,0 0-38 16,20-2-5-16,-20 2 12 0,14 5 2 0,-14-5 2 16,14 11 2-16,-7-5-1 0,0 2-1 0,0 1-5 15,1-2-12-15,2 3 12 0,-3-2-4 0,3-1-5 16,-1 1-34-16,0-4 41 0,-9-4-42 0,23 7 35 16,-23-7-34-16,22 3 59 0,-22-3-39 15,25-6 47-15,-12 2-3 0,2-3 6 0,1-3-10 16,-3-1-1-16,2-1-7 0,-3-2 5 0,0-3 4 15,-2-1 7-15,-1-1 0 0,-3-1 5 0,0 1 3 16,-2 3 1-16,-3 0-1 0,1 3 8 0,-2 1-7 16,-2 1-2-16,-2-1-5 0,4 12-4 0,-10-12-2 15,10 12-4-15,-15-5-7 0,15 5 10 0,-23 4-2 16,9 0-2-16,-4 5 0 0,2 4 43 16,-1-1-52-16,0 3 36 0,2 0-40 0,2 2-7 15,1 0 8-15,3 0 1 0,2 0-4 16,1-3-9-16,3-2 2 0,0-1-24 0,3-11-35 15,2 19 41-15,-2-19-55 0,7 16 37 0,-7-16-48 16,18 10 10-16,-18-10-10 0,22 3 3 0,-22-3 7 16,29-4 18-16,-15-1 6 0,6-3 32 0,-4 0 6 15,1-1 29-15,-2-2 12 0,1-2 26 0,-2 3 30 16,-2 0 3-16,-3 0 3 0,0 2 10 16,0 1 6-16,-9 7-3 0,10-11-10 0,-10 11-24 15,10-7-7-15,-10 7-3 0,0 0-7 16,10-7-8-16,-10 7-5 0,0 0 43 0,0 0-58 0,-3 12-10 15,3-12 11-15,-5 16-12 0,1-7 8 16,0 2 28-16,2 0-30 0,-1-1-11 0,1 1-7 16,2-11-54-16,-3 18 52 0,3-18-52 0,1 16 54 15,-1-16-47-15,2 11 43 0,-2-11-43 0,0 0 32 16,7 7-52-16,-7-7 56 0,0 0-28 0,19-6 37 16,-10-1-21-16,1 2 46 0,0-4-24 0,0-2 44 15,1 2-9-15,1-2 21 0,-2 1 6 16,-1 1-10-16,3-1 9 0,-6 4-4 0,-6 6-6 15,12-11-5-15,-12 11-12 0,10-5 11 16,-10 5-4-16,0 0-3 0,0 0-2 0,11 9-3 16,-11-9-4-16,2 11-1 0,-2-11-16 0,0 15 16 15,0-15-9-15,0 18 4 0,0-18 1 0,0 19-4 16,0-19 0-16,2 17-40 0,-2-17 28 0,1 16-33 16,-1-16 42-16,4 11-53 0,-4-11 41 0,0 0-52 15,10 8 36-15,-10-8-35 0,0 0 45 0,17-4-28 16,-17 4 43-16,14-9-42 0,-14 9 55 0,14-10-32 15,-14 10 56-15,12-10 2 0,-12 10-1 0,11-6 14 16,-11 6-6-16,0 0-10 0,10-7-5 0,-10 7-4 16,0 0-5-16,0 0-5 0,10 6-3 15,-10-6-1-15,0 0-2 0,4 13-48 16,-4-13 56-16,2 13-64 0,-2-13 26 0,2 11-65 16,-2-11-12-16,3 14-28 0,-3-14-35 0,6 10-7 15,-6-10-91-15,0 0-156 0,11 7 180 0</inkml:trace>
  <inkml:trace contextRef="#ctx0" brushRef="#br0" timeOffset="23185.83">31790 10687 386 0,'12'-33'498'0,"0"1"-144"0,-1 4-35 16,0 9-61-16,-4 0 1 0,-2 5-73 0,1 3-33 16,-3 2-38-16,-3 9-28 0,8-7-29 0,-8 7-6 15,0 0-17-15,6 10-2 0,-6 1-10 0,3 5 3 16,-3 8-13-16,1 5 3 0,-2 1-11 0,1 10 0 15,-3 0-1-15,2 2-1 0,-2 1-1 16,1-1 5-16,-2 2-9 0,0 0-16 0,1-3-19 16,0 0-11-16,0-2-65 0,1 0 42 0,1-4-58 15,1-9 25-15,0-2-29 0,0-7 15 0,0-2 16 16,2-4 5-16,-2-11 0 0,3 14 2 0,-3-14 14 16,0 0 15-16,0 0 14 0,0 0 43 0,5-15-21 15,-3 3 15-15,-2-6 23 0,5-3 12 0,-2-4-6 16,2 0 3-16,2 0 8 0,2-8-17 0,1 4-10 15,3-1-7-15,0 2-9 0,4 0-8 16,-2 6-13-16,2 1-37 0,-2 4-114 0,0 1 22 16,1 4-135-16,0-1 84 0</inkml:trace>
  <inkml:trace contextRef="#ctx0" brushRef="#br0" timeOffset="24052.82">28386 12116 19 0,'0'0'556'16,"-2"-19"-111"-16,2 19-78 0,-2-14-78 0,2 14-47 15,-1-11-48-15,1 11-32 0,-4-10-29 0,4 10-28 16,0 0-25-16,0 0-20 0,0 0-13 0,0 0-19 16,0 0 5-16,-1 13-7 0,0 2-19 0,1 9 11 15,-3 3-16-15,3 3 9 0,-1 6 0 16,-2 4-11-16,1 2 8 0,-1-1-18 0,-1 1-25 0,3 1 9 15,-2-1-90-15,3-2-9 0,0-1-66 16,0-2-29-16,0-2-48 0,0-6-269 16,0-4-32-16</inkml:trace>
  <inkml:trace contextRef="#ctx0" brushRef="#br0" timeOffset="24518.82">28272 12609 80 0,'-6'-13'649'0,"1"0"-212"16,-3 1-99-16,4-1-94 0,-1 5-49 0,1-2-40 15,4 10-53-15,-5-15-3 0,5 15-36 16,-2-15-10-16,2 15-16 0,6-17-8 0,3 9-8 16,4-1-5-16,4-2-23 0,4 1-1 15,10-3-55-15,0 2 37 0,2 0-51 0,1-1 32 16,1 4-36-16,0-2 31 0,-2 1-30 0,-2 1 46 16,-5 1-15-16,-3-1 28 0,0 4-13 0,-9-3 28 15,2 2-9-15,-5 3 56 0,-11 2-28 0,19-7 68 16,-19 7-37-16,13-7 43 0,-13 7-59 0,9-6 36 15,-9 6-42-15,0 0 36 0,6-10-14 0,-6 10-8 16,0 0-27-16,0 0 28 0,3-9-8 16,-3 9-5-16,0 0-8 0,0 0-1 15,0 0-33-15,0 0 24 0,0 0-24 0,0 0 35 16,-1 10-6-16,1-10 2 0,-2 19-6 0,4-7-3 0,-1 2-8 16,0 2-13-16,1 1 20 0,2-1-5 15,-1 0-2-15,4 2-2 0,-1-5-2 0,3 1 4 16,-1-1-12-16,1-3 16 0,2-1 1 0,-2-2 1 15,-9-7 5-15,21 7 1 0,-21-7 5 0,20 0 2 16,-6-4-5-16,0 0 11 0,3-5-5 16,0-1 20-16,-1-2 8 0,0 0-4 0,-2-2 6 15,-2-1 3-15,1-1-5 0,-3 0-7 0,-3-2 1 16,-1 0-13-16,-3 1-11 0,-3-1-10 0,-1-1-17 16,-5-1-22-16,0 1-11 0,-6 2-15 15,-2 0-1-15,-2 5-9 0,-6 2-47 0,-2 2-12 0,-4 5-69 16,-2 3-45-16,-8 1-85 0,1 4-168 0,-1 2 44 15</inkml:trace>
  <inkml:trace contextRef="#ctx0" brushRef="#br0" timeOffset="25402.82">29791 12081 520 0,'1'-10'485'0,"-1"10"-116"0,-4-16-49 16,-4 8-118-16,-1 2-38 0,-6 2-40 0,-3 0-16 16,-2 6-18-16,-7 0-20 0,0 3-12 0,-4 4-11 15,1 2-11-15,-1 4-7 0,1 1-15 16,5 6-11-16,0 0 15 0,5 2-1 0,1 1-2 16,3 1-2-16,7-1-16 0,2-4 14 15,4 2-13-15,3 0 2 0,6-5 3 0,4 0-9 16,1-2 1-16,4-4 1 0,4 1 1 0,0-3-7 15,1-3-1-15,-1 0 9 0,2-4 1 0,-5 1 0 16,-16-4 0-16,27 4 2 0,-27-4 0 0,21 2 5 16,-21-2 1-16,0 0 10 0,18 3-11 0,-18-3 16 15,0 0-3-15,0 0 0 0,0 0-2 0,0 0 3 16,0 0-9-16,-3 10 0 0,-5-5-3 16,-2 2-11-16,-3 2 9 0,-1 4-1 0,0-2-1 15,1 4 5-15,1-1-8 0,1 2 1 0,2-4 34 16,4 2-42-16,1 1 36 0,2-2-38 15,2-3 41-15,2 2-48 0,4-1 44 0,1-1-58 16,2-1 46-16,5-2-56 0,0 0 51 0,4-5-62 16,-1 0 50-16,3-4-52 0,3 0 43 0,0-3-44 15,-1-1 35-15,2-2-24 0,-2 0 12 0,-2-4 5 16,0 0 3-16,-1-3 4 0,-4-2 2 0,1 1 3 16,-3-1-11-16,0-2 15 0,-1 2-36 15,-2-4 60-15,0 4-37 0,-2-1 49 0,-1 6 10 16,-3 1 6-16,2 2 5 0,-1 0-2 0,-5 9-9 15,6-12-18-15,-6 12 7 0,8-12-8 16,-8 12-3-16,9-4-1 0,-9 4-3 0,0 0-4 16,20-4 1-16,-20 4-3 0,22 4-9 0,-9-1 9 15,4 1-1-15,-2 1 1 0,5 1-31 0,1 2 8 16,1-2-13-16,-1 2-20 0,2-4-2 0,-1 4-13 16,-1-2-56-16,0-2 18 0,-4 1-29 0,1-3 11 15,-1 1-1-15,-17-3 2 0,28 1 16 16,-28-1 19-16,27-4 28 0,-27 4 16 0,22-8 31 15,-12 0 35-15,-3 1 15 0,1 1 56 0,-4-5-25 16,1 1 53-16,-3 2-47 0,-2 8 41 0,0-19-14 16,0 19-1-16,-4-16-17 0,4 16 4 15,-7-15-32-15,7 15 5 0,-14-9-27 0,14 9 7 16,-20-2-22-16,20 2 9 0,-35 6-19 0,16 1 12 16,-3 5-15-16,-4 0 9 0,2 5-5 0,2 1-5 15,0 2-34-15,1 0-11 0,3 2-9 0,1-2-22 16,4-2-49-16,4 1-69 0,2-3-23 15,3-2-24-15,1-2 4 0,3-12-255 0,2 15 65 16</inkml:trace>
  <inkml:trace contextRef="#ctx0" brushRef="#br0" timeOffset="25835.83">30145 12590 549 0,'0'0'392'0,"17"-5"-89"0,-17 5-73 0,15-4-48 0,-15 4-28 16,21-6-36-16,-21 6-18 0,24-7-18 0,-8 4-16 15,0-1-12-15,4-2-25 0,0 2 7 0,2 0-11 16,0 0-3-16,1 2-12 0,-1 0-22 15,0-2-34-15,2 2-58 0,0 0-3 16,-1 1-13-16,1-2-11 0,-1 1-3 0,3 0-11 16,-1 1 27-16,-3 0-17 0,3-2 49 0,-6 2 16 15,1 0 51-15,-3-3 38 0,-1 2 24 63,-16 2 29-63,28-3 9 0,-28 3 17 0,25-3-29 0,-25 3 19 0,20-3-32 0,-20 3 37 0,19-4-45 0,-19 4 40 0,17-4-52 0,-17 4 44 0,18 2-66 0,-18-2 50 0,0 0-60 0,19-3 43 0,-19 3-48 15,0 0 43-15,22 3-53 0,-22-3 46 16,15 3-58-16,-15-3 54 0,16 4-60 0,-16-4 43 16,18 5-53-16,-18-5 36 0,16 5-43 0,-16-5 34 15,23 5-32-15,-23-5 35 0,19 5-24 0,-19-5 28 16,18 3-19-16,-18-3 32 0,18 1-24 0,-18-1 44 16,0 0-47-16,22-1 64 0,-22 1-43 0,0 0 46 15,23-2-41-15,-23 2 50 0,15-2-49 0,-15 2 50 16,12-4-56-16,-12 4 42 0,0 0-52 15,19-1 47-15,-19 1-52 0,0 0 45 0,0 0-4 16,19 1-21-16,-19-1 12 0,0 0-10 0,14 6-17 16,-14-6-49-16,8 6-35 0,-8-6-41 15,0 0-41-15,10 8-84 0,-10-8-222 0,0 0 75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5:42:02.662"/>
    </inkml:context>
    <inkml:brush xml:id="br0">
      <inkml:brushProperty name="width" value="0.05292" units="cm"/>
      <inkml:brushProperty name="height" value="0.05292" units="cm"/>
      <inkml:brushProperty name="color" value="#FF0000"/>
    </inkml:brush>
  </inkml:definitions>
  <inkml:trace contextRef="#ctx0" brushRef="#br0">17483 5811 135 0,'9'-7'709'15,"-9"7"-294"-15,0 0-62 0,0 0-122 0,0 0-20 16,0 0-71-16,-1-9 10 0,1 9-64 0,0 0 24 16,0 0-56-16,0 0 35 0,0 0-46 0,0 0 26 15,0 0-40-15,0 0 19 0,0 0-43 0,0 0 0 16,0 0-2-16,0 0 2 0,0 0-3 0,0 0 3 16,4 9-18-16,-4-9 11 0,3 21 13 0,0-10-2 15,1 4 4-15,-2 1 29 0,2 1-36 0,0-1 31 16,0-1-30-16,0-1 26 0,-2 2-19 0,1-1 32 15,1-4-7-15,0 2 53 0,0-4-1 16,0 1 40-16,3-1 5 0,-1-1 23 0,2-2 7 16,6-1-7-16,3-4-18 0,8-4-9 0,10-2-23 15,8-9-17-15,17-4-4 0,7-7-32 16,4-1 8-16,7-4-25 0,20-6 13 0,-2-1-28 16,-21 9-3-16,3 2 15 0,-4-1-22 0,0 2-4 15,-3 3-3-15,-5 2 2 0,-3 0-3 0,-4 3-2 16,-7 4 5-16,-12 1-7 0,-3 4 1 0,-5-1-2 15,-6 2-1-15,-4 3 1 0,-5 0 33 0,0 0-40 16,-17 4 7-16,23-6-9 0,-23 6 4 0,15-2-1 16,-15 2 32-16,14-5-36 0,-14 5 3 15,0 0 0-15,17-3-1 0,-17 3-4 0,0 0 13 16,0 0-21-16,14-2 1 0,-14 2 1 0,0 0-9 16,0 0 2-16,0 0 15 0,0 0-11 0,0 0 15 15,0 0-8-15,14 2 12 0,-14-2-10 0,0 0 15 16,0 0-6-16,0 0 4 0,1 11-12 0,-1-11 16 15,0 0-13-15,0 0 14 0,0 0-15 16,0 13 13-16,0-13-12 0,0 0 13 0,0 0-10 16,0 0 9-16,0 0-15 0,0 10 18 0,0-10-15 15,0 0 14-15,0 0-14 0,0 0 15 0,0 0-15 16,0 0 14-16,0 0-15 0,0 0 21 0,-1 10-24 16,1-10 18-16,0 0-17 0,0 0 32 15,0 0-33-15,0 0 15 0,0 0-12 0,0 0 12 0,0 0-11 16,0 0 13-16,0 0-14 0,0 0 14 0,0 0-14 15,0 0 22-15,0 0-19 0,0 0 11 16,0 0 14-16,0 0-19 0,0 0-11 0,0 0 7 16,0 0-2-16,0 0 8 0,0 0-13 0,0 0 16 15,0 0-14-15,0 0 17 0,0 0-19 0,0 0 9 16,0 0-21-16,0 0-5 0,0 0-32 16,0 0-29-16,0 0-25 0,-1 8-49 15,1-8-25-15,0 0-59 0,0 0 28 0,0 0-32 0,0 0-38 16,-7 13-80-16,7-13-40 0,-6 9-298 0,6-9-232 15</inkml:trace>
  <inkml:trace contextRef="#ctx0" brushRef="#br0" timeOffset="1251">31206 7210 187 0,'0'0'526'0,"0"0"-115"0,0 0-86 0,0 0-95 16,0 0-43-16,0 0-39 0,0 0-22 0,6-9-14 0,-6 9 20 15,0 0 5-15,0 0 7 0,0 0-7 16,0 0-9-16,0 0-13 0,0 0-23 0,0 0-12 16,0 0-11-16,0 0-19 0,0 0-10 0,0 0-10 15,0 0-6-15,0 0-5 0,0 0-5 0,10 13 4 16,-8-2-11-16,1 1 8 0,-1 4-12 0,0 5 10 16,-1 0-13-16,0 0 8 0,-1-2-5 15,0 2 7-15,2-2-3 0,-2-1 25 0,2 0 19 16,-1-1 47-16,6-2 5 0,-2-2 37 0,4-2-24 15,5-3 23-15,2-5-49 0,11 0-7 16,9-7-19-16,5-2 36 0,14-7-46 0,4-3 28 16,4-4-29-16,2-2 35 0,3-4-35 0,1-3-1 15,-2 0 0-15,1-4-5 0,-3 1-4 0,-1 1 1 16,-2 1-24-16,-5 1 42 0,-3 3-4 0,-7 3 6 16,-10 6-5-16,-5 3-3 0,-6 0-4 0,-5 6-10 15,-2-1-9-15,-6 2-6 0,0 1-9 0,-13 6-6 16,17-8-12-16,-17 8-11 0,15-4-9 0,-15 4 3 15,0 0 2-15,0 0 1 0,18 0 3 0,-18 0-2 16,0 0-10-16,12 9-8 0,-12-9-21 0,6 8-11 16,-6-8-17-16,5 9-16 0,-5-9-16 15,6 11-10-15,-6-11-2 0,3 12 14 0,-3-12-25 16,3 8-13-16,-3-8-30 0,3 10-6 0,-3-10-22 16,0 0-2-16,2 11 12 0,-2-11 36 0,0 0-19 15,-8 12-41-15,8-12 6 0,-9 7-57 0,9-7-68 16,-21 6-262-16,10 0-134 0</inkml:trace>
  <inkml:trace contextRef="#ctx0" brushRef="#br0" timeOffset="2502">15744 8474 206 0,'0'0'605'0,"0"0"-225"16,-3-10-43-16,3 10-120 0,0 0-21 0,0 0-63 16,-1-11 5-16,1 11-58 0,0 0 16 0,0 0-52 15,0 0 26-15,0 0-48 0,0 0 28 0,0-10-44 16,0 10 37-16,0 0-47 0,0 0 24 0,8 8-24 15,-8-8 29-15,7 11-33 0,-2-3 35 16,0 0-35-16,2 4 37 0,-3-2-5 0,1-3-1 16,5 4-1-16,-4-1 3 0,2 2 33 0,0-5 5 15,-1 2 7-15,2-3 25 0,2 2 5 0,1-3 2 16,4 0 3-16,-1-3 33 0,6-2-63 0,3-4-19 16,8 0 2-16,2-6-8 0,6-4-8 15,10-6 8-15,5-3-3 0,4-2-7 0,2-2 9 16,8-2 0-16,-2-1 8 0,2 1 8 0,-3 1 4 15,1-1-1-15,-2 4-9 0,-6 1-11 0,0 5-11 16,-7 3-7-16,-14 4-9 0,-2 1-2 0,-4 3-3 16,-8 2-8-16,-3 0 1 0,-3 1-4 0,-3 3-1 15,-15 2-3-15,22-2-5 0,-22 2-9 0,0 0-8 16,23 0-11-16,-23 0 0 0,0 0-16 16,18 3-17-16,-18-3-34 0,0 0-20 0,10 6-46 15,-10-6-4-15,0 0-53 0,0 0 5 0,8 9-52 16,-8-9-70-16,0 0-91 0,0 0-250 0,0 0-207 15</inkml:trace>
  <inkml:trace contextRef="#ctx0" brushRef="#br0" timeOffset="4468.42">17568 5443 489 0,'0'0'371'0,"0"0"-110"16,0 0-52-16,-3-9-34 0,3 9-37 0,0 0-14 15,0 0-27-15,0 0-6 0,0 0-19 0,-18 6 6 16,18-6-24-16,-11 12 12 0,3 1-24 15,0 1 17-15,-1 6-37 0,-1-1 26 0,1 5-21 16,0 4 28-16,-1 1-35 0,2-1 29 0,3-2-39 16,0-1 33-16,2 0-37 0,2 0 37 0,1-1-36 15,3-1 36-15,2-1-39 0,1-2 43 0,3-1-41 16,4-3 34-16,0-1-43 0,2-1 42 0,2-3-31 16,3-3 28-16,2-1-53 0,0-4 50 15,2-1-39-15,1-4 36 0,1-1-42 0,1-2 39 16,3-4-20-16,0 0 24 0,-4-4-46 0,1 1 34 15,-3-5-29-15,-3 0 40 0,-3-1-38 0,-2 1 43 16,-3-2-37-16,-2-1 38 0,-2-2-40 16,-3 3 64-16,-2 0-10 0,-1 2 9 0,-1 0 2 15,-3 3-11-15,0 0-3 0,-2 2-11 0,-3-1-5 16,-1 4-12-16,-2-1 2 0,-3 2-18 0,1 5 13 16,11 3-4-16,-28-3-1 0,9 6-3 0,-1 2-21 15,-7 8 21-15,0 2-16 0,1 3 17 0,1 2-20 16,1 2 17-16,2 3-15 0,1-1 11 0,2 2-13 15,4-1 20-15,2-1-18 0,3-6 17 0,3 1-17 16,3-1 18-16,2-3-20 0,3-1 17 16,2-2-4-16,3 1 6 0,3-4-15 0,4-2 15 0,1-3-21 15,5-4 22-15,4-3-19 16,4-3 18-16,4-4-18 0,1-5 18 0,2-1-24 16,-2-4 21-16,-1-3-15 0,-4 0 20 0,-3-2-17 15,-1 0 10-15,-3 0-11 0,-4 3 17 0,-2-1-14 16,-5 2 24-16,-1 3-2 0,-6 2 3 0,-2 4-2 15,-1-1-9-15,-4 2 3 0,-4 2-2 0,-2 0-2 16,-2 4-2-16,-4 2-8 0,-4 3 6 0,-3 3 0 16,0 2 0-16,-7 6-18 0,2 3 19 0,-2 1-8 15,4 2 3-15,3 2-15 0,1 1 22 0,4 1-17 16,3-1 13-16,5-1-17 0,2 0 11 0,5-4-18 16,3-3 17-16,1 2-20 0,5-1 20 0,3 0-18 15,3-4 21-15,2-1-22 0,2-2 27 0,3-4-21 16,3-2 22-16,3-1-13 0,-2-4 16 15,-1-2-13-15,0 2 28 0,-3-3-5 16,0-1 19-16,-6 2-7 0,0-2 11 0,-3 2-19 16,-3-2 7-16,-2 0-18 0,-4 9 4 0,5-16-12 15,-5 16-3-15,-5-18-38 0,-1 11-11 0,1-2-43 16,-3 2 8-16,-2 0-62 0,10 7 7 0,-20-7-59 16,20 7-98-16,-20-3-65 0,20 3-312 0,-18 3-201 15</inkml:trace>
  <inkml:trace contextRef="#ctx0" brushRef="#br0" timeOffset="6720.42">19715 5360 623 0,'0'0'451'15,"0"0"-130"-15,4-13-51 0,-4 13-87 0,0 0 29 16,1-12-52-16,-1 12 31 0,0 0-32 0,1-11 7 16,-1 11-32-16,0 0-15 0,0 0-21 0,2-12-21 15,-2 12-17-15,0 0-15 0,0 0-10 0,0 0-6 16,0 0 15-16,-3 13-26 0,-1 2 0 0,0 6-10 16,-1 4 22-16,0 7-25 0,-4 3 16 0,4 4-19 15,-1 0 14-15,-1 0-21 0,3 0 1 16,2-2 3-16,0-1 3 0,2-6 0 0,3 4-1 15,2-4 1-15,3-5 1 0,0-2 21 0,4-4-24 16,1-1 16-16,2-4-16 0,2-3 1 0,2-4 11 16,-2-3 5-16,5-2-3 0,2-8-2 0,4-3-1 15,0-5 14-15,0-5 12 0,-2-1 14 16,-3-1 35-16,0-3-20 0,-4 0 12 0,-2 2 5 16,1-1 14-16,-8 6 1 0,-1 1 34 0,0 2-7 15,-4 4-10-15,0 1-29 0,-5 9-20 0,9-13-22 16,-9 13-16-16,0 0-1 0,0 0-4 0,0 0-9 15,0 0 15-15,0 15-23 0,-4 0 9 0,0 2-21 16,-1 2 10-16,3 0-26 0,-1-2-8 16,2 0-11-16,1-3-5 0,1 0-9 0,2 2 13 15,-1-2 3-15,5-2 10 0,-1-2 4 0,4-2 3 16,2-3 4-16,-12-5 9 0,27 2-2 0,-9-4 7 16,5-6 20-16,5-3-5 0,-2-3-1 15,1-3 13-15,0-5-1 0,-2 0 22 0,-2-3-9 16,-2-2 11-16,-2-1-6 0,-3-1 0 0,-3-1-3 15,-2 0 12-15,-4 2-17 0,-5 3-5 0,-1-2-3 16,-3 4-8-16,-2-1-4 0,-3 1-8 16,-3 3-9-16,-1 3-24 0,-3-1-4 0,-3 3-30 0,2 4-13 15,-4 1-31-15,-1 1-35 0,5 6-33 0,-1-2-65 16,16 5-8-16,-30 2-33 0,30-2-23 16,-23 6-42-16,13-1-38 0,10-5-390 0,-10 9-299 15</inkml:trace>
  <inkml:trace contextRef="#ctx0" brushRef="#br0" timeOffset="7437.42">20577 5251 548 0,'15'-5'608'0,"-15"5"-145"15,22-6-116-15,-22 6-70 0,17-5-52 0,-17 5-52 16,0 0-36-16,19-3-21 0,-19 3-11 0,0 0-11 16,10 10-16-16,-10-10-10 0,4 19 1 0,-3-5-30 15,-1 6 9-15,-1 3-24 0,-2 5 14 0,2 5-22 16,-3 4 4-16,-1-2-9 0,1 4 10 15,0-3-19-15,2 0 16 0,1 2-20 0,-1-10 15 16,4 3-22-16,-1-4 10 0,3-1-26 0,1-2 19 16,0-1-15-16,1-5 4 0,2 0-1 0,1-6 17 15,2-2-12-15,1-3 22 0,4-5-23 16,-16-2 26-16,31-1-31 0,-9-4 29 0,0-4-18 16,3-3 16-16,2-5-24 0,-1 0 26 0,-3-2-7 15,1 0 18-15,-2 3-18 0,-7 2 21 0,2 2-21 16,-7 3 21-16,1 0-20 0,-3 3 10 0,-8 6-21 15,14-10 19-15,-14 10-18 0,0 0 18 0,17-2-18 16,-17 2 16-16,9 4-18 0,-9-4 20 16,9 13-9-16,-3-4 7 0,-2 0-18 0,2-1 12 15,1 1-18-15,-1 0 15 0,3-1-15 0,3 1 10 16,-2-2-30-16,4 0 22 0,0-3-22 0,1-2 26 16,-15-2-19-16,35-1 19 0,-12-3-5 0,-3-1-23 15,2-4 27-15,1-1-22 0,0 1 31 16,-5-4-25-16,5-4 28 0,-7 3-23 0,0-2 30 15,-3-1-10-15,-2-2 24 0,-2 1 2 0,-1 0 32 16,0 2 12-16,-6 1 13 0,1 3-2 16,-3-1 5-16,0 3-12 0,-3 1-7 0,3 9-17 15,-13-11-6-15,13 11-7 0,-18-7-8 0,18 7-4 0,-25 4-4 16,6 3-9-16,1 2-3 0,-3 4 4 16,4-1-4-16,-3 9-9 0,1-3 7 0,5 0-8 15,1 0 6-15,3 3-8 0,2-3 4 0,2 2-12 16,2-4-5-16,3 2 14 0,1-4-21 0,4 1-10 15,2-1 12-15,3-3-8 0,0-1 11 0,4-4-15 16,1-1 11-16,-14-5-16 0,33 2 17 16,-15-6 6-16,4-1-10 0,0-6-3 0,-2 2 20 15,4-7-13-15,-7 4 14 0,2-3-6 0,-5 0 24 16,1 2-7-16,-3-2 32 0,-3 2 17 0,1 3 28 16,-5 1 20-16,0 2 6 0,-5 7-10 0,8-11-24 15,-8 11-12-15,7-8-20 0,-7 8-1 0,0 0-13 16,0 0-1-16,-6 10-8 0,3-1-2 15,-4 3-14-15,1 1-12 0,-4 4-35 0,2 0-45 16,1 4-26-16,2-4-40 0,1 0-19 0,2-1-71 16,2-1 20-16,0-3-50 0,2 2-55 0,4-4-13 15,1 0-402-15,1-3-272 0</inkml:trace>
  <inkml:trace contextRef="#ctx0" brushRef="#br0" timeOffset="7653.42">21825 5343 445 0,'4'-30'669'0,"-3"5"-151"0,0 2-80 16,-1 4-60-16,0 2-80 0,0 5-61 16,0-1-40-16,0 13-38 0,0-18-35 0,0 18-26 15,0 0-16-15,0 0-18 0,0 0-12 0,-10 9-8 16,4 6-9-16,2 7-6 0,-4 8 2 0,2 3-9 16,-1 4 4-16,0 3-14 0,-1 5 6 15,3 0-15-15,-4 11-15 0,0 1-37 0,3-11-34 16,-1-1-45-16,2-2-25 0,0-1-42 0,-1-2-7 15,1-5-51-15,1-2-46 0,0-8-32 0,1-5-335 16,1-3-196-16</inkml:trace>
  <inkml:trace contextRef="#ctx0" brushRef="#br0" timeOffset="7770.42">21767 5784 340 0,'11'-17'473'0,"-2"3"-151"0,1 3-68 15,-1-2-64-15,1 4-45 0,3-1-20 16,1 0-69-16,4 0 15 0,0-2-51 0,2 2-75 15,2 1-48-15,6-1-62 0,-1-3-106 0,4 2-146 16,-2-3 178-16</inkml:trace>
  <inkml:trace contextRef="#ctx0" brushRef="#br0" timeOffset="8470.42">22608 5426 67 0,'0'0'730'0,"-13"-2"-269"0,13 2-59 0,0 0-120 0,-17-4-20 16,17 4-64-16,0 0-8 0,0 0-33 16,-12-3 8-16,12 3-30 0,0 0-8 0,0 0-36 15,0 0-9-15,11-10-24 0,3 4 2 0,8-2-25 16,2 2 2-16,10-4-18 0,0 1 10 15,3 0-20-15,4 0 13 0,-3 0-21 0,1 2 15 16,-3-1-13-16,-2 2-43 0,-8 1-45 0,-2 1-79 16,-5 2 17-16,-3-3-41 0,-16 5-25 0,21-2-8 15,-21 2-35-15,0 0 2 0,0 0 36 0,0 0 11 16,0 0 53-16,0 0 9 0,0 0 65 0,-9 7 35 16,9-7 79-16,-18 6 48 0,18-6 42 0,-21 5-7 15,21-5-2-15,-20 7 0 0,9-2-7 0,11-5 14 16,-19 13-36-16,7-5 11 0,2 4-16 15,0 1 30-15,-3 4-51 0,3 1 45 16,1 3-57-16,-3 1 36 0,2 6-46 0,2 3 30 16,1 1-46-16,-1 3 29 0,2 1-38 0,-1 2-12 15,2-1 12-15,0 4-7 0,-3-4-2 0,3 2 29 16,3 0-68-16,-1-4 6 0,-1-2-68 0,3-5-53 16,1-2-88-16,3-2-62 0,0-3-311 0,4-3-142 15</inkml:trace>
  <inkml:trace contextRef="#ctx0" brushRef="#br0" timeOffset="8820.41">23137 5800 693 0,'4'-13'598'0,"1"2"-203"16,-5 1-58-16,0 10-93 0,0-20-22 0,0 20-79 16,-5-17 2-16,5 17-41 0,-5-13 6 0,5 13-37 15,-5-12 5-15,5 12-37 0,0 0 13 0,0 0-30 16,0 0 15-16,-17 11-28 0,12-1 17 0,0 3-27 15,3 2 24-15,-1 2-24 0,0 0-7 0,3 0 26 16,0 3-26-16,3-4 24 0,2-2-17 0,3 4 23 16,1-5-18-16,1-2 22 0,4 0-15 0,0-3 18 15,0-5-5-15,5 0 21 0,2-4-12 16,3-3 3-16,-1-2 7 0,4-4 8 16,0-3 7-16,-2-2 8 0,-2-1 7 0,-2-3 8 15,-2 0 11-15,-6 1 4 0,0 0 15 0,-4-2-12 16,-4 0 19-16,-4 3-46 0,-1-1-16 0,-4 2-14 15,-5-1-14-15,-3 0-18 0,-4 3-16 0,-3 3-16 16,-3 1-20-16,-4 4-15 0,1 1-30 0,-2 4-50 16,-1 1-43-16,1 2-84 0,3 3 8 0,2 3-67 15,0 1-80-15,3-2-37 0,5 3-331 0,4-1-292 16</inkml:trace>
  <inkml:trace contextRef="#ctx0" brushRef="#br0" timeOffset="10088.42">24629 5320 656 0,'7'-10'419'0,"0"1"-43"0,-3 0-151 0,-1 1 6 15,-3 8-74-15,5-17 59 0,-5 17-47 16,-1-16 26-16,1 16-53 0,-7-14 1 15,7 14-36-15,-16-10-2 0,16 10-34 0,-27-1-13 16,3 7-9-16,-5 2-8 0,-5 2 8 0,1 6-25 16,-3 0 6-16,-7 6-15 0,2 2 13 0,8-1-13 15,2 1 5-15,3 0 1 0,5-2-17 0,2 0 16 16,5 2-12-16,4-4 19 0,6 0-5 0,2-3 15 16,4-5-8-16,8 2-1 0,2 1-12 0,5-5 6 15,4-1-16-15,6-2 10 0,0-5-15 0,2 1 12 16,1-3-13-16,2-1 7 0,-2-2-9 15,-3-2 11-15,2 2-2 0,-4-3 0 0,-5 3-2 16,-1-1-3-16,-6 0 10 0,-11 4 0 16,18-6 2-16,-18 6-4 0,0 0 1 0,7-8 0 15,-7 8-1-15,0 0 2 0,-17-1-6 0,4 5-1 16,-5 0 7-16,-3 3-8 0,-4 3 6 0,-2 4-10 16,-2 1 8-16,2 3-9 0,0 0 10 0,0 3-11 15,3 2 0-15,1 0 8 0,1 2-9 0,6-2 3 16,2-2-2-16,5 1 11 0,2-4-13 0,5-1 11 15,4-2-10-15,1 0 7 0,7-1-13 0,4 0 4 16,4-3-15-16,5-3-3 0,5-2-34 16,0-3-7-16,6-3-54 0,4-3 2 0,4-3-56 15,-1-3 49-15,0-1-30 0,1-1 24 0,-2-4-25 16,-3-1-21-16,0-1-26 0,-5-1-25 16,1-2 20-16,-7 0 0 0,-3-2 39 0,-4 2 19 15,-7 1 26-15,-3 0 58 0,-2 1 51 0,-7 2 37 16,0 4 41-16,0-3 24 0,-6 1 3 0,-1 2 19 15,2-1 8-15,-1 4-7 0,-1 0 21 0,1 1-50 16,6 8 43-16,-9-11-22 0,9 11 3 0,-8-9-16 16,8 9-14-16,-5-8-12 0,5 8-2 15,0 0 3-15,0 0-1 0,0 0 1 0,0 0-23 16,0 0 28-16,5 17-30 0,1-9 20 0,0 4-24 16,4 5 19-16,2 2-18 0,-2-2 14 15,3 1-19-15,0 0 11 0,3 5-20 0,1-2 8 0,1 1-13 16,-4-6 13-16,1 0-21 0,1-3 2 15,0 1-47-15,-2 0-4 0,0-4-90 0,-1-2 0 16,0-2-28-16,-13-6-8 0,18 6-15 0,-18-6-9 16,18 0-36-16,-18 0 10 0,16-9-5 0,-9 1 39 15,0-3 19-15,0-3 67 0,-3-3 30 16,1-4 61-16,-3-2 55 0,1-1 53 0,-2 0 55 16,0 1-4-16,-1 5 34 0,-1-1-53 0,0 3 51 15,-2-1-16-15,-2 3-32 0,1 3-21 0,-1 3-14 16,-3-1-16-16,-2 4-21 0,10 5-3 0,-18-4-13 15,3 7-8-15,-4 4-24 0,-7 7 20 0,3 4-23 16,-5 2 25-16,1 5-14 0,-5 12 9 16,-2-2-16-16,2 5 11 0,0-2-21 0,1 1 10 15,2 2-47-15,7-9-31 0,3-2-84 0,2 0 6 16,3-3-100-16,4-4-109 0,3-4-31 16,7-3-273-16,3-3-177 0</inkml:trace>
  <inkml:trace contextRef="#ctx0" brushRef="#br0" timeOffset="10505.41">25218 5661 270 0,'5'-10'596'0,"-1"1"-215"0,-4 9-52 0,4-17-113 16,-4 17 12-16,5-15-71 16,-5 15 26-16,4-10-67 0,-4 10 14 0,0 0-71 15,2-13 24-15,-2 13-50 0,0 0 28 0,0 0-54 16,0 0 44-16,0 0-40 0,0 0 37 0,8 13-40 15,-8-13 32-15,3 17-35 0,-2-7 37 0,0 3-25 16,-1-2 25-16,2 3-18 0,-1-3 23 0,0 1-30 16,0 0 26-16,1-1-28 0,-2-11 28 0,2 18-19 15,-2-18 17-15,4 14-25 0,-4-14 16 0,8 10-21 16,-8-10 15-16,0 0-24 0,15 3 10 0,-15-3-23 16,17-7 18-16,-7-2-24 0,-1-2 17 15,1 0-14-15,-1-4 26 0,0-1-28 0,1-1 25 16,-5 1-6-16,1 3 3 0,-3-2 3 15,1 5 6-15,-4 10 4 0,2-16 7 0,-2 16-6 16,-3-10-2-16,3 10-2 0,0 0-6 0,-22 3-9 16,7 7 16-16,-7 7-16 0,0 3 17 0,-2 1-5 15,-2 5 22-15,3 2-9 0,-1-1 7 0,2 1-15 16,2 1 11-16,1-2-15 0,2 0 8 0,3-2-9 16,8-3 5-16,-1-4-26 0,6-2 1 0,2-4-43 15,3 1-30-15,5-5-81 0,4 0 0 0,2-5-47 16,6 0-63-16,5-5-16 0,9-3-44 15,1-4-334-15,1-4-196 0</inkml:trace>
  <inkml:trace contextRef="#ctx0" brushRef="#br0" timeOffset="11172.42">25703 5667 210 0,'9'-15'607'0,"-3"3"-205"16,-2 0-21-16,0 1-119 0,-4 11 9 0,1-15-60 16,-1 15-11-16,-1-11-48 0,1 11-45 0,-8-9 8 15,8 9-46-15,-13-4 13 0,13 4-36 0,-15 6 12 16,2 0-10-16,-1 3 12 0,1 2-30 0,-2 4 19 15,2 1-26-15,2 2 12 0,-1-1-20 16,3 2 9-16,3-1-32 0,3-2 13 0,3-2-37 16,0 0 0-16,3-1-42 0,3-1 29 0,2-2-50 15,1-1 42-15,5-3-37 0,-1-2 36 0,-13-4-23 16,28 1 54-16,-11-2-35 0,-1-3 53 16,3-2-32-16,1-2 44 0,-4 0-24 0,2-2 39 15,-4 0-11-15,1-2 53 0,-3 2-11 0,-3 2 36 16,0 1 6-16,-3 0 39 0,-6 7-11 0,12-9 0 15,-12 9-32-15,0 0-9 0,0 0-23 0,0 0-6 16,0 0-19-16,0 0 4 0,0 0-16 16,1 15 4-16,-1-15-13 0,-5 15 0 0,5-15-6 15,-4 18 6-15,4-18-20 0,2 17 3 0,-2-17-19 16,7 15-14-16,-2-7 6 0,4-2-30 0,-9-6 3 16,18 9-27-16,-18-9 22 0,26 1-19 15,-26-1 34-15,30-5-10 0,-13 3 40 0,-3-4-23 0,1 3 38 16,-3-1-8-16,-12 4 59 0,20-6 10 15,-20 6 27-15,15-4-1 0,-15 4 11 0,0 0-14 16,16-2-1-16,-16 2-12 0,0 0-6 0,0 0-10 16,5 8-9-16,-5-8-8 0,0 12-6 0,0-12-10 15,0 14 3-15,0-14-8 0,1 16-1 16,-1-16-3-16,4 16-5 0,-4-16-16 0,9 13-6 16,-9-13-30-16,16 11-15 0,-16-11-38 0,22 1-29 15,-22-1 6-15,36-7 23 0,-15 0-16 0,2-3 43 16,3-5-17-16,-1-4 47 0,-2-2-21 0,0-1 46 15,0-7-40-15,-2-3 36 0,2-9-48 0,-2-4 42 16,1-4-8-16,-3-3-22 0,2-2 51 16,-3 0-19-16,-3 3 44 0,3 1 44 0,-8 12 43 15,2 5 20-15,-5 4 12 0,-2 7-3 0,-1 4-24 16,-2 4-23-16,-2 14-19 0,-2-18-13 16,2 18-10-16,-5-8-11 0,5 8-4 0,-9 5-7 15,0 3-5-15,0 7 0 0,-1 4-7 0,-3 6 2 16,2 3-5-16,-1 3 2 0,2 5 3 0,0 2-4 15,-2 2 3-15,2 0-10 0,1 3 5 0,-2-1-24 16,2 0-27-16,0-1-77 0,0-3-39 0,0 0-71 16,1-4-35-16,-1 0-101 0,-1-6-73 0,4-5-275 15,-1-5-241-15</inkml:trace>
  <inkml:trace contextRef="#ctx0" brushRef="#br0" timeOffset="11322.42">26331 5728 713 0,'4'-11'703'0,"-2"1"-188"0,0 2-84 15,-2 8-96-15,2-17-85 0,-2 17-40 0,3-14-47 16,-3 14-20-16,1-11-33 0,-1 11-17 0,6-14-26 16,-6 14-5-16,12-11-31 0,-3 4-44 0,5 0-90 15,3-1-64-15,3 0-87 0,3 2-137 0,-2-3-73 16,9 1-257-16,-4 3-246 0</inkml:trace>
  <inkml:trace contextRef="#ctx0" brushRef="#br0" timeOffset="11889.42">26646 5634 365 0,'0'0'477'0,"0"0"-98"0,0 0-107 0,0 0-22 16,0 0-77-16,0 0 13 0,-16-2-70 16,16 2 29-16,0 0-62 0,0 0 46 0,0 0-59 15,-9 8 34-15,9-8-35 0,0 0 27 16,0 0-27-16,0 12 23 0,0-12-32 0,8 8 15 16,-8-8-32-16,13 7 6 0,-13-7-25 0,25 5 9 15,-8-3-36-15,2-5 0 0,5 0-31 0,1 0 15 16,-1-3-40-16,-1-2 37 0,-1-1-35 0,-2 1 46 15,-4-4-33-15,-4-1 41 0,1 0-34 0,-6 1 35 16,-4-1-11-16,0 3 51 0,-3 10 5 0,-3-19-3 16,0 11 5-16,-4 0 4 0,7 8-8 0,-23-5 3 15,6 9-18-15,-4 2 18 0,-6 6-17 16,-1 6 28-16,1 3-12 0,-1 3 39 0,2 2-6 16,7 1-4-16,1 1 13 0,5 1-26 15,4-2-9-15,4-3-32 0,5 0-30 0,8-3-82 0,2-1-73 16,9-1-102-16,7-3-107 0,2-7-107 15,9-1-289-15,3-8-298 0</inkml:trace>
  <inkml:trace contextRef="#ctx0" brushRef="#br0" timeOffset="12510.43">27476 5043 14 0,'12'-26'896'0,"-4"2"-271"0,-2 3-165 15,1 1-90-15,-3 5-83 0,1 4-77 0,-3 1-37 16,-2 10-44-16,5-13-26 0,-5 13-19 0,0 0-15 16,0 0-13-16,-2 28-9 0,-6 2-7 0,-1 8-3 15,-4 13-1-15,-2 8-8 0,-3 3 9 0,-1 8-6 16,-1 4 6-16,-1 3-16 0,-2 1-1 0,1-1-2 16,3-2-1-16,0-4 1 0,3-3-26 0,1-4-12 15,4-7-43-15,2-12-11 0,1-2-40 16,3-4-37-16,1-6-34 0,0-7-83 0,4-2-47 15,0-6-87-15,2-4-261 0,-2-14-191 16</inkml:trace>
  <inkml:trace contextRef="#ctx0" brushRef="#br0" timeOffset="12924.42">27600 5856 582 0,'6'-10'606'15,"-6"10"-176"-15,0 0-94 0,8-8-39 0,-8 8-82 16,0 0-45-16,0 0-29 0,0 0-4 0,7-10-4 16,-7 10-23-16,0 0-17 0,7-7-20 0,-7 7-12 15,16-11-14-15,-3 3-9 0,4-2-8 0,3-3-6 16,7-1-1-16,1-2-7 0,4-5 10 16,2 2-21-16,5-8 15 0,3-3-17 0,-2-1 10 15,-3-3-18-15,1-3 19 0,-2-6-17 0,-4-3-10 16,-4-4-4-16,-1-7-2 0,-8-4-2 15,1-5 2-15,-6-2 3 0,-3 1-1 0,-4 3 11 16,-4 15 33-16,-3 6 43 0,0 6 6 0,0 5 1 16,-3 6-16-16,-1 2-3 0,0 6-11 0,-4 3-16 15,2 6-9-15,6 9 1 0,-17 0-7 0,1 11 2 16,-5 12-9-16,2 6-1 0,-5 18-3 0,-2 5 3 16,3 6 4-16,1 4 4 0,2 3 6 15,1 1 3-15,8 3 8 0,-3-2-4 0,4-4-2 0,2 2-5 16,2-2 0-16,3-13-11 0,3-3-17 15,0 0 21-15,4-6-55 0,1-4-23 16,3-4-29-16,2-4-29 0,2-11-90 0,1-3 11 16,5-5-50-16,3-6-44 0,0-5-18 0,10-4-18 15,2-11-372-15,2-4-228 0</inkml:trace>
  <inkml:trace contextRef="#ctx0" brushRef="#br0" timeOffset="13223.41">28435 5501 594 0,'4'-15'408'15,"-3"4"-42"-15,-1 1-121 0,0 10-11 0,-8-15-81 16,8 15 22-16,-13-10-77 0,13 10 33 0,-19-3-61 15,6 7 39-15,-3 1-55 0,0 6 29 0,-3 2-38 16,3 2 28-16,-3 3-28 16,6 1 33-16,0 1-36 0,3 0 13 0,3 2 5 15,1-2-4-15,2 1-3 0,4-4-3 0,1 0-1 16,3-1-4-16,1-4-1 0,4 1-7 0,0-3 1 16,4-3 4-16,0 0-5 0,-13-7-6 0,29 1-6 15,-10-3 0-15,2-5 0 0,-1-2-1 0,-2-3-1 16,1-2 2-16,1-5 0 0,-4-1-5 0,-3-1 3 15,-4 1-14-15,-3-3 11 0,-2 4-11 0,-1 1 9 16,-6 1-10-16,-2 2 7 0,-5-1-14 0,-5 5 5 16,-3 3-15-16,-4 0 0 0,-4 4-30 15,0 4-11-15,-1 3-62 0,0-1 0 0,0 6-74 16,3-1 25-16,2 2-57 0,2 0-62 16,4 2-61-16,1 0-363 0,4 1-230 0</inkml:trace>
  <inkml:trace contextRef="#ctx0" brushRef="#br0" timeOffset="13889.41">28754 5562 94 0,'17'-10'693'0,"-5"1"-284"0,-3 0-44 16,-2-4-136-16,0 2 1 0,-3 1-52 15,-4 10 35-15,3-16-46 0,-3 16-13 0,-3-17-42 0,3 17 5 16,-9-8-49-16,9 8 10 0,-15-5-44 15,15 5 24-15,-22 8-31 0,5 1 14 0,0 4-33 16,-1 3 23-16,-1 1-30 0,3 0-2 0,1 0-6 16,1 0-14-16,5 1-16 0,0-2-16 0,6-1-4 15,0-5-10-15,3-10 20 0,5 18 5 16,-5-18 9-16,10 9-3 0,-10-9 7 0,17 5 6 16,-17-5 4-16,26 0 2 0,-26 0 51 0,27-6-46 15,-27 6 49-15,21-1-50 0,-21 1 48 0,21 1-45 16,-21-1 49-16,16 9-27 0,-7-1 4 0,0 4 7 15,-2 1-4-15,0 7-3 0,0 0-3 0,0 5-4 16,0 5 1-16,0 1 1 0,0 0 29 16,-1 4-46-16,2 2 40 0,-2-4-34 0,-1 2 30 15,1-2-7-15,2-1-15 0,-2-3 3 0,-1-4-8 16,0-2 2-16,-1-4-11 0,-2-2 10 16,1-3-2-16,-2-5 3 0,0 1-3 0,-1-10 6 15,-1 14 4-15,1-14 6 0,-6 8 0 0,6-8-1 16,0 0 25-16,-20-1 14 0,8-6 14 0,1 0 7 15,-5-4-14-15,0-4 0 0,-1-6-6 0,2-1 2 16,0-2-15-16,4-1-8 0,-1-1-6 0,7 1-6 16,0-3-6-16,2 1-4 0,3-2-4 0,4-6-4 15,1 0-6-15,5 1-8 0,2 1-13 0,3 1-10 16,3-2 5-16,1 4-30 0,1-2 2 16,3 2-25-16,2 2 21 0,0 0-17 0,1 1 29 15,-1 2-13-15,2 3 37 0,-2 0-21 16,-1 3 34-16,-1 2-29 0,-6 3 39 0,-2 3-21 15,-2 2 0-15,-4 1 2 0,1 1 8 0,-1 0 0 16,-9 7 6-16,11-3 29 0,-11 3-25 0,0 0 32 16,12 9-19-16,-12-9 21 0,6 17-17 0,-4-5 27 15,-1 6-20-15,-1 2-7 0,0 4-3 0,-2 3-5 16,-1 1-1-16,2 5 5 0,-2 2-4 0,-1-2-5 16,-2 0 0-16,4-3 0 0,-1-5-24 15,-1 0-43-15,0-2-54 0,1-3-32 0,1-5 5 0,0-3-15 16,0-1-16-16,2-11-50 15,0 10-36-15,0-10-7 0,0 0-39 0,0 0-173 16,11-14 75-16</inkml:trace>
  <inkml:trace contextRef="#ctx0" brushRef="#br0" timeOffset="14023.41">29192 5645 594 0,'8'-38'242'15,"-1"-1"-31"-15,0 0 5 0,-1 3-15 0,-2 3-31 16,0 7-25-16,-3 1-40 0,0 7-2 0,-1 2-26 16,0 3-14-16,-1 3-14 0,1 10-9 0,-3-14-9 15,3 14-7-15,0 0-31 0,0 0-15 0,0 0-56 16,0 0-64-16,0 0-29 0,-2 14 1 15,4-4-45-15,5 2-221 0,-1-1 152 0</inkml:trace>
  <inkml:trace contextRef="#ctx0" brushRef="#br0" timeOffset="14224.42">29368 5481 81 0,'22'5'582'0,"-22"-5"-146"16,19-1-122-16,-19 1-76 0,22-8-47 0,-12 5 15 16,1-4-66-16,-1 1 51 0,0-1-42 0,-10 7 31 15,17-12-17-15,-17 12 25 0,11-8-15 0,-11 8-9 16,9-8-32-16,-9 8-13 0,0 0-29 0,0 0-14 15,0 0-22-15,0 0 0 0,-2 15-17 16,-5-2-5-16,-2 5-10 0,-3 2-2 0,0 5-1 16,-1 1-8-16,2 2 2 0,0 0-4 15,5-6-3-15,1 0-1 0,2 1-1 0,3-4-8 0,3-2-14 16,4 2-13-16,4-4-35 0,3-1-55 16,4-5-70-16,6-3-30 0,2-4-36 0,6-3-46 15,6-5-32-15,3-2-426 0,4-3-284 0</inkml:trace>
  <inkml:trace contextRef="#ctx0" brushRef="#br0" timeOffset="14841.42">30204 5266 181 0,'-4'-10'727'0,"-1"0"-211"0,2 1-133 16,3 9-73-16,-8-13-67 0,8 13-57 0,-5-11-48 16,5 11-31-16,0 0-17 0,0 0-15 15,-11 8-11-15,6 0-2 0,0 5 3 0,1 4-6 16,-1 2-10-16,3 3 12 0,0 2-30 0,0 1 18 15,2-2-28-15,2 2 9 0,0 0-20 0,3-1 2 16,-1-2-22-16,3 1-9 0,2-4-12 0,0-3-14 16,2-2-23-16,1-4-28 0,0-3-10 0,4-2-8 15,-16-5 12-15,28 0 11 0,-10-3 18 0,1-6 12 16,0-3 37-16,0-5-11 0,2-4 32 16,-4-3-20-16,0-1 20 0,-2-2 8 0,-2-2 11 15,0 2 23-15,-4 6 18 0,1 1 42 16,-4 5 31-16,-1 3 9 0,-1 2-16 0,-4 10-20 15,5-13-28-15,-5 13-14 0,0 0-14 0,0 0-6 16,-7 15-5-16,0 2-5 0,-2 2 3 0,-7 6 10 16,3 6-22-16,-3-3-3 0,0 5-5 0,-1-1-3 15,2 2-1-15,-2 4-4 0,-1-3-22 0,2-1-44 16,0 0-89-16,4-1-44 0,-1-2-17 16,2-5-82-16,3-6-58 0,4-4-379 0,1-3-253 0</inkml:trace>
  <inkml:trace contextRef="#ctx0" brushRef="#br0" timeOffset="15224.42">30619 5403 231 0,'12'-18'529'0,"-3"0"-163"0,-2 1-79 16,-1 2-73-16,-1 1-46 0,0 2-27 0,-1 2-16 16,-2-1-7-16,2 2-8 0,-4 9-3 0,4-12-15 15,-4 12-16-15,2-10-37 0,-2 10 5 16,0 0-6-16,0 0-4 0,0 0 3 0,0 0-3 15,0 0 11-15,-5 20 6 0,-2-4 30 0,-3 4-27 16,-2 5 37-16,0 3-18 0,-2-1 12 16,0 5-23-16,-1-1-3 0,2 1-1 0,-1 1-10 15,3-1-11-15,-2 0-5 0,4-1-7 0,1-2-6 16,2-7-1-16,2 2 2 0,2 0 10 0,2-8 2 16,0-4 0-16,4 4 7 0,4-8-8 0,0 0-4 15,4-5-7-15,-12-3-2 0,34-1-3 0,-14-5-4 16,5-3-1-16,1-6-3 0,3-3 0 0,-3-2-3 15,0-4-2-15,-5-2 1 0,2-2-2 16,-6-1 11-16,-2 2-11 0,-3-2 9 0,-7 7-8 16,-1-1 2-16,-5 0-3 0,-4 4-2 0,-4 0-2 15,-4 3-4-15,-3 1-14 0,-2 2-18 0,-3 2-34 16,-2 3-48-16,3 2-62 0,-5 1-5 16,8 2-13-16,-2 1-52 0,19 2-72 0,-25-1-99 15,25 1-192-15,0 0-150 0</inkml:trace>
  <inkml:trace contextRef="#ctx0" brushRef="#br0" timeOffset="15540.42">30917 5292 349 0,'17'-5'723'0,"-2"2"-181"16,-2-2-144-16,-13 5-81 0,21-4-66 0,-21 4-71 16,0 0-34-16,17 2-2 0,-17-2-5 15,7 15-18-15,-7-4-19 0,0 3-22 0,-2 9-6 16,-1 2-20-16,-1 0 0 0,-2 1-21 0,2 7-7 15,0-7-6-15,1 0-2 0,-1 0-2 0,4 0-4 16,2-3-1-16,0 0-1 0,2-7 4 16,3-3-2-16,1 0-1 0,1-4-1 0,4-2-3 15,-13-7 4-15,28 3 18 0,-5-7 10 0,0-2 25 16,-1-4 24-16,5-5 19 0,-1-3-6 0,-1-4 29 16,-1-2-40-16,-2-3 12 0,0-3-43 0,-2 1 7 15,-2-1-35-15,-2 1 15 0,-4 0-7 0,1 2-6 16,-8 4 3-16,-1 3-38 0,-4 3-24 0,-2 1-18 15,-5 2-33-15,-3-2-26 0,-2 4-60 0,-7 2-68 16,0 3-71-16,-3 0-2 0,-2 5-62 16,-1-1-73-16,1 3-411 0,-2 0-442 15</inkml:trace>
  <inkml:trace contextRef="#ctx0" brushRef="#br0" timeOffset="16324.42">31919 5260 694 0,'-4'-15'529'0,"1"2"-128"16,1 1-100-16,-2 1-57 0,4 11-51 0,-4-17-40 15,4 17-22-15,-3-13-23 0,3 13-18 0,-3-9-15 16,3 9-9-16,0 0-1 0,0 0 13 0,0 0-9 16,-10 15 4-16,4 0-16 0,0 5 0 0,-1 3-18 15,-3 8-8-15,0-2-3 0,0 2 7 0,1 1-12 16,0-1-3-16,4-1 1 0,1-5-5 0,1 0-2 15,3-3-2-15,3-4 11 0,0-1-13 16,2-1 7-16,2-4-13 0,4 1 10 0,-1-4-8 16,1-3 4-16,-11-6-10 0,31 1 0 0,-12-4 0 15,4-3 0-15,4-8 1 0,0-1-1 0,-3-2-1 16,2-2 5-16,-2 1 3 0,-4-4 7 0,0 4-7 16,-5 2 18-16,-3 4 24 0,-2 2 11 0,-1 0-3 15,-3 2-10-15,-6 8-10 0,5-7-7 16,-5 7-5-16,0 0-8 0,-13 7-2 0,3 2-3 15,-2 4 1-15,-1-1-7 0,-1 3 0 0,2 0-3 16,2 0-8-16,4-2-6 0,-1 1 2 0,5-2-1 16,0-1 16-16,2-11-16 0,4 19 21 0,3-10-21 15,-1-2 19-15,-6-7-17 0,20 8 3 0,-20-8 0 16,27 2 2-16,-10-4 8 0,3-6 14 16,1 0 5-16,-2-5 15 0,7-4 3 0,-5-2 0 15,0-4 7-15,-5-2-8 0,1-2 0 0,-4-4-14 16,-4 2 29-16,0-4-30 0,-6 0 28 0,-3 3-37 15,-3 3 20-15,-6-4-37 0,-3 2 18 16,-6 3-32-16,-3 1 16 0,-5 4-29 0,-3 2-24 16,-2 4-63-16,-2 4-38 0,-2 2-43 0,2 3-59 15,5 5-35-15,1 1 40 0,3 3-70 0,1 2-23 16,5 3-440-16,2-2-314 0</inkml:trace>
  <inkml:trace contextRef="#ctx0" brushRef="#br0" timeOffset="17007.41">32350 5199 524 0,'0'0'687'0,"25"-3"-192"15,-25 3-112-15,19-3-85 0,-19 3-62 0,0 0-73 16,22-1-22-16,-22 1-30 0,0 0-19 0,10 10-27 16,-10-10-4-16,-1 16-18 0,-1-2-2 0,-1 3-12 15,0 1-9-15,-3 5-3 0,-1 0 10 0,1 1-9 16,-1 0-11-16,1 1-6 0,0-1-9 0,1 0-10 15,3-4-8-15,-1 0-3 0,2-4-3 0,-1-3 2 16,2 0 4-16,2-3-5 0,-2-10 7 16,2 16-4-16,-2-16 6 0,8 8 10 0,-8-8 3 15,0 0 0-15,22-1 2 0,-11-6 1 0,4-3 2 16,2-2-2-16,0-4 1 0,7-1 5 0,-3 0 5 16,0-1-4-16,0 2-1 0,-3 2 11 0,0 2-4 15,-3 2 0-15,-1 2-3 0,-4 3 0 16,-10 5-2-16,14-5 5 0,-14 5 3 0,0 0-1 15,12 9 14-15,-12-9-18 0,2 16 0 0,-2-16-1 16,2 18-1-16,-4-6-1 0,2 0-8 0,0-2-3 16,2 2-28-16,-1 1-26 0,2-4-33 0,0 0-9 15,5-1 28-15,0-1-46 0,-8-7 50 0,21 7-50 16,-21-7 12-16,23-2 6 0,-7-2 75 16,7-2-32-16,-8-3 56 0,2-2-31 0,-4-4 58 15,2 0-45-15,-2-2 62 0,-4-2-50 0,2 0 57 16,-3-2-30-16,-2 2 50 0,-2 4-18 0,-1 3 31 15,-3-1-12-15,-2 3 12 0,-3 0-24 16,-1 2 0-16,-3 1 11 0,-1 2-35 0,10 5-9 16,-28 0-7-16,9 3 4 0,-1 2 3 0,-2 2-8 15,3 2 3-15,-1 2-2 0,2 1-5 0,1 0-3 16,3 2 1-16,1 1-15 0,6-4-29 0,0 3 0 16,5-4-2-16,2-10-3 0,-2 15-4 0,2-15-4 15,9 15-6-15,-1-9-62 0,-8-6 53 16,23 6-43-16,-23-6 54 0,28 1-28 0,-12-3 58 15,1 0-28-15,0-5 63 0,0 1-29 0,-4-1 48 16,2 2-15-16,-2-2 59 0,-13 7-18 0,19-10 60 16,-19 10 26-16,13-7-14 0,-13 7-29 15,0 0-20-15,0 0-23 0,0 0-12 0,0 0-3 16,0 0 1-16,-9 15-16 0,2-8-13 0,-2 5 5 16,-1-1-11-16,2-2-29 0,1 3-44 0,-1-1-16 15,3-1-50-15,1-1 40 0,4-9-67 0,-2 15-9 16,2-15-59-16,3 13-7 0,-3-13-319 0,10 4-59 15</inkml:trace>
  <inkml:trace contextRef="#ctx0" brushRef="#br0" timeOffset="17358.41">32969 5427 557 0,'13'-11'393'0,"-3"1"-33"0,1 1-95 16,-3 2-32-16,-8 7-46 0,12-12-39 16,-12 12-30-16,10-6-25 0,-10 6-16 0,0 0-24 15,0 0 2-15,13 5-13 0,-13-5-11 0,5 8 3 16,-5-8-16-16,5 14-3 0,-5-14-3 0,2 14-4 15,-2-14-15-15,5 15-5 0,-5-15-22 0,3 14 3 16,-3-14-9-16,2 11-1 0,-2-11-3 0,0 0-46 16,7 8 63-16,-7-8 6 0,0 0-5 0,0 0 24 15,18-9 4-15,-11 3 12 0,2-4 2 0,1-1 11 16,0-5-36-16,1-1 53 0,-1 0-18 16,2 1 38-16,-2-1 11 0,0 3 21 0,1 3 3 15,-6 3-1-15,0-1 1 0,-5 9-29 0,9-13-6 16,-9 13-25-16,9-8-3 0,-9 8-13 15,0 0 3-15,0 0-10 0,6 8 0 0,-6-8-7 16,4 16 4-16,-4-16-6 0,3 22-3 0,-3-10-2 16,0 1 1-16,0-1 1 0,0 2-6 0,0-2-27 15,0 0-50-15,0-12-25 0,0 17-12 0,0-17-2 16,-2 14 9-16,2-14-39 0,0 0-76 16,0 0-2-16,0 0 3 0,0 0-35 0,0 0 25 0,9-14-197 15,-4-1 168-15</inkml:trace>
  <inkml:trace contextRef="#ctx0" brushRef="#br0" timeOffset="17524.41">33333 5127 475 0,'14'-41'262'0,"2"-9"16"0,2 1 6 16,-3 11-77-16,-1 1-5 0,-2 7 6 0,-2 4 34 16,-1 6-15-16,-5 5-22 0,1 3-57 15,-1 0-31-15,-4 12-22 0,5-11-15 0,-5 11-24 16,0 0-3-16,0 0-8 0,-5 17-11 0,1 1-11 16,-1 4 3-16,-1 10-8 0,0 0-2 0,-2 4-3 15,1 3-4-15,-2 3-7 0,0 0 3 0,-7 9-50 16,6-9-36-16,-4 8-52 0,3-10 3 0,-3-3-16 15,-1 1-49-15,3-3-44 0,-1-3 0 0,1-3-12 16,0-9-292-16,7-3-39 0</inkml:trace>
  <inkml:trace contextRef="#ctx0" brushRef="#br0" timeOffset="17658.41">33247 5386 546 0,'8'-20'446'0,"0"0"-55"0,2-1-101 15,2 0-32-15,-1 3-45 0,7-2-14 0,-4 4-34 16,7-5-43-16,-3 4-21 0,5 1-21 0,0 1-16 15,3 1-12-15,2-1-38 0,3 4-52 0,1-3-65 16,1 4 4-16,2 0-107 0,0 2-83 0,-5 0-355 16,-4 2-172-16</inkml:trace>
  <inkml:trace contextRef="#ctx0" brushRef="#br0" timeOffset="18375.41">29601 5996 336 0,'5'-11'548'15,"-5"11"-156"-15,4-10-91 0,-4 10-58 0,6-10-42 16,-6 10 5-16,4-9-14 0,-4 9-17 15,0 0-34-15,6-10-28 0,-6 10-19 0,0 0 10 16,0 0 11-16,0 0-14 0,7 13-12 0,-7-1-18 16,2 4-11-16,-2 6-11 0,0 3-2 0,-2 1-17 15,2 2 9-15,-4 8-8 0,3-3-46 0,-1 1-39 16,-1-5-98-16,0 3 11 0,2-2-61 16,1-2-88-16,-1-2-39 0,-1-2-412 15,1 0-267 1</inkml:trace>
  <inkml:trace contextRef="#ctx0" brushRef="#br0" timeOffset="18808.41">29377 6341 183 0,'-19'-10'663'0,"0"-1"-255"0,1 2-50 0,1 0-142 0,3 3 16 0,3 0-97 0,0 1 24 0,1-2-85 0,10 7 26 16,-9-3-58-16,9 3 31 0,0 0-55 0,0 0 43 15,17-8-58-15,4 7 46 0,7-3-59 0,10 1 46 16,4 0-54-16,8-2 51 0,1 1-59 0,13-1 53 15,-2-1-59-15,2 4 48 0,-11-5-55 16,-4 4 45-16,1-3-58 0,-4 3 35 16,-4-2-34-16,-4-1 39 0,-6 2-26 0,-5 0 8 15,-6 0 10-15,-5-1 47 0,-16 5-39 0,19-5 8 16,-19 5 49-16,0 0-33 0,0 0 46 0,0 0-48 16,-3-10 52-16,3 10-50 0,0 0 51 0,-30 3-56 15,15 0 44-15,0 4-54 0,-5 1 45 0,3 2-60 16,1 4 60-16,-2 3-51 0,2 2 43 0,2 2-50 15,3-3 47-15,2 3-46 0,5 1 35 0,1-4-40 16,5 1 41-16,2 1-34 0,4-1 35 16,3-2-43-16,5-3 3 0,3-2 8 0,3-1 6 15,3-6 6-15,2-1-4 0,2-4 31 0,1-4 15 16,4-3 34-16,2-4 23 0,-4 1 14 16,-2-5 6-16,-2-2-10 0,-1-2 4 0,-5-2 3 15,-3-2-8-15,-4 0-13 0,-4 1-11 0,-4 1 0 16,-5 0-14-16,0 3 29 0,-6 1-64 0,-3-1-16 15,-2 2-14-15,-6 1-24 0,-2 2-26 0,-2 2-28 16,-4 4-38-16,-1 2-48 0,0 1-44 0,-2 2 10 16,4 3-52-16,-1 1-64 0,3 3-62 15,1 3-429-15,4-1-342 0</inkml:trace>
  <inkml:trace contextRef="#ctx0" brushRef="#br0" timeOffset="19560.41">31037 6115 119 0,'6'-8'732'0,"-6"8"-251"16,5-16-118-16,-5 16-82 0,-2-14-53 0,2 14-35 15,-12-12-30-15,0 7-30 0,-2 1-14 0,-4 1-23 16,0 2-8-16,-3 1-13 0,-6 4-11 16,1 1-11-16,1 2-10 0,-2 4-9 0,-2 3 18 15,5 2-29-15,1 0 12 0,6-1-22 0,2-2 23 16,4 4 8-16,2-3-6 0,4-1-26 0,3-1 9 15,2-1-8-15,4 1 7 0,2-1-24 0,4 0 19 16,2 1-19-16,6-3 16 0,-2 0-20 0,3-3 19 16,-1-1-23-16,-3-1 28 0,2-2-23 0,-17-2 12 15,25 5-12-15,-25-5 18 0,22 1-6 0,-22-1 39 16,0 0 0-16,20 2-2 0,-20-2-8 16,0 0 5-16,0 0-15 0,0 0 3 0,0 0-12 15,-14 6 15-15,2-4-10 0,-4 5 5 16,-3 0-12-16,-4 3 7 0,1 0-13 0,0 5 5 15,3-3-9-15,0 2 7 0,4 0-9 0,0 1-1 16,3 0-2-16,3 0 4 0,1-1-2 0,6-3 0 16,2 1 5-16,1 0-5 0,5-2 0 0,3 1-1 15,4 0-4-15,5-2-11 0,2-1-16 0,1-4-14 16,5 0-20-16,2-2-17 0,1-2-22 16,1-2-23-16,-1-2-28 0,6 0-2 0,-3-4-6 15,-2 1 20-15,0-3-3 0,-7-2-15 0,-4 1-20 16,1 0 39-16,-5-3 13 0,-2 0 38 15,-4-2-1-15,-1-2 54 0,-4 2 31 0,-3-1 9 16,-1 0 26-16,-3 0 24 0,-3-2 13 0,1 3 10 16,1 2 41-16,-1 2-27 0,3 2 51 0,-2 1-48 15,4 9 35-15,-3-14-59 0,3 14 20 0,-3-10-52 16,3 10 30-16,0 0-47 0,0 0 43 0,0 0-28 16,0 0 23-16,0 0-24 0,22 5 25 0,-14 3-34 15,4 3 22-15,-1 0-28 0,2 3-5 0,0 0 6 16,0 0-7-16,1 1-4 0,-2-2 1 0,2 2 0 15,1-1-2-15,-2-3-3 0,-2 0-38 16,-1 0-42-16,0-4-32 0,-1-1 26 16,-9-6-48-16,13 9 1 0,-13-9-28 0,13 5-63 15,-13-5-32-15,0 0-15 0,16-6-10 0,-16 6-199 16,12-11 78-16</inkml:trace>
  <inkml:trace contextRef="#ctx0" brushRef="#br0" timeOffset="19709.41">31401 6356 914 0,'4'-18'263'0,"-2"1"4"15,-1 2 7-15,-1 1-66 0,2 0 50 0,-4 4-50 16,2 10 6-16,-1-17-76 0,1 17 8 0,-8-11-46 15,8 11-3-15,-14-4-24 0,14 4 9 16,-25 5-26-16,8 0 14 0,-5 6-29 0,0 2 4 16,-4 3-15-16,1 2-10 0,0 3-5 0,-1 1-5 15,1 1-17-15,2-1-45 0,-2 2-62 0,2-2-41 16,4 0-28-16,5-5-89 0,2-1-58 16,1 0-384-16,5-5-242 0</inkml:trace>
  <inkml:trace contextRef="#ctx0" brushRef="#br0" timeOffset="21009.41">31561 6229 612 0,'0'0'544'0,"12"-8"-189"0,-12 8-51 0,0 0-111 16,14-5 19-16,-14 5-102 0,0 0 38 0,0 0-96 15,6 10 53-15,-6-10-77 0,-3 16 45 0,0-6-64 0,3 4 46 16,-1-2-60-16,0 2 52 0,1 0-62 15,0 0 45-15,2 0-46 0,-2-3-7 0,4 1 57 16,-1-2-43-16,-3-10-5 0,6 17 3 0,-6-17 1 16,9 8-2-16,-9-8 50 0,0 0-49 0,19 3-9 15,-19-3 66-15,18-7-60 0,-9 1 54 16,2-1-56-16,0-3 48 0,0-4-53 0,0-2 59 16,-1-1-58-16,-2 1 54 0,-1-1-63 0,-3 2 69 15,-1 2-48-15,-1 1 31 0,-2 12 5 0,0-18-8 16,0 18 2-16,-5-12-4 0,5 12 8 0,-11-6 10 15,11 6-5-15,-19 2 17 0,6 4-25 0,-6 2 27 16,2 4-26-16,-2 2 26 0,-2 6-23 16,3 1 12-16,-2 0-20 0,3 2 3 0,1 0-1 15,1 0-9-15,5-4-3 0,1 1 1 0,4-1-3 16,1-3 0-16,3-2-3 0,2 0 1 0,4-2-3 16,1 1-19-16,4-5-34 0,3 0-37 0,1-5-19 15,5 1-18-15,3-4 4 0,3-1-2 0,3-4-12 16,8-3-31-16,0 0 35 0,-2-2-20 0,1-4 47 15,0-1-3-15,-2-2 33 0,-1-1-9 0,0-1 38 16,-3-2-1-16,-2 0 44 0,-1-2 25 16,-3 5 36-16,-5-3 14 0,-2 7 12 0,-6 0 13 0,-1 3 10 15,-3 2 61-15,-6 9-51 0,7-13-5 0,-7 13-9 16,0 0-18-16,-5-12-5 0,5 12-7 16,0 0-6-16,-22-2 10 0,22 2-32 0,-24 9 12 15,10-2-26-15,-1 4 8 0,-2 1-22 0,2 2-3 16,-1 1-3-16,2 0-1 0,3 1-4 0,-2 0 0 15,4-1-2-15,2 1-3 0,4-3-7 0,0-1-6 16,2-3-19-16,1-9-19 0,4 19-12 0,1-11-16 16,3-2-10-16,1-1 2 0,-9-5 13 0,23 4 9 15,-23-4 12-15,31-1 11 0,-11-4 8 16,-2 1 7-16,-2-3 12 0,0 4 19 0,-2-3 30 16,-3 0 34-16,-11 6 29 0,18-7 29 15,-18 7 0-15,12-6-13 0,-12 6-22 0,0 0-15 0,0 0-15 16,0 0-11-16,0 0-12 0,0 0-8 15,-2 10-6-15,2-10-6 0,-7 10-4 0,7-10-2 16,-6 14-5-16,6-14-2 0,-1 12-9 0,1-12-19 16,4 14-24-16,-4-14-26 0,9 12-28 0,-9-12-16 15,15 9-7-15,-15-9 13 0,22 4 13 0,-22-4 20 16,27 0 15-16,-27 0 11 0,31-8 8 0,-16 3 12 16,0 0 7-16,1-2 14 0,-4 0 8 0,-1 2 12 15,0 1 19-15,-2-3 26 0,-9 7 18 0,15-7 10 16,-15 7-7-16,11-5-9 0,-11 5-12 0,0 0-12 15,0 0-5-15,0 0-10 0,6 7-3 0,-6-7-6 16,-1 10-7-16,1-10 1 0,-1 13-3 16,1-13-2-16,-2 15-4 0,6-7 1 0,-4-8 2 15,3 17-3-15,-3-17-5 0,7 14-9 0,-7-14-15 16,14 10-17-16,-14-10-6 0,22 6 3 0,-22-6 11 16,28 0 3-16,-11-4 6 0,3-1 6 0,0-4 10 15,1-1 10-15,4-3 11 0,-3-4 7 0,0-3-5 16,0-2 1-16,0-7-2 0,-2-1 1 0,5-11-4 15,0 0 3-15,-2-6-11 0,1-2 4 0,-2-1-8 16,0 1 17-16,-2 5-24 0,-5 8 25 0,-2 3 0 16,-4 3 22-16,-1 7-4 0,-3 2 8 0,-2 5-17 15,0 2 8-15,-3 4-18 0,0 10 10 0,-2-15-19 16,2 15 6-16,0 0-11 0,0 0 10 16,0 0-13-16,-20 8 10 0,8 7-11 0,2 2 11 15,-2 8-11-15,0 4 9 0,0 1-10 0,-1 4 2 16,3 0 0-16,-1 4 6 0,-1-1-3 0,1 2-1 15,-2-1-4-15,1-2-30 0,2-1-44 0,-3-2-46 16,4-1-18-16,-1-4 5 0,0-7 14 0,4-3 15 16,-1-3-29-16,2-5 62 0,5-10-33 0,-7 11 70 15,7-11-52-15,0 0 69 0,0 0-32 0,0 0 68 16,0 0 8-16,4-11-11 0,2 2 18 16,1-4 7-16,5 0-5 0,-1-2-2 0,2-2 38 15,2 3-55-15,1 1 40 0,2-1-52 0,1 1 72 0,-3 2-84 16,4 1 59-16,-2 3-52 0,2-1 2 15,-4 3 2-15,0 1 12 0,-16 4 36 0,28-2-35 16,-28 2 38-16,26 1-27 0,-26-1 15 0,23 8 15 16,-14-2 6-16,0-1 1 0,-3 2-4 0,2 2 2 15,-5 0-6-15,0 1 7 0,-2 0 2 0,-1-10-7 16,0 20-8-16,-4-9 0 0,1 1-21 0,-2-1-4 16,-1 0 6-16,-1 2-16 0,2-4 8 0,-2 0-19 15,0 0-31-15,7-9-80 0,-8 13-71 0,8-13-12 16,-7 7-81-16,7-7-67 0,0 0-442 0,0 0-314 15</inkml:trace>
  <inkml:trace contextRef="#ctx0" brushRef="#br0" timeOffset="21376.42">32912 6259 178 0,'0'0'697'0,"0"0"-287"0,0 0-44 15,0 0-148-15,0 0 16 0,0 0-107 0,-3 8 35 16,3-8-92-16,3 9 54 0,-3-9-95 0,8 10 19 16,-1-4-2-16,2 2-1 0,1-5-8 0,1 3-4 15,3 0-7-15,0-4-4 0,-14-2-6 0,29 4-1 16,-29-4-4-16,28 0 38 0,-28 0-51 16,29-5 41-16,-13-1-50 0,-3-1 58 0,2 0-48 15,-1-4 42-15,-3 0-48 0,-1-4 39 0,1 2-31 16,-6 1 15-16,2-2 25 0,-4 3 18 0,-3 11 13 15,1-18 3-15,-1 18 2 0,-4-13 2 0,4 13 9 16,-12-3 10-16,12 3 1 0,-23 3 7 0,4 5-4 16,-2 3-3-16,-3 4 45 0,-1 4-51 0,1 0-6 15,2 3-10-15,1 1-9 0,1 0-16 0,4 1-8 16,0 0-7-16,7-5-5 0,2 2-4 0,3-5-3 16,4-2-15-16,2 0-17 0,4-3-32 15,3 0-54-15,5-2-64 0,4-4-84 0,5 0-68 0,-1-4 3 16,7 0-17-16,-4-2-45 0,10-5-91 15,-2 1-288-15,2 0-268 0</inkml:trace>
  <inkml:trace contextRef="#ctx0" brushRef="#br0" timeOffset="21493.42">33361 6441 803 0,'0'0'631'15,"0"0"-99"-15,20-1-83 0,-20 1-106 0,0 0-80 16,0 0-52-16,0 0-32 0,0 0-22 0,0 0-23 16,19 0-24-16,-19 0-24 0,0 0-15 0,0 0-21 15,0 0-66-15,0 0-107 0,0 0-137 0,0 0-68 16,0 0-169-16,0 0-329 0,0 0-397 0</inkml:trace>
  <inkml:trace contextRef="#ctx0" brushRef="#br0" timeOffset="23561.07">21944 7557 370 0,'0'0'469'0,"15"1"-105"16,-15-1-101-16,0 0-71 0,0 0-19 0,0 0-54 16,3 13-23-16,-3-13 4 0,1 12-68 15,-1-12 60-15,4 24-36 0,0-7 62 0,1 6-54 16,1 10 75-16,3 3-6 0,0 4-20 0,4 12-12 15,0 4-7-15,0 0-25 0,2 1 13 0,-1 2-32 16,1-3 4-16,2 2-19 0,2-5 10 16,3 1-24-16,6-3 14 0,2-2-11 0,5-4 2 15,5-2-1-15,9-5-3 0,4-3 43 0,9-3-60 16,3-7 47-16,5-5-57 0,3-5 51 0,6-3-71 16,3-4 64-16,2-5-53 0,0 0 50 0,0-4-60 15,-3-1 59-15,-4 1-56 0,-7-3 53 16,-3 2-56-16,-16 0 55 0,-6-2-56 0,-2 1 87 15,-6 1-38-15,-8-1 71 0,-2 1-32 0,-3 0 50 16,-4 1-33-16,-4-1 32 0,-16 2-6 0,27-3-7 16,-27 3-9-16,18-2-16 0,-18 2-7 0,0 0-7 15,23-1-8-15,-23 1-8 0,0 0-17 0,0 0-2 16,18-4-6-16,-18 4-6 0,0 0-13 0,0 0-19 16,0 0-18-16,0 0-18 0,14-3-63 15,-14 3 30-15,0 0-80 0,0 0 27 0,0 0-63 16,0 0 43-16,-10-5-53 0,10 5 9 0,0 0 4 15,-13-5-7-15,13 5 4 0,-10-7 13 0,10 7 2 16,-12-14 19-16,3 5 9 0,3 0 49 0,-3-1 14 16,1-1 50-16,-4-4 11 0,0 0 41 0,-2 1 25 15,1 0 22-15,2-1 6 0,-6-1-1 0,4 3 62 16,-3-1-62-16,1 0 46 0,-1 0-49 0,-1 2 44 16,2-2-65-16,-1 3 58 0,0 0-42 15,1-1 37-15,1 2-32 0,2 2 36 0,-1 0-15 16,3-1 23-16,-4 3-7 0,5 1 11 15,9 5-16-15,-15-11 4 0,15 11-21 0,-13-8-1 16,13 8-22-16,-9-4 1 0,9 4-17 0,0 0 8 16,0 0-5-16,0 0 9 0,-10 7-3 0,10-7 13 15,6 18-3-15,3-2 5 0,5 0-3 0,5 4-4 16,4 3-8-16,4-4-1 0,1 5-4 0,3-2-9 16,0-3-5-16,-2 3 2 0,3-2 30 0,-4-2-44 15,-1 3 26-15,-1-3-35 0,-3 0 34 0,-3 0-2 16,-6-3-8-16,0 2-1 0,-5-2 0 15,-1-3-34-15,-7 1 39 0,-1-1-33 0,-5 3 23 16,-4 3-21-16,-6-2 26 0,-6 3-54 16,-7 0-31-16,-4-1-43 0,0 0-52 0,-7-2-60 15,-6 3-33-15,5-3-82 0,-8 4-97 0,0-1-451 16,10-3-498-16</inkml:trace>
  <inkml:trace contextRef="#ctx0" brushRef="#br0" timeOffset="25478.7">24599 8505 619 0,'0'-13'538'0,"-2"-1"-78"0,0 3-136 0,2-3-29 15,-2 3-75-15,2 11-13 0,-4-16-59 16,4 16 0-16,-3-14-43 0,3 14 0 0,-1-11-37 16,1 11-1-16,0 0-35 0,-1-10 15 0,1 10-26 15,0 0-3-15,-4 9-9 0,1 2 15 0,2 9-20 16,-1 5 16-16,0 2-4 0,1 10-3 16,1 1 2-16,1 3-4 0,2-1-4 0,-1-2-7 15,2 0-15-15,1-2 19 0,4-4-24 0,0 1 17 16,4-7-24-16,2-1 28 0,0-9-16 0,2-3 19 15,5-6-23-15,0-2 26 0,2-6-18 0,3-6 19 16,2-3-22-16,2-6 20 0,-1-5-12 0,-2-1 24 16,-2-3 4-16,-2-3 1 0,-4 0 18 0,-1-2 9 15,-3 2 17-15,-4 2 30 0,-5 3 11 16,-2 5 18-16,-1 1 7 0,-3 6-19 0,-1 0-21 16,0 11-19-16,-1-15-18 0,1 15-12 15,0 0-9-15,-12-4-8 0,3 11-6 0,0 4-9 16,-1 5 24-16,2 4-28 0,-2 2-3 0,4 2-2 15,1 1-3-15,1-1-6 0,2 0-2 0,5 0-6 16,0-2 7-16,3 0-5 0,4-3 9 0,3-2-5 16,1-3 6-16,5-3-5 0,-2-2 7 0,3-2-3 15,-2-5 5-15,2-3-8 0,3-2 11 0,1-3-5 16,-1-4 17-16,1-5 10 0,2-2 5 0,-3-2 5 16,-3-4 15-16,-3 0 8 0,-2-2-12 0,-3-3 12 15,-5 1-25-15,-3 1 15 0,-2-3-8 16,-5 1-3-16,-1-5-7 0,-5-1-4 15,-5 1-2-15,0 1-6 0,-4 2 3 0,-2 2 8 16,-5 2-35-16,1 1-16 0,-3 2-5 0,3 5-17 16,-3 0 0-16,0 3-37 0,0 4-8 0,4 4-32 15,2 0-36-15,4 5-34 0,17 2-60 0,-32 1 10 16,17 4-44-16,2 2 21 0,2 4-27 0,4 0-39 16,3-1-17-16,4-10-46 0,4 20-214 0,6-9-140 15</inkml:trace>
  <inkml:trace contextRef="#ctx0" brushRef="#br0" timeOffset="25845.7">25263 8365 628 0,'20'-7'445'0,"-4"2"-44"0,-2 1-144 0,-1-3 2 15,-2 0-63-15,-2 0 39 0,-1 3-19 0,-8 4-2 16,12-10-16-16,-12 10-17 0,11-9-44 0,-11 9-20 16,8-6-35-16,-8 6-7 0,0 0-26 0,0 0-1 15,17 3-18-15,-12 6 3 0,3 4-16 0,2 4 7 16,1 3-16-16,0 8 4 0,-1-1 5 0,1 2-4 15,-2 1-4-15,-2 1 1 0,2 0 45 0,-2-1-61 16,-1-5-1-16,-2 0-4 0,2 0-9 16,-1-2 5-16,-1-3 2 0,0-4 1 0,-1-1-3 15,-1-4 5-15,2 1 1 0,-4-12 2 16,5 11 2-16,-5-11-12 0,0 0 10 0,0 0 10 16,23-4-4-16,-10-3 1 0,-2-7 5 0,4-3 53 15,0 1-59-15,2-6 12 0,0 2 12 0,1-2 10 16,-6 6 9-16,-1 3-2 0,2-1-1 0,-4 4-12 15,-1 1 0-15,-3 1-13 0,-5 8-1 16,11-9-6-16,-11 9 0 0,12-6-4 0,-12 6 4 0,0 0-2 16,19 7 0-16,-19-7 1 0,12 10-8 15,-5-3-20-15,-1 3-36 0,2 2-55 0,0-1-49 16,-2 1-55-16,3 1-31 0,-1-1-68 0,1 1-79 16,-4-5-66-16,6 2-176 0,-2-2-171 0</inkml:trace>
  <inkml:trace contextRef="#ctx0" brushRef="#br0" timeOffset="26528.7">26042 8616 368 0,'6'-8'648'0,"-1"0"-149"16,-5 8-128-16,8-14-88 0,-8 14-26 0,5-11-37 15,-5 11-77-15,6-8 0 0,-6 8-51 16,0 0-1-16,6-9-37 0,-6 9 11 0,0 0-27 16,0 0 2-16,6 12-3 0,-6-12-4 0,4 13-9 15,-1-4 0-15,-1 1-10 0,3 2 1 0,0-2 0 16,0-1-4-16,-1 0-10 0,1-1 9 0,2 0-2 15,-2 0-3-15,-5-8 3 0,11 10-7 16,-11-10 5-16,11 5 1 0,-11-5-3 0,0 0-7 16,20-6 57-16,-12-1-59 0,-1 0-1 0,2-4 3 15,-2 0-7-15,-2-3 7 0,-1-1 1 0,-2-2-1 16,0 4-21-16,-2-2 26 0,-2 1-17 16,2 2 30-16,-4-2 1 0,1 4 7 0,-1 1-15 15,-1 2 17-15,5 7-22 0,-16-7 9 0,16 7-13 16,-18 3 15-16,4 4-18 0,-2 5 17 0,-1 0-10 15,1 4 5-15,0 7 0 0,0-3-1 0,5 0-6 16,2 0-3-16,1 0-13 0,2 0-18 0,6-4-22 16,0-2-62-16,6-1 23 0,2 0-57 0,1-3 40 15,5-1-38-15,2-6-24 0,4 1-20 16,-1-4-63-16,8-4 32 0,1 0-1 0,4-5 48 16,-1-3 13-16,0 0 86 0,-3-3-5 0,-1-1 81 15,-4-2 31-15,-3 0 32 0,1-4 20 16,-2 2 33-16,-8 1 22 0,2 2-9 0,-3 1 34 15,-1-1-41-15,-1 6 58 0,-3 1-40 0,1 2 20 16,-6 8-58-16,9-16 8 0,-9 16-49 0,4-7 9 16,-4 7-35-16,0 0 21 0,0 0-37 0,0 0 26 15,7 10-40-15,-7-10 31 0,1 16-7 0,-1-16-3 16,0 22-13-16,0-11 7 0,0 3-3 0,0-3-1 16,0 1-2-16,0-1-6 0,0-1-1 0,0-10-1 15,1 21 1-15,-1-21-8 0,0 13 7 16,0-13 2-16,2 13 7 0,-2-13 5 15,0 0 2-15,8 9 16 0,-8-9-14 0,0 0-3 16,18-7-10-16,-6 4 8 0,-1-5 6 0,7-1 0 16,-1-2-19-16,1 1 5 0,-2-1-3 0,5 1 26 15,-1 0-8-15,-2 1 17 0,1 1-15 0,-2 4 7 16,-2 0-20-16,-15 4 11 0,26-2-11 0,-26 2 6 16,23 7-5-16,-9 0 10 0,-4 3-7 0,0 0 0 15,-2 3 0-15,-3 0-4 0,0 1-1 0,-2 4-10 16,-2-2-42-16,-1 3-61 0,-2 0-59 0,-1 2-76 15,-1 0-111-15,-1-2-70 16,3-2-357-16,-1-1-301 0</inkml:trace>
  <inkml:trace contextRef="#ctx0" brushRef="#br0" timeOffset="26762.7">27446 8074 224 0,'9'-16'995'0,"-1"3"-255"0,-2 4-145 16,-6 9-170-16,9-12-108 0,-9 12-80 16,0 0-42-16,0 0-42 0,0 0-32 0,0 0-28 15,7 12-9-15,-9 2-22 0,1 3-9 16,-3 8-18-16,0 9 1 0,-1 1-5 0,1 4-1 16,-3 2-22-16,-1 1 8 0,-1 3-16 0,1 1-45 15,-2-3-32-15,1 2 3 0,0-1-110 0,0-3-24 16,0-2-10-16,6-3-59 0,-3-3-30 0,5-8-13 15,0-5-11-15,0-6-381 0,2-4-239 0</inkml:trace>
  <inkml:trace contextRef="#ctx0" brushRef="#br0" timeOffset="27112.7">27455 8606 490 0,'10'-21'450'0,"-1"1"-75"0,0 0-119 16,1 1-50-16,-1 1-69 0,2 2 11 0,1 1-64 15,1 2 18-15,3-1-52 0,0 3-12 16,1-2-10-16,0 4-16 0,0 0 5 0,-1 3 4 15,0 3-8-15,-3 0-2 0,-13 3 32 0,23-3-43 16,-23 3 37-16,21 6-55 0,-21-6 48 0,14 9-32 16,-9 0 46-16,0 1-35 0,-4 4 52 15,0-2-44-15,-3 6 55 0,-3 0-4 0,0 3-6 16,1 1-13-16,-3-2 1 0,2 3-17 0,0-2 1 16,0 0-6-16,3-2-3 0,2-2-7 0,1 0-41 15,2-2 48-15,3 0-34 0,0-4 36 0,3 0-45 16,5-5 44-16,0 1-2 0,3-5-4 0,-17-2-8 15,38-2-8-15,-15-2 29 0,-2-3 23 16,0-2 19-16,1-3 70 0,-4 0-37 0,-1-3 10 16,-3-1 6-16,1-2-2 0,-7-2-19 0,0-1 4 15,-2-2-25-15,-2 2-13 0,-3 1 2 0,-6-1-27 16,-1-2-15-16,-5 5-31 0,-3 0-30 16,-6 1-31-16,-6 2-62 0,-5 4-51 0,-2 0-114 15,-5 7-36-15,-4-3-116 0,-2 6-441 0,-3 0-504 16</inkml:trace>
  <inkml:trace contextRef="#ctx0" brushRef="#br0" timeOffset="27862.7">28786 8026 631 0,'9'-18'490'0,"1"0"-64"16,-5 3-109-16,1 1-62 0,-4 3-45 0,0-2-35 15,-2 13-62-15,-2-17 19 0,2 17-54 0,-12-12 27 16,12 12-38-16,-23-5 14 0,1 10-37 0,-6 5 12 16,-4 5-33-16,-3 5 23 0,-4 9-32 0,-3 3-4 15,4 0 4-15,2 2 0 0,5 0-4 16,9-6 0-16,0 0 11 0,8-1 15 0,1 0 3 15,8-4-7-15,4-4-3 0,2-2-1 16,8 2-5-16,0-4-3 0,5 0-4 0,4-2-4 0,2-5-1 16,2 1 1-16,4-3-5 0,-1 1-1 0,-2-5-2 15,-5 2 0-15,1-3 0 0,-3 0-2 16,-16-1 7-16,22 4 34 0,-22-4 10 0,0 0-6 16,16 3-7-16,-16-3-6 0,0 0-5 0,0 0-4 15,0 0-4-15,-16 3-2 0,4 1-5 0,-3-1 0 16,-1 3-1-16,-4 0-6 0,0 2 0 0,1 3-2 15,0 0-1-15,4 3 5 0,-3 0-7 16,4 1 7-16,0 2-10 0,2 3 7 0,6 0 0 16,0-1-1-16,3 0-10 0,7-2-7 0,2 3-26 15,5-1-1-15,1-2-13 0,11 2 6 0,2-4-41 16,4-2 6-16,0-5-56 0,6 0 25 0,0-6-56 16,-5-2 26-16,7-1-52 0,-1-2-19 0,-1-5-25 15,-3-1-45-15,-2-3 19 0,-7-1-51 16,-3 1-162-16,-4-3 79 0</inkml:trace>
  <inkml:trace contextRef="#ctx0" brushRef="#br0" timeOffset="28212.7">28921 8570 883 0,'-5'-24'183'0,"-4"-5"43"16,-3 2 2-16,-1-1-35 0,1 2-2 16,1 6-21-16,2 1 64 0,-1 3-60 0,3 2 5 15,0 3-18-15,3 0-14 0,-1 3-18 0,5 8-26 16,-9-12-19-16,9 12-15 0,0 0-15 0,0 0-11 16,0 0-9-16,0 0-6 0,14 7-5 0,-5 3-2 15,5 4-6-15,0 2 15 0,6 4-17 0,0 0 5 16,1 1-10-16,0 2 11 0,0-2-16 0,-1 2 13 15,2-3-20-15,-3 1-1 0,0-4-11 16,-6 0-21-16,2-5-48 0,-4 0-8 0,-1-4-6 16,-2 0-4-16,-8-8-35 0,12 10 25 15,-12-10-44-15,0 0 15 0,0 0-10 0,23-3-11 16,-23 3 43-16,11-14 24 0,-5 3 25 0,0-4 33 16,0-5 24-16,-3-1 43 0,3-2 28 0,-3 2 10 15,0-1 20-15,-2 4 23 0,-1 3 15 0,3 3 12 16,-6 0-26-16,3 12-16 0,-2-16-10 0,2 16-23 15,-12-6-14-15,12 6-5 0,-23 6-6 0,6 3-5 16,-6 6 19-16,-3 4-48 0,1 3 37 0,-3 3-27 16,2 0 19-16,-2 3-11 0,-2 5 0 0,5-3-16 15,0 1-71-15,3-4 1 16,3 0-73-16,2 1-47 0,4-4-97 0,2-5-81 16,7-5-294-16,2-2-185 0</inkml:trace>
  <inkml:trace contextRef="#ctx0" brushRef="#br0" timeOffset="29413.7">29360 8377 458 0,'0'0'624'0,"11"-9"-169"0,-11 9-123 16,0 0-67-16,0 0-37 0,0 0-60 0,0 0-52 16,0 0-23-16,-4 15-16 0,4-15-16 0,-4 17-10 15,4-17 18-15,4 18-26 0,0-6 24 16,2 0-42-16,1 2 15 0,2-3-27 0,3 3 27 15,1-3-40-15,1-3 25 0,-1-1-50 0,1 0 35 16,-2-4-29-16,-12-3 30 0,25 1-44 0,-25-1 46 16,26-3-39-16,-13-4 39 0,-2 0-36 0,3-2 35 15,-5-2-35-15,0-3 29 0,1-2-21 0,-6 0-5 16,0-1 13-16,-3 1 12 0,-1 3 22 16,0-1 5-16,-2 0-7 0,-1 4 2 0,-2 0-1 15,5 10-9-15,-13-9-7 0,13 9 1 0,-20-1-2 16,5 5-1-16,-3 6-2 0,-5 5-4 15,1 3 2-15,0 4 5 0,2 2-5 0,1-1 15 16,3 4-21-16,1-2 24 0,6-6-12 0,2 4-12 16,5-6-13-16,2-1-13 0,2 0-59 0,5-3 36 15,2 0-67-15,6-3 42 0,2-3-48 0,3 0-20 16,4-5-26-16,1-3-62 0,4-3 18 0,6-5 19 16,2-1 19-16,0-2 24 0,1-3 42 15,0-2 59-15,-3-5 30 0,1 2 41 0,-1-1 46 16,-6 0 1-16,-1 1 52 0,-5 1 9 0,-5 5-1 15,-4 2 0-15,-1 3 5 0,-5 1 37 0,-8 8-82 16,9-8-8-16,-9 8-36 0,0 0 11 0,0 0 26 16,0 0-58-16,0 0 40 0,-9 10-55 0,9-10 43 15,-9 14-53-15,3-5 46 0,3 0-65 16,-1 0 57-16,4-9-50 0,-3 17 39 0,3-17-67 16,4 17 29-16,-4-17-35 0,14 14 31 0,-14-14-43 15,22 7 17-15,-22-7-25 0,31 1 4 16,-15-2 0-16,7-3-3 0,-2 1 29 0,-1-4 10 15,-3 4 18-15,-3-3 27 0,-1 1 11 0,-13 5 21 16,18-4 72-16,-18 4-44 0,14-6 40 0,-14 6-48 16,0 0-16-16,0 0 15 0,0 0-40 0,11 6 28 15,-11-6-41-15,-2 9 30 0,2-9-41 47,-6 16 31-47,6-16-35 0,-1 17 32 0,1-17-49 0,0 17 46 0,0-17-38 16,5 18 34-16,0-9-10 0,2-2-19 15,2 1-14-15,2-5-18 0,1 2-1 0,-12-5-59 0,29 4 58 0,-10-8-42 16,-1 3 58-16,5-5-34 0,-2-2 39 0,0 0-23 0,-1-2 48 0,0 0-36 0,-3-4 50 0,3-4-43 16,-1-1 47-1,-1-3-46-15,-4-2 12 16,2 1-13-16,-2-1 4 0,-3-1 16 0,-2 4 7 0,1 2 2 0,-2-1 58 0,-3 5-54 0,1 1 8 0,-3 2 1 16,2 2 1-16,-5 10-3 0,5-15-5 0,-5 15-14 15,4-12 10-15,-4 12-2 0,0 0 0 0,6-9-4 16,-6 9-4-16,0 0 6 0,0 0-14 0,6-7-40 15,-6 7 12-15,0 0-7 0,16-7-5 16,-16 7-4-16,17-9-17 0,-4 3-18 16,2-3 1-16,1-2 65 0,-1-2 9 0,2-2 15 15,-1-6 10-15,2-3-6 0,-2-1 9 0,-1-2 64 16,-4-3-55-16,2-5 74 0,-4 0-69 0,-2-3 74 16,-1 1-22-16,0-2 34 0,-2 4 27 0,-3 8 16 15,2 2 2-15,-2 4-14 0,0 5-25 0,-1 4-24 16,0 1-24-16,0 11-16 0,0-11-11 0,0 11-11 15,0 0-3-15,-9 14-11 0,1 4-2 0,1 5 6 16,0 9-9-16,0 3 1 0,-2 4-10 16,2 3-2-16,-2 3-1 0,-1 11-1 0,0-2-4 15,-1 0-24-15,2-11-9 0,-3-1-24 16,3-1-14-16,-3-4-10 0,1-1 18 0,1-5-25 16,0-4 27-16,2-7-23 0,2-2 42 0,1-3-36 15,1-7 38-15,4-8-38 0,-4 9 45 0,4-9-40 16,0 0 61-16,0 0-42 0,6-9 57 0,1 2-34 15,1-2 4-15,6-6-1 0,-3 2 17 0,4-4-1 16,3-3 2-16,4 1 3 0,-2 2-1 0,2 0 3 16,4 0 4-16,-6 5-10 0,0 0 14 0,0 4 5 15,0 0 5-15,-3 2 0 0,0 3-1 16,-17 3 3-16,27 0 5 0,-27 0 1 0,23 6 1 16,-11-2 0-16,-3 4 2 0,2 1 0 0,-3 1-1 15,-1 2-5-15,-2 1 3 0,-1 0 3 16,-1 4-9-16,-2-2-5 0,0-3-1 0,-2 3 1 15,0 3-1-15,-3-2-12 0,1 0-60 0,-3-1 2 16,0 0-81-16,1-2-45 0,-1 1-93 0,-2-6-125 16,3 1-207-16,5-9-145 0</inkml:trace>
  <inkml:trace contextRef="#ctx0" brushRef="#br0" timeOffset="29780.71">31108 8206 581 0,'0'0'754'0,"0"0"-215"0,2-9-125 16,-2 9-103-16,0 0-104 0,0 0-41 0,0 0-36 15,0 0-25-15,0 0-17 0,0 0-20 0,20 8-15 16,-20-8-16-16,19 6-17 0,-4-2-21 16,2-1-17-16,2 0-30 0,-1 0-12 0,-1-2-8 15,-17-1 0-15,32-1 2 0,-16-3 23 0,-2 0 8 16,0-2 6-16,-2-1 8 0,-1-1 7 0,-1-2 11 15,-2-1 18-15,-1-3 8 0,-4 1 2 0,0-1 24 16,-2 1 15-16,-1 0 4 0,-1 1 1 0,-3 2-8 16,-2 0-7-16,-2 2-4 0,-2 3 14 0,10 5-31 15,-33-1-8-15,12 6-4 0,-8 5-5 16,1 5-3-16,-2 2-5 0,-1 6 2 0,5-1 1 16,0 3-5-16,2 0-1 0,4 2 19 0,3-1-26 15,5-2-9-15,6-3-14 0,-1 0-27 16,7-4-12-16,3 0-50 0,4-3 6 0,4 1-55 15,5-1-20-15,2-3-50 0,10 0-42 0,1-5-92 16,3 0-245-16,5 1-146 0</inkml:trace>
  <inkml:trace contextRef="#ctx0" brushRef="#br0" timeOffset="30130.7">31828 8690 374 0,'0'0'692'16,"-5"12"-218"-16,-2-6-80 0,-5 1-95 0,-11 2-10 16,-9-1-66-16,-8 1-11 0,-7 0-18 0,-19 1-1 15,-8-2-5-15,-10 1-9 0,-11 1-8 0,-29 2-11 16,-10-3-2-16,-8 2-28 0,-12 0-8 0,-10-1 2 16,-8 1-4-16,-12 0 3 0,-11 1-2 0,-11-1-1 15,-10 4-10-15,-8 0-8 0,-9 2 0 0,-5 4-44 16,-8 4-5-16,-5 4 2 0,2 1-32 0,0 5 0 15,-1 0-12-15,7 2 1 0,7 1-1 16,9-2 11-16,11-1 4 0,13-2-1 16,17-3-26-16,17-3 34 0,21-3-28 0,18-2 2 15,36-10 3-15,14 1 16 0,12-3-25 0,19-4 27 16,8-1-20-16,8 0-19 0,6-3-27 0,27-2-39 16,-24-3-23-16,24 3-4 0,0 0 6 0,10-14-5 15,7 6-5-15,7-2-34 0,8 0-29 0,5 0-47 16,2-1-117-16,3 2 6 0,0 0-79 0,1 2-63 15,-3 0-433-15,0 2-543 0</inkml:trace>
  <inkml:trace contextRef="#ctx0" brushRef="#br0" timeOffset="33981.81">3439 5486 647 0,'-12'-14'419'0,"3"2"-65"16,0 2-121-16,-3 1-13 0,1 0-88 0,-2 2 11 15,-2 0-44-15,0 4 22 0,-2 0-59 0,17 3 45 16,-31-1-64-16,14 2 43 0,0 4-49 0,-5 0 33 15,4 2-46-15,-4 5 33 0,1 4-46 0,-1 3 34 16,3 5-44-16,-2 2-3 0,5 5 0 0,-1 3 0 16,3 2 3-16,0 4 7 0,2 2-1 0,6-1 20 15,-2 1 5-15,6 0 6 0,1-2 11 0,3-4 7 16,2 0 5-16,6-1 2 0,0-5 17 0,4 0-20 16,3-5 9-16,1-4-24 0,3-4 1 15,4-1-14-15,3-5 14 0,-1-6-19 0,4-4 5 16,6-3-18-16,3-5-4 0,2-4 0 0,8-9-3 15,-1-3-2-15,3-6-1 0,-5-3-1 16,0-3-1-16,-4-2 2 0,-4-3-1 0,-2 0-2 16,-8 0 2-16,-3-2 4 0,-7 8 17 0,-5-1 22 15,-2 0 8-15,-7 1 15 0,0 0 1 0,-7 4-11 16,-3-2-11-16,-6 0-7 0,-3 4-2 0,-3 2 3 16,-4 3-8-16,-5 4-4 0,-2 2-10 0,-3 5 4 15,-2 3-6-15,0 6-7 0,1 2-5 0,-6 4-4 16,-1 5 2-16,1 3-2 0,-1 3 3 0,1 3 0 15,-7 8-3-15,4 4-2 0,2 1 2 16,-1 5-4-16,4 2 1 0,3 4-2 0,4 0 1 16,2 3 4-16,4-1 0 0,6-4-7 0,4-3-1 15,3 3 2-15,2-2 0 0,7 1 0 0,2-3 3 16,6-1-3-16,3-2 1 0,3-1-1 0,3-4 1 16,2-3 2-16,8-3-4 0,1-1 5 0,3-7 3 15,5 0-3-15,2-6 6 0,5-6-4 0,1-2 0 16,3-7-3-16,11-6 3 0,-1-4 0 0,-1-6 2 15,0-2-4-15,-3-7 0 0,-3-1 2 0,-2-4-2 16,-3 0 0-16,-5-3-4 0,-5 0 6 16,-4-1 0-16,-7 0-1 0,-8 4 6 0,-4 1-7 15,-3-1 5-15,-8 1-5 0,0-2 3 16,-9 3 1-16,-2 1-2 0,-5 1 1 0,-3 3-1 16,-5 2-1-16,-3 4-3 0,-4 4 38 0,-1 5-41 15,-6 3 2-15,2 4 0 0,-2 7 4 0,-1 3 0 16,-3 5-9-16,3 3 3 0,0 6-2 0,-8 6 8 15,2 7 2-15,3 2-1 0,2 4-8 0,4 7 4 16,3 1 0-16,4 3-3 0,3 0 1 0,3 3-1 16,6-2 1-16,6-6 0 0,5 1 5 0,3-1-1 15,3 0-2-15,3-2-4 0,3-2 0 0,5-2 3 16,2-3 6-16,5-1-1 0,3-4 0 0,2-2-2 16,4-4 3-16,3-4 3 0,4-3-3 15,1-6 2-15,6-4 0 0,0-4 1 0,1-6-1 16,3-4 5-16,5-9-9 0,1-2 1 0,-2-6-1 15,-4-2 1-15,-1-2 2 0,-5-3 0 0,-4-3-2 16,-4 1 1-16,-3-3 1 0,-11 6 0 0,0-1-5 16,-6-3 5-16,-3 2-4 0,-6-2 4 15,-2 2 0-15,-5 0 1 0,-5 1 14 0,-3 4 18 16,-1 0-15-16,-4 6 6 0,-4 1-10 0,0 5 1 16,-5 3-18-16,0 4 9 0,1 8-11 0,-3 2 9 15,-6 5-11-15,-2 5 10 0,0 6-10 16,1 5 7-16,-6 7-6 0,0 6 10 0,2 4-9 0,4 3-2 15,2 2 0-15,3 1 0 0,6 2 1 16,2 1-2-16,7-8 0 0,3 1-6 0,4-1 7 16,4-1-8-16,3 0 3 0,4-8-8 0,2 5 2 15,4-3-8-15,3-2 8 0,2-3 0 0,4-5 3 16,3 0-6-16,3-4 12 0,1-5 4 0,1-3 5 16,3-5-5-16,0-3 7 0,9-2-9 0,0-6 8 15,-1-3-7-15,1-4 7 0,-1-2-3 0,6-10 5 16,-2-2-3-16,-3 0 7 0,-2-5 0 0,-3-3-8 15,-4 0 5-15,-7 5 3 0,-4-2-3 0,-2 0 7 16,-4-3-5-16,-4 1 14 0,-6 2-8 0,-2-2 14 16,-6 0-3-16,-2 2 11 0,-4 5-2 15,-4-2-1-15,-4 5-9 0,-1 5-4 16,-3 2-2-16,-3 4 26 0,-2 4-46 0,1 6-2 16,0 4-2-16,-7 6 2 0,-1 4 1 0,1 3 15 15,-2 7-20-15,-6 7 15 0,5 3-18 0,-1 5 15 16,3 5-17-16,5 2 18 0,1 2-19 0,5 4 17 15,1-3-11-15,7 4 17 0,3-11-28 0,7 1 17 16,1-2-32-16,4-1-2 0,2-5-3 0,3-2-3 16,5-3-6-16,3 4 13 0,5-7 1 0,-2-5 12 15,6-4 2-15,2-4 11 0,3-3-1 0,4-6 11 16,6-7-2-16,5-5 10 0,-2-6-15 0,9-7 12 16,1-4 0-16,-3-5 5 0,-2-5 19 0,-5 0 18 15,-1 0 22-15,-6-1-12 0,-5-2 24 16,-7 9-29-16,-3-2 29 0,-6-3-42 0,-2 1-4 15,-6 0 3-15,-3 2-4 0,-5 1 3 0,-2 3 7 16,-5 3-5-16,-4 4-16 0,-4 2-10 0,-3 5-7 16,-6 5-15-16,-1 3-23 0,-5 5-13 0,-1 7-15 15,-4 1-13-15,1 8-16 0,-11 4-9 0,4 4-21 16,-1 3-21-16,3 2-32 0,1 1-57 16,3 2-65-16,2 3-13 0,4 1-31 15,6-6-62-15,-2 7-491 0,9-6-510 0</inkml:trace>
  <inkml:trace contextRef="#ctx0" brushRef="#br0" timeOffset="48656.08">6002 9155 550 0,'0'0'410'0,"0"0"-96"15,0 0-72-15,0 0-65 0,0 0-38 0,0 0-29 16,0 0-22-16,0 0-14 0,0 0-17 15,0 0-7-15,-2-11 10 0,2 11-16 0,0 0-6 16,0 0-3-16,-15-2-7 0,15 2-6 0,0 0-4 16,-18 0-4-16,18 0-1 0,-22 2-5 0,22-2-1 15,-28 6-1-15,10-3-10 0,-2 2 3 16,-2 1 9-16,-1-2-7 0,0 3 3 0,-1-1-1 0,-2 0 2 16,2-1-3-16,-3 3 0 0,4-3 0 15,-4 1 1-15,0 0-2 0,1-1 4 0,0 0 2 16,-1 0-15-16,4-1 14 0,-3 1-6 0,2-3 5 15,1 2 12-15,0 0 1 0,8-3 5 0,-3 3 2 16,18-4 5-16,-27 2 4 0,27-2-1 0,-26 3 1 16,26-3 0-16,-21 3 3 0,21-3-6 0,-19 2-4 15,19-2-2-15,-17 1-6 0,17-1 0 0,-17 2-7 16,17-2-4-16,-15 5-9 0,15-5 7 0,-17 6 1 16,17-6 27-16,-16 11-26 0,4-3 30 15,1 1-25-15,0 1 26 0,0 4-27 16,-1 0 24-16,-2 1-28 0,3 2 29 0,-1 1-24 15,-2 1 23-15,4 1-19 0,-3 3 17 0,0 2-23 16,1 2 20-16,0 1 4 0,-1 0 0 0,3-1-20 16,-3 2-3-16,4 0-1 0,-1 0 12 0,1-1-3 15,0 3 0-15,1-3-2 0,1-3-3 0,1 0 4 16,0 0 4-16,2 0-1 0,-1 1 5 0,1 0-10 16,0 1 5-16,1-1-9 0,-1 1 10 0,2 0-9 15,0-1 10-15,1 3-1 0,-2 0-4 0,2 5 0 16,0 2-1-16,-1-1-2 0,1 1-9 15,1 2 9-15,-1-2-7 0,1 1 11 0,0 1-11 16,-1-2 6-16,2 2-8 0,-1-2 8 0,0-5-8 0,0-3 4 16,0 2-8-16,0-3 8 0,0 2-10 15,1-3 6-15,-1 1-5 0,0 0 9 0,0-1 0 16,-1 2-4-16,1-3-2 0,0 1 3 0,-1 0 0 16,-1-1-1-16,2 1 43 0,0 0-46 0,-1 3-1 15,1-2 3-15,-3 0-4 0,3 3 2 0,-1-1 1 16,-2 4-2-16,1-3-4 0,1 5 2 0,-2-1-2 15,2-4 2-15,-1-1-1 0,0 0 0 16,0-2 0-16,-1 1 1 0,3-1-2 0,-2-2 4 16,0-1-6-16,1-2 8 0,1-3-5 15,-3 0 3-15,3-1 0 0,0-5 0 0,-1 1-1 0,1 0 0 16,0-4-1-16,0 1 1 0,-1-2 2 0,1-9-6 16,0 17 1-16,0-17 2 0,0 14-4 15,0-14-1-15,1 11-1 0,-1-11 0 0,0 12-1 16,0-12 0-16,0 0 1 0,1 11 2 0,-1-11 0 15,0 0 1-15,4 8 0 0,-4-8 2 0,0 0-1 16,5 9 2-16,-5-9-6 0,0 0 3 0,12 8 4 16,-12-8 0-16,0 0-1 0,16 4 1 0,-16-4-2 15,16 2 1-15,-16-2 0 0,20 0 1 0,-20 0-2 16,25-1-6-16,-25 1 7 0,29-3-9 0,-12 2 10 16,1 0-6-16,1-1 6 0,-1 2-6 15,2-1 8-15,-1 0-9 0,6-2 8 0,0 2-9 16,-2 2 9-16,5-2-5 0,-3 0 4 0,2 0-7 15,1-2 7-15,0 1-7 0,1 0 8 0,-1 2-9 16,2-1 9-16,-2 0-8 0,1 1 7 16,-1-1-5-16,4 1 4 0,-4 0-7 0,3 0 10 15,0 1-2-15,-2-1-5 0,3 0 4 0,-1 0-6 16,1-1 8-16,-1 1-9 0,-1 0 9 0,2-1-8 16,4-1 7-16,-4 1-6 0,5-2 7 0,-1 1-6 15,2-2 6-15,-3 2-8 0,-1-3 8 0,2 1-9 16,-4-1 8-16,-2 1-4 0,-1-1 4 0,-1 2-6 15,-1-3 6-15,-1 3-7 0,-2-1 7 0,0-1-8 16,-1 1 10-16,-6 2-10 0,2-1 8 16,-4 1-10-16,-15 2 4 0,26-4-4 0,-26 4 10 15,21-2-11-15,-21 2 9 0,19-3-4 0,-19 3-2 16,0 0-10-16,19-1 10 0,-19 1-15 0,0 0 9 16,0 0-16-16,19-3 9 0,-19 3-23 0,0 0 7 15,0 0-23-15,0 0 11 0,0 0-23 0,0 0 20 16,17 0-30-16,-17 0 6 0,0 0-49 0,0 0 22 15,0 0-42-15,0 0-5 0,0 0-42 0,0 0-61 16,-4-10-94-16,4 10-281 0,-5-10-157 16</inkml:trace>
  <inkml:trace contextRef="#ctx0" brushRef="#br0" timeOffset="51590.6">6933 8035 128 0,'0'0'394'0,"-21"1"-144"16,21-1-62-16,0 0-47 0,-15-3-18 0,15 3-31 16,0 0 15-16,-19-3-24 0,19 3 30 0,-14-5-6 15,14 5-6-15,-16-7-14 0,16 7-11 0,-14-7-10 16,14 7-8-16,-14-9-15 0,14 9-3 16,-19-10 9-16,19 10 26 0,-18-11-34 0,9 6 27 15,1-1-38-15,8 6 40 0,-21-10-54 0,10 3 35 16,-4 3-41-16,4-3 33 0,-3 1-37 0,0 2 37 15,-2-2-39-15,3 2 32 0,-2-1-28 0,0 0 37 16,-2 1-44-16,2-1 37 0,-2 2-31 16,0-1 31-16,0 0-33 0,-1 2-6 0,-1-2 27 15,-2 0 26-15,-1 0-40 0,-2 2 26 0,1 0-37 16,-1-1 30-16,-1-1-33 0,1 3 22 0,-3-3-35 16,3 3 32-16,-3-2-36 0,0 2 23 0,-1-3-24 15,4 2 31-15,-3 1-42 0,1-2 33 0,2 1-30 16,-1 0 36-16,1 1-36 0,1-1 34 15,3 1-39-15,1-2 42 0,-2 2-40 0,2-1 38 0,2 1-36 16,-2 0 43-16,1 0-41 0,0-1 31 47,1 1-33-47,1-1 42 0,-2 2-47 31,18 0 49-31,-32-4-40 0,32 4 36 0,-33-3-39 0,15 2 36 16,-1 1-34-16,0-1 33 0,-2 0-33 0,1 0 22 0,-2-1-44 0,3 1 30 0,-3 1 30 0,1-1-38 15,-3-1 46-15,3 2-47 0,-1-1 8 32,-2 1 3-32,-1-1-1 0,5 1 4 0,-2 0-1 0,3-1 0 0,-3 2 3 0,2-1-7 0,0 0-1 0,0 1 14 15,1 0-8-15,2-1 8 0,-2 2 25 0,19-2-34 0,-31 1 30 0,31-1-32 0,-28 3 30 0,28-3-31 0,-30 2 24 0,13-1-27 0,-1 2 25 16,1-1-34-16,-2 1 33 0,0-2-21 0,1 1 24 16,-2 2-25-16,-3-3 18 0,2 3-17 15,-2-1 17-15,0 0-17 0,2 1 19 0,0-1-18 16,2-1 14-16,1 1-14 0,-1-1 11 0,1-1-22 15,0 2 15-15,1-2 2 0,2 2 0 0,15-3 2 16,-30 2-2-16,30-2 7 0,-28 1-6 0,28-1 1 16,-28 3 2-16,28-3-2 0,-27 3 9 0,27-3-8 15,-26 1-9-15,26-1 1 0,-30 2 21 16,17 1-9-16,13-3-3 0,-32 3-2 0,16 0 2 16,-1 1-1-16,-1-2 2 0,1 1-3 0,0 2 3 15,-4-2-2-15,2 2-1 0,-1 2-10 0,4-4 6 16,-2 4 8-16,0-4 0 0,3 2 3 0,-1 3-4 15,1-3-3-15,0 0 1 0,0 2-4 0,-1 1 9 16,2 1-2-16,-4-1-24 0,3 1 33 16,0 1-54-16,-1 2 52 0,2-2-16 0,3-1 27 15,-1 0-31-15,1 1 32 0,-2 3-33 0,1-1 32 16,0 2-26-16,0-2 26 0,1 2-27 0,0 0 28 16,2-3-28-16,1 2 27 0,0-1-36 0,0 1 41 15,2-1-33-15,-1-1 35 0,0 3-34 0,2-1 28 16,-2 0-24-16,3 1 21 0,0 0-19 0,-2 0 27 15,2 1-29-15,0 0 32 0,2-2-52 16,-1 1 47-16,1 0-23 0,-1 2 36 0,2-1-2 16,-2 1-4-16,3-2-2 0,0 1 1 0,0 0-4 15,0-1-5-15,0 1 3 0,0 0-2 16,0 0 15-16,2-1-17 0,-1 2 9 0,0-2-12 16,2 1 23-16,-1-2-31 0,0 2 25 0,0 0-24 15,1-1 24-15,1 0-26 0,-2-1 28 0,2-1-30 16,1 2 27-16,-1 0-30 0,0-2 28 0,-2 1-48 15,2 0 45-15,1 1-21 0,3 0-3 0,-3-2-1 16,1 3 12-16,1-3 2 0,1 2 1 0,2 3-2 16,0-2 4-16,0-2 0 0,0 1-4 0,2 1 2 15,1-1 0-15,-2 0-1 0,2 0-2 16,0-1 7-16,-2 0-8 0,3 1 16 0,-1-2-24 0,-1 1 19 16,-1-3 0-16,-1-1-1 0,3 0 8 15,-1 0-7-15,-1 0 0 0,2-2 0 0,-2 1 4 16,1-1-2-16,2 1-2 0,-1-4-3 15,-2 2 1-15,2 0 6 0,2-2 0 0,0 1-3 16,0-2-12-16,-1 1 7 0,0-1 4 0,-14-3 0 16,28 6-3-16,-28-6 1 0,31 5 4 0,-31-5-2 15,28 4-6-15,-28-4-2 0,28 3 2 0,-28-3 4 16,28 4 2-16,-28-4 0 0,30 3-4 0,-30-3-3 16,29 3 0-16,-29-3 2 0,31 2 2 0,-31-2-1 15,31 2-3-15,-31-2 3 0,30 0-1 0,-30 0 2 16,32 1-2-16,-32-1-3 0,31 0-1 0,-31 0-1 15,32 0 8-15,-32 0-3 0,29 0-5 0,-10 2 4 16,-19-2-1-16,31 0 1 0,-31 0-2 16,29 1 1-16,-29-1-1 0,31 1-1 0,-15 1-1 15,-16-2 2-15,33 2 4 0,-33-2-1 0,31 1 1 16,-14-1 2-16,-17 0 1 0,32 2-1 0,-15 1-1 16,2-1 0-16,-19-2 3 0,32 1-4 0,-32-1 2 15,32 0 0-15,-32 0 2 0,32 1 0 0,-32-1-4 16,32 0-2-16,-32 0 0 0,31 1-1 15,-31-1 0-15,29 1 0 0,-29-1-1 0,30 2 0 16,-30-2 0-16,29 0 4 0,-29 0-1 0,28 0-1 16,-28 0-2-16,28 0 2 0,-28 0 0 0,30-2-3 15,-30 2 1-15,30-1 2 0,-30 1 1 16,27-1-2-16,-27 1-4 0,30-1 1 0,-30 1-1 16,27 0-2-16,-27 0 2 0,28 0-1 0,-28 0 0 15,25-1-3-15,-25 1-1 0,23-2 1 0,-23 2-1 16,23-1 0-16,-23 1 0 0,22-2-1 0,-22 2 5 15,27 0-7-15,-27 0 1 0,24-1-2 0,-24 1 1 16,27 0 4-16,-27 0-3 0,30-1 2 0,-30 1 1 16,30-1 16-16,-30 1-21 0,30-1-2 0,-30 1-1 15,30-3 4-15,-30 3-1 0,28-1-2 16,-28 1 5-16,27-1-1 0,-27 1-1 0,25-2-1 0,-25 2-1 16,24 0 2-16,-24 0 0 0,23 0 0 15,-23 0-1-15,23 0-3 0,-23 0 4 0,22 0 0 16,-22 0 0-16,21 2 0 0,-21-2 0 15,22 1-1-15,-22-1 2 0,24 3-1 0,-24-3 0 16,25 1-4-16,-25-1 4 0,24 2 0 0,-24-2 2 16,28 1 0-16,-28-1-3 0,27 3 1 0,-27-3 0 15,26 3-1-15,-26-3 1 0,26 1 0 0,-26-1 0 16,27 0 0-16,-27 0 1 0,26 1 1 0,-26-1-4 16,24 1 2-16,-24-1-1 0,25 0 2 0,-25 0 1 15,23 0 0-15,-23 0-2 0,21 0 0 0,-21 0 0 16,23-1 0-16,-23 1 0 0,25-1 3 0,-25 1-4 15,21 0 1-15,-21 0 2 0,28-3-1 0,-28 3-2 16,26-4 1-16,-26 4-1 0,31-2 2 16,-13 1 0-16,-3-2 0 0,4 1-1 0,-2-1-1 15,-2 1-2-15,4-1 3 0,-3 1 0 0,0-1 0 16,0-1 0-16,-16 4 0 0,29-3 1 0,-11 0 0 16,-4-1 0-16,1 3-2 0,1-3 1 0,0 2 0 15,-1 0 2-15,1-4 1 0,-2 4-4 0,3-3 1 16,-2 1 1-16,0-1-2 0,2 2 1 0,-2-4 3 15,2 2-3-15,0 0 2 0,-2-1-1 16,0 2-2-16,2-1 1 0,-2-1 0 0,1 1 0 16,-1-1 0-16,-1 2 1 0,0-1 2 0,0-1-3 15,0 2 2-15,-3-1-2 0,1 1-2 16,-3-1 3-16,-9 5 1 0,23-9-1 0,-23 9 2 16,20-8 1-16,-9 2-3 0,-1 2 0 0,-1-1 1 15,3 0-2-15,-1 0 1 0,-2-2 3 0,5 3-2 16,-2-3-1-16,-1 0 9 0,0 0-9 0,0 1 6 15,-1 1-4-15,0-1 7 0,-10 6-2 0,19-10 9 16,-11 4 10-16,1-1-2 0,-9 7 4 0,18-11-1 16,-10 5 4-16,-8 6-3 0,15-11 1 0,-5 3-8 15,-2 1 2-15,0-1-5 0,0 0 10 16,2-1-9-16,-1-1-3 0,-2 0-1 0,4-3-4 0,-4 2-1 16,2-2 11-16,2-1-8 0,-3 1 6 15,-1 1 13-15,-1-2 8 0,1 3 16 0,0-2 10 16,-2 3 11-16,-1 0-10 0,1-1-11 0,-2 1-14 15,0 0-7-15,0-1-8 0,-1-1-8 0,-1 2 21 16,1-1-39-16,0 0 20 0,-2 1-36 0,0-1 17 16,-2-3-29-16,2 1 25 0,-2-1-36 15,1-2 21-15,-1-1-28 0,-1 0 18 0,1 0-18 16,-2 0 15-16,3-1-3 0,-3-2-1 0,-2 0-3 16,2 0-1-16,-2 0 1 0,-1 0 0 0,1 0 1 15,-2 0-3-15,-1 1 0 0,-2-2-1 0,-1 2 3 16,-4-3-9-16,0 1-2 0,-3-1 1 0,0 2-2 15,0-1 8-15,-2 2-4 0,0 1 7 0,-1 0-2 16,1 2 5-16,-2 1-4 0,5 0 8 16,-1 4-6-16,-4-3 7 0,1-1-7 0,-1 4 5 15,-1-2-5-15,-1 1 6 0,-1-1-11 0,0 2 8 16,3 2-23-16,-1 0 9 0,-4 1-40 0,2 0-76 16,2 2-86-16,-2-2-137 0,-1 3-465 0,1 0-442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6:07:18.915"/>
    </inkml:context>
    <inkml:brush xml:id="br0">
      <inkml:brushProperty name="width" value="0.05292" units="cm"/>
      <inkml:brushProperty name="height" value="0.05292" units="cm"/>
      <inkml:brushProperty name="color" value="#FF0000"/>
    </inkml:brush>
  </inkml:definitions>
  <inkml:trace contextRef="#ctx0" brushRef="#br0">8359 6225 2386 0,'13'2'16'0,"-13"-2"38"0,26 1-37 0,-5-1 36 0,7 0-34 0,2-1 44 16,10 0-49-16,3 0 36 0,2-4-33 0,4 2 44 0,5-2-32 0,10 0 23 0,0-1-31 0,2 0 29 0,-2 1-46 0,6-1 30 0,-2-1-29 0,2 2 30 0,0 0-38 16,0-1 32-16,2 1-35 0,-3 0 32 0,1 0-34 15,2 1 32-15,-2-1-36 0,1 2 34 0,3-3-19 16,3 3 15-16,0-2-13 0,3 1 33 0,5-1-26 16,1 0-5-16,0 0 0 15,1 1 27-15,-1 0-29 0,0 2 22 0,-1-2-29 16,-1 2 24-16,1 1-26 0,-1 1 1 0,0-2 2 15,0 2-1-15,1 0 7 0,4 0 28 0,-2 0-22 16,3 2 19-16,0-2-25 0,2 0 12 0,3 0-17 16,3-2 3-16,1 1 1 0,1-1-1 0,2 0 25 15,-3 0-27-15,3 1 22 0,0-3-22 0,1 0 4 16,1-1 1-16,1 1 6 0,-1-2 5 0,-3 1 7 16,1-1-11-16,-5 0 16 0,0-2-20 0,-2 0-2 15,0 2 6-15,-3-3 15 0,0 1 6 0,-4 0 2 16,0-1 1-16,-2 2-6 0,-3-2 6 0,-2 1 21 15,-3 0-9-15,0 2 5 0,-5-2-6 16,-2 1-10-16,-4 0-6 0,-2 1 0 0,-4 1-2 16,-10 0 6-16,-3 3 1 0,-1-3 0 0,-3 2-3 15,-1 1 6-15,-3-2 1 0,-3 2 3 0,-5 2-2 16,-3-2-9-16,-1-1 14 0,-1 3 2 0,-1-1 10 16,-3 1-35-16,0-1 23 0,-3 1-16 0,0-1 18 15,-1 1-17-15,1 0 19 0,-2-1-21 16,0 1 21-16,-18 0-21 0,31 0 0 0,-31 0-7 15,28-1-2-15,-28 1 23 0,23-2-37 16,-23 2 22-16,18-1-19 0,-18 1-10 0,0 0 23 0,19 0-27 16,-19 0 1-16,0 0 0 0,0 0 1 15,19-1 0-15,-19 1 1 0,0 0-4 0,0 0 5 16,0 0-3-16,0 0-7 0,0 0-19 0,21 0-12 16,-21 0-36-16,0 0-48 0,0 0-45 0,0 0-51 15,0 0-78-15,0 0 23 0,-11 7-57 0,11-7-86 16,-16 4-72-16,16-4-278 0,-23 4-294 0</inkml:trace>
  <inkml:trace contextRef="#ctx0" brushRef="#br0" timeOffset="2008.99">8693 7581 194 0,'0'0'427'0,"0"0"-119"16,0 0-103-16,4 9-24 0,-4-9-65 0,0 0-14 15,0 0-38-15,0 0 5 0,0 0-30 16,0 0 11-16,0 0-27 0,0 0 16 0,15 2-35 16,-15-2 34-16,0 0-33 0,0 0 35 0,0 0-33 15,21 0 25-15,-21 0-27 0,0 0 33 0,17-1-33 16,-17 1 32-16,0 0-34 0,21 0 33 0,-21 0-36 16,0 0 19-16,18-1-13 0,-18 1 21 0,0 0-35 15,21 1 37-15,-21-1-31 0,0 0 40 16,22 1-10-16,-22-1 8 0,17 3-35 0,-17-3 37 15,19 4-39-15,-19-4 33 0,19 2-10 0,-19-2 6 16,19 2-6-16,-19-2 2 0,25 5 1 0,-25-5-3 16,25 3 2-16,-25-3-4 0,28 5-3 15,-12-4-1-15,1 2-1 0,2 1 1 0,-2-3-1 16,2 1-8-16,3 2 12 0,1-2-22 0,2 1 14 16,-1 0 7-16,0-1 0 0,2-1 1 0,1 2-2 15,-1-1 1-15,3 0-1 0,-3-1-3 0,3 0 2 16,-1 0-3-16,-1 0-1 0,2 2-2 0,-1-2-22 15,0 0 23-15,2 1-1 0,-1-1-2 0,1 0-1 16,-1 2 0-16,0-2-9 0,9 1 7 0,-3 0 2 16,4 0-1-16,-1 1-6 0,0-3 40 0,1 2-40 15,2-2 35-15,-2 1-40 0,4-1 5 0,-1 2-1 16,-1-2 0-16,1 1 0 0,1-2 3 0,-2 1 3 16,1 1-2-16,-1-1-7 15,0 0 1-15,-2 0 9 0,2 1-3 0,-4-1 0 16,0 1 1-16,-6-1-2 0,1 2 0 0,0-1-2 15,-2 0 2-15,2 2 0 0,4-2 31 0,-5 0-40 16,7 2 29-16,-2-1-23 0,1 0 25 0,0 0-35 16,0-1 28-16,1 3-30 0,3-2 36 0,-1 1-37 15,2 1 37-15,-1-2-38 0,1 1 33 0,1 1-32 16,-1-2 32-16,1 0-35 0,-1 2 40 0,-1 0-37 16,1 0 31-16,0-2-29 0,0 1 36 0,2 1-46 15,-1-2 47-15,3 0-32 0,-1 2 31 0,0-1-36 16,3-1 32-16,2 1-31 0,1-1 31 0,3-1-31 15,-1 1 29-15,2 0-33 0,11 1 34 16,-12-2-31-16,10 3 28 0,-11-2-27 0,1 1 32 16,10 2-34-16,-12-3 26 0,0 3-30 0,10 0 39 15,-11 1-32-15,11 1 29 0,-2-1-30 0,2-1 33 16,0 2-27-16,0 0 41 0,2-2-29 0,0 1 29 16,3-1-18-16,-2-1 25 0,1 0-2 0,0-1-4 15,0-2-11-15,1 2-2 0,2-2-12 16,0-1 17-16,-1 0-22 0,1 0 18 0,-1 0-18 15,-1 0 16-15,-10 0-6 0,10 0 13 0,-13 0-3 16,2 0 4-16,-1-1 0 0,1 2-5 0,-1-2-4 16,1 1-4-16,-1 0 8 0,1-1 0 15,-1 3 1-15,13-4-3 0,-16 0 1 0,1 1 0 16,-1 0-4-16,0-1-3 0,-3-1 2 0,1 0 0 16,-5 2-2-16,1-3 4 0,-4 3-4 0,-1-1-1 15,-2-1-3-15,1 3 1 0,-9-2 1 0,-2-1 1 16,-1 1 2-16,-1-1-2 0,-3 2-1 0,1-2 22 15,-7 2-31-15,-1 0 6 0,-17 1 2 0,29-3 0 16,-29 3 3-16,20-1 0 0,-20 1-5 0,0 0 3 16,23-1-2-16,-23 1 4 0,0 0-4 0,17-1 1 15,-17 1-2-15,0 0-1 0,0 0 29 0,16-1-41 16,-16 1 0-16,0 0 0 0,0 0 0 0,0 0 0 16,0 0 6-16,0 0-10 0,18-2 2 15,-18 2 4-15,0 0-1 0,0 0 0 16,0 0-2-16,0 0 1 0,0 0 2 0,0 0-2 15,0 0 1-15,0 0-2 0,0 0 3 0,0 0-3 16,0 0 1-16,0 0 4 0,16-1 2 0,-16 1 1 16,0 0 8-16,0 0 10 0,0 0 4 0,0 0 5 15,0 0 10-15,0 0 3 0,0 0-3 0,0 0 6 16,0 0 1-16,0 0 4 0,0 0 1 0,0 0-2 16,0 0-26-16,0 0 26 0,0 0 8 0,0 0 5 15,0 0-4-15,0 0 24 0,0 0-41 0,0 0-6 16,0 0-3-16,0 0 1 0,0 0-4 0,0 0 1 15,0 0-7-15,0 0-6 0,0 0 1 16,0 0-6-16,0 0-3 0,0 0-6 0,0 0-2 16,0 0-1-16,0 0-3 0,0 0 2 0,0 0-3 15,0 0 1-15,0 0-1 0,0 0 2 0,0 0-5 16,0 0 1-16,0 0 3 0,0 0-6 16,0 0 2-16,0 0-5 0,0 0 5 0,0 0 0 15,0 0-1-15,0 0 3 0,0 0-4 0,0 0 0 16,0 0 0-16,0 0 1 0,0 0-40 0,0 0 14 15,0 0-42-15,0 0 11 0,0 0-18 0,0 0-23 16,0 0-19-16,0 0 0 0,0 0 1 0,0 0-15 16,0 0-14-16,0 0-33 0,0 0-42 15,0 0-18-15,0 0 2 0,0 0-25 0,0 0-5 16,0 0-41-16,0 0-57 0,0 0-378 0,-4-10-268 16</inkml:trace>
  <inkml:trace contextRef="#ctx0" brushRef="#br0" timeOffset="3452">3522 10560 171 0,'0'0'601'0,"0"0"-213"0,1-10-84 16,-1 10-85-16,0 0-44 0,0 0-37 0,4-10-29 15,-4 10-28-15,0 0-17 0,0 0-4 0,0 0-17 16,0 0-8-16,0 0 2 0,0 0-12 0,9 9-1 15,-7-1-1-15,2 3-2 0,-1 4-6 16,1 3 7-16,-2 3-1 0,2 0-2 0,0 3-2 16,-2 0 4-16,1-1-9 0,-2-1-2 0,3 0 7 15,0 0 33-15,0-2-48 0,0-4 48 16,0-1-42-16,3 0 28 0,-1-3-32 0,2-2 46 16,1 2-27-16,0-6 29 0,1 0-31 0,-10-6 25 15,27 4-24-15,-10-7 21 0,7 0-24 0,4-7-1 16,3-3-12-16,1-3 6 0,1-4 9 0,11-5-15 15,-3-4 6-15,2 1-4 0,2-4-2 0,0 0-1 16,-1 1-1-16,-1 1-2 0,-4-1-2 0,-4 10 3 16,-6 1-5-16,-2 3 3 0,-8 4-27 15,-1 5-60-15,-6 0 45 0,-12 8-52 0,11-5-8 16,-11 5-25-16,0 0-55 0,-9 20-72 0,-5-5-83 16,-8 7-228-16,-3 2-83 0</inkml:trace>
  <inkml:trace contextRef="#ctx0" brushRef="#br0" timeOffset="3919">3601 10974 402 0,'-5'-18'352'0,"-4"1"-60"16,0-1-86-16,0 2 15 0,1 0-80 0,1 2 18 15,-1 0-21-15,2 3-2 0,-1-2-14 0,2 3-22 16,-1 2-21-16,6 8-16 0,-8-12-16 0,8 12-11 16,-5-11-2-16,5 11-13 0,0 0 0 0,-8-9-7 15,8 9 5-15,0 0-9 0,0 0-2 0,0 0-1 16,9 14 4-16,-4-7 0 0,3 6 2 0,4 1 34 16,-1 2-23-16,2 0 35 0,0-1-24 0,0 0 18 15,2 0-23-15,0-1 29 0,0 1-33 16,2-4 26-16,1 1-24 0,0-2 28 0,-1-2-20 15,3-1 22-15,-2-4-21 0,1-1 21 16,0-3-20-16,3-1 6 0,2-4-14 0,6-5 12 16,0-6-2-16,1-3-10 0,9-7-19 0,-1-2 9 15,1-3-17-15,0-3-2 0,-2-2-3 0,2 1 1 16,-2 1-2-16,-2 0 2 0,-1 1-4 0,-9 8-1 16,1 1 3-16,-3 3-4 0,-1 0 2 0,-3 5 3 15,-4 2 2-15,-4 4 1 0,-2 2-6 0,0 1 3 16,-3 1-3-16,-7 7-8 0,11-11 14 0,-11 11-28 15,10-8 0-15,-10 8-43 0,0 0-32 16,0 0-21-16,0 0 0 0,17 6-61 0,-17-6-64 0,5 15-95 16,-5-15-323-16,2 20-197 0</inkml:trace>
  <inkml:trace contextRef="#ctx0" brushRef="#br0" timeOffset="5936.49">7996 12357 178 0,'7'8'358'16,"-7"-8"-104"-16,0 0-62 0,0 0-30 0,0 0-18 0,8 7-8 15,-8-7 0-15,0 0-29 0,0 0 34 0,0 0-45 16,0 0 27-16,0 0-50 0,0 0 28 16,0 0-56-16,6 8 23 0,-6-8-34 0,0 0 22 15,0 0-30-15,0 0 27 0,0 0-28 16,27-4 17-16,-8-4-25 0,9-3 13 0,6-4-20 16,4-2 15-16,13-7-9 0,5-4 0 0,4-3-2 15,5 1-4-15,-1-1 0 0,2 0-3 0,-1-2-2 16,-1 6 0-16,-5 1-2 0,-3 1-2 0,-4 3 0 15,-5 3 37-15,-10 4-44 0,-4 3 34 0,-3 1-36 16,-6 2-30-16,-4 3 3 0,-6 1 3 16,-14 5-39-16,18-5-42 0,-18 5-51 0,0 0-39 0,0 0-26 15,-8 10-7-15,-11 0-249 0,-7 3 65 0</inkml:trace>
  <inkml:trace contextRef="#ctx0" brushRef="#br0" timeOffset="6153.49">8369 12373 160 0,'-6'8'450'0,"6"-8"-99"0,-10 11-121 0,10-11 31 16,0 0-94-16,-7 9 21 0,7-9-51 0,0 0 21 16,0 0-18-16,17-3-21 0,-6-3-19 0,6-3-36 15,3-1 2-15,8-3-28 0,3-2 9 0,1-1-18 16,5-3 12-16,9-2-9 0,0-2-1 0,3-1-11 16,-2 3-1-16,3-3-3 0,0 2 6 0,-3-1-2 15,1 2-5-15,-4 0-2 0,-6 3-2 16,0 2-4-16,-2 0-3 0,-1 1-15 0,-1 0-35 15,-4 1 5-15,-2-1-52 0,-3 3-40 0,-7-1-65 16,-3 2-54-16,-5 1-56 0,-4-2-235 0,-5 4-42 16</inkml:trace>
  <inkml:trace contextRef="#ctx0" brushRef="#br0" timeOffset="6536.49">8821 11958 138 0,'-15'7'358'0,"3"-1"-110"0,-2-1-48 16,3 0-38-16,11-5 0 0,-20 8-37 16,20-8 14-16,-16 6-36 0,16-6 25 0,-12 5-43 15,12-5 35-15,0 0-60 0,-13 5 42 0,13-5-44 16,0 0 21-16,0 0-44 0,-13 3 23 0,13-3-4 16,0 0-2-16,0 0-10 0,0 0-14 0,23-4-3 15,-8-2-6-15,4 0-7 0,3 1 5 0,1-2-2 16,7-2 0-16,2 0-5 0,1-1 0 15,2 0-2-15,1 0 32 0,1 0-42 0,1 0 25 16,2-1-27-16,-1 0 36 0,0-2-45 0,3 3 36 16,-3 0-35-16,-1 0 3 0,-3 2 1 0,-3-1 2 15,-5 2 0-15,-4 1 2 0,-2 3 1 0,-5-1 5 16,-16 4-6-16,22-3 2 0,-22 3 10 16,16 4 15-16,-16-4 41 0,12 14-20 0,-9-4-5 15,-1 3-3-15,-2 6-1 0,-2 4-2 0,0 4-4 16,-3 6-6-16,-1 2-7 0,-2 2 1 0,3 2-8 15,-3 1-4-15,-2-1-36 0,1 1-38 0,-1 0-31 16,-3 0-92-16,1-3-127 0,-6-1-385 0,1-2-230 16</inkml:trace>
  <inkml:trace contextRef="#ctx0" brushRef="#br0" timeOffset="9521.07">22447 12565 493 0,'0'0'430'0,"0"0"-155"0,0 0-6 15,0 0-108-15,-22 0 0 0,22 0-67 0,0 0-8 16,0 0-27-16,0 0 9 0,-17 2-39 0,17-2 31 16,0 0-46-16,0 0 30 0,0 0-40 0,0 0 37 15,0 0-45-15,0 0 25 0,16-7-32 0,4-2 43 16,11-2-40-16,2-4 35 0,12-5-39 0,3-4 1 16,1-1-1-16,2-2 4 0,0-2 36 0,-2 1-40 15,-2-2 6-15,-3 3-5 0,-6-1 1 16,-10 7 1-16,-2 1-3 0,-6 4 9 0,-7 2-6 15,-3 3 5-15,-10 11 6 0,4-14-12 16,-4 14 5-16,-14-6 36 0,14 6-46 0,-37 8 46 16,5 6-46-16,-4 4 8 0,-12 8 7 0,-1 4 3 15,-2 4-4-15,1 2 2 0,0 2 25 0,5-2-31 16,7-1 39-16,5 1-37 0,9-9 34 0,7 1-40 16,4-3 38-16,9-3-36 0,7-3 31 0,4 4-25 15,9-1 41-15,7-2-24 0,5-1 17 16,4-3-30-16,5-1 27 0,1-1-3 0,3-2 4 15,1-3-19-15,-1 3 20 0,0-5-17 0,-4 0 10 16,-5 1-16-16,-7-2 13 0,-5-1-6 0,-5 0 18 16,-6 1-4-16,-9-6 3 0,3 13-21 15,-9-2 11-15,-11 1-13 0,-10 8 5 0,-7-2-12 16,-12 5 6-16,-7-2-11 0,-3 0 8 0,-1 0-4 16,1-2-15-16,1-1 11 0,3-5-19 0,12-1 13 15,6-3-13-15,2-2 6 0,7-3-12 0,6-2 18 16,19-2-46-16,-23-6-2 0,17-3-79 15,6-1-53-15,9-11-33 0,6-7-80 0,12-9 59 16,8-4-217-16,8-4 112 0</inkml:trace>
  <inkml:trace contextRef="#ctx0" brushRef="#br0" timeOffset="10272.08">23272 12280 60 0,'41'-26'511'0,"-6"3"-148"0,-8 7-80 16,-4-2-22-16,-6 4-105 0,-1 4 2 15,-4 2-70-15,-1 1 20 0,-11 7-58 0,0 0-4 16,20 4 2-16,-16 6-4 0,-2 7 0 15,0 8 2-15,-4 11 6 0,-3 5 24 0,1 7-33 16,-4 13 18-16,1 4 1 0,-2 3-14 0,2 4-27 16,4-1 8-16,0-1-21 0,3-2 5 0,3-5-31 15,3-1 30-15,1-8-35 0,0-10 22 0,3-4-30 16,-1-2 25-16,3-6-38 0,-3-3 36 0,-3-7-50 16,2-2 45-16,-2-5-34 0,-1-5 43 0,-5-10-34 15,7 12 23-15,-7-12-48 0,0 0 42 0,7-9-34 16,-4-4 25-16,-3-5-23 0,3-11-6 15,-2-10 3-15,1-7 7 0,-1-3-6 16,2-11 45-16,0 0-6 0,1 10 52 0,1 1-15 16,1 5 39-16,1 2-35 0,0 3 15 0,2 3-19 15,1 5 32-15,2 2-43 0,-3 7 31 0,1 2-40 16,0 4 34-16,-1 4-43 0,2 3 27 0,-11 9-28 16,17-7 33-16,-17 7-37 0,16 5 37 0,-9 3-40 15,1 4 42-15,-4 2-10 0,-3 3-8 0,-1 2 10 16,-1 6-10-16,-4-1-27 0,-4 5 36 15,-3-3-36-15,3-8 39 0,-5 6-38 0,3-5 25 16,-1-3-22-16,2-1 34 0,1-4-30 0,4-2 43 16,5-9-41-16,-9 8 26 0,9-8-50 15,0 0 13-15,-6-9-33 0,7-3 27 0,5-9-35 16,6-5 37-16,2-4-21 0,4-1 33 0,3-3-20 16,6-3 31-16,3 1-11 0,-6 7 13 0,3 2 20 15,0 4 9-15,-2 2-10 0,1 3-3 0,-2 4-2 16,-6 5-10-16,-3 4 2 0,-15 5 5 0,26 2-3 15,-12 4 0-15,-4 1 35 0,0 6-42 16,-2 3 26-16,-3 4-27 0,-2 2 31 0,-3 1 7 16,-3 2-10-16,-2 2-38 0,0-1 33 0,-4 2-37 15,4-4 26-15,-1-2-27 0,-1-3 30 0,3-3-35 16,2-4 38-16,2-12-42 0,-3 16 40 16,3-16-40-16,0 0 21 0,14 5-30 0,-3-10 34 15,7-5-34-15,6-7 40 0,0-3 5 0,4-3-37 16,3-2 43-16,4-6-39 0,-6 6 53 0,2 0-40 15,-3 2 53-15,-4 3-29 0,0 3 30 16,-7 3-34-16,-2 4 23 0,-3 3-34 0,-12 7 21 16,18-8-22-16,-18 8 28 0,13 4-27 0,-13-4 25 15,12 11-30-15,-7-2 24 0,-1 2-7 0,3 3-4 16,-5 1 5-16,2 1-1 0,0 2-3 0,-3-2-2 16,-1 1-1-16,0 2-4 0,-1-3-3 0,-4 2-3 15,1 2-13-15,-4-2 22 0,2-1-24 0,-5-1 19 16,0-4-40-16,-3 1 19 0,0-2-80 0,0-4 10 15,-4-5-68-15,18-2-60 16,-32-2-48-16,12-7-250 0,4-5 11 0</inkml:trace>
  <inkml:trace contextRef="#ctx0" brushRef="#br0" timeOffset="10989.08">24318 12127 573 0,'10'-9'373'0,"-1"5"-67"0,1-2-97 16,-10 6-28-16,17-3-75 0,-17 3 18 0,20 3-58 15,-7 3-14-15,0 3-9 0,-2 5-8 16,2 4-9-16,0 7-4 0,0 3-14 0,-2 4 0 16,-2 3 4-16,-1 2 35 0,-3 1-50 0,0 2 25 15,-2 0-53-15,-2-2-17 0,-1 1-6 16,-4-3 15-16,4 1-16 0,-2-10 14 0,0-2-1 16,1-2 16-16,1-6 4 0,1-5 1 0,1 1-2 15,-2-13 18-15,7 15-14 0,-7-15 17 0,0 0-19 16,14 3 37-16,-14-3-7 0,22-14 26 0,-8 2 20 15,3-5-29-15,2-4 38 0,1-4-31 16,2 3 42-16,-4-3-35 0,4 2 40 0,-2 0-37 16,-2 2 32-16,-4 6-31 0,0 1 24 0,-1 2-35 15,-4 2 15-15,-1 3-33 0,-8 7 19 16,14-11-24-16,-14 11 14 0,13-3-25 0,-13 3 20 0,16 2-24 16,-16-2 21-16,21 8-23 0,-7-2 23 15,1 0-21-15,4 2 11 0,4-2-16 0,-1 1 19 16,5-3-34-16,1 0 23 0,3-3-40 0,1-2 31 15,4-1-48-15,-2-4 42 0,3-1-34 0,-4-2 45 16,-1-1-36-16,-4-1 8 0,-2-2 10 16,-4 2 13-16,-6-1 14 0,1-1 49 0,-4-1-33 15,-4 3 33-15,-3-3-29 0,-2 3 26 0,-3-1-27 16,-1 2 20-16,-1 0-18 0,-1 0 6 0,-4 1-9 16,0 2 8-16,6 7-16 0,-18-8 7 0,18 8-16 15,-22 2 13-15,10 4-19 0,0 2 7 0,-2 6-8 16,5 2 15-16,1 4-18 0,3 3 16 0,5 3-17 15,1 1 17-15,3 7-3 0,4 2 2 16,1 2-1-16,2-2-13 0,4 3 3 16,1-2 7-16,1 1-16 0,5 6 16 0,-6-10-13 15,2 2 14-15,0-1-11 0,-4-3 11 0,1-2-18 16,-2 0 17-16,-2-4-15 0,-3-3 16 0,-3-2-15 16,-1-5 15-16,-1 2-7 0,-3-4 10 0,-1-2-19 15,-2 0 19-15,-1-1-13 0,-5-3 14 0,3 0-16 16,-4-3 20-16,10-5 17 0,-25 5 22 0,25-5-10 15,-32-9-1-15,13-1-5 0,0-7-8 0,-3-6-4 16,4-3-8-16,3-6 0 0,3-1-3 0,4-1-7 16,4-1-3-16,4 4-1 15,4-3 1-15,4 0-4 0,3 5-7 0,2-2-13 16,3 5 2-16,-2 1-11 0,4 4-20 0,-1 3-20 16,-2 5 5-16,0 1-49 0,-3 4 30 0,-2 3-109 15,-10 5-37-15,14-4-93 0,-14 4-226 0,0 0-52 16</inkml:trace>
  <inkml:trace contextRef="#ctx0" brushRef="#br0" timeOffset="11239.08">22564 13752 751 0,'-25'3'586'0,"4"-1"-155"0,21-2-95 0,-24-1-71 16,24 1-57-16,0-11-61 0,15-2-30 0,16-4-25 16,15-9-9-16,17-4-17 0,12 2 3 15,33-8-6-15,13-1-3 0,13 2-3 0,6 3-8 16,6 0-11-16,6 5-2 0,3 2-5 0,-3 1-13 16,-5 7 0-16,-12 2-9 0,-8 4-22 0,-31 3-81 15,-9 2-85-15,-9 3-5 0,-23 3-56 0,-8 2-109 16,-11 2-384-16,-15 0-259 0</inkml:trace>
  <inkml:trace contextRef="#ctx0" brushRef="#br0" timeOffset="11456.07">23198 13759 557 0,'-76'11'561'0,"11"-1"-130"0,-3 0-107 0,4 1-69 16,4 0-52-16,14-2-41 0,5-1-36 0,5-4-33 15,13 2-19-15,5-4-10 0,18-2-3 0,0 0 3 16,0 0 25-16,34-19 5 0,18 1-6 0,16-5-13 15,34-7-2-15,13-1-3 0,13-2-12 0,6 1 6 16,7-1-9-16,5 2-10 0,2 2-8 0,-2 0-5 16,-8 2-6-16,-5 3-4 0,-9 3-6 15,-9 2-9-15,-27 4-34 0,-6 3-42 16,-7-2-70-16,-9 4-45 0,-8 0-18 0,-15 2-52 16,-7 0-78-16,-6-1-448 0,-9 0-313 0</inkml:trace>
  <inkml:trace contextRef="#ctx0" brushRef="#br0" timeOffset="12089.07">25922 12467 560 0,'-12'-5'385'0,"2"0"-51"16,10 5-112-16,-19-7-25 0,19 7-73 0,-13-8 10 15,13 8-54-15,-12-3 32 0,12 3-36 0,0 0 29 16,-14-6-20-16,14 6 13 0,0 0-22 15,0 0-11-15,0 0-17 0,0 0 8 0,4-10 9 16,14 8-12-16,8-3 2 0,13-3 6 0,11 1 0 16,15-3-6-16,10-2 2 0,9-1-6 15,7-1-4-15,28-3-1 0,-1 0-5 0,0 3-7 16,-22 2-3-16,23-4-4 0,-24 4 2 0,-3 2-3 16,-1-1-2-16,-7 1-5 0,-5 3-2 0,-7-1-1 15,-9 2-6-15,-18 1-2 0,-5 2-2 0,-10-1 0 16,-5 1-1-16,-7 2 0 0,-18 1-1 0,23-4-4 15,-23 4-15-15,0 0-5 0,0 0-21 16,-12-7-6-16,-4 5-12 0,-9 2-19 0,-5 0-9 16,0 0-18-16,-9 0 3 0,2 0-29 0,-2 0 35 15,5 2-41-15,4-4 16 0,0 2-64 0,3-1-10 16,0-1-18-16,3-3-11 0,2-2-48 16,3 3 16-16,1-4-103 0,3 2 232 0</inkml:trace>
  <inkml:trace contextRef="#ctx0" brushRef="#br0" timeOffset="12324.08">27094 12122 687 0,'-10'-5'160'16,"0"0"-17"-16,-2 0-3 0,0-1-11 0,-1 1 19 15,-1 0-21-15,2 0-5 0,12 5 50 16,-19-6-40-16,19 6 35 0,-15-8 8 0,15 8 5 16,-12-5-39-16,12 5-33 0,0 0-24 0,-15-5-22 15,15 5-7-15,0 0-8 0,0 0-15 0,-12-6-4 16,12 6-7-16,0 0 1 0,0 0 7 0,31 2-14 16,-9 2 19-16,2 1-7 0,12 4 5 0,1 1 0 15,1 1 3-15,5 0-2 0,-1 3 1 0,6 4 4 16,-6-4 2-16,-2-1 1 0,-3 3 4 0,-1-1-2 15,-4-1-5-15,-4 1-2 0,-2 0-8 16,-8-2-3-16,-3 0-7 0,-5 2 1 16,-2-2-6-16,-7-1-2 0,-6 6-2 0,-6 2-11 15,-7 2 6-15,-7 3-31 0,-13 5-60 0,-1-1-90 16,-4 1-26-16,-3-1-81 0,-1-4-100 0,2 3-391 16,0-3-301-16</inkml:trace>
  <inkml:trace contextRef="#ctx0" brushRef="#br0" timeOffset="13608.07">27262 12959 44 0,'15'-12'452'0,"-4"-1"-147"0,-4 2-83 16,-3 2-21-16,0 0-66 0,-4 9-9 0,-4-18-41 15,0 8 24-15,-3 1-30 0,-4 0 25 0,-3 4-32 16,-4-2 26-16,-1 2-41 0,-4 4 58 0,-4 1-78 15,0 5 37-15,-10 3-28 0,3 3 19 16,-5 4-22-16,2 2 13 0,-9 8-21 0,4 1 2 16,1 5-26-16,2-2 17 0,11-4-18 0,3 1 8 15,3 2-12-15,5-1 12 0,5-2-17 0,7-6 15 16,3 0-10-16,9 1 7 0,2-2-19 0,6-3 20 16,3-3-17-16,10 0 16 0,3-4-17 15,2-3 14-15,-1-4-9 0,0-2 10 0,8-1-21 16,-4-4 20-16,-2 1-17 0,-2-3 15 0,-8 2-14 15,-4-1 13-15,-4 3-13 0,-5-2 5 0,-11 6-8 16,11-7 20-16,-11 7-20 0,0 0 17 16,0 0-15-16,-29 1 14 0,6 8-14 0,-8 4 12 15,-4 0 7-15,1 5 7 0,-2-2-4 0,0 4 11 16,4-3-4-16,4 2-7 0,4 0-2 0,3-1-1 16,8-4-2-16,2 1-13 0,6-2 12 0,4-3-11 15,4 0 11-15,7-1-9 0,6-3 8 0,6-1-2 16,3-2 1-16,8-5-3 0,7-2-8 0,3-2 8 15,1-3-9-15,-2-1-13 0,2-2-15 16,-2-2-8-16,-3-1-6 0,-4-1-33 0,-1-1 40 16,-5 0-24-16,-5 1 37 0,-1-2-34 15,-9 2 49-15,-5 4-28 0,-2-1 39 0,-1 1-42 16,-5 0 12-16,-1 12 12 0,0-18 3 0,0 18 4 16,-5-17 8-16,5 17 31 0,-6-16-30 0,6 16 53 15,-8-9-50-15,8 9 32 0,-4-8-40 0,4 8 36 16,0 0-43-16,-5-9 22 0,5 9-21 0,0 0 39 15,0 0-35-15,-4 9 33 0,4-9-36 0,0 14 32 16,0-14-33-16,0 19 25 0,-1-6-25 0,1 0 33 16,0 1-34-16,0 0 33 15,1 0-33-15,-1 0 34 0,3 0-4 0,-2-2-13 16,2-1 4-16,1 1 5 0,0-3-11 0,2-1 9 16,-6-8 0-16,13 10-3 0,-13-10 1 0,17 1-10 15,-17-1-28-15,30-5 44 0,-12-3-34 0,2-3 35 16,0 0-27-16,5-4 41 0,-2-1-21 0,1 2 30 15,-7 2-22-15,2-1 15 0,-1 2-21 0,-2 2 16 16,-4 1-18-16,2 3 10 0,-3 1-16 0,-11 4 16 16,21-5-15-16,-21 5 7 0,18 1-16 15,-18-1 20-15,18 5-18 0,-9 1 15 0,1 2-16 16,-1-1 16-16,0 3-14 0,3 0-7 0,-2-1-17 16,0 1-15-16,4-1-46 0,-1 0-22 15,2-5-53-15,3 0-26 0,0-1-6 0,6-4-52 16,1-5-239-16,4-2 62 0</inkml:trace>
  <inkml:trace contextRef="#ctx0" brushRef="#br0" timeOffset="14040.07">28189 13092 210 0,'4'-21'456'16,"1"-2"-122"-16,-5 4-28 0,-5-1-93 0,1 2-21 15,-5 0-56-15,0 3 11 0,-2 2-50 16,-1 2 10-16,3 4-31 0,-2 2 3 0,11 5-26 16,-17-5 14-16,17 5-40 0,-14 4 14 0,14-4-28 15,-10 11 14-15,10-11-24 0,-3 19 12 0,3-6-13 16,6 3 16-16,1 1-22 0,3 2 19 0,2-1-21 15,3 5 16-15,-1-1-17 0,-1-4 14 16,-1 1-14-16,-1-2 26 0,-3 0-32 0,-2-2 23 16,-5-3-21-16,-1 2 16 0,-3 0-16 0,-5-2 14 15,-4 4-20-15,-3-3 22 0,-2-2-4 16,-3-2-2-16,-1-2-26 0,-3 0 22 0,1-5-27 16,3-1 26-16,1-1-31 0,-1-3 25 0,0-4-58 15,3-1 7-15,2-3-56 0,3-4-27 0,6-3-6 16,3-2 6-16,2 0-79 0,2-4 138 0,6-1-80 15,1-2 140-15,4-2 35 0,-1 4 30 0,-1 6 29 16,1 1 9-16,-2 1 1 0,-2 3 4 0,-1 3 31 16,0 3-45-16,0-1-6 0,-6 9-13 15,7-13 26-15,-7 13-49 0,5-10 29 16,-5 10-44-16,0 0 49 0,0 0-42 0,0 0 32 16,0 0-35-16,7 13 32 0,-8-1-43 0,-2 4 0 15,-2 4 0-15,0 4-2 0,-3 5 0 0,-1 1 24 16,0 2-30-16,0 1 31 0,-1 1-37 0,2-2 37 15,2-2-47-15,2-3 10 0,0-2-30 0,4-6-48 16,1-1-32-16,3-2-56 0,1-1-20 0,3-5-59 16,4-2-174-16,2-7 168 0</inkml:trace>
  <inkml:trace contextRef="#ctx0" brushRef="#br0" timeOffset="14324.08">28506 12946 334 0,'9'-15'536'0,"0"4"-197"0,-5 0-37 0,-4 11-116 15,5-11-7-15,-5 11-65 0,0 0-6 0,0 0-40 16,0 0 11-16,-9 7-41 0,2 4-3 0,-2 5-11 16,-1 2-5-16,2 3-4 0,0 1-3 0,3 2-2 15,-3 0-6-15,7 0 2 0,1-5 0 16,1 4 29-16,4-1-36 0,1-4 31 0,1 0-35 16,1-6 30-16,3 0-33 0,1-5 32 0,0-2-36 15,1-1 34-15,-13-4-35 0,36-4 33 0,-14-2-32 16,-1-5-4-16,5-3 11 0,0-4 20 0,-2-3 34 15,-1-3-16-15,-5-3 18 0,0 1-3 16,-4-3 5-16,-1 1-4 0,-7 6-9 0,-1 1-21 16,-5 1 5-16,-1 6-21 0,-5 0-6 0,-6 3-29 15,0 3-10-15,-5 3-43 0,-1 4 19 0,-4 1-74 16,-1 2-59-16,3 4-34 0,2-3-368 16,5 2-134-16</inkml:trace>
  <inkml:trace contextRef="#ctx0" brushRef="#br0" timeOffset="14608.08">28925 12932 541 0,'0'0'394'0,"23"2"-97"0,-23-2-66 15,21 8-62-15,-10-2-38 0,-2 3-20 0,2 0-19 16,-3 1-21-16,0 1-16 0,-1 3-11 0,1 0-10 16,-1 3-4-16,0 1-12 0,-1-1 2 15,1-1-6-15,-1 2-3 0,0-3-26 0,-2-1 8 16,3-2-12-16,-3-3 12 0,2-1 0 0,-6-8 9 15,6 12-2-15,-6-12 6 0,0 0 10 0,0 0 20 16,9-5 20-16,-9 5 4 0,5-19 23 0,-3 2-25 16,0-6 18-16,-2-3-24 0,3-1 3 0,-1-2-16 15,0 0 5-15,-4 0-11 0,4 3 2 0,-2 1-17 16,1 5-9-16,-1 3-46 16,1-1-9-16,0 5-61 0,-1 1-32 0,3 2-103 15,-2 1-65-15,-1 9-271 0,9-13-106 0</inkml:trace>
  <inkml:trace contextRef="#ctx0" brushRef="#br0" timeOffset="15257.07">29400 12820 247 0,'0'0'610'0,"15"6"-225"0,-15-6-63 0,9 11-100 16,-9-11-22-16,7 14-50 0,-7-14-9 16,1 16-42-16,-2-4-4 0,-2-1-31 0,1 3-6 15,1-1-25-15,-2 3-8 0,3-1-2 0,0 1-7 16,2 0-5-16,2 0 8 0,0-1-21 0,4-1-5 15,1-3-21-15,2-1-9 0,2-4 1 16,-1-2-6-16,-12-4 4 0,29 0-5 0,-12-4 8 16,1-3 1-16,0-5 14 0,-2 1 4 0,-3-5 5 15,-3-1 11-15,0-2 40 0,-6 4-25 0,0 0 31 16,-4 1-30-16,-2 2 28 0,-2 0-26 16,-5 2 17-16,-1 1-27 0,-1 5 20 0,11 4-21 15,-33 1 11-15,11 2-20 0,2 6 15 0,-1 4-20 16,-2 3 2-16,4 2 1 0,6-1-1 0,1 2 4 15,3 1-10-15,5 0 2 0,1-4-8 0,6 0-9 16,2-1-9-16,6-1-4 0,2 2-6 0,6-7-6 16,0-3-15-16,6-5 0 0,-1-1-8 15,4-2 2-15,7-6 8 0,0-3 13 0,0-3 0 16,3-2 20-16,-3-2 9 0,2-4 9 0,2-3 20 16,-9 3 8-16,1-3 8 0,-4 1 7 15,-2 0 3-15,-3-2 61 0,0 6-37 0,-5 3 33 16,-5 4-29-16,1 0 19 0,-3 3-37 0,-1 2 12 15,-2 0-33-15,-7 8 8 0,14-10-25 0,-14 10 25 16,13-5-30-16,-13 5 22 0,17 0-26 0,-17 0 23 16,21 8-22-16,-10-2 12 0,2 3-12 0,1 2 17 15,-1 2-23-15,-1 0 0 0,0 2 5 0,-1 0 2 16,-3 0-2-16,0-3-3 0,-3 4 7 16,1-4-1-16,-3 1-2 0,-1-4 2 15,0 2 0-15,-2-11 4 0,-2 19-4 0,2-19-4 16,-8 16 3-16,2-9-2 0,-4-1-3 0,-2-1-11 15,-2 1-3-15,-3-3 1 0,-1-2-4 0,18-1 1 16,-34 0-1-16,17-2-8 0,-5-3-7 0,3-3-11 16,1-1-5-16,0 1-29 0,4-1 37 0,0 0 13 15,1 2 4-15,3-1 9 0,10 8 5 0,-19-10 1 16,19 10-23-16,-18-3 34 0,18 3 0 0,-14 2 3 16,2 3-3-16,0 1 3 0,-4 6-1 15,-1 0 1-15,-4 5-16 0,1 4-19 0,-5-1-44 16,-2 2-47-16,-1-1-134 0,-4 3-167 0,-6 6 167 15</inkml:trace>
  <inkml:trace contextRef="#ctx0" brushRef="#br0" timeOffset="15575.08">28114 13725 826 0,'-26'1'648'0,"6"-1"-142"0,20 0-75 16,-26 0-85-16,26 0-92 0,-18-3-45 0,18 3-54 15,0 0-24-15,-1-14-34 0,15 3-4 0,14-5-18 16,23-4 5-16,13-2-23 0,14-3 6 0,34-7-22 16,5 3-14-16,11-2 9 0,8 4-11 0,4-2 7 15,5 3-18-15,-3-1 12 0,0 2-21 16,-8 0 12-16,-1 0-19 0,-8 1 8 0,-11 0-2 16,-27 5-13-16,-4 1 1 0,-10-2-2 0,-5 4 5 15,-11 2 0-15,-15 1 12 0,-7 3 29 16,-3 1 51-16,-9 2 37 0,-3 0 26 0,-3-1-71 15,-4 3 8-15,-13 5-46 0,14-11 14 0,-14 11-45 16,0 0 20-16,9-8-38 0,-9 8-10 0,0 0-36 16,0 0-45-16,0 0-44 0,0 0-56 15,0 0-61-15,-21 4-49 0,21-4-9 0,-15 10-1 0,15-10-32 16,-19 10-475-16,10-4-395 0</inkml:trace>
  <inkml:trace contextRef="#ctx0" brushRef="#br0" timeOffset="18008.08">15040 5143 308 0,'0'0'298'16,"-4"-11"-79"-16,4 11-58 0,-7-11-26 0,7 11-17 15,-9-11-31-15,9 11 10 0,-12-10-25 0,5 3 7 16,7 7-22-16,-16-11 18 0,16 11-26 15,-16-10 23-15,16 10-31 0,-21-9 24 0,21 9-38 16,-19-7 27-16,19 7-48 0,-24-6 33 0,6 3-27 16,2 1 36-16,-1 0-35 0,-3 1 33 0,-1 1-37 15,-5 0 34-15,0 1-38 0,-3 1 33 0,1 0-37 16,-3 1 35-16,-3 0-36 0,-3 3 26 16,-1 0-22-16,1 0 25 0,-2 1-35 0,2 1 31 15,-2 1-28-15,1 0 29 0,1 2-37 0,-3-1 37 16,2 1-41-16,1 2 36 0,1-1-36 0,-2 2 43 15,4-2-46-15,0 2 26 0,-1 0-25 0,2 0 24 16,0 2 6-16,1 0 0 0,1 0-2 0,0 0-2 16,1 1 3-16,0-1-7 0,1 1-1 0,-1 1 35 15,2-1-40-15,1 4 26 0,1-4-30 0,1 2 19 16,1 0-20-16,0 2 28 0,2-1-34 0,3 1 10 16,-2 0 0-16,2 2 1 0,4 1 3 15,-2-1-1-15,3 1 1 0,-1 1 2 16,3 1 1-16,2-1-6 0,0-4 0 0,3 2 6 15,0 0 0-15,3-1-1 0,-2-1 7 0,2 2-2 16,0-1 1-16,0 0 0 0,3 0 2 0,-1-3-2 16,1-1 1-16,1 2 3 0,3 1 34 0,-2-4-40 15,3 4 40-15,0-1-37 0,2-1 25 0,2-1-23 16,-1 2 30-16,2-3-28 0,3 1 28 0,1-2-30 16,0 0 36-16,2 0-32 0,2-2 27 0,2 2-22 15,6 0 21-15,-6-2-24 0,4 1 23 0,2-1-24 16,-1-1 18-16,1-1-24 0,-2-1 22 0,-1-1-14 15,5 0 1-15,-3-1-2 0,1-2 1 16,-1 2-3-16,0-2 5 0,1 0-2 0,1-2 3 16,-1 0-2-16,1 0 0 0,1-1-2 0,-2-1-1 15,0 0-3-15,1-2 13 0,1 2-11 0,0-2 13 16,-1-1-15-16,0 1 9 0,1-2-17 0,2 0 10 16,-1-1-10-16,1 1 11 0,-1-3-15 15,8 0 12-15,-3-1-14 0,0 1 12 0,3-3-14 16,-4 2 9-16,1 1-8 0,2-4 14 0,-2 0-12 15,0 2 9-15,0-3-8 0,1 2 5 0,-1-2-9 16,1-1 11-16,-2 0-10 0,2 2 10 0,-4-4-11 16,2 1 9-16,-1 1-10 0,-1 0 9 15,-2-3-10-15,0 2 7 0,0-2-9 0,-1 2 13 16,1-1-10-16,-3-2 9 0,1 0-10 0,-3 1 1 16,3-2 0-16,-2 0 0 0,-2 0-1 0,-2-2 1 15,-1 4-1-15,2-3 2 0,-5 1-2 0,0-1 1 16,-1 1-1-16,0 0 2 0,-2 1-1 0,-1-1-1 15,0-1-1-15,-1 2-5 0,-2 1-1 0,1-1-1 16,-2 2-3-16,-3-2 1 0,2 0-1 0,0 1-2 16,-1-5-3-16,-1 3-3 0,0 0 0 15,1-1-2-15,-3 1-1 0,4-2 4 0,-3 2 3 0,-1 1 0 16,0-3-2-16,0 2-5 0,-2-1 0 16,1 2 3-16,0 2 18 0,-2-3-22 15,0 1 20-15,0 0-22 0,0-1 22 0,-2 1-29 16,0-2 28-16,-2 3-24 0,1-4-11 0,1 2 18 15,-3 0 17-15,1 0-27 0,-2 2 27 0,-1-2-34 16,1 2 13-16,-1-1-1 0,1 0 4 0,-2 3 1 16,1-3 2-16,-1 3-1 0,1-1 2 0,-1-1-1 15,-1 2 2-15,1-1 1 0,-2 0-1 0,2 1-1 16,-1 0 0-16,-4-4 2 0,0 4-18 0,1-3 24 16,-6 3 2-16,2-2-1 0,-3 2 0 0,-1-1 0 15,-1 2-2-15,-2 2-15 0,-5-1 22 0,-1 0-19 16,3 3 21-16,-2 1-20 0,0-1 20 0,-1 2-18 15,3 0 27-15,-5 2-26 0,2 1 28 16,-2-2-30-16,2 3 33 0,-2 0-31 0,1 0 29 16,0 3-44-16,2-2 38 0,-2 0-21 0,1 1 34 15,2 2-39-15,2 0 40 0,-2 0-34 0,5-1 34 16,-1 1-33-16,0 0 35 0,4-1-7 16,2 2 5-16,-1-3-8 0,3 3-4 0,-2-3-1 15,4 4-9-15,2-3 1 0,-2 1 10 0,13-4-6 16,-22 6 5-16,22-6-1 0,-15 5 7 0,15-5-10 15,-13 5-2-15,13-5 3 0,0 0-1 0,-14 4-9 16,14-4 11-16,0 0 1 0,0 0-12 0,-12 5 2 16,12-5 10-16,0 0-2 0,0 0 1 15,0 0 0-15,0 0-3 0,-13 4 3 0,13-4-1 16,0 0-1-16,0 0 1 0,0 0-2 0,0 0 2 16,0 0-5-16,0 0-8 0,0 0 8 0,-12 5 1 15,12-5-3-15,0 0 4 0,0 0 1 0,-4 10-7 16,4-10-49-16,-3 9-79 0,3-9-80 0,-8 8-373 15,8-8-124-15</inkml:trace>
  <inkml:trace contextRef="#ctx0" brushRef="#br0" timeOffset="19609.07">14876 6802 105 0,'0'0'345'0,"2"-15"-116"0,-2 15-57 0,-2-12-43 15,2 12-10-15,-3-14-14 0,3 14-13 0,-8-12-15 16,8 12 7-16,-10-13-3 0,10 13-17 0,-11-10 8 15,11 10-28-15,-12-9 11 0,12 9-40 0,-17-6 20 16,17 6-19-16,-19-4 19 0,19 4-30 0,-23-3 15 16,23 3-22-16,-28 3 21 0,9-1-11 15,-3 4-6-15,0-1-7 0,-1 1 11 0,-1 4-19 0,-4 1 30 16,0 2-22-16,-1 2 23 0,4 0-21 16,-3-2 22-16,1 4-21 0,1-1 22 15,3 0-22-15,1 0 21 0,1 1-4 0,2-2-2 16,2-1-11-16,-1 0 3 0,0 5 7 0,0 0-2 15,-1 1 3-15,4 1-1 0,-3 0-3 0,1 2 6 16,0 1 0-16,2 0 3 0,0 1-28 0,2-2 34 16,-2 4-30-16,2-2 32 0,1 0-39 0,2-4 45 15,2 1-49-15,-1 1 53 0,1-2-37 0,2 1 36 16,0-1-38-16,2 0 36 0,0 1-41 16,2-4 41-16,0-2-36 0,2-2 24 0,0 1-28 15,0-1 42-15,3 2-43 0,1-3 41 0,0 2-4 16,2-1-3-16,1-1-1 0,3 2-3 0,1 0-2 15,1-3 1-15,2 1-18 0,-1-1 10 0,3 0 8 16,0-3-9-16,3 1 4 0,-2 0-2 0,3-2 31 16,0-1-37-16,0 1 28 0,3-1-34 15,0 0 31-15,-1-4-38 0,2 3 33 0,-1-3-37 16,1 2-3-16,0-2 12 0,2-1 0 0,-3 1 1 16,4-2 0-16,0 0-1 0,-1-1 1 0,0 0 3 15,1 0-3-15,1-1 2 0,-2-3-6 16,3 2 1-16,0-1 7 0,5-2 0 0,-2-1-1 0,1 1 0 15,0-3-1-15,-1 0 1 0,-1 0-2 16,1-2 0-16,-3 0 1 0,2-1-4 0,-5 0 4 16,2-3-1-16,1 0-7 0,-3 0 8 0,2-2 6 15,-4 0-11-15,2-2 1 0,-5 0 3 0,2-2 1 16,-1 0-8-16,-1-2 1 0,-2 1 5 0,-1-1-5 16,-4-1 2-16,2 2 0 0,-5 0-4 0,-2 1-1 15,1-2 32-15,-3 1-45 0,-1-1 37 16,-3 1-39-16,-1-2 17 0,-2 3-16 0,0-1 26 15,-2-2-34-15,-1 0 33 0,-3 1-33 0,0 0 5 16,-1-1 0-16,-1 1 2 0,-1-1 2 0,-2 2 1 16,-3-3-12-16,3 1 2 0,-4 0 11 15,3 3 0-15,-2 1 0 0,-1-1-28 0,-2-1 42 16,2 4-45-16,-1 3 43 0,1-1-32 0,-3 1 35 16,1 2-31-16,-2 0 34 0,0 2-34 0,-1 1 26 15,-2 3-29-15,-1 0 43 0,0 2-34 0,-5 2 36 16,1 1-35-16,-1 1 31 0,-3 1-27 0,-5 1 31 15,-1 3-19-15,0-1 18 0,1 2-30 0,0 2 29 16,1-1-26-16,-1 2 28 0,-2 0-35 0,3 0 40 16,-1 2-31-16,2 1 26 0,-4-1-27 15,3 2 29-15,0-1-27 0,-2 4 30 0,3-1-28 16,-2-2 17-16,1 2-26 0,2 1 40 0,2 1-4 16,2-1-1-16,2 1-6 0,3 4 0 15,3 0-2-15,5 0-21 0,1 1-145 0,1-3-385 16,7 0-49-16</inkml:trace>
  <inkml:trace contextRef="#ctx0" brushRef="#br0" timeOffset="24745.47">10256 15071 87 0,'0'0'96'0,"0"0"128"0,0 0-162 15,0 0 88-15,-21 1-28 0,21-1-31 16,0 0-20-16,0 0-16 0,0 0-12 0,0 0-11 15,0 0-8-15,-20 0-11 0,20 0-5 0,0 0-4 16,0 0-6-16,0 0 1 0,0 0-3 16,0 0-2-16,0 0 1 0,0 0-2 0,0 0-1 15,0 0 5-15,-18 0-79 0,18 0 92 0,0 0-83 16,0 0 92-16,0 0-83 0,0 0 96 0,0 0-85 16,0 0 95-16,16 4-95 0,-16-4 102 0,16 3-93 15,-16-3 97-15,25 3-98 0,-9-1 104 0,3 1-99 16,0 0 101-16,3-1-106 0,2 2 116 0,2 0-105 15,0 0 111-15,3-1-129 0,-1 1 134 16,1 0-108-16,6-2 106 0,0 2-104 0,1-2 113 16,2 0-113-16,0-1 114 0,1-1-13 15,1 0-9-15,3-1-7 0,0-2-7 0,2-2-12 16,1 3-9-16,-2-4 2 0,6 3-4 0,-4-2-1 16,4-1-3-16,-1 1 0 0,-1-2-1 0,2 1 0 15,-4 1-6-15,2-1 3 0,-2 1-2 0,0 0-2 16,-3 1-10-16,2-1 6 0,-4 2 1 0,1-1-2 15,0 1 0-15,-2 0-2 0,0 2 3 0,0-1-3 16,0 1 2-16,0 0-12 0,1-1 14 0,0 0 0 16,0 0 8-16,2 4-12 0,1-5 1 15,-3 1-3-15,2-1-1 0,-1 2-9 0,2-2 13 16,-5 2-6-16,0 1 1 0,-1-1 1 16,-5-1 10-16,0 2-8 0,1 0-3 0,-4 0 4 15,2 0-7-15,0 0 0 0,0 2 10 0,5-4 7 16,1 1-10-16,-1-1 1 0,2 1 0 0,-7 1-9 15,7-4 8-15,-4 1-4 0,3 1 4 0,-4-2-2 16,2 0 0-16,-9 2 0 0,2-1 0 0,-2 1-2 16,-1 0 1-16,-1-1-5 0,-4 2 5 0,2-2 1 15,-4 1 0-15,1-1-2 0,-4 2-2 16,0 0-1-16,-16 1 0 0,28-3-3 16,-28 3 7-16,25-3-4 0,-25 3-1 0,22-1-1 0,-22 1 3 15,19-1-4-15,-19 1 1 0,0 0-3 16,22-1 2-16,-22 1 1 0,0 0-2 0,19-1 1 15,-19 1-2-15,0 0 1 0,0 0-4 0,19 1 5 16,-19-1 1-16,0 0 0 0,0 0 0 0,0 0 0 16,18 0 5-16,-18 0-6 0,0 0-7 0,0 0 6 15,0 0 1-15,0 0 1 0,0 0 0 16,0 0 1-16,19 1 2 0,-19-1-4 0,0 0-3 16,0 0 6-16,0 0 1 0,0 0-9 15,0 0 6-15,0 0-6 0,0 0-19 0,-13 6-31 0,2-2-50 16,-4 1-76-16,-6 3-128 0,-5-2-214 15,-4 3-1-15</inkml:trace>
  <inkml:trace contextRef="#ctx0" brushRef="#br0" timeOffset="25779.47">7175 15233 33 0,'0'0'139'16,"0"0"105"-16,0 0-185 0,0 0 76 0,0 0-122 15,0 0 104-15,0 0-131 0,0 0 103 0,0 0-117 16,0 0 101-16,0 0-112 0,0 0 100 0,0 0-93 16,0 0 97-16,0 0-92 0,29-1 100 15,-9 1-106-15,0 0 115 0,8-1-120 0,1 0 123 16,8-2-111-16,0 2 125 0,4-2-134 16,0 1 125-16,5-2-113 0,0 3 115 0,3 0-113 15,2-2 116-15,1 2-111 0,1-2 113 0,-1 2-108 16,3 0 101-16,0 0-100 0,0 0 93 0,-1-2-90 15,0 2 86-15,-1-1-29 0,2 1 20 0,-5-1-15 16,4 1-6-16,-2-1-10 0,2 0-1 0,-4 0-3 16,1 0 1-16,-2-1-12 0,-2 0 7 0,-3 0-10 15,-1 1 2-15,-3-1-3 0,-2 2-2 16,-2-3-4-16,-7 3-3 0,-3 0-1 0,-2-1-2 16,-2 2-6-16,-4-1 5 0,-18 1-3 0,29 0-1 15,-29 0 2-15,23 0-3 0,-23 0-4 16,19 0-1-16,-19 0 6 0,0 0-5 0,21 0 4 15,-21 0 0-15,0 0-1 0,0 0 1 0,19-1-1 16,-19 1-9-16,0 0 4 0,0 0 9 0,0 0-9 16,0 0 7-16,19 1 0 0,-19-1-1 0,0 0 1 15,0 0 0-15,0 0-10 0,0 0 9 0,0 0-4 16,0 0 4-16,0 0-2 0,0 0 2 0,16 1 2 16,-16-1-4-16,0 0 1 0,0 0 0 15,0 0-7-15,0 0 6 0,0 0-2 16,0 0 3-16,0 0 0 0,0 0 2 0,0 0-2 0,0 0-1 15,0 0-7-15,0 0 7 0,0 0-13 0,0 0-3 16,0 0-48-16,0 0-72 0,0 0-143 16,0 0-220-16,0 0 43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3-12-03T06:24:51.514"/>
    </inkml:context>
    <inkml:brush xml:id="br0">
      <inkml:brushProperty name="width" value="0.05292" units="cm"/>
      <inkml:brushProperty name="height" value="0.05292" units="cm"/>
      <inkml:brushProperty name="color" value="#FF0000"/>
    </inkml:brush>
  </inkml:definitions>
  <inkml:trace contextRef="#ctx0" brushRef="#br0">1863 3935 187 0,'0'0'319'0,"-11"7"-81"0,11-7-79 16,-13 8-19-16,13-8-54 0,-16 9 17 0,16-9-45 15,-15 12 18-15,15-12-16 0,-14 13 23 0,14-13-21 16,-13 16 13-16,13-16-8 0,-14 17-1 0,14-17-13 16,-11 19-13-16,11-19 4 0,-12 23-4 0,9-11 4 15,-2 2-12-15,0 3 7 0,2-2-11 16,-1 6 9-16,0 0-5 0,1 0 4 0,-2 1-14 0,2 0 18 16,0 0-27-16,1 0 22 0,1 1-45 15,0-3 33-15,1-1 8 0,0 1 0 0,2 4-4 0,-2-3-9 16,4 1-2-16,-1-3 2 0,3 3 3 0,-1-2 3 15,1-2 23-15,-1-2-27 0,3 1 20 0,3-1-25 16,0-2 18-16,1 0-25 0,2-3 30 16,0 1-38-16,3-4 40 0,-1 1-61 0,2-5 41 15,-1 0-26-15,0-2 24 0,3 0-23 0,-2-2 22 16,4 0-26-16,1-3 25 0,0-1-24 16,-2-1 25-16,3-2-35 0,-2 0 33 0,1-2-24 15,-2-1 23-15,1 0-26 0,2-5 27 0,1 2-40 16,-4-2 25-16,2-1-8 0,-1 0 3 0,0-4 3 15,-2 2-2-15,1-3 1 0,-2-1 0 0,-1 0 1 16,1-2 1-16,-3 1 2 0,0-1 4 0,-1-1 7 16,-1 3 4-16,-4 1 0 0,1 1 7 15,-1 0 9-15,-2 0 5 0,-2 2 1 0,-1-2-14 16,-1 3-4-16,-1 0 8 0,-2 1 1 0,-1 16 0 16,0-30 2-16,-2 14 44 0,-3 0-61 0,0 1 55 15,-1-3-61-15,-2 1 50 0,-3 1-62 0,0-1 58 16,-2 2-63-16,-2-1 58 0,1 0-56 0,-4 2 57 15,2 0-61-15,-1-1 3 0,-4-1 1 0,2 3 2 16,-1 1 2-16,0 0 2 0,1 3 2 0,-2 1-8 16,0-1 0-16,0 2 3 0,-1 1 8 0,-1 1-2 15,-1 2-4-15,0 1 2 0,-3 2-4 0,2 3-9 16,-4 4-24-16,-2 3-29 0,-3 2-28 0,3 6-34 16,-3 4-68-16,-5 7-40 0,3 2-122 15,0 4-305-15,1 0-191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6:08:19.093"/>
    </inkml:context>
    <inkml:brush xml:id="br0">
      <inkml:brushProperty name="width" value="0.05292" units="cm"/>
      <inkml:brushProperty name="height" value="0.05292" units="cm"/>
      <inkml:brushProperty name="color" value="#FF0000"/>
    </inkml:brush>
  </inkml:definitions>
  <inkml:trace contextRef="#ctx0" brushRef="#br0">10069 14486 552 0,'0'0'574'0,"0"0"-135"0,2-11-115 0,-2 11-67 15,0 0-56-15,0 0-40 0,3-9-38 16,-3 9-35-16,0 0-9 0,0 0-21 0,0 0-19 16,0 0-10-16,4-8 0 0,-4 8-6 0,0 0-5 15,0 0-4-15,11 7-4 0,-11-7 1 16,11 14-2-16,-4-6-2 0,1 3-18 0,2 0 19 16,0 5 1-16,4-2-1 0,-2 1 10 0,1-2 7 15,1 2 22-15,0-2 15 0,2-2-4 0,2 0 24 16,3-3 0-16,3-3 12 0,2-3-5 0,0-4 23 15,12-5-19-15,-1-5 8 0,8-8 8 0,3-6-2 16,1-7 0-16,-1-3-6 0,2-5-19 0,0-3 6 16,3-3-6-16,-1-2 17 0,-1-1-29 0,3 1 21 15,-3 0-26-15,-1 3 33 0,-5 2-4 16,-2 6-6-16,-3 3-12 0,-10 10-9 0,-5 2-15 16,-3 4-12-16,-5 5-6 0,-2 2-9 0,-3 2-5 15,-3 1-7-15,-1 3-6 0,0 0-7 16,-8 6-15-16,11-10-17 0,-11 10-29 0,10-8-47 15,-10 8-19-15,0 0 19 0,0 0-30 0,16-3-30 16,-16 3-27-16,0 0-48 0,11 7-39 0,-11-7-3 16,7 9-15-16,-7-9-52 0,5 11-61 0,-5-11-392 15,2 11-354-15</inkml:trace>
  <inkml:trace contextRef="#ctx0" brushRef="#br0" timeOffset="850">13448 14629 450 0,'0'0'598'0,"0"0"-150"16,-3-12-123-16,3 12-66 0,0 0-50 0,-3-9-46 0,3 9-35 15,0 0-33-15,0 0-17 0,-3-8-11 0,3 8-14 16,0 0-12-16,0 0-9 16,0 0-3-16,0 0-19 0,0 0 7 0,0 0-5 15,0 0-2-15,0 0-2 0,0 0-2 0,18 6 3 16,-9 3 4-16,3 2-2 0,0 3 0 0,1 0-1 16,2 2 2-16,-1 0 0 0,2 0 2 0,-1 1 19 15,2-3 16-15,-2 3 23 0,2-3 1 0,3-3 25 16,-1-3 7-16,3 0 22 0,3-4-3 0,2-4 12 15,9-6-4-15,1-7-11 0,12-9-4 0,-2-7-6 16,4-9 9-16,2-4 0 0,-1-6-24 0,3-2 33 16,0-1-27-16,1 0 6 0,-3 0-1 15,1 3 14-15,-5 0-30 0,-2 6 6 0,-1 2-13 16,-8 4-13-16,0 2-19 0,-9 9-5 16,-3 2-8-16,-1 5-12 0,-9 3-8 0,1 1-7 15,-4 4-29-15,-3 1-38 0,-2 3-32 0,-8 6-37 16,14-10-40-16,-14 10-31 0,10-7 17 0,-10 7-34 15,0 0-14-15,0 0-57 0,14 8-38 0,-14-8 7 16,6 12-77-16,-6-12-67 0,2 12-381 0,-2-12-421 16</inkml:trace>
  <inkml:trace contextRef="#ctx0" brushRef="#br0" timeOffset="1601">17034 13950 441 0,'0'0'474'0,"0"0"-123"0,0 0-79 0,0 0-79 16,0 0-40-16,0 0-19 0,0 0-33 0,0 0-10 15,0 0-13-15,0 0-11 0,0 0-9 0,0 0-11 16,0 0-14-16,0 0 0 0,0 0-12 16,0 0 12-16,0 0 3 0,0 0-1 0,9 7 4 15,-9-7 11-15,13 8-4 0,-5-2 25 0,-2 2 6 16,7 2-10-16,0 2-8 0,2 2 1 0,-2 2 7 16,1 0 3-16,1 2-5 0,3 0-7 0,-5 1-6 15,1-1 12-15,0-1-8 0,-1 0 12 16,2-3-8-16,-2 1 23 0,2-3 1 0,2-2-6 15,2-1 28-15,-2-6 1 0,2-3 21 0,8-3-12 16,6-7 5-16,3-8-35 0,10-11-3 0,2-6-26 16,5-6 36-16,3-7-34 0,13-15 31 15,3-1-27-15,-2-1 37 0,0 3-30 0,-12 13 20 16,-3 0-33-16,-3 2-7 0,-2 5-8 0,-4 5-9 16,-4 3-6-16,-11 10-3 0,-4 3-10 15,-5 2-15-15,-4 7-60 0,-4 0-36 0,-1 4-16 0,-4 0-24 16,-9 8-19-16,11-9-23 0,-11 9-33 15,0 0-44-15,0 0-73 0,0 0 43 0,6 10-71 16,-6-10-63-16,-12 19-443 0,4-6-465 0</inkml:trace>
  <inkml:trace contextRef="#ctx0" brushRef="#br0" timeOffset="2318">20279 14451 448 0,'0'0'312'0,"0"0"-109"0,0 0-22 16,0 0-52-16,0 0-4 0,-14-4-35 0,14 4 15 16,0 0-32-16,0 0 34 0,0 0-43 0,0 0 35 15,0 0-38-15,-9-5 33 0,9 5-8 0,0 0-7 16,0 0-11-16,0 0-8 0,0 0 4 0,0 0-12 15,1-10 10-15,-1 10-15 0,0 0 3 0,0 0-3 16,0 0-1-16,10-6 22 0,-10 6 10 16,0 0 18-16,17 5 10 0,-8 1 0 15,4 2-7-15,2 4 0 0,-2 2-6 0,5 2 9 16,0 4-15-16,1 3-3 0,-3-1-24 0,2 2 4 16,0-2-22-16,-1 1 9 0,2-3-12 0,-6-3 46 15,5-2-5-15,-3-1 37 0,7-1-29 0,0-5 13 16,3-4 6-16,3-2-12 0,8-9-6 0,2-6-14 15,15-14-4-15,2-7-9 0,3-7-3 0,14-15-11 16,3-5 29-16,-2-3-17 0,2-2 28 0,-2 0-21 16,1-1 22-16,-4 5-10 0,-13 12-1 15,-4 5-10-15,-4 2-11 0,-3 4-12 16,-9 8-9-16,-9 7-5 0,-5 4-39 0,-5 5-54 16,-3 3-38-16,-3 3-34 0,-4 2-38 0,-8 7-45 15,11-8-52-15,-11 8-58 0,0 0-69 0,0 0 2 16,0 0-72-16,-5 14-500 0,-1-7-655 0</inkml:trace>
  <inkml:trace contextRef="#ctx0" brushRef="#br0" timeOffset="2951">23841 14005 258 0,'4'-10'574'0,"-4"10"-198"0,0 0-75 15,0 0-81-15,0 0-43 0,2-9-39 0,-2 9-27 16,0 0-30-16,0 0-9 0,0 0-22 16,0 0-1-16,0 0-9 0,0 0 1 0,0 0 5 15,0 0 3-15,13 5 7 0,-13-5 13 16,9 15-8-16,-4-6 20 0,3 3 8 0,3 3 15 16,-2 0 16-16,4 1 2 0,-3 1-2 0,2 0 2 15,0-1 26-15,1 1 3 0,0-1 21 0,2-1-11 16,2-3 19-16,1 1-19 0,5-4-11 0,1-2-18 15,6-4-2-15,9-6-2 0,6-5-3 0,13-12 8 16,3-6-33-16,4-9 3 0,21-15-32 0,1-7 11 16,2-7-11-16,5-5-25 0,-1 1 20 15,1-4-19-15,-2 4 4 0,-4 0 1 0,-5 4-5 16,-5 4-10-16,-19 16 11 0,-4 2-29 0,-8 4 14 16,-2 8-23-16,-16 7 11 0,-4 4-86 0,-4 3-29 15,-8 3-58-15,-3 6-41 0,-10 7-69 16,12-10-46-16,-12 10-31 0,0 0-82 0,0 0-12 15,-12 7-96-15,2 2-456 0,-5 1-690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6:08:45.571"/>
    </inkml:context>
    <inkml:brush xml:id="br0">
      <inkml:brushProperty name="width" value="0.05292" units="cm"/>
      <inkml:brushProperty name="height" value="0.05292" units="cm"/>
      <inkml:brushProperty name="color" value="#FF0000"/>
    </inkml:brush>
  </inkml:definitions>
  <inkml:trace contextRef="#ctx0" brushRef="#br0">1772 3660 350 0,'0'0'357'0,"5"-14"-88"16,-5 14-52-16,5-10-37 0,-5 10-34 0,4-9-26 15,-4 9-14-15,0 0-12 0,4-9-11 0,-4 9-8 16,0 0-19-16,0 0-7 0,0 0 1 0,0 0-6 15,0 0 30-15,-14 10-36 0,4 0 22 0,-2 3-34 16,-1 3 29-16,-3 5-5 0,-6 3 5 0,2 2-14 16,-5 3 3-16,-7 6-4 0,0 4 3 0,-2 1 24 15,-3 3 0-15,0 0-8 0,0 2 2 0,1 2-9 16,0-1 1-16,3 0-6 0,1-1 1 0,2 2-9 16,3-3 5-16,3-3 2 0,8-7 3 0,0-1-15 15,6-2 7-15,0-1-4 0,3-6-4 16,6-1-9-16,1-2 1 0,0-3-4 15,5 2-4-15,2 2 0 0,3-5-4 0,0 2 3 16,2-3-3-16,4 0-2 0,1 4 0 0,1-1 2 16,-2-4-7-16,4 4 4 0,0-2 0 0,-1 0 2 15,-3-1-4-15,3 2-3 0,-5-1 3 0,1 0-1 16,-2-1-2-16,-1 3 0 0,0 0 0 0,-3 0-1 16,0-1 0-16,-1 2 0 0,-3 2 0 0,-1-1-4 15,-4 1 3-15,0 3 3 0,-4 0 0 0,-4 8 3 16,-2 1 0-16,-4 0 5 0,-4 4 8 0,-6 5 1 15,-2 0-1-15,-1 4 12 0,-5-5-12 16,1 2-3-16,1-2-2 0,-1-2-4 0,4 1 0 16,6-13 20-16,0 1-26 0,4-5 10 0,6-5-21 15,0-2 9-15,1-2-26 0,4-3 8 0,2 0-12 16,-2-2 9-16,3-1-14 0,3-9 15 0,0 16-7 16,0-16 13-16,6 18-10 0,-2-8 12 0,3 3-9 15,2-2 14-15,3 3-13 0,1-2 11 0,0 2-8 16,3 3 9-16,-1-1-11 0,3 2 7 15,-1 5-1-15,-1-2 0 0,2 4 1 0,-3 3 3 16,1-1-1-16,-2 3 1 0,-4 1 1 0,1 3 13 16,-1 1-12-16,-5 2 7 0,-1 0-4 0,-2 3 10 15,-2 0 2-15,-1 4-1 0,-3 1 1 16,0 1 11-16,-4 10 5 0,-3 3 5 0,1 0 15 16,-5 2 3-16,-1 2 5 0,-2-2-9 0,0 3 9 15,-2 2-3-15,0 1 12 0,0 2 4 0,0 4-13 16,0 0-3-16,1 2-10 0,1 1-2 0,0 1-18 15,1-2 18-15,2 1-20 0,5-2-7 0,-3-1 3 16,7 2 19-16,-2 0-22 0,4-1 17 0,0 1-23 16,4 1 25-16,0 1-18 0,3 2 29 0,-3-1-37 15,4 2 8-15,-1-1 1 0,-1 2-1 0,-1 1 25 16,2-4-31-16,2-1 21 0,0-2-37 0,4-2 16 16,3-4-37-16,1-3-16 0,3-6-16 0,3-5-15 15,3-4-10-15,5-3-19 0,1-8-18 16,7-5-26-16,3-7-15 0,-1-8-33 0,3-9-28 15,5-5 5-15,2-7-39 0,10-11-52 16,3-6-57-16,3-8-421 0,-2-8-322 0</inkml:trace>
  <inkml:trace contextRef="#ctx0" brushRef="#br0" timeOffset="701">1116 8358 633 0,'-1'-13'459'0,"-2"1"-100"15,3 12-98-15,-5-15-56 0,5 15-38 0,-9-10-31 16,9 10-31-16,0 0-3 0,-20 3-5 0,8 10-18 15,-7 6-8-15,0 8 4 0,-6 14-6 0,-3 9 38 16,0 7-9-16,-3 11 24 0,-8 28-7 0,-2 7 13 16,1 6 16-16,-3 7 1 0,1 2 13 0,-2 5-13 15,2 2-10-15,-3 0 11 0,1-1-39 0,0-7-11 16,5-4-14-16,1-10-3 0,5-5-29 0,11-23 0 16,0-5-22-16,6-5-5 0,4-5-7 15,6-15-9-15,2-2-10 0,4-6-11 0,4-2-4 16,2-4-7-16,2-2-3 0,3-8-1 0,1-3 1 15,0-2 8-15,3 0 2 0,-1-2 6 16,5-3 2-16,0 2 0 0,3-2 2 0,5 2 0 16,1 0 2-16,3 2 2 0,2 0 0 0,2 2-8 15,4 0 17-15,6 6-3 0,6-1 7 0,-1 2-15 16,2 0-2-16,2-1 1 0,-3-2 3 0,3 2-4 16,1-4-4-16,-1-3-3 0,3-1 0 0,2-5 31 15,0-3-52-15,-8-3 44 0,4-4-48 0,10-5 0 16,2-5-9-16,-1-4-1 0,5-5-8 0,-1-4 8 15,-1-3 14-15,2-6-2 0,0-1 16 16,1-3-5-16,13-11 12 0,-16 11 5 0,-1-3 2 16,1 3-1-16,-4 1-4 0,-2 4-12 0,-3 2-16 15,-3 7-17-15,-6 2-26 0,-13 9-30 0,-1 4-23 16,-10 6 7-16,-1 3-3 0,-6 4-26 0,-1 7 23 16,-6 1-31-16,-1 2-48 0,-4 4-38 0,-5 1-52 15,-2 4-285-15,-3 0-123 0</inkml:trace>
  <inkml:trace contextRef="#ctx0" brushRef="#br0" timeOffset="1052">2289 10547 258 0,'-16'-6'727'16,"-3"-2"-219"-16,1 1-135 0,2 2-73 0,0 0-32 16,1-1-79-16,2 2-33 0,2-1-54 0,11 5-4 15,-18-5-41-15,18 5 14 0,-14-5-41 0,14 5 18 16,0 0-36-16,-9-6 21 0,9 6-30 16,0 0 16-16,0 0-23 0,19 0 26 0,-19 0-29 15,33 4 31-15,-6-1-27 0,5 4 22 16,5-1-3-16,0 3-28 0,3-1 20 0,2 2-23 15,-3 1 31-15,0 3-29 0,-3 1 29 0,-1 2-25 16,-2 2 24-16,-6 3-26 0,-3 3 29 0,-2 1-16 16,-7 3 27-16,-1 4-1 0,-6 4-4 0,-7 2-5 15,-1 6 47-15,-4 1-60 0,-7 11-13 0,-6 2-34 16,-1 0-47-16,-5-1-83 0,0-1-53 0,-4-2-91 16,1-9-91-16,-3 0-253 0,4-3-190 0</inkml:trace>
  <inkml:trace contextRef="#ctx0" brushRef="#br0" timeOffset="2135">3668 10604 669 0,'0'0'568'0,"-3"-13"-134"0,3 13-53 0,-4-10-67 16,4 10-34-16,0 0-77 0,-4-10-23 0,4 10-36 15,0 0-12-15,-5-7-37 0,5 7-6 0,0 0-32 16,0 0-5-16,0 0-18 0,0 0 3 0,0 0-17 16,1 13 9-16,3 3-19 0,1 7 12 0,3 8-15 15,-1 3 9-15,1 2-17 0,1 4-12 0,-1 0-22 16,2-1-25-16,-1 1-30 0,0 0-39 15,0-4-13-15,3 1-27 0,-3-4-34 16,1-4-47-16,0-5-25 0,-2-5-50 0,0-2-275 16,-3-5-135-16</inkml:trace>
  <inkml:trace contextRef="#ctx0" brushRef="#br0" timeOffset="2452">3472 10650 268 0,'-24'-24'714'0,"-1"3"-181"16,1 1-102-16,2 2-100 0,1 2-48 0,1 5-96 15,4 0-24-15,-1 1-49 0,4 5-1 0,-1-2-32 16,5 2-3-16,9 5-27 0,-14-9 1 0,14 9-24 16,-9-4 5-16,9 4-21 0,0 0 8 0,10-12-17 15,3 9 17-15,6-3-21 0,8 2 14 16,8-2-17-16,4 0 18 0,4 3-21 0,4 0 14 16,-2 3-22-16,2 1 12 0,-1 2-12 0,0 2 17 15,-2 0-15-15,-1 3 15 0,-4 4-17 16,-5 0 14-16,-1 2-16 0,-3 2 25 0,-3 3-14 15,-4 2 15-15,-7 4-19 0,0 4 22 0,-6 4-19 16,-5 1 20-16,-5 4-22 0,-4 1 21 0,-2 3 5 16,-7 11-1-16,-4-2 3 0,-2 1-2 0,0 2-20 15,-4-1 10-15,-1-1-14 0,-2 2 18 0,4-2-18 16,-2-2 14-16,1-2-20 0,3-3 4 0,5-11-69 16,3-2 0-16,0-3-64 0,7-7 0 0,1-4-56 15,2-5-54-15,2-13-75 0,3 13-356 16,-3-13-210-16</inkml:trace>
  <inkml:trace contextRef="#ctx0" brushRef="#br0" timeOffset="3302">4219 10822 352 0,'6'-8'766'0,"-2"-1"-245"0,-4 9-120 0,5-13-121 15,-5 13-37-15,3-10-89 0,-3 10-5 0,0 0-43 16,2-13-1-16,-2 13-43 0,0 0 5 0,0 0-32 15,0 0 14-15,0 0-19 0,0 0 4 16,9 12-26-16,-5-2 18 0,1 0-28 0,4 3 11 16,-3-1 0-16,2 1-9 0,0-2-5 0,2-1-5 15,-1-1-44-15,0 1 46 0,-1-4-4 0,2 0-2 16,-10-6-4-16,14 6-4 0,-14-6 15 0,0 0-8 16,18-1 2-16,-18 1-26 0,10-11 31 0,-6 2-32 15,0-1 47-15,-3-2-31 0,-1-2 27 0,-4-4-23 16,0-3 33-16,-3 0-32 0,-6-7 36 0,0 5-26 15,0 0 41-15,-2 6-7 0,2 2 34 0,-1 2-15 16,1 4 5-16,1 3-29 0,12 6 11 0,-21 0-21 16,7 5 15-16,0 5-23 0,0 6 18 0,1 8-24 15,0 4 20-15,2 3-3 0,3 3-6 16,3 3 3-16,1-1-7 0,4 3 49 0,1-4-62 16,3-1-10-16,3-4-8 0,3-4-2 15,1-6-12-15,2-4-20 0,5-1-12 0,-1-6-6 16,3-4-9-16,-1-4-16 0,3-6-24 0,1-4-33 15,5-7-34-15,-1-8-60 0,-3-4 10 0,3-13 13 16,-1-4 35-16,-3-7 35 0,-4 0 86 0,-5-6 52 16,-5-1 49-16,-4-3 24 0,-5-1 12 0,-6 2-6 15,-2-3 57-15,-2 5 35 0,-4 2-1 0,4 15 28 16,-1 4 3-16,1 7 74 0,3 7-36 16,0 3-21-16,3 6-48 0,-1 1-20 0,0 4-36 0,5 10-6 15,-8-8-30-15,8 8 2 0,0 0-26 16,-5 13 10-16,5 2-7 0,2 9 0 0,0 11-6 15,5 7 5-15,4 16 18 0,1 6-10 0,1 3 10 16,4 7-14-16,1 2 5 0,0 2-11 0,1 2 1 16,2-2-13-16,-2 4-8 0,1-5-16 0,-3 1-12 15,1-7-4-15,-3-1-2 0,1-8 0 0,-5-3-1 16,3-5-8-16,-6-13-6 0,0-5 2 0,-2-4-10 16,0-10-8-16,-2-1-14 0,-1-8-30 15,-3-13-16-15,4 12-14 0,-4-12-23 0,0 0-9 16,0-17 1-16,-2-6 25 0,-3-10-5 0,-1-9 27 15,-2-14 16-15,-2-5 22 0,1-5 20 16,-3-3 46-16,3-4 27 0,0 5 20 0,4 0 33 16,0 4-14-16,3 16 43 0,0 2-42 0,2 6 40 15,3 5-53-15,-3 6 29 0,1 5-53 0,2 5 27 16,-1 3-36-16,1 4 46 0,-1 2-33 0,4 0 37 16,-6 10-49-16,10-7 41 0,-10 7-34 0,0 0 33 15,22 9-47-15,-15-3 35 0,5 6-39 0,-3 3 32 16,-3 2-37-16,1 2 32 0,-4 1-38 0,2 2 34 15,-5 2-2-15,-2 0-11 0,-4 1-1 0,-1 0-1 16,-1 3-27-16,-4-3 7 0,0 2 45 0,2-7-67 16,-3-3-20-16,2 0-13 0,2-6-22 0,-3-3-47 15,2-1-35-15,10-7-83 0,-18-1 24 16,8-6-43-16,1-4 24 0,-1-5-223 16,2-4 93-16</inkml:trace>
  <inkml:trace contextRef="#ctx0" brushRef="#br0" timeOffset="3669">4747 10555 5 0,'9'-8'474'0,"0"2"-167"0,-9 6-58 16,10-6-24-16,-10 6-35 0,0 0-20 0,21 6-32 15,-14 0-1-15,0 2-35 0,5 5 14 0,-3 2-43 16,2 3 19-16,0 0-44 0,-2 3 29 16,1-1-12-16,2 1-9 0,-1-1-22 0,1-2-4 0,-1 2 3 15,1-3-15-15,0-1 7 0,0-3-4 16,0-1-4-16,-1-3-5 0,-11-9-5 0,20 10-8 15,-20-10 2-15,16 2-4 0,-16-2-3 0,15-7-5 16,-6 1-29-16,-1-7 24 0,-3 1-24 0,-1-4 43 16,-4-5-31-16,0-1 38 0,-4-3-30 15,-4-5 27-15,-2 0-27 0,0 4 40 0,1 5 9 16,-4 0 11-16,3 5 10 0,0 3 5 0,-2 3-4 16,2 2-5-16,10 8-9 0,-18-5-44 0,18 5 40 15,-18 8-40-15,9 1 28 0,-1 8-38 0,1 0 38 16,1 6-46-16,2 3 55 0,2 5-38 0,0 3 42 15,3-4-6-15,2 0-2 0,1 0-7 16,2 1-6-16,0-6-9 0,3-1 35 0,-1-1-64 16,3-6 21-16,1-2-61 0,1-4 20 0,-1-3-60 15,-10-8-22-15,20 5-37 0,-20-5-44 0,27-11-66 16,-12 0-16-16,0-6-229 0,0-7 2 0</inkml:trace>
  <inkml:trace contextRef="#ctx0" brushRef="#br0" timeOffset="3986">5138 10589 532 0,'6'-29'282'0,"-1"8"-13"16,0-1-19-16,-4 7-8 0,2 4-59 0,0 1 12 15,-3 10-34-15,4-14-29 0,-4 14-60 0,0 0 23 16,0 0-49-16,0 0 32 0,0 0-41 16,1 18 27-16,-1-3-55 0,2 3 47 0,-2 4-48 15,0 3 39-15,1 0-46 0,0 1 46 16,-1 0-46-16,2 0 42 0,0-1-7 0,0 0-6 16,0-2-3-16,-1-4-14 0,2-3 1 0,-2-2 3 15,2-2-1-15,-2-2-17 0,-1-10 7 0,6 15 7 16,-6-15-7-16,0 0 3 0,9 6-2 0,-9-6-2 15,7-8-38-15,-2-2 43 0,0-4-36 0,4-4 36 16,-1-1-42-16,-1-3 49 0,2 2-40 0,0-1 33 16,0 1-31-16,0 0 36 0,4 2-42 0,-4 2 52 15,1 3-42-15,0 1 40 0,-1 2-41 0,-2 4 42 16,-7 6-35-16,15-5 34 0,-15 5-37 0,0 0 36 16,23 4-38-16,-15 3 40 0,-1 1-41 0,1 0 35 15,1 5-35-15,-3-1 32 0,1 1-61 16,-2-1 45-16,1 4-71 0,-2-4-17 0,4 2-66 15,-3-2-142-15,0-2-59 0,0 0-219 0,0-2-100 16</inkml:trace>
  <inkml:trace contextRef="#ctx0" brushRef="#br0" timeOffset="7536.99">10789 8027 309 0,'-17'-9'332'0,"2"3"-66"16,2 1-44-16,3 0-25 0,10 5-37 16,-18-7-42-16,18 7-27 0,-13-6-15 0,13 6-17 15,-11-6-10-15,11 6-17 0,0 0-4 0,0 0-5 16,0 0 3-16,4-8 1 0,-4 8 1 0,19-5 6 16,-19 5-2-16,33-4 10 0,-6 2-21 0,2-1 19 15,10 0-9-15,0 1 25 0,6-2-39 0,2 2 24 16,6-1-29-16,11-1 23 0,2 3-25 0,0-1 20 15,4-2-30-15,-2 1 26 0,3 2-30 0,2 0 26 16,1-2-10-16,5 1-32 0,1 1 42 0,6 1-34 16,2-1 30-16,3-1-28 0,2 0 30 15,2 2-6-15,2-2-3 0,3 1-10 16,4 1-36-16,1 0-8 0,3-1-15 0,-2 1 19 16,0 1-6-16,1-1 23 0,0 3 4 0,0-2 16 15,2 2-11-15,24-2-4 0,-26 0 11 0,2 1 11 16,0 0-7-16,-1 0 9 0,22 2-3 0,-25-1 10 15,3-1-6-15,23 0 9 0,-25 1-18 0,1 0 40 16,2-2-24-16,0 0 37 0,27-1-36 0,-1 1 30 16,-1-2-40-16,2 1 32 0,-26 0-6 0,26 0-11 15,0 0 4-15,2 0-6 0,2-1-13 0,-1 1 12 16,2-1-1-16,-3 1-2 0,1 0 1 0,4 0-5 16,2 0-3-16,-2-2-3 0,2 2-1 15,0 0-1-15,-1 2-8 0,2-2-1 0,2 0 21 16,-1 1-13-16,-2-1 2 0,-2 2-3 15,1-1 2-15,0 2 0 0,-1-1 0 0,0 1 12 16,-5 1-38-16,0-2 38 0,-2 1 15 0,-3 1-43 16,5-3 43-16,-2 1-40 0,-1-1 44 0,-2-1-49 15,2 0 53-15,0 0-54 0,1 0 47 0,2-2-50 16,0 0 47-16,-4-1-50 0,3 2 44 0,-4-2 3 16,-1 2-58-16,2-3 59 0,-1 3-51 0,-26 0 50 15,4 1-47-15,-3-2 57 0,25 2-15 0,-24 0-53 16,0-1 56-16,1 1-60 0,-3-1 63 0,2 1-5 15,-4 1-6-15,-3-2 0 0,2 0-2 0,-2-1-5 16,-1 0-13-16,0 1 14 16,-3-2-5-16,0-2 3 0,-5 4-2 0,-1-3 0 15,-5 2 0-15,-1-1-2 0,-4-1 1 0,-2 2-11 16,-7 0 13-16,1-2-8 0,-6 0 7 0,-3 2-1 16,-11 0 1-16,-5 1-1 0,0 0-1 0,-2-1 1 15,-3 1-12-15,-3 0-35 0,-1 0 50 0,-8-1 4 16,-3 1 2-16,-3 2-2 0,-4-2 4 0,3 1 8 15,-8-1-7-15,-17 1 3 0,25 0 6 0,-25 0 7 16,21-1 16-16,-21 1-3 0,0 0-1 0,20 0 9 16,-20 0 9-16,0 0 3 0,0 0 6 0,21-1 2 15,-21 1-3-15,0 0-3 16,0 0-5-16,0 0-9 0,0 0-10 0,20 0-3 16,-20 0-6-16,0 0-1 0,0 0-4 0,0 0-3 15,0 0-4-15,0 0-2 0,0 0-4 0,0 0-3 16,0 0-1-16,0 0-7 0,13-4 8 0,-13 4-11 15,0 0 1-15,0 0 1 0,0 0 0 0,0 0 3 16,0 0 8-16,0 0 6 0,0 0 3 0,0 0 8 16,0 0-1-16,0 0 3 0,0 0 32 0,0 0-38 15,0 0 31-15,0 0-35 0,0 0 26 16,0 0-22-16,0 0 13 0,0 0-11 0,0 0 3 0,10-5-17 16,-10 5 13-16,0 0-29 0,0 0 23 15,1-13-3-15,-1 13-20 0,-1-11 8 16,1 11-10-16,0-16 10 0,0 6-10 0,1-4 1 15,-1-4-2-15,0 0 0 0,0-7 1 0,3-3-1 16,-2-1-1-16,1-5 23 0,0-5-29 0,-1-1 18 16,2-2-16-16,1-1 0 0,-1 0-1 0,0-2 5 15,2-1 0-15,-1 2 1 0,-3-1 15 0,2 3-14 16,-3-2 12-16,0 2-14 0,0 0 1 0,-3 0-2 16,1-1-7-16,-2 2 12 0,-5 0-11 0,1 1 20 15,-2 1-21-15,0 2 16 0,-3-1-15 16,-1 3 15-16,0 1-19 0,0 2 21 15,-3 2-12-15,0 1 15 0,0 3-3 0,-2 1 9 0,-2 1-21 16,1 3 17-16,-2 1-14 0,1 2 2 16,0 1 1-16,-2 2-1 0,2 2 1 0,1 2 0 15,-2 1 8-15,-1 0 26 0,-1 1-42 0,-1 2 0 16,0-1-5-16,-2 2 11 0,0 1-1 0,-1-1 2 16,0 2-2-16,0-1 2 0,-7 3-2 0,1-2 3 15,-1 1-1-15,5 1-4 0,-6-2 5 0,0 3 0 16,-1 0-4-16,-3-1 3 0,2-2 0 0,-3 3 1 15,-4-1 3-15,2 2-4 0,-6-4-4 0,2 1 3 16,-4 2-1-16,-2-3-1 0,-11 1-6 16,0-1 6-16,0-1 1 0,-1 0 1 0,-2 1 2 15,1-1-3-15,-3 0 37 0,-1-1-48 16,-1 1 3-16,-1 0 4 0,0-1 0 0,-1-1 2 16,-1 3 0-16,-2-3-1 0,0 1 14 0,-4 1-24 15,0-1-2-15,-4 1 4 0,0 1 0 0,-6-3-3 16,1 1 0-16,-3 2-3 0,1-3 4 0,-5 2 5 15,-1 0-6-15,-3 0 6 0,-2 0-3 0,-2 0 8 16,1 1-1-16,-2 0 0 0,1-1 4 0,-2 1-1 16,1 0 2-16,-1-1 2 0,-23 0-4 0,25 1 2 15,2-1-7-15,-4 2 9 0,1-1-14 0,-4 0 17 16,3 0-9-16,-26 1-1 0,2-4-1 16,25 2 0-16,-22 0 3 0,24 0-2 0,-2 0 3 15,-24-1-3-15,1 1-1 0,20 1 2 16,-22-1-6-16,1 0-1 0,24 0 0 0,0 2 6 15,-24-3 1-15,23 3 1 0,-22-3 2 0,23 0-6 16,-22 2 2-16,24-2-3 0,-2 4-2 0,-1-4 1 16,1 2 1-16,-26-1-8 0,24 3 4 0,1-2-5 15,-24 0 0-15,26 0 0 0,-1 2 5 0,-1 1-9 16,-1-4 0-16,-1 3 5 0,2 0-6 0,-3 1 4 16,1-3 3-16,1 2 13 0,3 1-8 0,1 0 8 15,-1-2-7-15,1 2 1 0,0-1 0 0,0 1 1 16,2-1-2-16,0-1 0 0,1 2 11 15,3-1-11-15,1 1 2 0,-1 0-2 0,2-3 2 0,0 1-1 16,1 1 1-16,1-2 1 0,3 2 2 16,-1-3 0-16,9 2 12 0,-6 2-10 0,2-3-1 15,2 0 1-15,-1 2 0 0,2-2 3 0,3 2-2 16,-2-4-1-16,4 4 2 0,-3 0 1 16,6-2 1-16,-2 1-2 0,3 1 12 0,0-3-12 15,1 2-1-15,1 0 0 0,-1 1-2 0,0 0-2 16,1-1 0-16,0 1 4 0,1-1 0 0,1 1 1 15,1-2-2-15,3 2 3 0,-1 0 8 0,2-2-9 16,1 1 0-16,1 0 1 0,9-1-2 0,-10-1 2 16,11 2-1-16,-10-1 0 0,9 1 1 0,-9 0-1 15,-3-1 0-15,13 3 2 0,-3-2 3 16,-8 2-3-16,9 0 12 0,1 1-14 0,-3 1 2 16,-9-1 0-16,1 1-2 0,8-1-1 0,-11 3 0 15,3-2 2-15,0 2 0 0,0-1-1 0,0 1 1 16,12 2-1-16,-1-4 0 0,-1 1 2 0,-7 4 13 15,9-4-14-15,1 2 0 0,-1-3-2 0,2 2 3 16,1-2 0-16,-1 4-2 0,0-4 0 0,1 1 2 16,0-1-1-16,2 2 0 0,0-1 1 0,1 1-2 15,0 1 1-15,3-2 0 0,0 2 2 0,3-1 2 16,-1-1-1-16,2-1-3 0,3 3 1 16,6-3 8-16,2 2-7 0,-2-2-3 0,3-1 1 15,0 3-1-15,1-3 2 0,4 1-2 16,1-1 1-16,0 0 2 0,3 0 0 0,-1 0-2 15,20 0 1-15,-32 0 1 0,32 0 0 0,-29 0 0 16,29 0-1-16,-26 0 1 0,26 0 0 0,-21 0-1 16,21 0-1-16,-18 0 1 0,18 0-1 0,0 0 0 15,-19-1-1-15,19 1-1 0,0 0 0 0,0 0-1 16,-19 0 2-16,19 0 2 0,0 0 0 0,0 0-2 16,0 0 2-16,-17 3 4 0,17-3 1 0,0 0-1 15,0 0 0-15,-6 10 0 0,6-10 1 0,0 0-1 16,0 14 1-16,0-14-2 0,2 17-2 15,1-6 7-15,0 5-7 0,0-1 10 0,3 4-11 0,0 3 10 16,0 2-12-16,-1 1 10 0,0 0 1 16,1 4 0-16,2 4-1 0,-2 2-13 0,0 2 4 15,0 0-3-15,0 3 12 0,1 3-13 0,-2 3 12 16,0 3-13-16,2 8 8 0,-2 2-6 0,-2 1 14 16,1-10-2-16,-4 3-1 0,0 11 6 15,0 0 4-15,0-2 5 0,0 2 0 0,0-11 1 16,-2 8 26-16,1-8-38 0,0-2 8 0,1-1 3 15,-2 1 1-15,0-1 0 0,0-1 1 0,1-2-2 16,0-1 0-16,0 1 37 0,-1-4-54 0,1 0 49 16,0-1-46-16,1-2 33 0,-2-3-43 0,2-6 38 15,0-2-47-15,0-2 4 0,2-2 3 16,-2-6-1-16,1-2 3 0,0 0-1 0,-1-3 1 16,0-5 6-16,0 1-6 0,0-10-2 0,0 17 4 15,0-17-1-15,2 14-3 0,-2-14 8 0,0 11 4 16,0-11-3-16,0 0 3 0,0 12-1 0,0-12 0 15,0 0 0-15,1 10-1 0,-1-10 1 0,0 0-3 16,0 0 0-16,0 0-1 0,0 11-1 0,0-11 1 16,0 0-2-16,0 0-5 0,0 0 2 0,0 0 8 15,0 0-6-15,-1 10 2 0,1-10 0 16,0 0-1-16,0 0 1 0,0 0-2 0,0 0 19 0,0 0-23 16,0 0 2-16,0 0 0 0,3 9 2 0,-3-9 2 15,0 0 2-15,8 6-1 0,-8-6 1 16,14 6-2-16,-14-6 0 0,30 2 4 15,-8 0 29-15,9-2-35 0,10-1-1 0,9-1-1 16,18-2 2-16,7-1 0 0,12-1 30 0,8-2-37 16,30-2 35-16,13-1-35 0,8-3 12 0,15-3-64 15,6 0-9-15,12-2-69 0,11-3-122 0,9 0-40 16,6-1-118-16,12 0-554 0,5-5-662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6:09:02.145"/>
    </inkml:context>
    <inkml:brush xml:id="br0">
      <inkml:brushProperty name="width" value="0.05292" units="cm"/>
      <inkml:brushProperty name="height" value="0.05292" units="cm"/>
      <inkml:brushProperty name="color" value="#FF0000"/>
    </inkml:brush>
  </inkml:definitions>
  <inkml:trace contextRef="#ctx0" brushRef="#br0">5848 5338 242 0,'0'0'189'16,"0"0"42"-16,-20-3 0 0,20 3-31 0,0 0 16 15,-17-6-22-15,17 6-41 0,0 0-13 0,-14-2-35 16,14 2-8-16,0 0-18 0,0 0-15 0,0 0-10 15,-15-2-12-15,15 2-7 0,0 0-7 16,0 0-7-16,0 0 4 0,0 0-10 0,0 0-2 16,0 0 2-16,0 0-6 0,-13 4 3 15,13-4 8-15,6 8-6 0,-6-8 5 0,13 10 28 0,-3-5 46 16,6 0-55-16,3 0 50 0,5 0-34 16,4-1 3-16,8 0-2 0,6-3-2 0,4 0-7 15,3-1-3-15,2 0-5 0,4-2-2 0,14 1 0 16,-1-3 2-16,0 0-2 0,1-1 15 0,0 1-20 15,2-1-7-15,-1 0-1 0,0 0-1 0,-2 0-5 16,-1 2-1-16,0-3 0 0,-3 4-2 0,-13 0 0 16,0-1 3-16,-1 2-2 0,-4-1-1 0,0 1 6 15,-4 1 1-15,-2 0 3 0,-7 0-2 0,-2 0-1 16,-1 1 5-16,-4-1-2 0,-3 0-2 0,-2 2-2 16,-3-2-3-16,-18 0-3 0,29 2-3 0,-29-2-2 15,24 2 0-15,-24-2-5 0,19 2 1 0,-19-2-1 16,0 0 1-16,19 1 1 0,-19-1-1 15,0 0 0-15,0 0-1 0,20 1 1 16,-20-1-2-16,0 0 2 0,0 0 1 0,0 0 1 16,0 0-3-16,18 1 1 0,-18-1 0 0,0 0 0 15,0 0-3-15,0 0-1 0,0 0-2 0,0 0-3 16,0 0-14-16,0 0-43 0,0 0-84 0,15 2-49 16,-15-2-28-16,0 0-114 0,0 0-114 15,0 0-263-15,0 0-238 0</inkml:trace>
  <inkml:trace contextRef="#ctx0" brushRef="#br0" timeOffset="516.99">8234 5375 642 0,'-21'0'451'0,"21"0"-72"0,0 0-143 16,-19 0-18-16,19 0-81 0,0 0-7 0,0 0-57 15,0 0-6-15,0 0 20 0,0 0-51 0,0 0 28 16,0 0-52-16,25 2 39 0,2-1-42 0,3 2 32 16,9-2-39-16,6 1 30 0,6-2-36 0,3 0 40 15,14 0-43-15,2-2 23 0,0-1-23 0,3 2 36 16,-2-1-40-16,2 1 42 0,-3-2-34 15,0 1 42-15,-3-1-47 0,-1 2 51 16,-13 0-38-16,-2-2 38 0,-1 2-36 0,-5 1 32 16,-3-1-32-16,-3 1 33 0,-7 0-39 0,-4 0 30 15,0 0-34-15,-6 1 30 0,0-1-32 0,-5 1 26 16,-17-1-32-16,31 3 27 0,-31-3-35 0,26 1 42 16,-26-1-35-16,26 2 31 0,-26-2-39 0,20 3 1 15,-20-3-60-15,21 3-6 0,-21-3-61 0,20 1-99 16,-20-1-105-16,19 0-259 0,-19 0-142 15</inkml:trace>
  <inkml:trace contextRef="#ctx0" brushRef="#br0" timeOffset="1433.99">10807 5357 334 0,'-21'0'523'0,"21"0"-182"0,-30 0-68 0,30 0-74 16,-28-3-38-16,28 3-27 0,-27-2-29 15,27 2 3-15,-20-1 26 0,20 1-54 0,0 0 36 16,-23-1-52-16,23 1 16 0,0 0-40 0,-15 0 27 16,15 0-50-16,0 0 33 0,0 0-46 0,0 0 34 15,0 0-38-15,-17 0 45 0,17 0-43 0,0 0 40 16,12 4-35-16,-12-4 34 0,28 6-18 0,-7-4 31 15,5-1-18-15,5 1 15 0,10-1-21 16,2-1 23-16,7-1-18 0,4-2 14 0,15 1-20 16,4-1 15-16,1-1-20 0,1 1 11 0,2 0-17 15,0 1 10-15,0-1-17 0,1 2 19 16,3 0-17-16,-4-2 11 0,4 3-17 0,0 1 11 0,-3 1-14 16,4-1-4-16,-3-1 2 0,-1 1 12 15,1 0-13-15,-2 1 12 0,1 0-14 0,-1 0 11 16,1-1-14-16,-4 0 14 0,1 0-16 0,-3 0 10 15,0 0-6-15,-6 2 15 0,-8-3-15 0,-3 2 12 16,0-1-10-16,-2-1 6 0,-3 0-11 0,-1 0 15 16,-4 0-13-16,1 0 12 0,-5-1-14 0,-4 1 13 15,-5 0-12-15,-4 0 14 0,-1-2-13 0,-7 2 11 16,-2 0-4-16,-18 0 17 0,28-1-7 0,-28 1 16 16,21 0-10-16,-21 0 14 0,0 0-7 0,23 0 7 15,-23 0-13-15,0 0 7 0,18-2-12 16,-18 2 5-16,0 0-13 0,0 0-5 0,0 0-45 15,16-1-39-15,-16 1-82 0,0 0-7 0,0 0-46 16,0 0-57-16,0 0-77 0,0 0-78 0,0 0-237 16,0 0-196-16</inkml:trace>
  <inkml:trace contextRef="#ctx0" brushRef="#br0" timeOffset="2117.98">14568 5390 462 0,'-29'-4'384'0,"1"0"-81"0,0 0-47 0,1 1-62 0,1 0-33 0,2-1-19 0,1 3-12 0,2-1-18 0,5-1 24 16,16 3-52-16,-27-2 30 0,27 2-60 0,-19-1 17 15,19 1-43-15,0 0 26 0,-18-2-40 0,18 2 38 16,0 0-31-16,0 0 34 0,0 0-39 0,29-3 42 16,-3 1-42-16,11 0 28 0,8-5-37 0,15 2 2 15,9-1-3-15,5-2 10 47,5 0 8-47,4 1 6 0,6-2 24 0,1 1-10 0,6 0-1 0,4-1 1 0,24-1-8 0,-25 2 1 0,3 1-26 0,-2-1 4 0,0 1 20 0,-3 0-22 16,0 1 2-16,-1 0-2 0,-7 1 3 0,-3 0 9 15,-5 0-4-15,-6 0-4 0,-5 1 0 0,-18 0 5 16,-1 2 12-16,-10 0-5 0,0 0 4 0,-12-1 1 16,-5 2-2-16,-4-1-4 0,-1 2-1 0,-19 0 5 15,26-2-3-15,-26 2-1 0,20-2-4 0,-20 2-2 16,0 0-4-16,21-1-3 0,-21 1-4 15,0 0 0-15,16-1-3 0,-16 1 0 0,0 0-1 0,0 0-2 16,0 0-1-16,18-2-1 0,-18 2 0 16,0 0 0-16,0 0-1 0,0 0 0 0,0 0-1 15,0 0 1-15,0 0-1 0,17-1-2 0,-17 1-1 16,0 0-8-16,0 0-24 0,0 0-57 0,0 0-65 16,0 0-46-16,0 0-15 0,0 0-87 0,0 0-38 15,0 0-441-15,17 1-316 0</inkml:trace>
  <inkml:trace contextRef="#ctx0" brushRef="#br0" timeOffset="2568.98">17434 5185 645 0,'11'6'475'15,"-11"-6"-77"-15,0 0-153 0,14 4 0 0,-14-4-79 16,0 0 20-16,0 0-59 0,9 5 17 0,-9-5-57 15,0 0-7-15,0 0 0 0,15 3 21 0,-15-3-29 16,22 3 10-16,-4-2-30 0,2 1 5 0,6-1-30 16,5 1 11-16,8-1-20 0,1 3 26 0,1-3-18 15,2 1 20-15,1-2-21 0,0 1 15 0,0-1-5 16,-3-1-11-16,1 1 3 0,-1-3 3 0,-5 2 1 16,-4-2 0-16,-4 2 3 0,-1-1-1 0,-8 1 6 15,-1-1 3-15,-18 2-4 16,28-3 4-16,-28 3 7 0,22-2-6 0,-22 2 23 15,15-1 0-15,-15 1 2 0,0 0-11 0,18-1 2 16,-18 1-11-16,0 0-2 0,0 0-12 0,18-1-3 16,-18 1-12-16,0 0-1 0,0 0-9 0,0 0 1 15,0 0-7-15,16 0 1 0,-16 0-2 0,0 0 2 16,0 0-9-16,0 0 8 0,0 0-4 0,0 0 5 16,0 0-4-16,0 0 4 0,0 0-6 15,0 0 4-15,0 0-3 0,0 0 3 0,0 0-7 0,0 0-4 16,0 0-15-16,0 0 4 0,0 0-29 15,20 0-20-15,-20 0-16 0,0 0-20 0,0 0-25 16,0 0-32-16,0 0-41 0,0 0 1 0,0 0 33 16,0 0-21-16,0 0-35 0,0 0-74 0,0 0-479 15,-9 5-306-15</inkml:trace>
  <inkml:trace contextRef="#ctx0" brushRef="#br0" timeOffset="4669.99">23581 13726 670 0,'0'0'470'0,"6"-11"-97"15,-6 11-113-15,4-9-37 0,-4 9-64 0,6-9-16 0,-6 9-38 16,5-13-24-16,-5 13-15 0,10-14-8 15,-3 2-12-15,1 1-10 0,4-3-6 0,-1 1-6 16,1-2-5-16,-1 1-1 0,-2 2-5 0,-2 0 48 16,-2 2 29-16,1 0-5 0,-6 10-13 0,1-16-11 15,-1 16-2-15,-12-13 0 0,12 13-9 0,-26-4-3 16,9 4-4-16,-7 3-6 0,1 2-7 16,-6 5 0-16,1 1-14 0,3 3 2 0,3 0-8 15,6-1 1-15,3 4-12 0,7-1 7 0,3 0-7 16,8 1 5-16,4 3-2 0,8 1 1 0,5 0-8 15,10-1-1-15,2-1-12 0,3 0 2 16,9 0-5-16,-4-6 5 0,-2 1-11 0,-3-1 9 16,-2-2-3-16,-6-3 6 0,-6 0 9 0,-4 0-7 15,-6-2 13-15,-13-6 13 0,8 11 34 0,-8-11 14 16,-16 15 27-16,-4-5-15 0,-12 2 3 0,-8 2-12 16,-11 4 5-16,-4-2-22 0,-2 0 2 15,-1 2-21-15,-1-2 10 0,2 0-26 0,3 0 9 16,10-3-17-16,5-2-5 0,4-1-39 0,6-1-36 15,7-3-82-15,4-2-84 0,18-4 8 0,-18 6-50 16,18-6-63-16,0 0-75 0,9-10-250 0,8-4-200 16</inkml:trace>
  <inkml:trace contextRef="#ctx0" brushRef="#br0" timeOffset="4884.99">23631 13762 74 0,'10'-12'674'0,"-3"-1"-221"15,-2-1-86-15,-4 2-74 0,2 1-24 0,-3 11-14 16,-2-20-31-16,2 20-26 0,-2-18-20 0,2 18-28 15,-5-15-29-15,5 15-17 0,-8-10-30 0,8 10-8 16,0 0-18-16,0 0-5 0,-23 4-16 0,13 6-1 16,-3 6-13-16,-4 8 3 0,1 2-12 0,-3 5 6 15,1 2-5-15,-8 8-14 0,3 1-31 0,4-8-26 16,0 1-23-16,1-1-36 0,2 1-8 0,2-3-11 16,5-1-11-16,4-6-39 0,4-3-31 15,2-3-49-15,3-3-51 0,5-4-229 16,6 0-59-16</inkml:trace>
  <inkml:trace contextRef="#ctx0" brushRef="#br0" timeOffset="5270">24287 13601 349 0,'0'0'529'0,"-1"-18"-169"16,-7 10-74-16,-2 0-75 0,-4 0-38 15,-7 4-29-15,0 0-21 0,-5 4-18 0,-1 0-19 16,-6 6-24-16,1 4-1 0,0 4-13 0,1 2-9 15,2 4-29-15,2 4 15 0,4 2-19 0,0 3 11 16,4 1-25-16,3 1 24 0,3-1-15 0,3 0 10 16,4-5-20-16,5 0 19 0,2-1-18 15,2-1 13-15,3-5-25 0,4 0 27 0,0-4-22 16,3-2 24-16,4-6-25 0,-3-1 23 0,5-3-24 16,-2-4 18-16,6-4-20 0,-1-2 36 15,3-4-33-15,-2-4 25 0,0-3-25 0,0-1 30 16,-4-3-26-16,-2 1 24 0,-2 0-7 0,-2 1 37 15,-3 4 15-15,1 0 48 0,-4 5 32 0,-2 2-2 16,1 2-8-16,-6 8-29 0,7-14-14 0,-7 14-25 16,8-10-14-16,-8 10-19 0,0 0 0 15,0 0-10-15,0 0 2 0,0 0-9 0,10 12 2 16,-7 1-7-16,-3-1 6 0,2 2-14 0,-2 3 0 16,3 1-35-16,-1-1-38 0,2 2-32 0,0 1-41 15,1 0 9-15,-1-5-38 0,1 0 7 16,3-3-59-16,-1 0-56 0,1-4-57 0,-8-8-199 15,19 7-42-15</inkml:trace>
  <inkml:trace contextRef="#ctx0" brushRef="#br0" timeOffset="5618.99">24466 13731 8 0,'6'-25'671'0,"-3"2"-191"0,-2 4-68 16,-1 1-77-16,2 4-19 0,-1 2-33 0,-1 0-60 16,0 12-45-16,0-18-42 0,0 18-26 0,1-14-23 15,-1 14-25-15,0 0-13 16,3-10-7-16,-3 10-7 0,0 0-10 0,10 9-6 15,-2-1 3-15,-2 6-9 0,3 4 1 0,0 0-12 16,1 4 3-16,-1-1-5 0,0 0-8 0,0-1-35 16,-1 2-37-16,-1-3-31 0,1 0-37 0,2-1 18 15,-1-4-36-15,-1-1 21 0,1-3-33 0,-1-3-32 16,-8-7-14-16,15 3 3 0,-15-3-33 0,19-6 84 16,-5-5-25-16,0-6 118 0,-3-1 67 0,1-7 51 15,1-6 34-15,-4 3 76 0,-2-3-11 0,0-1 40 16,-2 6 5-16,-2 2 62 15,-2 2-27-15,2 5 26 0,-2 2-2 0,-1 2-12 16,0 2-32-16,0 11-34 0,1-18-37 0,-1 18-27 16,0 0-24-16,-1-11-14 0,1 11-6 0,-7 9-17 15,2 2-10-15,-5 6-7 0,1 5-4 0,0 4 0 16,-3 4-22-16,1 1-27 0,1 2-52 0,-1-1-49 16,2 2-50-16,2-1-45 0,-1-1 9 0,3-6-72 15,4-2-69-15,1-5-401 0,0-5-281 0</inkml:trace>
  <inkml:trace contextRef="#ctx0" brushRef="#br0" timeOffset="5985.99">24988 13542 178 0,'0'0'656'0,"9"-11"-230"0,-9 11-101 16,0 0-86-16,1-10-47 0,-1 10-44 0,0 0-23 15,0 0-28-15,-4 9-17 0,4-9-18 0,-6 15-13 16,5-4-29-16,-2 0 4 0,3 3-16 0,3 1 15 15,-2 1-19-15,5-1 13 0,-1 0-20 16,2-1 12-16,2 0-15 0,1-4 16 0,0 0-18 16,1-4 18-16,-11-6-19 0,21 5 17 0,-21-5-22 15,23-5 17-15,-10-2-29 0,2-6 31 0,-2-2-22 16,0-3 22-16,-2-2 0 0,0-6-3 0,-5 1 3 16,-2 0-6-16,-4-1 6 0,0 1 0 0,-4 0 7 15,0 4 9-15,-2 2-18 0,-2 3 15 16,-2 5-16-16,0 4 19 0,10 7-5 0,-26-2-3 15,12 8-11-15,-4 5 9 0,-4 7 6 16,2 4-6-16,0 5-6 0,3 2-17 0,2 4 18 16,0 1-1-16,4-1 5 0,2 1-21 0,5-1 10 15,3-7-28-15,2-1 4 0,3-1-33 0,5-4 7 16,5-4-49-16,2-4-44 0,4-3-80 0,4-8-87 16,2-3-231-16,6-7-38 0</inkml:trace>
  <inkml:trace contextRef="#ctx0" brushRef="#br0" timeOffset="6170.99">25400 13162 723 0,'-3'-11'522'0,"-1"2"-129"15,4 9-103-15,-12-11-54 0,12 11-63 0,0 0-39 16,-26 5-8-16,17 4-34 0,-4 4-25 0,2 5-6 16,-1 3-22-16,3 7-1 0,-1 3-10 0,5 3-6 15,1 1 32-15,2 2-42 0,2 2-13 0,1 1 8 16,0-1-7-16,4-2-11 0,-1 1-33 0,1-3-11 15,3-3-54-15,-2-7 13 0,-2-2-74 0,3-4-77 16,-4-7-85-16,-3-12-232 0,9 10-78 16</inkml:trace>
  <inkml:trace contextRef="#ctx0" brushRef="#br0" timeOffset="6670">25296 13201 229 0,'-4'-29'613'15,"-1"5"-154"-15,1 5-77 0,2 2-87 0,-2 2-55 16,0 4-51-16,3 0-34 0,1 11-50 0,-5-10-21 15,5 10-19-15,0 0-6 0,0 0-18 0,-5 11-9 16,5-11-1-16,2 21-6 0,6-4-11 16,-2 2-4-16,3 3-24 0,8 2 7 0,-2-2-9 15,4 0-12-15,3-2-22 0,1-1 0 0,4-2 4 16,0-4-15-16,1-3-30 0,-2-4 20 0,0-3-49 16,0-5 30-16,2 0-34 0,3-5 39 15,-4-4 6-15,-2-3 21 0,-2-3 19 0,-2-1 38 16,-6-4 17-16,-6 2 17 0,-1-2 13 0,-2 0 51 15,-6-1-13-15,0 6 30 0,-4-1 2 0,-2 3-8 16,-2 4-16-16,-2 0-18 0,-5 7-14 16,15 4-10-16,-36 3-11 0,12 6-4 0,-4 6-10 15,-2 4-3-15,-1 6 15 0,-2 6-13 0,1 3-3 16,9-4-4-16,1 0-13 0,3-1-28 0,4-1-25 16,2-3-18-16,8-3-8 0,1-6-1 0,5-3 2 15,3-1 1-15,1-4-31 0,5-4-58 0,-10-4-26 16,27-2 6-16,-9-6 30 0,9-7 15 15,-3-2 53-15,2-7 54 0,-3-1 53 0,0-2 35 16,0-5 15-16,-5 0 39 0,1 1-16 0,-1 1 37 0,-4 2 5 16,-1 8 47-16,-4 3 14 15,0 0-31-15,-4 6-18 0,0 3-42 0,-5 8-11 16,9-9-21-16,-9 9-12 0,0 0-19 0,5 16-2 16,-5-4-12-16,0 9-2 0,0 4-8 0,-1 3 1 15,-3 7-10-15,0 2 0 0,2 1-5 0,-2 1 15 16,3 0-37-16,-1-2-39 0,2 1-42 0,2-2-46 15,0-2 6-15,3-7-40 0,2-2 3 0,0-3-62 16,1-4-76-16,2-8-338 0,0-2-177 16</inkml:trace>
  <inkml:trace contextRef="#ctx0" brushRef="#br0" timeOffset="7019.99">26011 13382 755 0,'7'-9'694'0,"-2"2"-145"15,-5 7-92-15,10-12-117 0,-10 12-68 0,5-9-67 16,-5 9-37-16,0 0-45 0,8-8-15 0,-8 8-31 15,0 0-16-15,-2 10-12 0,2-10-11 0,-4 17-9 16,2-6-2-16,1 1-12 0,0 2-14 0,1 0-11 16,1 1-12-16,0 0-10 0,4-1-12 0,-1 2 13 15,1-4-8-15,0-2 4 0,3-2-6 16,-8-8 0-16,16 7-5 0,-16-7-3 0,21-4 7 16,-10 0 14-16,1-5 1 0,3-4 9 0,-3-2 4 15,-1-4 4-15,-2-2 0 0,-2-1 2 16,-3-2 8-16,-2 0 17 0,-1 4 17 0,-2 1-6 15,-3 2 13-15,-1 3-18 0,-4 2 2 0,0 3-11 16,9 9 2-16,-22-7-11 0,7 12 7 0,-3 2-8 16,-1 5 7-16,-4 9-11 0,4 1-1 0,-2 5 5 15,4 2 2-15,1 3-2 0,1 1 8 0,3 0-18 16,6-1-5-16,2-5-24 0,4-1-8 16,1-1-30-16,6-6-32 0,0 2-18 0,6-6-30 15,3-5 10-15,1-6-34 0,0-4-25 0,7-4-70 16,7-9-51-16,0-4-256 0,-1-4-106 15</inkml:trace>
  <inkml:trace contextRef="#ctx0" brushRef="#br0" timeOffset="7603.99">26465 13133 181 0,'10'-38'414'0,"-3"-1"-41"0,-1 1-83 15,-2 3-8-15,0 9 16 0,-3 2-22 0,-1 6-22 16,0 1-39-16,-2 5-67 0,-2 2-30 0,4 10-22 16,-10-8-25-16,10 8-11 0,-16 7-10 15,5 2-14-15,0 8-4 0,-4 8-5 0,1 4-5 16,1 3-8-16,-1 4 9 0,4 3-5 0,0 3-3 15,1 0-6-15,2 1-20 0,0 0-1 0,2 1-83 16,1-2-19-16,1-1-5 0,3-2-12 0,0-3-41 16,0-8-4-16,3-3-19 0,-1-7 26 15,0-6 10-15,-2-12 55 0,5 14 51 0,-5-14 58 16,0 0 19-16,0 0 77 0,0 0 15 0,12-6 14 16,-12 6 66-16,4-17-14 0,-1 7 8 15,-2-2-33-15,2-1-20 0,-1-1-29 0,1 0-20 16,1-2-24-16,2-1-2 0,-1-2-15 0,4 1-17 15,5-6-7-15,-1-1-19 0,1 0-40 0,5-1-56 16,3-1-46-16,0 0 7 0,3-3-44 0,6-4 45 16,-4 6-36-16,0 0 6 0,-2 3 27 0,0 3 29 15,-5 0 20-15,-1 4 57 0,-6 4 61 0,1 0-1 16,-5 4 56-16,-2 1-1 0,1 1 41 0,-8 8 1 16,9-9-13-16,-9 9-7 0,7-9-19 15,-7 9-25-15,0 0-12 0,0 0-8 0,0 0-11 16,0 0-5-16,0 16-7 0,-4-1-4 15,-4 5-1-15,-1 4-5 0,0 7-8 0,-1 3 6 16,-4 2-2-16,3 3 9 0,-1 0 2 0,-1-1 2 16,0 2 0-16,2-1-2 0,1-1-12 0,2-5-12 15,0 1 0-15,3-8-3 0,1-2 1 0,3-1-17 16,-1-7-6-16,0-2 20 0,2-14-1 0,2 19-7 16,-2-19-1-16,0 0-5 0,12 3-2 0,-12-3 4 15,21-13 3-15,-6-1 5 0,3-6 7 0,1-2 1 16,3 0-4-16,-3 1 10 15,0-1 3-15,2 4 9 0,-7 4 2 0,-2 2-6 16,-2 3 1-16,-3 1 9 0,-7 8-17 0,13-7 6 0,-13 7 5 16,0 0-2-16,0 0-1 0,14 8-8 15,-14-8 7-15,0 18 1 0,-1-7-20 0,-2 2-62 16,2 1-31-16,-2-2-20 0,2 1-44 0,1-2-78 16,1-3-99-16,-1-8-292 0,8 14-167 0</inkml:trace>
  <inkml:trace contextRef="#ctx0" brushRef="#br0" timeOffset="7920.99">27124 13248 288 0,'8'-11'750'0,"-3"1"-178"16,0 1-133-16,-5 9-89 0,4-12-76 15,-4 12-80-15,0 0-29 0,0 0-37 0,0 0-22 16,-18 5-25-16,6 5-13 0,-2 3-18 0,-4 9-10 16,3 1 7-16,-2 0-27 0,3 2-11 0,4 1-3 15,1-6-45-15,4 2-28 0,4-5-14 0,2 0-18 16,4-4-14-16,0-1 7 0,5-2 7 0,3-4 12 15,-13-6 20-15,26 3 13 0,-8-5 41 16,2-3-29-16,1-4 44 0,0-1-27 0,1-5 13 16,-1-1 23-16,-1-3 53 0,-5 2 25 0,-2-1 29 15,-3-2 6-15,-2 1-3 0,-3 0-2 0,-2 2 8 16,-4 3-32-16,-2-1-7 0,-5 3-28 0,-1 0 0 16,-5 4-25-16,0 3 0 0,-4 2-16 0,0 5-2 15,-6 1-34-15,1 5-30 0,1 2-26 16,-2 5-48-16,2 2-33 0,3 1-14 0,6-1-15 15,3 0-50-15,2-3-55 0,6-3-55 0,2-11-311 16,6 16-186-16</inkml:trace>
  <inkml:trace contextRef="#ctx0" brushRef="#br0" timeOffset="8269.99">27483 13220 546 0,'25'-19'448'16,"-2"1"-127"-16,-3 1-29 0,-6 1-52 0,-2-1 19 15,-2 7 23-15,-4 1-24 0,-6 9-43 0,5-17-38 16,-5 17-23-16,0 0-38 0,-10-7-14 0,10 7-26 15,-22 10-9-15,3 2-22 0,-3 7 0 0,1 4-15 16,-1 2-7-16,3 1-1 0,0 1-10 16,3 0-7-16,4 1-5 0,2-7-37 15,5 2-7-15,3-6-47 0,0-3 3 0,5 0-58 16,0-6 56-16,3 1-28 0,-6-9 33 0,20 5-30 16,-5-8-6-16,6-5 22 0,2-7 22 0,2-3-29 15,0-5 56-15,1-6-23 0,3-9 56 0,-3-5-29 16,-1-6 44-16,-5-3-20 0,0-4 45 0,-3-3-25 15,-2 1 58-15,-3 4 33 0,-4 13 91 0,0 5 6 16,-3 4 38-16,-1 10-12 0,1 1-35 0,-2 6-41 16,-2 5-25-16,-1 10-26 15,0 0-17-15,0 0-3 0,0 0-17 0,-10 20 25 16,5 2 13-16,-4 12-2 0,0 3-8 0,1 1-8 16,-1 4-15-16,3 4-11 0,-3-3-27 0,2 1-55 15,2 1-60-15,0-2-67 0,1-2-94 0,0-4-17 16,2-2-154-16,4-6-496 0,1-5-583 0</inkml:trace>
  <inkml:trace contextRef="#ctx0" brushRef="#br0" timeOffset="8471">28495 12804 633 0,'-5'-11'962'0,"-3"1"-265"15,-5 0-144-15,-1 2-139 0,-5 0-63 0,1 6-78 16,-4 2 5-16,-2 4-27 0,-8 8 21 15,-1 7-54-15,-5 8-1 0,0 11-19 0,0 4-22 16,4 6-35-16,2 4-39 0,2 5-4 0,3-2-45 16,4 3-39-16,5-2-106 0,6-2-94 0,4-11-80 15,5-2-50-15,8-4-95 0,4-2-26 0,4-9-105 16,6-4-509-16,7-5-803 0</inkml:trace>
  <inkml:trace contextRef="#ctx0" brushRef="#br0" timeOffset="8689.99">29195 12631 286 0,'-17'-11'920'0,"3"0"-253"0,1 6-150 16,3-2-127-16,1 2-101 0,9 5-64 16,0 0-42-16,0 0-37 0,-18 8-27 0,18-8-17 15,1 26-13-15,7-1 6 0,2 10 31 0,2 4 5 16,6 9-17-16,-2 4-21 0,3-1-18 0,-5 3-18 15,-5-1-7-15,-4-7-18 0,-5 1-19 0,-9 10-30 16,-6 2-24-16,-4-4-55 0,-11-1-69 0,-10-2-115 16,-10-3-23-16,-27 8-123 0,-14-7-93 15,-7-1-327-15,-13-9-434 0</inkml:trace>
  <inkml:trace contextRef="#ctx0" brushRef="#br0" timeOffset="9188">26507 14358 393 0,'7'-22'854'16,"-5"6"-205"-16,1 2-131 0,-3 3-135 0,0 11-95 15,-8-13-58-15,8 13-53 0,-19 0-32 0,1 7-28 16,-9 6-25-16,-1 5-18 0,-1 4-4 15,-8 8-28-15,1 3 10 0,-1 1-30 0,4 2 8 16,3 0-7-16,8-6-3 0,3 0-8 0,6 0-24 16,2-2-22-16,6-6 16 0,5-2-11 15,2-2 17-15,5 1-8 0,5-1 15 0,4-2-8 16,6 0 14-16,2 2-12 0,0-2 15 0,4 0-11 16,2 1 11-16,-1 0-12 0,-1 2 12 0,-1 0-13 15,-1-1 12-15,-3 3-15 0,-3 0 5 0,-1 0 12 16,-3 1-8-16,-5-1 10 0,-2 0-13 0,-1 0 6 15,-2 0-70-15,-1 2-61 0,-1-1-69 0,1 0-51 16,-1 1-37-16,0 0-86 0,1-2-428 0,4-1-349 16</inkml:trace>
  <inkml:trace contextRef="#ctx0" brushRef="#br0" timeOffset="9470.99">26695 16623 388 0,'-10'23'449'15,"3"-4"-175"-15,1-1-12 0,4-2-105 0,-1 2 1 16,5 0-71-16,0-1-17 0,2 4-3 0,1 0 6 16,0-2 12-16,4 1 9 0,0 1 22 0,0-3-13 15,1 2 24-15,-1 0-17 0,0-1-11 16,1 1-6-16,-1 0-19 0,0 1-14 0,0 0-12 15,0 1-5-15,-1 0-13 0,-2 3-1 0,4 4-6 16,-4 1 5-16,0 2-13 0,-2 1 5 16,-3-4-6-16,0-1 0 0,-2 7 0 0,-3 2-4 15,-3-1-17-15,-3-1-63 0,-1 0-69 0,-7-2-26 16,0 0-155-16,-3-3-435 0,-4-2-277 0</inkml:trace>
  <inkml:trace contextRef="#ctx0" brushRef="#br0" timeOffset="12606.43">10598 14383 78 0,'0'0'638'0,"6"-10"-233"0,-6 10-85 0,0 0-89 0,0 0-45 0,15 13-64 0,-11 2 4 0,-1 6-58 0,0 4 21 16,-2 3-43-16,-2 2 17 15,-2 6-39-15,0-1 24 0,-3 1-37 0,3-1 17 16,-5-1-25-16,2-3 19 0,-1-1-25 0,1-6 27 15,1-3-14-15,0-4 9 0,1-4-27 0,1 0 41 16,-1-3 51-16,4-10 21 0,-6 10-25 0,6-10-25 16,0 0-14-16,-14-17-8 0,8-1-7 0,-1-11-4 15,1-7-5-15,0-8-1 0,0-14 5 0,1-4-1 16,4-5-12-16,0-2 5 0,1-2 18 0,5 3 31 16,3 5 11-16,2 6 15 0,1 5-16 0,0 13-1 15,2 5-23-15,3 4-6 0,-4 8-15 0,5 6 1 16,-2 7-14-16,3 4 3 0,0 8-10 15,7 6 5-15,1 9-8 0,3 2-3 0,-1 8 2 16,4 10 1-16,-2 3 11 0,-2 5-12 16,1 3-3-16,-5 2-1 0,-1 1 6 0,-4 1-7 15,-1 1 7-15,-3-2-12 0,-6-8-2 0,-1 0-54 16,0-3-59-16,-5-1-47 0,0-2-18 0,-2-7-66 16,-2-5-82-16,-2-4-443 0,0-4-306 0</inkml:trace>
  <inkml:trace contextRef="#ctx0" brushRef="#br0" timeOffset="12789.43">10747 14591 898 0,'-16'-15'790'0,"0"1"-206"0,0 0-114 0,1 2-138 15,1 1-53-15,4 2-74 0,2 1-32 16,8 8-58-16,-14-11-22 0,14 11-47 0,-8-11-24 16,8 11-38-16,6-16-8 0,7 3-20 0,7-4-24 15,10-2-43-15,14-4-52 0,5 0 16 0,9-1-36 16,8-1-9-16,5 0-14 0,2 1-20 0,1 1-41 15,-1 0 6-15,-4 0-8 0,-5 5-262 0,-5 1-22 16</inkml:trace>
  <inkml:trace contextRef="#ctx0" brushRef="#br0" timeOffset="13022.43">11586 14142 293 0,'0'0'407'0,"-4"9"-53"0,-3-3-70 16,-5 4-43-16,-2 2-47 0,-5 0-25 0,-1 4-25 0,-2 2-18 16,1-2-18-16,5-2-20 0,0-1-16 0,3 2-12 15,0-2-17-15,6-2-18 0,1-1 1 16,4 2-2-16,2-12-23 0,4 21 16 0,5-10-5 15,6 1-16-15,2-2 14 0,6 2 1 0,3-1-12 16,3 0 9-16,0-2-3 0,-3-2 2 0,-5 1-2 16,0-1-2-16,-2 1 0 0,-6 0-2 0,-1-1 13 15,-3 3 65-15,-6 1 26 0,-3 2 3 0,-4 3-6 16,-7 5-18-16,-8 4-6 0,-7 3-13 16,-9 3 4-16,-4 1-20 0,-3-1-4 0,-1-4-21 15,1-2-2-15,8-9-59 0,3-2-40 0,3-4-49 16,7-7-48-16,21-3-5 0,-33-4-100 0,19-9-119 15,2-6-281-15,7-6-206 0</inkml:trace>
  <inkml:trace contextRef="#ctx0" brushRef="#br0" timeOffset="13189.43">11447 14258 37 0,'0'0'825'0,"10"-7"-272"0,-10 7-150 16,0 0-85-16,0 0-39 0,0 0-83 15,-4 15-54-15,-4 1-21 0,-3 3-4 0,-2 9-22 16,-5 4-25-16,1 5-8 0,-5 12-20 0,-1 5-4 15,2 3-14-15,0 5-4 0,0 0-15 0,-2 1-36 16,7-2-77-16,1-2-43 0,5-4-44 0,6-14-94 16,4-5-143-16,6-6-190 0,3-9-151 0</inkml:trace>
  <inkml:trace contextRef="#ctx0" brushRef="#br0" timeOffset="13589.43">11881 13809 297 0,'8'-12'803'0,"-4"4"-252"0,-4 8-144 0,0 0-83 16,0 0-72-16,4 19-68 0,-6 6-42 0,2 12-29 15,-4 5-21-15,2 7-21 0,-1 15-6 0,1 6-4 16,2 6-30-16,0 4-5 0,0 5 3 16,4 2-15-16,-1-1-14 0,3-1-29 0,-1-6-21 0,1-4-10 15,2-6 4-15,-1-7 4 0,-1-16 7 16,1-6 22-16,-1-4-10 0,0-10-13 0,-3-3 18 15,3-8 0-15,-2-5 3 0,-4-10-3 16,0 0-2-16,0 0 8 0,16-14 7 0,-10-6 4 16,0-10-11-16,-1-5 13 0,0-8-12 0,-1-4 19 15,-2-16-18-15,-1-2 22 0,2-2 0 0,1 2 4 16,2 4 0-16,2 4-4 0,1 15 46 0,0 2-42 16,0 6-3-16,2 4-1 0,-2 9-2 0,2 1 2 15,-1 5 5-15,-1 4 8 0,0 3 6 0,1 3-1 16,-10 5-3-16,20 0 33 0,-20 0-37 0,25 10-3 15,-15-1-1-15,4 5-6 0,-5 1 2 0,-1 2 3 16,-3 3-8-16,-3 3 0 0,-3 1 1 16,-5 2 2-16,-2 5-4 0,-5 2 0 15,-3-1-32-15,-3 2-30 0,-1-3-54 0,-3 0 15 16,2-2-92-16,-1-4-117 0,0-5-346 0,6-7-186 16</inkml:trace>
  <inkml:trace contextRef="#ctx0" brushRef="#br0" timeOffset="14257.43">12270 14255 462 0,'8'-7'745'0,"-1"1"-207"15,-7 6-129-15,11-10-103 0,-11 10-92 16,8-7-70-16,-8 7-41 0,0 0-15 0,0 0-20 16,13 4 1-16,-13-4-29 0,11 16 17 0,-4-3-34 15,1 5-8-15,1 1-2 0,1 1-5 0,1-2-4 16,0 1-5-16,3 0-29 0,-1-3-9 0,-2-1 0 15,4-1-7-15,0-4-5 0,-3-3 2 0,-3-1 6 16,-9-6 3-16,21 3 5 0,-21-3 7 0,16-5-5 16,-6-1 18-16,-2-3-19 0,-1-2 26 0,-1-3 42 15,-3-2-42-15,-1-1 44 0,-2-2-30 0,-2 0 54 16,-2-1-11-16,-1 1 24 0,-2 2 4 16,-1 3-7-16,0 3-10 0,1 3-10 0,7 8-9 15,-18-7-13-15,18 7 2 0,-19 6-11 16,4 5 9-16,2 6-15 0,-3 5-5 0,3 3-2 15,1 3-2-15,1 0 3 0,4 2-11 0,3-5-1 16,2-1-15-16,4-1-19 0,2-3-23 0,4-3-24 16,5-4-10-16,-1-6-23 0,6-2 7 0,2-6 1 15,5-6-41-15,8-5 20 0,1-7-79 0,10-7-37 16,-3-7 30-16,0 1-12 0,1-3 94 0,-3-2 82 16,-2-1 82-16,-2 2 56 0,-6-1 14 0,-7 10 55 15,-3 0-31-15,-5 3 38 0,-5 5 14 16,-2 4 19-16,-4 4-1 0,0 0-34 0,-3 11-20 15,-3-11-4-15,3 11-40 0,0 0-11 0,-19 0-12 16,9 8-13-16,-6 3-10 0,0 5-10 16,-4 6-6-16,1 2 9 0,4-1-22 0,1 4-7 15,2-1-4-15,3-5-13 0,4-1-19 0,3-2-23 16,2-3-21-16,3-2-27 0,3-1-17 0,3-4-13 16,2-3 2-16,-11-5-12 0,32 0-26 0,-10-6-44 15,5-4-22-15,1-4 35 0,0-2 38 0,-1-1 51 16,-2-3 61-16,-4 3 48 0,-3 1 88 15,-3 5 35-15,-2 2 26 0,-3 0 42 0,-3 3 3 16,-7 6-40-16,11-8-23 0,-11 8-31 0,0 0-20 16,0 0-8-16,5 13-15 0,-6-3 8 15,-2 4-31-15,1 2-13 0,-1 2-2 0,2-2-3 16,1 0-9-16,1-1-17 0,3 1-25 0,1-2-37 16,3-3-33-16,3-1-11 0,1-4-18 0,3-3-4 15,3-3-53-15,5-5-46 0,5-7-32 0,0-3-11 16,-1-7 32-16,3-2-240 0,4-8 73 0</inkml:trace>
  <inkml:trace contextRef="#ctx0" brushRef="#br0" timeOffset="14423.43">13494 13936 662 0,'13'-53'304'0,"-7"-1"-63"16,2-5 13-16,-4 10-44 0,-2 1 32 0,1 4-28 15,1 2 67-15,-2 6 4 0,-1 10 7 0,1 2-8 16,-2 5-30-16,0 5-53 0,-2 4-42 0,2 10-38 16,0 0-16-16,0 0-26 0,0 0-10 0,-8 15-19 15,6 9-6-15,-2 9-9 0,2 5-2 16,-1 5-22-16,1 3-45 0,-2 3-36 0,2 1-45 15,-1 0-39-15,-1 1-53 0,3-2-2 0,-2 1-52 16,-1-1-85-16,-1-3-82 0,0-1-349 0,-2-4-306 16</inkml:trace>
  <inkml:trace contextRef="#ctx0" brushRef="#br0" timeOffset="14556.43">13386 14189 877 0,'2'-13'800'0,"-1"1"-199"0,2-1-142 0,-2 1-123 16,3-1-76-16,1 2-63 0,3-2-45 0,-1 2-48 15,5-1-53-15,3-1-58 0,-1 1-83 0,4-1-90 16,5-2-24-16,4 1-98 0,1-3-111 16,3-1-374-16,1-1-321 0</inkml:trace>
  <inkml:trace contextRef="#ctx0" brushRef="#br0" timeOffset="15225.43">12498 15141 587 0,'6'-18'385'0,"0"4"-34"0,-2 5-95 16,0-1-25-16,1 1-39 0,-5 9-42 0,7-14-4 15,-7 14-36-15,3-10-2 0,-3 10-21 0,4-7 0 16,-4 7-21-16,0 0-3 0,0 0-5 16,0 0 1-16,0 0-12 0,-2 9-6 0,-1 2-10 15,-1 0-11-15,-1 3 3 0,0 2-4 0,1 0-11 16,0-1 0-16,1 1-4 0,1 1-1 16,0-4 0-16,2 1-4 0,0-1 1 0,1 1 7 15,2-2-8-15,0 3 3 0,3-1-1 0,4-1 3 16,-1 2 3-16,2 0 5 0,1-1 3 0,1 0 1 15,-1 0-4-15,1-2 6 0,-1 2-7 0,-1-4-5 16,-2 3-1-16,1 0 1 0,0 3-3 0,-2 2 3 16,-3 1-2-16,-1 3 6 0,-3 2-10 0,-1 2 4 15,-1 3-7-15,-3 6-2 0,0 1-38 16,1 2-69-16,-1 3-19 0,0 1-67 0,4 2-84 16,0 1-466-16,6 1-274 0</inkml:trace>
  <inkml:trace contextRef="#ctx0" brushRef="#br0" timeOffset="15625.43">13475 17298 901 0,'-19'12'827'0,"-2"-1"-188"0,2 0-162 15,-2-1-127-15,0 0-83 0,3 0-72 0,-1-1-49 16,6-1-32-16,-1-2-24 0,14-6-17 0,-18 9-17 16,18-9-28-16,-13 7-37 0,13-7-7 0,0 0 0 15,-2 10 0-15,2-10-4 0,10 8-3 0,1-3 7 16,3 2-2-16,5 2 2 0,-3-2 0 0,6 3 4 15,-2 0 1-15,-1 2 2 0,0 0 2 0,-2 2 5 16,-2 1 2-16,1 2 31 0,-7 2-38 16,0 2 41-16,-5 1-17 0,-3 5 50 0,-2 1-30 15,-7 5 42-15,-1 2-52 0,-5 1 34 0,-3 1-51 16,-6 6 35-16,-2-1-40 0,0-2-26 0,-1-2-95 16,4-6-25-16,-1-3-98 0,2-2-40 0,2-3-11 15,0-3-23-15,6-8-130 0,2-2-307 16,3-5-274-16</inkml:trace>
  <inkml:trace contextRef="#ctx0" brushRef="#br0" timeOffset="16574.43">13450 16350 1001 0,'-20'5'881'0,"3"-3"-166"0,2 1-192 0,15-3-107 15,-19 3-104-15,19-3-134 0,-14 3-105 0,14-3-6 16,0 0-45-16,0 0 24 0,0 0-42 0,24-11 33 16,9 0-38-16,20-8 36 0,12-2-40 0,13-6 38 15,31-9-27-15,8-1 35 0,9-4-34 0,4-1 6 16,10 1-3-16,3-2 0 0,3 2-1 15,-6 1-15-15,0 1 20 0,-7 3-21 0,-5 1 17 16,-9 5-10-16,-13 2-29 0,-28 7-57 16,-10 5-53-16,-11 1-63 0,-16 6-65 0,-9 2 15 15,-12 2 24-15,-20 5 25 0,0 0 17 0,0 0 28 16,-5 8-26-16,-25 4 1 0,-19 7 13 0,-14 3 40 16,-6 4 46-16,-28 9 35 0,-7 5-46 0,-9 4 139 15,-5 1-48-15,-2 5 89 0,-4 1 14 0,-4 3-10 16,0 1 18-16,-1 1-12 0,1 0 1 15,0 1 13-15,9-1 15 0,8-2 5 0,7-3 18 16,13-5 18-16,26-12 8 0,9-4-10 0,9-6 12 16,13-7-66-16,5-2 10 0,11-5-52 0,6-1 34 15,12-9-29-15,0 13 6 0,0-13 15 16,38 3 0-16,2-5-5 0,22-8-14 0,11-5-14 16,12-7-34-16,32-7 16 0,2-6-13 0,7-4-7 15,5-4-2-15,2-3-1 0,1 1 15 0,-3-1-63 16,-13 3-50-16,-10 3-67 0,-12 5-63 0,-28 10-89 15,-9 4-10-15,-17 6 7 0,-10 6-49 0,-14 3 124 16,-18 6-48-16,0 0 135 0,0 0-50 0,-16 10 147 16,-18 4-39-16,-19 7 106 0,-8 1-6 0,-8 6 55 15,-9 2 33-15,-19 9 9 0,-5 2 48 16,-1 2 8-16,2 0 6 0,2 1 10 16,2 0-3-16,6 1-4 0,20-10-8 0,6 1 16 15,7-4-61-15,8-3 4 0,9-5-63 0,12-6 15 16,7-3-49-16,12-3 44 0,10-12-26 0,6 15 39 15,12-12-32-15,13-4 20 0,19-5-42 0,20-7-4 16,11-6-12-16,30-10-1 0,5-5-1 0,8-2-5 16,5-5 0-16,-2-2-19 0,-4-2-12 0,-5 1-9 15,-8 1-11-15,-8-1-7 0,-10 4 29 0,-24 9-34 16,-9 2 39-16,-8 4-25 0,-15 6 52 0,-6 3 22 16,-4 2 39-16,-7 3 0 0,-6 0-19 0,-5 2-8 15,-8 9-2-15,4-14-8 0,-4 14-7 0,-12-10-1 16,12 10-9-16,-26-7-4 0,11 5-5 0,-4 1 0 15,1 2-11-15,0 1-25 0,2 0-43 16,16-2-60-16,-25 3-67 0,25-3-45 16,-19 5-12-16,19-5-24 0,-11 8-21 0,11-8-4 15,0 0-104-15,-3 11 83 0,3-11-487 0,0 0-353 16</inkml:trace>
  <inkml:trace contextRef="#ctx0" brushRef="#br0" timeOffset="18925.43">15783 15315 469 0,'0'0'368'0,"0"0"-101"16,0 0-62-16,4 10-44 0,-4-10-36 0,0 0-24 15,0 0-23-15,0 11-14 0,0-11-12 0,0 0-6 16,0 0-20-16,0 0 11 0,0 0-16 0,0 0-1 16,0 11-2-16,0-11 1 0,0 0 3 0,0 0 6 15,0 0 6-15,0 0-1 0,0 0 9 0,0 0 6 16,0 0 11-16,0 0 6 0,0 0 22 15,0 0-2-15,0 0 3 0,0 0 19 0,0 0 2 16,0 0 13-16,0 0 2 0,0 0 9 16,0 0 6-16,0 0 2 0,0 0 10 0,0 0-1 15,0 0-19-15,0 0 21 0,0 0-25 0,0 0 22 16,0 0-33-16,0 0 17 0,0 0-35 0,0 0 16 16,0 0-24-16,0 0 22 0,0 0-13 0,0 0 19 15,0 0-5-15,0 0 24 0,0 0 7 0,0 0-5 16,0 0-30-16,-1-10-24 0,-3-1-19 0,3-7-11 15,-3-7-9-15,0-1-12 0,1-8-23 16,0-6 18-16,1-1-21 0,1-5 17 0,1-3-9 16,1-2-2-16,1-14-3 0,3 0-1 0,0-4-3 15,4-2-10-15,0 1-9 0,4-5 18 16,2-1-10-16,2-3 10 0,6-5-20 0,5-18 18 16,4-2 2-16,0 1-16 0,2 1 24 0,3 3-19 15,3 0 7-15,1 5-2 0,4-3-6 0,5 3-20 16,2-1 18-16,7-1-23 0,1 3 23 0,4 0-15 15,5 2 18-15,4 1-8 0,3 1 3 0,4 2 2 16,7-1 21-16,8 1-21 0,5 0 19 0,7 2-17 16,4 1 22-16,4 2-17 0,4 6 6 15,8-2-18-15,3 4 29 0,2 3-3 16,5 2 1-16,-1 2-4 0,0 2-2 0,5 1 18 0,2 3-21 16,0 3 16-16,-1 5-23 0,-1 3 3 15,-2 2 1-15,-1 6 0 0,0 2 4 0,-1 5-1 16,-1 2-6-16,-4 5-22 0,-6 4 26 0,1 1-20 15,-3 6 26-15,-1 0-26 0,-3 5 27 0,-20 3-27 16,-2 3 24-16,1 1-21 0,-1 3 26 0,-1 2-25 16,1 1 25-16,-1 0 0 0,0 4-6 0,-1 0 0 15,-3 1-1-15,-6 2 8 0,0-1-12 0,-2 1 4 16,-5 0-7-16,-7 0 3 0,-1 1-2 0,-7-2 3 16,-11-3 0-16,-5 2-3 0,-4 1 0 15,-1-3 0-15,-6 1 0 0,-2-1 14 0,-8 1-11 16,-1-2-4-16,0-1 1 0,-4 1 1 0,1-2 3 15,-2-1-2-15,-2 0 0 0,2 0 0 0,-1 0 1 16,3-1 1-16,-5-2 5 0,0 1-3 16,0-1 1-16,-1 1 4 0,0-2 8 0,-4 1 4 15,-1-1 6-15,-13 4 5 0,21-3 6 0,-21 3 0 16,16-8-4-16,-16 8-11 0,14-7-8 0,-14 7-32 16,13-10 32-16,-13 10-37 0,8-11 28 0,-8 11-38 15,6-13 21-15,-6 13-40 0,4-15 12 0,-4 15-53 16,0-13-14-16,0 13-29 0,0-18-35 0,-1 8-29 15,-1-1 1-15,1-2 9 0,0 1 14 16,-3-1 19-16,0-2 31 0,0 0 16 0,-2 0 21 16,-3-1 15-16,0 0 20 0,-4 2 6 0,-1 0 9 15,-3 0 11-15,-3 4 15 0,-2 2 10 16,-2-1 13-16,1 1 5 0,-4 5 23 0,2-2-6 16,-2 1 21-16,1 0-11 0,1 3 15 0,0-1 10 15,6 2 25-15,0-2 0 0,3 1 8 0,16 1-14 16,-25-1-13-16,25 1-17 0,-18 0-21 0,18 0-9 15,0 0-6-15,-20 4-4 0,20-4 1 0,-4 10-1 16,4-10 2-16,2 17 13 0,9-3 9 0,2 2 21 16,9 3-1-16,7-1 3 0,3 0-5 15,12 6-4-15,1-2-4 0,1-1 3 16,0 2-12-16,1-3-4 0,-8-2-4 0,-2-1 0 0,-4 1-9 16,-1-1-3-16,-2 2-9 0,-5-2 0 0,-2-1-3 15,-8 1 4-15,-1 0-8 0,-2-1-1 16,-7 6 1-16,-1-4 2 0,-9 6 13 0,-8 5-24 15,-10 1-1-15,-13 6-90 0,-15 2-67 0,-9-1-122 16,-22 11-94-16,-6-1-57 0,-4 1-47 0,-3-1-154 16,-1-2-487-16,9 1-869 0</inkml:trace>
  <inkml:trace contextRef="#ctx0" brushRef="#br0" timeOffset="20709.43">15787 15477 386 0,'0'0'312'0,"0"0"-50"16,0 0-47-16,0 0-33 0,0 0-34 0,0 0-32 16,-4-8-16-16,4 8-39 0,0 0 9 0,0 0-17 15,0 0-3-15,0 0-13 0,0 0-4 16,0 0-8-16,0 0-2 0,0 0-14 0,0 0 5 15,0 0-8-15,0 0 6 0,0 0 7 0,0 0 1 16,0 0 0-16,0 0 1 0,8 10 1 0,-8-10-1 16,6 16 11-16,-2-7 31 0,3 2-38 0,-2 3 24 15,2 2-34-15,1 2 21 0,0 1-27 16,-2 3 19-16,3 0-22 0,0-1 35 0,0 8-15 0,1 0-3 16,0 2-5-16,1 0-8 0,-3 3 1 15,0 2-22-15,-1 2 21 0,2-1-24 0,-2 3 26 16,1 0-23-16,0 1 21 0,1 2-11 15,2 1 13-15,1 7 1 0,3 0 22 0,0 0-17 16,3 1 15-16,0-1-10 0,5 0 15 0,0 1-4 16,3-1-7-16,-1 0 2 0,5 0-7 0,2 0-6 15,2 1 0-15,3-1-3 0,3-1-3 0,1 0-1 16,5-1-2-16,0-1-3 0,5 1 0 0,3-1 5 16,-2-2 2-16,5 0-3 0,-1 1 6 0,7-3-5 15,13 10-1-15,-11-11-9 0,15 10 0 0,2 1-2 16,-2-1 2-16,2-1 2 0,1 0 5 0,-1 1 0 15,0-1 2-15,1 1 4 0,3 0 4 0,-2-2 4 16,6 1-3-16,-1 0 10 0,1-2 4 16,4-2 4-16,0-1 1 0,2 0 8 0,2-2-6 15,3-1 13-15,4 0 3 0,4-3-9 0,1 0-4 16,2-2 0-16,2-1-7 0,0 0 0 0,6-3 33 16,4 0-45-16,4 2 39 0,1-5-51 0,3-1 33 15,1 2-40-15,6-3 2 0,1-2 36 0,4 1-43 16,2-1 2-16,0-2 7 0,0 0 2 0,3-1-1 15,4-1 0-15,0-3-3 0,1 0-2 0,-1 1-1 16,2-4-11-16,1 1 14 0,0-1-14 0,0-18 17 16,0 0-12-16,0 0 8 0,0 0 8 0,4 0 8 15,-3 0 1-15,-2 0 3 0,-3 0 4 16,2 0 4-16,-2 0 3 0,-1 0-3 0,-3 0-4 16,1 0-1-16,-4 0-2 0,-2 0 3 0,-2 0 0 15,0 0 6-15,-5 0 9 0,-2 0-7 0,-5 0 11 16,-4 0-9-16,-25 0 18 0,23 0-16 0,-26 0 15 15,0 0-28-15,-1 0 23 0,-4 0-19 0,-1 0 24 16,-7 0-31-16,-2 0-1 0,-5 0-2 0,-3 0-8 16,-6 0-2-16,-3 0 1 0,-12 0 25 0,-5 0-29 15,-2 0 61-15,-2 0-48 0,-6 0-1 0,-6 0-2 16,-1 0 1-16,-4 0-1 0,-7 0-1 0,1 0-1 16,-21 0-1-16,29 0-1 0,-29 0 1 0,19 0 7 15,-19 0 53-15,0 0-24 0,26 0 35 16,-26 0-29-16,0 0 25 0,19 0-33 0,-19 0 26 15,0 0-30-15,0 0 21 0,0 0-32 0,19 0 20 16,-19 0-33-16,0 0 21 0,0 0-28 0,0 0 21 16,0 0-27-16,0 0 21 0,19 0-24 0,-19 0 22 15,0 0-25-15,0 0 25 0,0 0-36 0,0 0 35 16,0 0-25-16,0 0 22 0,0 0-26 0,0 0 22 16,0 0-27-16,0 0 25 0,0 0-25 0,18 0 22 15,-18 0-26-15,0 0 26 0,0 0-26 0,0 0 24 16,0 0-24-16,0 0 24 0,0 0-26 0,0 0 26 15,0 0-25-15,0 0 24 0,0 0-23 0,0 0 24 16,0 0-26-16,0 0 23 0,0 0-16 16,0 0 20-16,0 0-22 0,0 0 21 0,0 0-22 15,0 0 23-15,0 0-22 0,0 0 19 0,0 0-20 16,0 0 22-16,0 0-24 0,0 0 24 0,0 0-22 16,0 0 20-16,0 0-20 0,0 0 21 0,0 0-23 15,0 0 17-15,0 0-29 0,0 0 10 0,0 0-35 16,0 0 16-16,0 0-54 0,0 0-16 0,0 0-51 15,0 0 29-15,0 0-30 0,0 0 15 0,0 0-18 16,0 0-8-16,0 0-6 0,0 0-30 0,0 0-19 16,0 0-62-16,0 0 41 0,0 0-43 0,0 0-37 15,0 0-47-15,0 0-84 0,0 0-253 16,0 0-232-16</inkml:trace>
  <inkml:trace contextRef="#ctx0" brushRef="#br0" timeOffset="27229.62">5330 6861 213 0,'0'0'594'0,"0"0"-213"16,0 0-78-16,0 0-87 0,-4 9-42 0,4-9-35 16,0 0-27-16,0 0-24 0,0 0-16 0,0 0-20 15,0 0-12-15,-2 9 2 0,2-9-15 0,0 0-6 16,0 0 4-16,0 0-6 0,0 0-5 0,0 0-1 16,0 0-4-16,5 8 0 0,-5-8 2 0,12 4 3 15,-12-4 8-15,21 4 27 0,-7-2-27 0,4 1 43 16,3-2-42-16,3 1 29 0,0 1-19 0,3-2 28 15,1 1-32-15,3-2 46 0,-2 0-27 16,5 0 20-16,6 0-32 0,0-3 19 0,1 0-22 16,1 1 5-16,-1 1-6 0,0-3-10 0,1 1 0 15,-2 1 2-15,-3-2 7 0,0 2-2 0,-5 1-4 16,-4-1 0-16,-1 1-5 0,-1-3 1 0,-5 3-4 16,-4 0-3-16,-17 1-2 0,30 0-3 15,-30 0 0-15,21 0-3 0,-21 0-2 0,18-1 0 16,-18 1 2-16,0 0 7 0,19 0-3 0,-19 0 3 15,0 0 11-15,0 0 7 0,0 0 3 0,23 0 3 16,-23 0-1-16,0 0-5 0,0 0 23 0,0 0-38 16,0 0-4-16,15-3-1 0,-15 3-4 0,0 0 0 15,0 0-2-15,0 0-8 0,0 0-28 16,0 0-39-16,0 0-60 0,0 0-68 0,0 0 10 16,0 0-73-16,17-1-106 0,-17 1-440 0,0 0-362 15</inkml:trace>
  <inkml:trace contextRef="#ctx0" brushRef="#br0" timeOffset="27879.62">6745 6995 517 0,'0'0'501'0,"0"0"-75"0,-13 5-127 0,13-5-110 16,0 0 15-16,0 0-82 0,0 0 17 15,-13 3-71-15,13-3 30 0,0 0-64 0,0 0 27 16,0 0-70-16,0 0 64 0,0 0-50 0,0 0 34 16,0 0-37-16,0 0 44 0,0 0-49 0,8 8 45 15,-8-8-30-15,16 1 46 0,-16-1-31 0,23 3 29 16,-23-3-34-16,27 2 30 0,-9-2-31 0,1 1 27 15,2 1-32-15,3-2 29 0,3 0-30 0,1 0 19 16,0 0-23-16,4-3 18 0,7 2-34 0,-1-1 24 16,3-2-18-16,-3 1 19 0,3-2-25 0,-1 0 26 15,-2 0-29-15,1 0 26 0,-2 0-25 16,0-1 23-16,1 1-27 0,-3 1 23 0,-7-1-13 16,-1 2 29-16,-2-2-12 0,0 2 15 0,-2 1-21 15,-4-1 10-15,-2 2-13 0,-17 1 16 0,26-3-17 16,-26 3 17-16,21-2-16 0,-21 2 19 0,15-3-15 15,-15 3 18-15,0 0-21 0,19-1 12 0,-19 1-11 16,0 0 12-16,0 0-16 0,0 0 9 0,18-1-15 16,-18 1 12-16,0 0-14 0,0 0 14 0,0 0-15 15,0 0 15-15,0 0-14 0,19 1 13 16,-19-1-16-16,0 0 13 0,0 0-21 0,13 6-1 16,-13-6-38-16,0 0-13 0,0 0-81 0,9 7 9 15,-9-7-76-15,0 0-106 0,0 0-97 16,0 0-263-16,0 0-208 0</inkml:trace>
  <inkml:trace contextRef="#ctx0" brushRef="#br0" timeOffset="29029.62">9541 6896 67 0,'-20'-1'564'0,"20"1"-187"0,0 0-78 15,0 0-83-15,0 0-55 0,0 0-33 0,-18-2-38 16,18 2-3-16,0 0-9 0,0 0-4 0,0 0 34 15,-19 2-38-15,19-2 28 0,0 0-49 0,0 0 25 16,0 0-50-16,0 0 27 0,0 0-42 0,0 0 28 16,-17 1-39-16,17-1 22 0,0 0-25 0,0 0 32 15,0 0-43-15,0 0 40 0,0 0-28 16,0 0 64-16,0 0-49 0,0 0 57 0,6 7-25 16,-6-7 31-16,15 4-21 0,-15-4 28 0,27 3-23 15,-7-1 26-15,2 0-18 0,6-1 5 0,4-1-13 16,9 0 16-16,1-3-10 0,3 1 6 0,5-1-14 15,2-1 10-15,14 1-14 0,2-4 1 0,-1 0-10 16,4 0-7-16,-1 0-7 0,0 1 2 0,0-3-11 16,1 2 4-16,-3-1-11 0,-2 2 7 0,-2-2-8 15,0 5 0-15,-2-5-4 0,-10 5 4 0,0-1-8 16,-2 1 6-16,2-1-8 0,-5 3 7 0,1-1-8 16,-3 2 6-16,0-1-7 0,-4 1 5 15,-3 0-7-15,-3 0 5 0,-5 1-6 16,1-1 7-16,-1 1-4 0,-3 0 3 0,-1 0-4 15,0 2 4-15,0 0-7 0,-2-2 9 0,1 1-5 16,-3 1 1-16,-1-2-1 0,-1 0 3 0,-2 0-6 16,0 1 7-16,0 0-6 0,-18-2 5 0,29 3-5 15,-29-3 5-15,23 1-2 0,-23-1 0 0,18 2-2 16,-18-2 7-16,0 0-5 0,19 3 5 0,-19-3-7 16,0 0 6-16,0 0 20 0,21 1-25 0,-21-1 0 15,0 0-3-15,0 0-1 0,0 0-13 0,18 2-24 16,-18-2-29-16,0 0-38 0,0 0-96 0,0 0-2 15,0 0-64-15,0 0-146 0,0 0-433 16,0 0-440-16</inkml:trace>
  <inkml:trace contextRef="#ctx0" brushRef="#br0" timeOffset="29997.62">15160 7014 647 0,'0'0'459'0,"-12"-5"-90"15,12 5-141-15,0 0-5 0,-14-7-81 0,14 7 11 16,0 0-64-16,0 0 27 0,-13-3-53 16,13 3 37-16,0 0-50 0,0 0 28 0,0 0-13 15,-12-7-4-15,12 7-19 0,0 0-35 16,0 0 30-16,0 0-40 0,0 0 33 0,0 0-39 16,0 0 33-16,0 0-1 0,0 0-3 0,0 0-4 15,0 0 17-15,22 4 6 0,-4-1 0 0,7-2 6 16,6 1 1-16,9 2-1 0,5-3 9 0,6 1-3 15,4-1 0-15,14 0-1 0,0 0-3 0,5-1 8 16,2 0 7-16,-1-1 0 0,2-1 42 0,3 0-54 16,0-1-3-16,1 0-25 0,0-2 12 0,-3 0-1 15,0 0-2-15,-4 0-3 0,-3-1-1 0,-1-1 3 16,-6 3 0-16,-14-1 0 0,-2 0 0 0,-4 2 5 16,1 1-2-16,-8-2 5 0,-1 1 1 0,-8 1 1 15,-4-1-4-15,-5 1-7 16,-1 1-1-16,-18 1-2 0,27-2-5 0,-27 2-5 15,19-1-5-15,-19 1-3 0,0 0 2 0,21-3-3 16,-21 3-1-16,0 0-2 0,16-1 0 0,-16 1-1 16,0 0-1-16,0 0-1 0,0 0 1 0,18-2-2 15,-18 2-3-15,0 0-5 0,0 0-29 0,0 0-14 16,0 0-22-16,0 0-24 0,0 0-24 0,19 0-23 16,-19 0-34-16,0 0-35 0,0 0-28 0,0 0-44 15,0 0-94-15,0 0-442 0,14 2-386 0</inkml:trace>
  <inkml:trace contextRef="#ctx0" brushRef="#br0" timeOffset="30847.62">18575 7096 281 0,'0'0'509'0,"-28"-1"-159"16,28 1-88-16,-31-2-57 0,31 2-59 0,-30 0-20 16,30 0-45-16,-27 2 12 0,27-2-22 0,-21 1 8 15,21-1-33-15,-16 1 15 0,16-1-20 0,0 0 0 16,-18 2-33-16,18-2 17 0,0 0 15 0,0 0 10 16,-5 8 10-16,5-8-6 0,14 9 10 0,1-5 4 15,7 1-2-15,6-2-3 0,10 0 0 0,7-2-6 16,8-2-4-16,17-3 2 0,5 1-7 0,7-5-2 15,4 1 2-15,2-3 0 0,4-2-2 16,4 2-7-16,1 0-5 0,1 0-8 0,-1 0-2 16,-1 0-10-16,-4 1 16 0,-4 2-18 0,-2-2 12 15,-8 1 0-15,-4 3 2 0,-6-2 5 16,-7 1-5-16,-13 2-17 0,-5-1 16 0,-3 3-13 16,-6-2 8-16,-7 1-13 0,-3 2 9 0,-5 0-10 15,-3-1 12-15,-16 2-11 0,24-3 16 0,-24 3-4 16,18-1 13-16,-18 1-10 0,0 0 14 0,22-1-14 15,-22 1 5-15,0 0-10 0,0 0 2 0,19 0-12 16,-19 0 2-16,0 0-15 0,0 0-21 0,0 0-10 16,0 0-27-16,18 1-10 0,-18-1-77 0,0 0-25 15,10 7-71-15,-10-7-112 0,12 9-89 16,-2-4-271-16,-10-5-244 0</inkml:trace>
  <inkml:trace contextRef="#ctx0" brushRef="#br0" timeOffset="31680.62">22237 7040 238 0,'0'0'780'0,"19"3"-253"16,-19-3-156-16,17 6-65 0,-17-6-63 0,20 3-57 15,-8 1-46-15,6-1-29 0,0-2-22 16,6 3-7-16,1-2-8 0,4 0-12 0,5 2-3 16,2-1-2-16,2 0-4 0,3 1-9 0,3-1-7 15,0 1-10-15,5-1 2 0,2 0-5 0,13 1-5 16,3-2-8-16,1 0 7 0,3 4 6 0,3-4 6 16,3 2 4-16,-3-2-4 0,3 3 7 0,1-1-2 15,-2 1-1-15,0-1-4 0,0 2-2 0,-1-2-3 16,-2 1-3-16,0 1-4 0,-3-1-4 15,-2 1-4-15,-4 1 12 0,-3 0 2 0,-10-3 14 16,-3 3-2-16,-2-2 10 0,-4-1 9 0,-5 1 7 16,-1-1 11-16,-9 0-1 0,-3-1-1 0,-1 0 2 15,-4-1 0-15,-19-2-9 0,27 3 2 16,-27-3 3-16,19 2 7 0,-19-2-8 0,17 2 30 16,-17-2 5-16,0 0-19 0,18 3 19 0,-18-3 2 15,0 0-7-15,0 0-7 0,18 2-8 0,-18-2-11 16,0 0-9-16,0 0-5 0,0 0-11 0,0 0-6 15,16 2-7-15,-16-2-2 0,0 0-8 0,0 0-5 16,0 0-6-16,0 0 0 0,0 0-3 16,0 0 2-16,0 0-2 0,0 0-9 0,0 0 2 15,17 1 7-15,-17-1-6 0,0 0-5 0,0 0 0 16,0 0 1-16,0 0 0 0,0 0-2 0,0 0 4 16,0 0-5-16,0 0 2 0,0 0 0 0,0 0 3 15,0 0-3-15,0 0-1 0,0 0 1 16,0 0 1-16,0 0 0 0,0 0 14 0,0 0-18 15,0 0 0-15,0 0 1 0,0 0 3 0,0 0-4 16,0 0 0-16,0 0 0 0,0 0 3 0,0 0-1 16,0 0 5-16,0 0-2 0,0 0-3 0,0 0-1 15,0 0 3-15,0 0 2 0,0 0-2 0,0 0-1 16,0 0 2-16,0 0-1 0,0 0 2 16,0 0 2-16,0 0-4 0,0 0 1 0,0 0-2 15,0 0 6-15,0 0-5 0,0 0-1 0,0 0 2 16,0 0-1-16,0 0 0 0,0 0 5 0,0 0-6 15,0 0 0-15,0 0 1 0,0 0 4 16,0 0-1-16,0 0-4 0,0 0 0 0,0 0 0 16,0 0 1-16,0 0-1 0,0 0 5 0,0 0-4 15,0 0-4-15,0 0 1 0,0 0 1 0,0 0-8 16,0 0-5-16,0 0-10 0,0 0-10 0,0 0-16 16,0 0-13-16,0 0-13 0,0 0-6 0,0 0-20 15,0 0-12-15,0 0-4 0,0 0-14 0,0 0-3 16,0 0-7-16,0 0-27 0,0 0-43 15,0 0-45-15,0 0-44 0,0 0 26 0,0 0-41 16,0 0-34-16,0 0-62 0,-10-3-404 0,10 3-380 16</inkml:trace>
  <inkml:trace contextRef="#ctx0" brushRef="#br0" timeOffset="32798.61">26203 7020 12 0,'-17'-10'612'16,"17"10"-220"-16,-11-10-134 0,11 10-27 15,-10-8-63-15,10 8-33 0,0 0-28 0,-8-8-13 16,8 8-23-16,0 0-5 0,14-9-30 0,0 4 8 16,7-1-12-16,9-2 2 0,6-1-7 0,5-1-2 15,18-1-35-15,4 0 39 0,5-1-39 0,5 1 41 16,3 1-44-16,3 2 48 0,2-2-32 0,-1 0 36 15,2 2-35-15,3 2 34 0,-5 0-23 0,3-1 23 16,-2 2-25-16,-4 0 25 0,-2 2-20 0,-5-1 22 16,-4 0-18-16,-15 0 20 0,-4 2-12 15,0-2 9-15,-8 1 3 0,-3 1-5 16,-11 0-5-16,-1-1 5 0,-7 2 2 0,-17 1-2 16,28-4-4-16,-28 4-11 0,21-6-8 0,-21 6 1 15,11-7-14-15,-11 7-15 0,7-7-1 0,-7 7-6 16,0 0-18-16,0-11-9 0,0 11-15 0,0 0-40 15,0 0 24-15,-3-10-63 0,3 10-49 0,0 0-2 16,0 0-77-16,0 0-284 0,0 0-62 0</inkml:trace>
  <inkml:trace contextRef="#ctx0" brushRef="#br0" timeOffset="33334.61">29050 7342 588 0,'0'0'511'0,"-5"11"-125"0,5-11-105 0,0 0-57 16,-5 12-56-16,5-12-25 0,0 0-30 0,-4 7-25 16,4-7-17-16,0 0-17 0,5 9-7 0,-5-9 7 15,22 9-11-15,-2-6-1 0,12 4 4 0,10 0-4 16,6 0-2-16,16 1 1 0,7-2-9 16,4 2-2-16,6-1 2 0,6 1-9 0,5-2 0 15,8-1-4-15,3 1 0 0,1 0-6 0,1-3 6 16,23 3-5-16,-27-2 7 0,1 0 1 0,-2 0-2 15,-3-2-2-15,-4 1 7 0,-8-3 1 0,-5 1 10 16,-6 0-4-16,-18-1 15 0,-5-1 3 0,-5 1 14 47,-6-1 3-47,-9 1 29 0,-5 0 8 0,-5-1 46 16,-4 1-15 15,-17 0 55-31,28-2-45 0,-28 2 31 0,21-1-67 0,-21 1-16 15,0 0-14-15,22-1-18 0,-22 1-11 0,0 0-11 0,17 0-11 0,-17 0-16 16,0 0-28-16,0 0-16 0,0 0-68 0,19 0-12 0,-19 0-47 0,0 0-16 0,0 0-42 0,0 0-28 0,0 0-18 0,0 0-16 0,17 1 60 0,-17-1-33 16,0 0 14-16,0 0-12 0,0 0-34 0,0 0-19 0,0 0-261 0,0 0-83 15</inkml:trace>
  <inkml:trace contextRef="#ctx0" brushRef="#br0" timeOffset="46822.52">3794 6220 210 0,'0'0'315'0,"-11"-8"-108"0,11 8-52 0,-9-6-43 16,9 6-26-16,-8-9-11 0,8 9-27 0,-4-10 3 15,4 10-14-15,-2-12-5 0,2 12-6 16,0-18 2-16,2 8 5 0,-2-1 3 0,2 0 11 16,0-1-6-16,-2 0 19 0,1 3-13 0,-1 9 30 15,2-20-30-15,-2 20 45 0,0-18-39 16,0 18 20-16,-3-14-42 0,3 14 49 0,-6-16-45 16,6 16 30-16,-8-15-42 0,1 6 32 0,0 1-42 15,-1 1 31-15,-1-1-35 0,2 1 36 0,-5-1-36 16,1 0 28-16,-1 3-34 0,-1-2 23 0,0 0-22 15,0 0 20-15,-2 4-20 0,0-4 27 0,0 5-29 16,-2-3 25-16,-1 3-28 0,0 0 24 0,-2 1-7 16,1 1-2-16,-6 3-2 0,0-1-5 15,-1 4-4-15,-3 2 7 0,-2 2-5 0,2 1 4 16,-2 3 2-16,5 1-2 0,-2 1 0 0,0 0-1 16,1 3-2-16,0 1 1 0,3 1-2 0,-1 2-1 15,1-1-20-15,1 2 21 0,3 2 41 0,-3 3-48 16,5-2-3-16,0 4 7 0,3-1-4 0,0 2 10 15,2 0-1-15,2 2-2 0,0 1-16 0,4 2 20 16,1-2-15-16,2-2 24 0,2 2-24 16,-1-3 16-16,8 1-1 0,-1 1 8 0,1-1 1 15,4-1-1-15,5-2 13 0,-1 0 13 0,5-3-2 16,0 1 0-16,2-2 23 0,3-1-26 0,4-1 32 16,0-3-26-16,3 2 17 0,3-3-24 0,2-1 18 15,4-2-14-15,-1-2 8 0,5 0-12 16,9-1 5-16,-6-4-5 0,1-3-5 0,3 1 5 15,-1-6-13-15,3 0 22 0,-1-3-17 0,2-1 7 16,8-4-13-16,1-3 15 0,-2-1-11 0,1-1 4 16,-1-4-18-16,-1 0 7 0,1-3-8 0,0 2-3 15,-1-1-2-15,0-2 0 0,-3-1 4 0,0 0-3 16,-2-1 1-16,-1 1 7 0,-1-3-1 0,-3 2-4 16,-1-3 2-16,-3 0-2 0,0-1-2 0,-2 0 3 15,-1-1 1-15,-2-3-3 0,-3 1-1 0,-1-3 1 16,-3 2 13-16,-5 1 1 0,3-6 2 0,-5 6 4 15,-2-5 8-15,1-7 7 0,-5 6 15 16,-2-1 2-16,-3 2-27 0,-2-2 1 16,-3-1-9-16,-3 1-9 0,-3 2-7 0,-2 5-19 15,-2-1-5-15,-5 2-8 0,-2-5-9 0,-4 4-7 16,-4 1-5-16,-2-1-5 0,-5 3-2 0,-3 0-1 16,-5 4-7-16,-2-1 2 0,-4 3-5 0,-2 2 1 15,-12 0-2-15,1 1-1 0,-7 2-2 0,10 5 2 16,-10-1 0-16,-3 2-4 0,8 2-3 0,-3 3-3 15,1 1 1-15,0-1 5 0,-2 3 3 16,0 3 5-16,0-1-2 0,1-1 6 0,-10 2 1 0,12 1-1 16,-11 0-8-16,12 1 17 0,1-2 5 0,-1 3-17 15,1 0 22-15,3-1-10 0,1 0 26 16,2 1-21-16,2 0 35 0,3 1-33 0,1-1 29 16,5 2-25-16,-1-1 12 0,4 1-11 0,6-1 33 15,1 0-34-15,0 1 33 0,4 0-35 0,0 0 42 16,6 0-36-16,-1-1 35 0,2 0-34 0,3 0 35 15,0 1-33-15,4-1 36 0,-1 2-38 16,1 1 29-16,3 0-35 0,-2 0-1 0,3-1-104 16,1 3-82-16,0-12-97 0,0 19-161 0,3-11 79 15</inkml:trace>
  <inkml:trace contextRef="#ctx0" brushRef="#br0" timeOffset="47571.51">3237 6787 365 0,'1'-11'439'0,"-1"11"-81"16,-1-17-89-16,1 17-41 0,-2-16-42 0,2 16-33 16,-4-9-39-16,4 9-18 0,-6-8-11 0,6 8-18 15,0 0-2-15,-23 11 18 0,9 4-5 0,-5 9-1 16,-3 6 8-16,-6 9-6 0,-3 8 20 0,-1 6-19 15,-2 8-4-15,-5 7-5 0,-10 20 1 0,-3 4-3 16,-4 3-6-16,0-2-3 0,-2 0 9 0,-2-2 3 16,0 0-22-16,5-2 1 0,1-8-21 0,12-18-9 15,4-5-5-15,2-1-1 0,4-10-3 16,4-6-2-16,6-11 9 0,5-3-19 0,2-5-1 16,3-4 1-16,2-4-1 0,4-3 3 0,6-11-2 15,-10 8 0-15,10-8-25 0,0 0-19 0,-6-15-17 16,9-1-12-16,2-6 15 0,3-7-43 0,2-4 3 15,2 1-23-15,-1-2 41 0,3 0-29 0,-4 2 39 16,4-1-3-16,1 4-12 0,-2-3 32 0,0 5-19 16,0-3 29-16,1 3-11 0,-2 2 10 0,-2 3 6 15,0 2 9-15,-2 1 16 0,-2-1-1 0,3 3 6 16,-5 2 20-16,1 2-2 0,-1 2 24 16,-3 1 8-16,-1 10 18 0,4-16 26 0,-4 16 8 15,3-12-1-15,-3 12-14 0,1-9-21 16,-1 9-7-16,0 0-13 0,0 0-9 0,0 0 18 15,-9 17-32-15,0 4 15 0,-5 10-23 0,1 7 35 16,-7 13-24-16,-2 7 27 0,2 4-22 0,-3 4 13 16,-2 2 1-16,2-2 1 0,4-1-5 0,-3-5 14 15,4-4-16-15,2-6 8 0,4-9-18 0,2-8 10 16,5-1-4-16,1-10 0 0,3-3 0 0,2-6-1 16,2 0 6-16,3-4 3 0,4-4-1 0,-10-5 1 15,31-3-6-15,-3-6-5 0,5-9-2 0,12-10-13 16,2-6 2-16,6-1-8 0,1-6-1 0,3 1-2 15,-1 2-2-15,1-1-3 0,-5 5-19 16,-2 5-43-16,-4 4-100 0,-6 9-32 0,-6 5-53 16,-2 5-83-16,-6 2-79 0,-4 9-336 0,-3 1-274 15</inkml:trace>
  <inkml:trace contextRef="#ctx0" brushRef="#br0" timeOffset="48838.52">1253 9746 550 0,'-13'-16'442'0,"-1"0"-97"16,3 2-74-16,2 3-67 0,0-1-33 15,2 4-40-15,7 8-28 0,-12-12-16 16,12 12-15-16,0 0-16 0,0 0-9 0,0 0-10 16,-13 12-4-16,14 6-2 0,0 9-3 0,3 10-1 15,3 4 1-15,-1 6 5 0,5 11-2 0,0 2-4 16,0 1 21-16,3 2-35 0,-4-1 26 0,3 0-71 16,0-6 53-16,2-3-43 0,-6-15 41 0,3-1-44 15,-1-5 40-15,0-3-39 0,-4-8 39 0,2-3-42 16,-4-6 2-16,2-3 51 0,-7-9-54 0,0 0 33 15,0 0-37-15,11-11 36 0,-9-7-34 0,-1-10 37 16,-2-8-24-16,-3-6 29 0,0-7-32 16,-5-13 0-16,-3-6 5 0,2-3-9 0,-2-4 7 0,1 0 12 15,2 1-6-15,1 3 3 0,3 5 49 16,0 4-42-16,4 16 44 0,0 4-44 0,-1 4 1 16,2 12-1-16,-1 1 5 0,1 6-5 0,0 5-2 15,0 3-7-15,0 11 6 0,0-12 44 16,0 12-49-16,0 0 33 0,0 0-29 0,4 22 37 15,0-3-50-15,-3 7 11 0,0 3 1 0,2 7 3 16,-1 0-1-16,2 1 0 0,0-3 1 0,3-1-3 16,-1-3 2-16,4-1 5 0,2-3-8 0,-1-6 8 15,3 1 2-15,3-5 0 0,1 0 2 0,5-4 3 16,2 1 42-16,1-5-30 0,2 1 14 0,-1-4 1 16,1 0-3-16,-1 0-5 0,1 0 1 0,0 0-6 15,-1 0-3-15,-3 1-2 0,1 0-4 16,-4 3-2-16,1-1-7 0,-4 0 1 0,-1 2 12 15,-3 2 6-15,-3-1 3 0,-3 0 1 0,-3 4 5 16,-2 0 28-16,-5 0-14 0,0 5 15 0,-5 3-21 16,-3 3 17-16,-5 0-20 0,-2-1 8 0,-2 0-24 15,-3-1 3-15,3-1-10 0,-5-4 12 0,-1-1-19 16,2-2 12-16,4-6-17 0,-1-2 10 0,-2-2-26 16,5-4-8-16,17-2-65 0,-32-3 6 15,17-4-55-15,5 0 36 0,1-5-41 0,1-3 40 16,6-3-23-16,3-2 14 0,4-4-5 0,4-6 3 15,4-1 16-15,2-2 20 0,3 0-8 16,1 0 41-16,2-2-15 0,-1 3 33 0,2-1-19 16,-4 0 52-16,1 5-26 0,0 1 52 0,-3 0-27 15,0 5 42-15,-6 4 5 0,2 3 0 0,-5 2-2 16,0 5-6-16,-2-1-4 0,-5 9-8 0,9-11-14 16,-9 11-1-16,0 0 12 0,0 0-9 0,0 0 6 15,11 11 4-15,-9 2-5 0,-1 4 3 16,-1 2-13-16,1 5-4 0,-1 2-1 0,3 0-3 0,-2 3-2 15,3-3 34-15,0 0-43 0,1 1 36 0,4-2-44 16,-1-2 37-16,2-3-38 0,1-1 39 16,3-2-46-16,2-5 52 0,-1-3-28 0,3-3 56 0,-3-5-19 15,5-2 21-15,2-7-21 0,3-4 29 16,1-7-26-16,-2-2 6 0,-1-3 11 16,-3-5 5-16,-1 1 13 0,-4-4 4 0,-3 3-9 15,-4-2-12-15,-4 5-14 0,-3 1-10 0,-2 0-11 16,-6 3-9-16,0 2-10 0,-6 2-15 0,-2 2-9 15,-6 4-7-15,-3 4-2 0,-2 5-9 0,-2 3-5 16,-3 2-5-16,-6 5 2 0,4 2-22 0,0 0-41 16,2 0-36-16,9 2-24 0,2-4 24 0,2-2-31 15,5 2-44-15,13-7-35 0,-18 2 10 0,18-2-24 16,-7-9 24-16,4-1-227 0,3-5 98 0</inkml:trace>
  <inkml:trace contextRef="#ctx0" brushRef="#br0" timeOffset="49422.52">1799 9536 630 0,'11'-28'369'16,"-3"6"-57"-16,0 1-59 0,2-1-48 0,-1 4-25 15,-3 1-38-15,2 2-21 0,-2 4-23 0,2 1-21 16,-1 0-14-16,-1 4-13 0,-6 6-10 0,14-6-3 16,-14 6-6-16,19 5 31 0,-7 4-50 15,2 3 27-15,1 5-33 0,-2 9 38 0,3 5-55 16,0 2 39-16,2 6-30 0,0 10-14 0,0 1 6 16,0-2-5-16,-2 1-16 0,-3-9-11 0,1-1-11 15,0-3-6-15,-1-2-9 0,-3-2-6 0,2-5 8 16,-3-4 27-16,-2-5 0 0,0-3 7 0,-2-3 8 15,-1-1 14-15,-4-11 11 0,6 10 2 16,-6-10 6-16,0 0 9 0,0 0 3 0,0 0 7 16,5-8-12-16,-5 8 2 0,1-17 10 0,-1 3-14 15,2-4 1-15,-1 1 1 0,2-7-7 0,-1-1 0 16,2-2 3-16,1-6-8 0,1 0-1 0,2-2-1 16,-1-2 24-16,0 2-31 0,1 0 19 0,-2-3-28 15,-1 1 39-15,0-2-36 0,-1 3 7 0,-1-2-2 16,-3 2 4-16,-1 2 13 0,-1 3 7 0,0 5 15 15,-1 2 13-15,-2 5 9 0,1 1 26 0,2 3 6 16,-5 0-2-16,5 5-13 16,2 10-12-16,-7-16-10 0,7 16-10 0,0 0-15 0,0 0-7 15,0 0-2-15,-9 7-1 0,9-7-4 16,2 25-2-16,0-7 21 0,2 7-28 0,3 5 26 16,0 0-31-16,2 2 23 0,0 2-30 0,2 0 24 15,1-2-26-15,-2 1 24 0,3-6-23 0,1 1 23 16,-2-3-35-16,-1-5 7 0,-2-4 7 0,0-5 3 15,1 1 1-15,-3-7 1 0,-7-5 3 0,13 7 1 16,-13-7-1-16,14-7 1 0,-7 0 17 0,0-4-21 16,0-4 33-16,0-3-15 0,-1 0 27 0,1-2-15 15,-2 0 27-15,2 2-19 0,-4 2 13 0,2 4-15 16,-1-1-2-16,-2 4-23 0,-2 9 12 0,8-14-19 16,-8 14 13-16,11-6-17 0,-11 6 11 0,15 4-14 15,-3 5 19-15,-1 5-16 0,0 2 6 16,4 8-42-16,-3 1-41 0,3 3-49 0,-4 6-10 15,-2 2-14-15,1 3-34 0,-3 2-92 0,0 6-62 16,-3-1-305-16,-3 1-175 0</inkml:trace>
  <inkml:trace contextRef="#ctx0" brushRef="#br0" timeOffset="49822.52">1776 10847 652 0,'-28'11'508'0,"1"2"-81"0,3-4-142 15,2-3-21-15,4 1-76 0,3 0 16 16,3-5-60-16,2 3-10 0,10-5-41 0,0 0 4 16,0 0-39-16,-17-5 12 0,24-4-34 0,8-7 18 15,7-9-22-15,17-8-3 0,6-4-1 0,10-5-7 16,5-5 1-16,18-10-3 0,3 0 12 0,2 0-18 16,-5 3-2-16,-13 12 9 0,0 5-6 0,-2-1-21 15,-6 5-13-15,-6 6-93 0,-9 3-9 0,-9 9-53 16,-12 5-29-16,-9 4-18 0,-12 6-56 15,0 0-14-15,-7 13 42 0,-15 6 50 16,-16 14 68-16,-10 8 87 0,-8 7 71 0,-21 18 40 0,-9 4 46 16,-3 4-2-16,-2 1 37 0,2 0-4 0,-1-1 55 15,7-5-1-15,5-2-26 0,6-5-6 16,20-17-35-16,6-4-10 0,8-3-15 0,9-16-16 16,5 0-20-16,10-7-12 0,8-5-9 0,6-10 26 15,0 0 41-15,25-1 36 0,8-17 20 0,19-12-16 16,12-11-3-16,29-19-8 0,12-6-41 0,4-7-6 15,6-3-39-15,6-2 2 0,3-1-30 0,-1 4 1 16,-3 6-51-16,-7 5-70 0,-11 6-92 0,-10 8-156 16,-24 16-64-16,-11 3-97 0,-7 9-421 0,-15 6-571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291.05591" units="1/cm"/>
          <inkml:channelProperty channel="Y" name="resolution" value="2150.06567" units="1/cm"/>
          <inkml:channelProperty channel="F" name="resolution" value="0" units="1/dev"/>
          <inkml:channelProperty channel="T" name="resolution" value="1" units="1/dev"/>
        </inkml:channelProperties>
      </inkml:inkSource>
      <inkml:timestamp xml:id="ts0" timeString="2025-04-13T06:17:54.636"/>
    </inkml:context>
    <inkml:brush xml:id="br0">
      <inkml:brushProperty name="width" value="0.05292" units="cm"/>
      <inkml:brushProperty name="height" value="0.05292" units="cm"/>
      <inkml:brushProperty name="color" value="#FF0000"/>
    </inkml:brush>
  </inkml:definitions>
  <inkml:trace contextRef="#ctx0" brushRef="#br0">2175 7615 119 0,'0'0'301'0,"0"0"-56"0,-10-8-53 0,10 8-42 15,0 0-20-15,-12-8-30 0,12 8-5 0,0 0-2 16,-10-8 1-16,10 8-16 0,0 0-6 16,-14-8-10-16,14 8-20 0,0 0-4 0,-17-6 4 15,17 6-11-15,0 0-3 0,-23 0-5 0,23 0-5 16,-23 6 0-16,9 1-2 0,-5 2 29 0,0 0-40 15,1 4 32-15,-6 1-38 0,1 3 22 0,-2 1-26 16,1 3 35-16,1-1-45 0,-3 2 43 0,2 2-4 16,2 0-2-16,-2 2-1 0,1 0-3 0,0 1-2 15,1 0 1-15,1 3-35 0,-1 0 52 16,1 0-60-16,1 3 38 0,1-1-22 0,1 1 39 16,0 0-38-16,1 1 39 0,2 0-41 0,1-2 39 15,0 0-43-15,2-1 41 0,2-1-44 0,1 1 41 16,3-2-43-16,-1-4 31 0,2 0-2 0,1-1 9 15,3-1-7-15,1 1-1 0,4 0 0 0,0-2 26 16,2 2-31-16,1-1 26 0,3 4-31 0,3-1 2 16,2 1 3-16,0-1 8 0,1-1-9 15,0 0-4-15,1 0 0 0,-2-1 16 0,2 1-7 16,1-2 8-16,-2 4-3 0,0-2 1 16,0 0-2-16,-2 1 0 0,-1 0 0 0,0-1-1 15,-1 1-2-15,-1 2-2 0,-3 1-4 0,-3-4 1 16,0 1 5-16,-2 0-6 0,-1 3 1 0,-2 0 9 15,-1 2 37-15,-3 4-62 0,0-1 59 0,-4 2-51 16,2 2 41-16,-4-4-48 0,0 2 41 0,-1 2-45 16,-3-2 5-16,1 3-3 0,-2 0 5 0,-4 6-5 15,1-8 4-15,-1 9 7 0,2-12 1 0,-2 0 0 16,2 0-1-16,-2 0 0 0,4-2 1 0,-3 0-1 16,4-1 2-16,-4-3 38 0,4 1-46 0,-3 0 30 15,4-2-32-15,-1-1 35 0,3 1-45 0,1-6 52 16,1 1-54-16,1-3 51 0,0 1-41 0,2 1 45 15,1-3-45-15,0-2 39 0,2 0-42 16,2 0 42-16,-2-4-44 0,2 2 43 0,1-2-39 16,3 1 36-16,-2-2-48 0,3 2 40 15,0-3-34-15,2 1 43 0,4-1-53 0,-1-1 47 16,3 0-35-16,2-2 37 0,0-1-40 0,4 2 45 16,1-1-45-16,-1 1 42 0,1-2-41 0,-1 2 45 15,1-1-48-15,0 1 36 0,-1 0-41 0,0 2 2 16,-2 1 5-16,0 0 6 0,-2 3 3 0,0 2-8 15,-1 1 13-15,0 0 1 0,-3 2 1 0,-1 3 0 16,4 3 2-16,-6-2-3 0,0 1 3 0,-1 6 36 16,-1 2-45-16,0 1 44 0,-1 2-45 15,-3 3 34-15,1 0-22 0,-1 2 36 0,-1 1-50 0,0 3 44 16,0 1-37-16,0 0 39 0,-1 4-35 16,1 0 4-16,0 1 1 0,1 1 7 0,-2 1-6 15,2 12 17-15,-2-11-35 0,2 9 40 0,-2-8-32 16,-1 9 31-16,2 0-28 0,0 1 34 0,0 1-44 15,0 0 3-15,0 0 14 0,0 0 5 0,2 0 0 16,-1 0 10-16,-1 0-4 0,1-3 31 16,2 2-31-16,-2-3 30 0,1 3-36 0,0-1 21 15,-1 2-18-15,1 0 7 0,-1 2-3 0,2 2-4 16,-1 0-8-16,-1 1 2 0,3-1 6 16,-1 3 13-16,-1-2 22 0,-1 2-26 0,2 1-5 15,1 1-1-15,-3 2 1 0,3 0-7 0,-3 3 4 16,2 0 3-16,0-2-1 0,-2 2 2 0,0-1 1 15,3 0 10-15,-3 0-21 0,0-2 0 0,2-2 0 16,-1-2 5-16,1-2-7 0,2-1 4 0,-1-4-9 16,3-3 6-16,1-1-10 0,1-4-4 0,2-2-24 15,3-4-22-15,-3-11-16 0,3-1-73 0,3-4 12 16,2-2 1-16,2-5-5 0,5-4-46 0,3-5-87 16,1-8-70-16,6-6-271 0,6-9-142 0</inkml:trace>
  <inkml:trace contextRef="#ctx0" brushRef="#br0" timeOffset="3686">17506 8925 160 0,'-17'1'401'0,"17"-1"-105"0,0 0-70 0,-19-1-60 15,19 1-3-15,0 0-39 0,-22-3-28 0,22 3-17 16,-17-3-4-16,17 3 3 0,-20-1-8 0,20 1 3 15,-16-1 5-15,16 1-9 0,0 0 3 0,-23-1 1 16,23 1 28-16,0 0-43 0,-17-1 29 0,17 1-47 16,0 0-22-16,0 0 31 0,-17-1 39 0,17 1-24 15,0 0 29-15,0 0-22 0,0 0 11 0,0 0-14 16,-16-3 4-16,16 3-5 0,0 0 10 16,0 0-16-16,0 0 7 0,0 0-9 15,0 0 8-15,0 0-13 0,0 0 7 0,0 0-14 16,0 0 2-16,-10-4-17 0,10 4-2 0,15-7-11 15,-1-1 0-15,8-1-9 0,8-2 7 0,6-3-12 16,4 0 7-16,11-3-9 0,4 0 9 0,4-1-2 16,1 1-1-16,4-2 0 0,1 0 3 0,3 0-1 15,-3 2 9-15,4-1 3 0,-3 5-4 0,-4-4 1 16,0 3-3-16,-6-1 0 0,-1 1-4 16,-13 4 10-16,-2 0 1 0,-3 1-5 0,-8 2 3 15,-2 0 3-15,-5 1-2 0,-4 3 0 0,-3-2-5 16,-2 3-2-16,-13 2-1 0,19-5 24 15,-19 5-27-15,17-4-2 0,-17 4 14 0,0 0 13 16,16-3 14-16,-16 3 0 0,0 0-8 0,0 0-11 16,11-6-9-16,-11 6-6 0,0 0 0 0,0 0-12 15,-11-5-7-15,11 5-3 0,0 0-1 0,0 0-5 16,-24-1-1-16,24 1 1 0,0 0 1 0,-28 0 2 16,28 0 1-16,-27 1 3 0,8-1-7 0,1 3 10 15,-9-2-6-15,0 0 1 0,-7 3-3 0,-3 0 4 16,-4 1-7-16,-2 0 7 0,0 2-4 15,-3 1 1-15,4 1-3 0,-4-1 8 0,5 1-2 16,0 1-1-16,1 2 2 0,3-1 29 0,1 0-36 16,3 2 2-16,0-2 4 0,3 1 26 15,3-1-35-15,6-2 6 0,1 0 0 0,3-2 0 16,4 1 0-16,0-3 0 0,13-5 0 0,-17 7 1 16,17-7 3-16,-11 8 4 0,11-8-2 0,0 0 5 15,0 0 3-15,6 11 3 0,-6-11 4 0,27-2 1 16,-2-2 5-16,8-4-7 0,5 0 2 0,2-2 34 15,15-5-47-15,0-2 4 0,4 1 0 0,1-2-1 16,0-1 1-16,1 0-3 0,-1 0 7 0,0 2-9 16,-2-1 26-16,-3 2-28 0,-4 0 6 15,-6 2-10-15,-4 3 10 0,-4 0-5 0,0-1 14 0,-1 3-7 16,-6 1 6-16,-4 0-9 0,-4 3 10 16,-2 0-6-16,-3 0 5 0,-3 1-15 15,-14 4 13-15,23-6-12 0,-23 6 10 0,15-3-12 16,-15 3 12-16,14-4-12 0,-14 4 18 0,0 0-20 15,13-4 12-15,-13 4-16 0,0 0 2 0,0 0-16 16,14-4-4-16,-14 4 11 0,0 0-39 0,0 0-15 16,0 0-17-16,0 0-10 0,14-2-31 0,-14 2-11 15,0 0-40-15,0 0-7 0,0 0-47 0,0 0-9 16,6-9-4-16,-6 9 9 0,0 0 14 16,1-15 13-16,-1 15 27 0,0-11 34 0,0 11 35 15,0-15 20-15,0 15 26 0,-4-17 18 16,4 17 22-16,-8-17 16 0,2 7 8 0,-4 0 31 15,-2 0-2-15,-3 0 25 0,-3 0 4 0,-1 1-1 16,-2 0 14-16,-1 2 12 0,-1-1-12 0,-1 4-3 16,1-2 0-16,-1 1 0 0,1 2-3 0,0 0-2 15,5 1-15-15,-1 0 0 0,1 2 3 0,18 0-3 16,-31 0 31-16,31 0-49 0,-28 2 35 0,28-2-44 16,-19 2-1-16,19-2 0 0,-18 2-4 0,18-2 0 15,0 0-10-15,-17 1 40 0,17-1-41 0,0 0 9 16,0 0 57-16,-8 6-19 0,8-6 17 15,0 0 7-15,15 6-2 0,-15-6-10 16,24 8-2-16,-6-4 16 0,4-2-21 0,2 0 7 16,1 2-12-16,3-1 0 0,1 1-9 0,0-1-1 15,-2 1-4-15,7 1-4 0,-7 0-3 0,-1 0-6 16,0 0-3-16,-3 1-5 0,-4 0-2 0,1 1-4 16,-3 0 1-16,-4 0 0 0,-3 0 0 0,1 2 3 15,-2 1 21-15,-2-2 19 0,-5 2 2 0,0 3 0 16,-6 2-13-16,-5 5-3 0,-5 3-13 0,-9 2-8 15,-6 2-32-15,-10 6-75 0,-5 0-87 0,-2 2-52 16,-4-1-112-16,-2 1-57 0,2 0-428 16,0 0-397-16</inkml:trace>
  <inkml:trace contextRef="#ctx0" brushRef="#br0" timeOffset="7987">10109 9357 181 0,'0'0'424'16,"0"0"-141"-16,0 0-56 0,-2-13-46 0,2 13-26 15,0 0-34-15,-7-9-13 0,7 9-6 0,-8-7-9 16,8 7-11-16,-8-6-23 0,8 6 5 16,-11-7-11-16,11 7-7 0,-15-7-9 0,15 7-7 15,-15-5-5-15,15 5-4 0,-17-3-1 0,17 3-6 16,-17-3 2-16,17 3 3 0,-19-3-18 0,19 3 2 15,-18-2 21-15,18 2-14 0,-21 0-1 0,21 0 6 16,-21-1-4-16,21 1 4 0,-25-1 2 0,25 1 0 16,-27-1 2-16,27 1-1 0,-28-3 1 0,28 3-2 15,-32-3-5-15,14 2 5 0,2 0 7 16,-5 0-16-16,2-3 7 0,1 3-4 0,-5-2-2 16,0 0 9-16,5 1 4 0,-4 0 6 0,3-1 10 15,3 1-1-15,-4-1 9 0,4 1-3 0,-1-2-11 16,0 3 3-16,0-2-3 0,1-1-2 0,-2 2 2 15,2 1-2-15,-1-3-9 0,1 1-10 0,-1 2-1 16,-1-1 1-16,2-2 0 0,-3 3-3 0,3-2-1 16,-3 0-1-16,-1 2 0 0,2 0-4 15,-1-1 0-15,0 1-1 0,1-2-2 0,-2 2 3 16,2-1 2-16,-1 1 0 0,0 0-3 16,1 0-6-16,0-2 6 0,0 1 5 0,1 1-1 15,0-1 2-15,-2-2 0 0,2 3 6 0,1-2 4 16,-2 0 4-16,1 0 0 0,-2 1-4 0,1-2-3 15,-2 2 1-15,-2-1 1 0,-1 0-1 0,1 1-3 16,-1 0-4-16,-1-2-3 0,-1 1 2 0,0 1-3 16,0-2-4-16,-2 2 0 0,1-1-2 0,-1-1-3 15,-1 3-1-15,2-1-1 0,2-1-6 0,-3 1-4 16,3 0 5-16,1 0 3 0,-1-2 1 0,5 3-6 16,-2 0-3-16,3-2-1 0,-2 0 0 0,-1 1 5 15,3 2-1-15,-2-2 5 0,1 1-11 0,1-2 5 16,-2 3 1-16,1-1-3 0,-2 1 2 0,0-2-1 15,2 2 0-15,-1 0 0 0,-1 0-5 16,1 0 4-16,-1 2 2 0,1-2-10 0,-1 0 6 16,4 0 6-16,-4 1-5 0,3-1 4 0,0 1 4 15,18-1 1-15,-33 2 1 0,33-2 0 16,-35-2-2-16,16 2 0 0,1-1 1 0,-1 1-6 16,-1 0 0-16,0 0 4 0,0 0-9 0,-2 0 7 15,3-1-2-15,-3 1 2 0,1 0-1 0,1 0 0 16,-3 0 1-16,3 1 0 0,-1-1-4 0,1 1 1 15,-2 1 5-15,3-1-5 0,0-1 3 0,1 1 6 16,-1 0 0-16,19-1-1 0,-31 1 1 0,31-1 0 16,-31 1 1-16,31-1-1 0,-28 0-25 15,28 0 32-15,-26 2-32 0,26-2 35 0,-25 0-36 0,25 0 36 16,-23-2-26-16,23 2 39 0,-25-1-40 16,25 1 34-16,-25-1-35 0,25 1 35 0,-24-2-35 15,24 2 35-15,-23-4-13 0,23 4-2 0,-21-3-22 16,21 3 25-16,-24-3-25 0,24 3 38 0,-21-5-34 15,21 5 34-15,-24-3-36 0,24 3 34 0,-24-5-36 16,24 5 36-16,-25-3-37 0,25 3 37 16,-26-4-44-16,26 4 44 0,-28-3-38 0,28 3 39 15,-28-1-36-15,28 1 34 0,-27-1-34 0,27 1 35 16,-23 0-33-16,23 0 36 0,-23 0-34 16,23 0 34-16,-21 1-33 0,21-1 24 0,-20 0-14 15,20 0 29-15,-21 1-43 0,21-1 38 0,-20 1-33 16,20-1 32-16,-21 2-32 0,21-2 32 0,-20 4-33 15,20-4 33-15,-24 2-29 0,24-2 27 0,-26 3-41 16,26-3 40-16,-27 5-30 0,27-5 33 0,-29 3-33 16,13 1 26-16,16-4-29 0,-28 2 31 0,28-2-28 15,-28 6 27-15,28-6-28 0,-27 2 28 0,27-2-27 16,-25 2 18-16,25-2-16 0,-23 3 26 0,23-3-29 16,-22 3 25-16,22-3-27 0,-20 1 28 0,20-1-21 15,-20 0 23-15,20 0-24 0,-20 0 23 0,20 0-24 16,-20 1 20-16,20-1-30 0,-20 0 30 15,20 0-20-15,-20 0 21 0,20 0-20 16,-21 0 10-16,21 0-9 0,-20 1 18 0,20-1-14 0,-22 1 12 16,22-1-14-16,-23 2 12 0,23-2-12 15,-20 2 10-15,20-2-8 0,-23 1 15 0,23-1-15 16,-23 4 13-16,23-4-18 0,-22 4 16 0,22-4-9 16,-21 3 7-16,21-3-7 0,-21 7 9 0,21-7 3 15,-22 7-4-15,22-7-14 0,-22 9 17 0,11-4-8 16,-2 0 10-16,0 1-8 0,0 2 2 0,2 0 0 15,-3-1 4-15,2 2-7 0,-2 0 9 0,3-1-8 16,-1 0 7-16,-1 1-9 0,4-1 6 0,-2 1-5 16,1 0 9-16,2-2-7 0,0 1 6 15,-1-1-12-15,3 1 15 0,0-1-8 0,-1 0 6 0,1 1-7 16,-1 0 8-16,2 0 0 16,-1 0-2-16,1 1 8 0,0-1-8 0,1 1 3 15,-1 1 1-15,0 0-3 0,1 0 1 0,1 0-1 16,-1 1 14-16,0 1-10 0,2-2 2 0,-1 2 1 15,1 0 2-15,-1-1-1 0,1 1-4 0,-1-1 1 16,3-1-8-16,-2 2 16 0,0-2-15 0,2 0 12 16,0-10-14-16,0 19 22 0,-1-7-18 0,1-2 18 15,0 1-18-15,0 1 20 0,0-1-19 0,1-1 14 16,-1 2-14-16,0 1 19 0,0 1-22 16,0-2 25-16,2 1-17 0,-1-1 11 0,0 2-19 15,-1-2 25-15,1 2-24 0,1-1 26 0,-1-1-28 0,0 2 26 16,2-2-36-16,-2 2 38 0,0-3-39 15,1 3 43-15,0-3-32 0,-1 3 28 0,3-3-34 16,-2 2 35-16,0-2-33 0,-1 0 32 0,3 1-5 16,-2-3-3-16,0 1-4 0,1 2-9 15,-1-3 10-15,-2-9-8 0,5 17 8 0,-2-8-6 16,-3-9 0-16,5 16-4 0,-5-16 4 0,5 16 0 16,-5-16-1-16,5 15-2 0,-5-15 1 0,7 15-1 15,-7-15-10-15,7 15 3 0,-7-15 11 0,7 14-3 16,-7-14 3-16,7 12-3 0,-7-12 0 15,8 14 2-15,-8-14 0 0,10 11-1 0,-10-11 0 16,9 13-2-16,-9-13 23 0,11 11-36 0,-11-11 27 16,11 10-17-16,-11-10 25 0,10 12-34 0,-10-12 31 15,11 8-29-15,-11-8 36 0,12 10-38 0,-12-10 30 16,12 8-31-16,-12-8 32 0,14 7-34 0,-14-7 35 16,15 5-38-16,-15-5 38 0,17 6-32 0,-17-6 31 15,19 3-31-15,-19-3 29 0,22 4-35 0,-22-4 36 16,23 1-31-16,-23-1 30 0,28 0-57 0,-28 0 61 15,29-1-36-15,-29 1 34 0,27-4-35 16,-27 4 23-16,27-3-23 0,-27 3 29 0,27-2-34 16,-27 2 36-16,25-3-38 0,-25 3 37 0,25-2-33 15,-25 2 33-15,21-2-33 0,-21 2 33 0,20-2-31 16,-20 2 35-16,21-4-36 0,-21 4 26 16,22-1-25-16,-22 1 35 0,21-2-41 0,-21 2 35 15,23-4-29-15,-23 4 35 0,25-3-43 0,-25 3 42 16,26-1-36-16,-26 1 36 0,24-1-39 0,-24 1 40 15,28 0-39-15,-28 0 37 0,28-1-39 0,-28 1 40 16,27 1-38-16,-27-1 22 0,30 0-19 0,-30 0 39 16,30 1-34-16,-30-1 28 0,30 1-38 0,-30-1 47 15,29 2-38-15,-29-2 37 0,31 1-38 0,-31-1 32 16,29 3-33-16,-29-3 34 0,28 2-35 16,-28-2 34-16,28 1-34 0,-28-1 28 0,27 1-26 15,-27-1 36-15,30 3-35 0,-30-3 23 0,29 1-23 0,-29-1 38 16,33 2-31-16,-15-2 30 0,2 0-29 15,-1 0 29-15,1 0-31 0,1 0 29 16,-1 0-31-16,1-2 30 0,4 2-22 0,1 0 20 16,-1-1-21-16,-1-1 17 0,1 1-20 0,-1 1 27 15,-1-1-25-15,0 1 22 0,-2 0-24 0,0-1 23 16,1 1-24-16,-4 0 23 0,4 0-25 0,-3 0 21 16,0 0-23-16,2 0 25 0,-3 0-15 0,1 1 18 15,2-1-13-15,-2 0 10 0,2 0-14 0,-2 0 19 16,1 0-18-16,1 1 18 0,0-1-16 0,-1 0 17 15,1 0-18-15,0 0 15 0,0 0-18 16,1 0 10-16,-1 0-14 0,1 1 18 0,0-1-15 16,3 2 11-16,0-2-16 0,0 1 3 0,-4-1-3 15,-1 0 12-15,4 2-14 0,-4-2 14 0,2 0-15 16,-1 1 14-16,0-1-15 0,0 1 14 0,-1-1-15 16,-1 0 10-16,1 0-12 0,-1 1 18 0,1-1-15 15,0 1 15-15,0 1-16 0,0-1 14 0,1-1-15 16,1 1 10-16,-2-2-8 0,6 2 13 0,-1-1-16 15,0 0 16-15,1 1-14 0,-2-1 15 0,2 0-17 16,-1 0 16-16,1 0-19 0,-1 0 18 16,-3 0-12-16,2 0 12 0,2 0-14 0,-4 0 9 15,-2 0-9-15,3-1 15 0,-2 1-16 0,-1 0 15 16,1 0-13-16,0 0 12 0,-1 0-13 16,-1 0 19-16,1 0-23 0,-1 0 13 0,1-1-7 15,-4 1 15-15,5 0-16 0,-2-1 12 0,0 1-14 16,2-2 10-16,-4 1-9 0,1 0 16 0,1 1-17 15,0-1 14-15,-19 1-15 0,35 0 16 0,-17-1-1 16,1 1-15-16,-1-2 15 0,1 2-17 0,0-1 12 16,0 1-9-16,-2-2 16 0,-17 2-15 0,35-1 14 15,-35 1-14-15,34-1 8 0,-14 1-9 0,-4-1 15 16,3 0-14-16,-19 1 14 0,35-3-15 16,-18 2 14-16,1 0-14 0,-1-1 17 0,0 1-18 0,1 0 17 15,-3-3-16-15,-15 4 1 0,30-2 4 16,-14 1 7-16,-2-4-9 0,2 3 17 0,-3 0-19 15,0-2 15-15,-13 4-16 0,26-5 16 0,-13 0-15 16,-13 5 15-16,25-7-14 0,-25 7 10 16,22-5-1-16,-22 5 32 0,23-8-17 0,-23 8 10 15,23-7-11-15,-14 1 2 0,4 3-9 0,-3-2 9 16,1 1-15-16,1-1 1 0,0-2-4 0,-1 3 3 16,0-1 0-16,0 0-1 0,-1-1-1 0,3-1 1 15,-4 1 2-15,-9 6 0 0,20-10 7 16,-10 5 13-16,-1-1 4 0,-1-1 13 0,0 1 13 0,0 1-1 15,0-1 3-15,-8 6-6 0,12-10-5 16,-12 10-7-16,9-12-10 0,-9 12 3 0,9-11-14 16,-9 11-2-16,10-11-3 0,-10 11-3 0,9-14-1 15,-9 14-2-15,9-16 0 0,-5 7-5 0,2 1 2 16,0-2-3-16,-3 0 2 0,3-2-2 0,-3 2 7 16,1 1 6-16,1-3 10 0,-2 1-1 0,-1 1 9 15,2 0-6-15,-2 0 19 0,1 1-16 0,-1 0 7 16,-2 9-19-16,4-18 10 0,-4 18-22 0,3-17 16 15,-3 17-17-15,4-17 11 0,-4 17-16 0,4-18 14 16,-4 18-17-16,2-16 20 0,-2 16-18 16,2-16-5-16,-2 16-2 0,2-18 1 0,-2 18 1 15,2-15 3-15,-2 15-1 0,4-16 2 16,-4 16-5-16,0-12 5 0,0 12-3 0,1-14 2 16,-1 14-3-16,0-15-1 0,0 15-2 0,1-12 2 15,-1 12-3-15,-1-14 2 0,1 14-2 0,0-14 0 16,0 14 4-16,-1-13-2 0,1 13 2 0,0-15-1 15,0 15 1-15,-2-12 1 0,2 12 0 0,-2-13 0 16,2 13 0-16,-2-12 1 0,2 12-1 0,-1-14-2 16,1 14 2-16,-3-11 3 0,3 11-1 0,-4-14 0 15,4 14 0-15,-2-10-3 0,2 10 1 0,-2-11 6 16,2 11 0-16,-2-10 2 0,2 10-6 16,-3-9 0-16,3 9 1 0,0 0 1 0,-2-10 0 15,2 10-2-15,0 0 2 0,0 0-2 0,-2-10 3 16,2 10-1-16,0 0-1 0,0 0-3 0,0 0 1 15,-2-8-4-15,2 8-2 0,0 0 2 0,0 0-1 16,0 0 0-16,0 0-3 0,0 0-2 0,0 0-2 16,0 0-1-16,-3-9-3 0,3 9-2 0,0 0-24 15,0 0-33-15,0 0-52 0,0 0-82 16,0 0-71-16,0 0-68 0,0 0-72 0,0 0-435 16,-18 3-457-16</inkml:trace>
  <inkml:trace contextRef="#ctx0" brushRef="#br0" timeOffset="10387.99">25460 11887 580 0,'0'0'395'16,"0"0"-101"-16,0 0-60 0,-23 0-58 0,23 0-31 16,0 0-19-16,0 0-19 0,-18-2-3 0,18 2-12 15,0 0-10-15,0 0-3 0,0 0-4 0,0 0 0 16,-17 1-4-16,17-1-17 0,0 0-7 0,0 0-1 16,0 0-6-16,0 0-13 0,0 0 10 0,0 0-1 15,0 0 2-15,0 0 0 0,0 0 1 16,0 0 47-16,0 0-3 0,0 0-13 15,0 0-6-15,0 0-4 0,13 7-5 0,-13-7-6 16,34 5-5-16,-9-3-5 0,2-1-3 0,2 2-2 16,12-1-4-16,1-1-4 0,-1 0-3 0,4 1-2 15,2 0-1-15,3 0-1 0,-2-1-2 0,1 0-1 16,0 0-1-16,0 0 2 0,-2 1-8 0,-2 0-2 16,-3 1-1-16,-2-2-2 0,-10-1-1 0,0 3 0 15,-7-2-2-15,-3 0-1 0,-2 0 1 0,-18-1 0 16,26 1-1-16,-26-1 0 0,19 0 1 0,-19 0 1 15,0 0 0-15,0 0 0 16,0 0 0-16,0 0 1 0,-12 14-4 0,-4-10 8 16,-7 2-11-16,0-1 7 0,-12 1-2 0,-1 2 6 15,-1-1-14-15,-4 1 8 0,-1-1-7 0,-3 1 5 16,-2 0-7-16,1-4 9 0,-2 4-7 0,1-1 8 16,0 0-14-16,1 0 8 0,0 0-10 0,4-1 13 15,3 0-9-15,-1 0 6 0,4 1-7 0,2-3 9 16,8 0-9-16,0 0 11 0,4-2-6 0,4 2 16 15,4-1-16-15,14-3 8 0,-23 4-9 0,23-4 9 16,-19 2-8-16,19-2 12 0,0 0-10 16,-18 2 8-16,18-2-8 0,0 0 7 15,0 0-4-15,0 0 11 0,0 0-2 0,0 0 12 16,0 0-8-16,22 3 9 0,-3-6-8 0,7 2 11 16,2-1-11-16,6-2 12 0,3 1-15 0,3-2 10 15,5 2-11-15,-2-1 7 0,3 0-9 0,-1 2 12 16,1-2-11-16,0 0 6 0,0 0-7 0,-4 2 12 15,0 0-12-15,-2-2 20 0,-4 2-21 0,1 0 15 16,-9 1-11-16,0-2 13 0,-1 2-15 0,-4-2 15 16,-3 2-16-16,-20 1 23 0,30-2-27 15,-30 2 17-15,23-3-22 0,-23 3 20 0,0 0 0 16,23 0-6-16,-23 0-18 0,0 0 24 0,16-2-18 16,-16 2 5-16,0 0-23 0,0 0 12 15,0 0-16-15,-31 0 8 0,7 1-12 0,-6 0 9 47,-7-1-13-47,-3 3 16 16,-1-1-14-1,-3-1 11 1,0 2-3 0,-2-2 5-1,3 1-14-15,-1 0 11 0,2-2-10 0,4 2 8 16,-1-2-9-16,1 2 12 0,7 0-11 0,2 0 11 0,0-1-8 0,-1 0 9 0,3 0-7 0,2 0 11 15,-1 3-8 1,0-3 8 0,4 2-2-16,3-2 4 15,0 2-3-15,19-3 4 0,-26 2-5 0,26-2 8 0,-20 1-7 0,20-1 9 0,0 0-8 0,-21 3 8 0,21-3 0 16,0 0-5-16,0 0 14 0,0 0-5 0,0 0 11 0,0 0-3 0,11 6 12 0,-11-6-9 0,38 1 10 0,-11 1-7 0,5-4 13 0,9 2-9 0,0-1 7 0,6 1-7 0,-2-2 25 0,5 1-27 0,0-3 13 0,1 1-12 16,0 1 18-16,-1-2-16 0,0 1 8 0,-4-2-14 0,0 2 14 0,-5-1-14 0,-2 0 11 0,-3 2-15 0,-7-2 15 15,-4 1-15-15,-4 2 13 0,-4-1-17 0,-17 2 14 16,26-3-17-16,-26 3 20 0,21-2-20 0,-21 2 21 15,0 0-21-15,16-4 6 0,-16 4-24 0,0 0 11 16,-11-5-17-16,11 5 9 0,-31-5-15 0,7 4 7 16,-7-1-11-16,-10 1 10 0,-4 1-12 0,-2 0 7 15,-2 0-7-15,-3 1 8 0,-2 1-6 16,1-1 6-16,1 2-3 0,1-1 8 0,3 0-7 16,6 0 10-16,-1 2-4 0,5-3 8 0,6 0-8 15,2 0 12-15,6 0-5 0,2 1 10 16,6-1-8-16,16-1 13 0,-28 1-10 0,28-1 8 15,-21 1-6-15,21-1 8 0,0 0-9 0,-23 2 9 16,23-2-5-16,0 0 10 0,-15 1-12 0,15-1 9 16,0 0-6-16,0 0 10 0,0 0-6 0,0 0 15 15,17 1-7-15,-17-1 10 0,37 0-6 0,-9-1 11 16,10 0-10-16,2-1 8 0,3 0-6 0,6-2 11 16,-2 3-13-16,4-1 6 0,2-2-7 15,0 1 14-15,-1 1-15 0,0-1 11 0,0 1-13 16,-3-1 13-16,0 1-10 0,-2-1 11 15,0 2-12-15,-3-1 20 0,-1 0-17 0,-3 0 14 16,-3 0-16-16,-6 1 16 0,-3 0-17 0,-1 0 20 16,-6 0-23-16,-4-1 33 0,-17 2-32 0,31-1 11 15,-31 1-18-15,23-1 16 0,-23 1-18 0,17 0 21 16,-17 0-23-16,0 0 18 0,20-2-19 0,-20 2 19 16,0 0-23-16,0 0 12 0,0 0-22 0,15-2 13 15,-15 2-14-15,0 0 11 0,0 0-18 0,0 0 18 16,0 0-13-16,0 0 16 0,0 0-16 0,-18 1 6 15,18-1-26-15,0 0 8 16,0 0-23-16,0 0-6 0,0 0-52 0,-19-1-25 16,19 1-11-16,0 0 0 0,-10-9 11 0,10 9 28 15,-10-10 17-15,10 10 15 0,-12-12 20 0,5 4 3 16,-2-1 18-16,-3 1 10 0,-2-3 3 0,0 0 50 16,-3 1-41-16,-2 0 47 0,1 2-33 0,-2-2 6 15,-2 2 8-15,3 0 15 0,-3 0 2 0,2 0 9 16,2 2 5-16,-3-1 2 0,6 3 4 0,0-1 11 15,-1 1 3-15,16 4-2 0,-22-6-11 0,22 6-6 16,-16-5-10-16,16 5-6 0,-12-4-9 16,12 4-1-16,0 0-1 0,-14-2-7 15,14 2-3-15,0 0-4 0,0 0-2 0,-14-4 0 16,14 4 0-16,0 0-1 0,0 0 6 0,0 0 6 16,12 4 5-16,0-2 6 0,6 1 3 0,2 2 2 15,5-2-1-15,3 4 4 0,7-1-6 0,1 0 2 16,-2-1-2-16,2 3-8 0,2-1 2 0,-3 2-5 15,-3-2-1-15,-3 2 0 0,-3 0 12 0,-6 1-11 16,-1-1 9-16,-1 3-6 0,-4-1 26 0,-1 4-8 16,-4-2 23-16,-4 2-14 0,-5-1 22 0,0 2-21 15,-6 4 26-15,-8 4-37 0,-4-1 17 16,-5 2-32-16,-7 0 13 0,-8 6-31 16,-5-2 11-16,-5 3-76 0,-5-4-66 0,-2 4-101 0,-3-2-101 15,3-2-29-15,-4 0-101 0,2 1-411 0,3-3-482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812538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64" name="Google Shape;64;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IN" sz="1200" b="0" i="0" u="none" strike="noStrike" cap="none">
                <a:solidFill>
                  <a:srgbClr val="000000"/>
                </a:solidFill>
                <a:latin typeface="Calibri"/>
                <a:ea typeface="Calibri"/>
                <a:cs typeface="Calibri"/>
                <a:sym typeface="Calibri"/>
              </a:rPr>
              <a:t>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63291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5616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5256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997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161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2990467e5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 name="Google Shape;71;g12990467e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86272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2359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8053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5640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0386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74398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9295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9937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9006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0223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7363237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2990467e5a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g12990467e5a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902166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8"/>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19" name="Google Shape;19;p28"/>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ndara"/>
                <a:ea typeface="Candara"/>
                <a:cs typeface="Candara"/>
                <a:sym typeface="Candara"/>
              </a:defRPr>
            </a:lvl1pPr>
            <a:lvl2pPr marR="0" lvl="1" algn="ctr">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ndara"/>
                <a:ea typeface="Candara"/>
                <a:cs typeface="Candara"/>
                <a:sym typeface="Candara"/>
              </a:defRPr>
            </a:lvl2pPr>
            <a:lvl3pPr marR="0" lvl="2" algn="ctr">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ndara"/>
                <a:ea typeface="Candara"/>
                <a:cs typeface="Candara"/>
                <a:sym typeface="Candara"/>
              </a:defRPr>
            </a:lvl3pPr>
            <a:lvl4pPr marR="0" lvl="3"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ndara"/>
                <a:ea typeface="Candara"/>
                <a:cs typeface="Candara"/>
                <a:sym typeface="Candara"/>
              </a:defRPr>
            </a:lvl4pPr>
            <a:lvl5pPr marR="0" lvl="4"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ndara"/>
                <a:ea typeface="Candara"/>
                <a:cs typeface="Candara"/>
                <a:sym typeface="Candara"/>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 name="Google Shape;20;p28"/>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28"/>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2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6"/>
          <p:cNvSpPr txBox="1">
            <a:spLocks noGrp="1"/>
          </p:cNvSpPr>
          <p:nvPr>
            <p:ph type="body" idx="1"/>
          </p:nvPr>
        </p:nvSpPr>
        <p:spPr>
          <a:xfrm>
            <a:off x="622300" y="1160003"/>
            <a:ext cx="10947400" cy="2263006"/>
          </a:xfrm>
          <a:prstGeom prst="rect">
            <a:avLst/>
          </a:prstGeom>
          <a:noFill/>
          <a:ln>
            <a:noFill/>
          </a:ln>
        </p:spPr>
        <p:txBody>
          <a:bodyPr spcFirstLastPara="1" wrap="square" lIns="16925" tIns="16925" rIns="16925" bIns="16925" anchor="t" anchorCtr="0">
            <a:spAutoFit/>
          </a:bodyPr>
          <a:lstStyle>
            <a:lvl1pPr marL="457200" lvl="0" indent="-431800" algn="l">
              <a:lnSpc>
                <a:spcPct val="100000"/>
              </a:lnSpc>
              <a:spcBef>
                <a:spcPts val="640"/>
              </a:spcBef>
              <a:spcAft>
                <a:spcPts val="0"/>
              </a:spcAft>
              <a:buSzPts val="3200"/>
              <a:buChar char="•"/>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Clr>
                <a:srgbClr val="A5A5A5"/>
              </a:buClr>
              <a:buSzPts val="2400"/>
              <a:buChar char="•"/>
              <a:defRPr/>
            </a:lvl3pPr>
            <a:lvl4pPr marL="1828800" lvl="3" indent="-355600" algn="l">
              <a:lnSpc>
                <a:spcPct val="100000"/>
              </a:lnSpc>
              <a:spcBef>
                <a:spcPts val="400"/>
              </a:spcBef>
              <a:spcAft>
                <a:spcPts val="0"/>
              </a:spcAft>
              <a:buClr>
                <a:srgbClr val="A5A5A5"/>
              </a:buClr>
              <a:buSzPts val="2000"/>
              <a:buChar char="–"/>
              <a:defRPr/>
            </a:lvl4pPr>
            <a:lvl5pPr marL="2286000" lvl="4" indent="-355600" algn="l">
              <a:lnSpc>
                <a:spcPct val="100000"/>
              </a:lnSpc>
              <a:spcBef>
                <a:spcPts val="400"/>
              </a:spcBef>
              <a:spcAft>
                <a:spcPts val="0"/>
              </a:spcAft>
              <a:buClr>
                <a:srgbClr val="A5A5A5"/>
              </a:buClr>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cxnSp>
        <p:nvCxnSpPr>
          <p:cNvPr id="25" name="Google Shape;25;p46"/>
          <p:cNvCxnSpPr/>
          <p:nvPr/>
        </p:nvCxnSpPr>
        <p:spPr>
          <a:xfrm>
            <a:off x="622300" y="1143000"/>
            <a:ext cx="10947400" cy="0"/>
          </a:xfrm>
          <a:prstGeom prst="straightConnector1">
            <a:avLst/>
          </a:prstGeom>
          <a:noFill/>
          <a:ln w="28575" cap="flat" cmpd="sng">
            <a:solidFill>
              <a:srgbClr val="095A82"/>
            </a:solidFill>
            <a:prstDash val="solid"/>
            <a:round/>
            <a:headEnd type="none" w="sm" len="sm"/>
            <a:tailEnd type="none" w="sm" len="sm"/>
          </a:ln>
        </p:spPr>
      </p:cxnSp>
      <p:sp>
        <p:nvSpPr>
          <p:cNvPr id="26" name="Google Shape;26;p46"/>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lvl1pPr lvl="0" algn="l">
              <a:lnSpc>
                <a:spcPct val="100000"/>
              </a:lnSpc>
              <a:spcBef>
                <a:spcPts val="0"/>
              </a:spcBef>
              <a:spcAft>
                <a:spcPts val="0"/>
              </a:spcAft>
              <a:buSzPts val="1400"/>
              <a:buNone/>
              <a:defRPr>
                <a:solidFill>
                  <a:srgbClr val="095A8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SzPts val="1400"/>
              <a:buNone/>
              <a:defRPr sz="2000" b="1"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29" name="Google Shape;29;p37"/>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ndara"/>
                <a:ea typeface="Candara"/>
                <a:cs typeface="Candara"/>
                <a:sym typeface="Candara"/>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ndara"/>
                <a:ea typeface="Candara"/>
                <a:cs typeface="Candara"/>
                <a:sym typeface="Candara"/>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 name="Google Shape;30;p37"/>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Candara"/>
                <a:ea typeface="Candara"/>
                <a:cs typeface="Candara"/>
                <a:sym typeface="Candara"/>
              </a:defRPr>
            </a:lvl1pPr>
            <a:lvl2pPr marL="914400" marR="0" lvl="1" indent="-228600" algn="l">
              <a:lnSpc>
                <a:spcPct val="100000"/>
              </a:lnSpc>
              <a:spcBef>
                <a:spcPts val="240"/>
              </a:spcBef>
              <a:spcAft>
                <a:spcPts val="0"/>
              </a:spcAft>
              <a:buClr>
                <a:schemeClr val="dk1"/>
              </a:buClr>
              <a:buSzPts val="1200"/>
              <a:buFont typeface="Arial"/>
              <a:buNone/>
              <a:defRPr sz="1200" b="0" i="0" u="none" strike="noStrike" cap="none">
                <a:solidFill>
                  <a:schemeClr val="dk1"/>
                </a:solidFill>
                <a:latin typeface="Candara"/>
                <a:ea typeface="Candara"/>
                <a:cs typeface="Candara"/>
                <a:sym typeface="Candara"/>
              </a:defRPr>
            </a:lvl2pPr>
            <a:lvl3pPr marL="1371600" marR="0" lvl="2" indent="-228600" algn="l">
              <a:lnSpc>
                <a:spcPct val="100000"/>
              </a:lnSpc>
              <a:spcBef>
                <a:spcPts val="200"/>
              </a:spcBef>
              <a:spcAft>
                <a:spcPts val="0"/>
              </a:spcAft>
              <a:buClr>
                <a:schemeClr val="dk1"/>
              </a:buClr>
              <a:buSzPts val="1000"/>
              <a:buFont typeface="Arial"/>
              <a:buNone/>
              <a:defRPr sz="1000" b="0" i="0" u="none" strike="noStrike" cap="none">
                <a:solidFill>
                  <a:schemeClr val="dk1"/>
                </a:solidFill>
                <a:latin typeface="Candara"/>
                <a:ea typeface="Candara"/>
                <a:cs typeface="Candara"/>
                <a:sym typeface="Candara"/>
              </a:defRPr>
            </a:lvl3pPr>
            <a:lvl4pPr marL="1828800" marR="0" lvl="3"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ndara"/>
                <a:ea typeface="Candara"/>
                <a:cs typeface="Candara"/>
                <a:sym typeface="Candara"/>
              </a:defRPr>
            </a:lvl4pPr>
            <a:lvl5pPr marL="2286000" marR="0" lvl="4"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ndara"/>
                <a:ea typeface="Candara"/>
                <a:cs typeface="Candara"/>
                <a:sym typeface="Candara"/>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1" name="Google Shape;31;p37"/>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7"/>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3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1pPr>
            <a:lvl2pPr marR="0" lvl="1"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2pPr>
            <a:lvl3pPr marR="0" lvl="2"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3pPr>
            <a:lvl4pPr marR="0" lvl="3"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4pPr>
            <a:lvl5pPr marR="0" lvl="4"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5pPr>
            <a:lvl6pPr marR="0" lvl="5"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6pPr>
            <a:lvl7pPr marR="0" lvl="6"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7pPr>
            <a:lvl8pPr marR="0" lvl="7"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8pPr>
            <a:lvl9pPr marR="0" lvl="8" algn="l">
              <a:lnSpc>
                <a:spcPct val="100000"/>
              </a:lnSpc>
              <a:spcBef>
                <a:spcPts val="0"/>
              </a:spcBef>
              <a:spcAft>
                <a:spcPts val="0"/>
              </a:spcAft>
              <a:buSzPts val="1400"/>
              <a:buNone/>
              <a:defRPr sz="4400" b="0" i="0" u="none" strike="noStrike" cap="none">
                <a:solidFill>
                  <a:schemeClr val="dk1"/>
                </a:solidFill>
                <a:latin typeface="Corbel"/>
                <a:ea typeface="Corbel"/>
                <a:cs typeface="Corbel"/>
                <a:sym typeface="Corbel"/>
              </a:defRPr>
            </a:lvl9pPr>
          </a:lstStyle>
          <a:p>
            <a:endParaRPr/>
          </a:p>
        </p:txBody>
      </p:sp>
      <p:sp>
        <p:nvSpPr>
          <p:cNvPr id="36" name="Google Shape;36;p38"/>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ndara"/>
                <a:ea typeface="Candara"/>
                <a:cs typeface="Candara"/>
                <a:sym typeface="Candara"/>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ndara"/>
                <a:ea typeface="Candara"/>
                <a:cs typeface="Candara"/>
                <a:sym typeface="Candara"/>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ndara"/>
                <a:ea typeface="Candara"/>
                <a:cs typeface="Candara"/>
                <a:sym typeface="Candara"/>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7" name="Google Shape;37;p38"/>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ndara"/>
                <a:ea typeface="Candara"/>
                <a:cs typeface="Candara"/>
                <a:sym typeface="Candara"/>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38" name="Google Shape;38;p38"/>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ndara"/>
                <a:ea typeface="Candara"/>
                <a:cs typeface="Candara"/>
                <a:sym typeface="Candara"/>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ndara"/>
                <a:ea typeface="Candara"/>
                <a:cs typeface="Candara"/>
                <a:sym typeface="Candara"/>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ndara"/>
                <a:ea typeface="Candara"/>
                <a:cs typeface="Candara"/>
                <a:sym typeface="Candara"/>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ndara"/>
                <a:ea typeface="Candara"/>
                <a:cs typeface="Candara"/>
                <a:sym typeface="Candara"/>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38"/>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ndara"/>
                <a:ea typeface="Candara"/>
                <a:cs typeface="Candara"/>
                <a:sym typeface="Candara"/>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ndara"/>
                <a:ea typeface="Candara"/>
                <a:cs typeface="Candara"/>
                <a:sym typeface="Candara"/>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38"/>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800" b="0" i="0" u="none">
                <a:solidFill>
                  <a:schemeClr val="dk1"/>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38"/>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400" b="0" i="0" u="none">
                <a:solidFill>
                  <a:srgbClr val="595959"/>
                </a:solidFill>
                <a:latin typeface="Candara"/>
                <a:ea typeface="Candara"/>
                <a:cs typeface="Candara"/>
                <a:sym typeface="Candara"/>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38"/>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orbel"/>
                <a:ea typeface="Corbel"/>
                <a:cs typeface="Corbel"/>
                <a:sym typeface="Corbel"/>
              </a:defRPr>
            </a:lvl9pPr>
          </a:lstStyle>
          <a:p>
            <a:endParaRPr/>
          </a:p>
        </p:txBody>
      </p:sp>
      <p:sp>
        <p:nvSpPr>
          <p:cNvPr id="11" name="Google Shape;11;p27"/>
          <p:cNvSpPr txBox="1">
            <a:spLocks noGrp="1"/>
          </p:cNvSpPr>
          <p:nvPr>
            <p:ph type="body" idx="1"/>
          </p:nvPr>
        </p:nvSpPr>
        <p:spPr>
          <a:xfrm>
            <a:off x="609600" y="1600200"/>
            <a:ext cx="109728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ndara"/>
                <a:ea typeface="Candara"/>
                <a:cs typeface="Candara"/>
                <a:sym typeface="Candara"/>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ndara"/>
                <a:ea typeface="Candara"/>
                <a:cs typeface="Candara"/>
                <a:sym typeface="Candara"/>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ndara"/>
                <a:ea typeface="Candara"/>
                <a:cs typeface="Candara"/>
                <a:sym typeface="Candara"/>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ndara"/>
                <a:ea typeface="Candara"/>
                <a:cs typeface="Candara"/>
                <a:sym typeface="Candar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609600" y="6356350"/>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595959"/>
                </a:solidFill>
                <a:latin typeface="Candara"/>
                <a:ea typeface="Candara"/>
                <a:cs typeface="Candara"/>
                <a:sym typeface="Candar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737600" y="6356350"/>
            <a:ext cx="2844800"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1pPr>
            <a:lvl2pPr marL="0" marR="0" lvl="1"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2pPr>
            <a:lvl3pPr marL="0" marR="0" lvl="2"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3pPr>
            <a:lvl4pPr marL="0" marR="0" lvl="3"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4pPr>
            <a:lvl5pPr marL="0" marR="0" lvl="4"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5pPr>
            <a:lvl6pPr marL="0" marR="0" lvl="5"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6pPr>
            <a:lvl7pPr marL="0" marR="0" lvl="6"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7pPr>
            <a:lvl8pPr marL="0" marR="0" lvl="7"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8pPr>
            <a:lvl9pPr marL="0" marR="0" lvl="8" indent="0" algn="ctr" rtl="0">
              <a:lnSpc>
                <a:spcPct val="100000"/>
              </a:lnSpc>
              <a:spcBef>
                <a:spcPts val="0"/>
              </a:spcBef>
              <a:spcAft>
                <a:spcPts val="0"/>
              </a:spcAft>
              <a:buClr>
                <a:srgbClr val="595959"/>
              </a:buClr>
              <a:buSzPts val="1400"/>
              <a:buFont typeface="Candara"/>
              <a:buNone/>
              <a:defRPr sz="1400" b="0" i="0" u="none" strike="noStrike" cap="none">
                <a:solidFill>
                  <a:srgbClr val="595959"/>
                </a:solidFill>
                <a:latin typeface="Candara"/>
                <a:ea typeface="Candara"/>
                <a:cs typeface="Candara"/>
                <a:sym typeface="Candara"/>
              </a:defRPr>
            </a:lvl9pPr>
          </a:lstStyle>
          <a:p>
            <a:pPr marL="0" lvl="0" indent="0" algn="ctr" rtl="0">
              <a:spcBef>
                <a:spcPts val="0"/>
              </a:spcBef>
              <a:spcAft>
                <a:spcPts val="0"/>
              </a:spcAft>
              <a:buNone/>
            </a:pPr>
            <a:fld id="{00000000-1234-1234-1234-123412341234}" type="slidenum">
              <a:rPr lang="en-IN"/>
              <a:t>‹#›</a:t>
            </a:fld>
            <a:endParaRPr>
              <a:solidFill>
                <a:srgbClr val="000000"/>
              </a:solidFill>
              <a:latin typeface="Arial"/>
              <a:ea typeface="Arial"/>
              <a:cs typeface="Arial"/>
              <a:sym typeface="Arial"/>
            </a:endParaRPr>
          </a:p>
        </p:txBody>
      </p:sp>
      <p:sp>
        <p:nvSpPr>
          <p:cNvPr id="15" name="Google Shape;15;p27"/>
          <p:cNvSpPr txBox="1"/>
          <p:nvPr/>
        </p:nvSpPr>
        <p:spPr>
          <a:xfrm>
            <a:off x="0" y="0"/>
            <a:ext cx="508000" cy="685800"/>
          </a:xfrm>
          <a:prstGeom prst="rect">
            <a:avLst/>
          </a:prstGeom>
          <a:solidFill>
            <a:srgbClr val="0F75B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27"/>
          <p:cNvSpPr txBox="1"/>
          <p:nvPr/>
        </p:nvSpPr>
        <p:spPr>
          <a:xfrm>
            <a:off x="0" y="685800"/>
            <a:ext cx="508000" cy="685800"/>
          </a:xfrm>
          <a:prstGeom prst="rect">
            <a:avLst/>
          </a:prstGeom>
          <a:solidFill>
            <a:srgbClr val="25AAE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p14:dur="34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customXml" Target="../ink/ink6.xml"/></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customXml" Target="../ink/ink9.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customXml" Target="../ink/ink1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customXml" Target="../ink/ink1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p:nvPr/>
        </p:nvSpPr>
        <p:spPr>
          <a:xfrm>
            <a:off x="2096137" y="1083425"/>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Live Virtual Class on Unit-13 and Unit-14</a:t>
            </a:r>
          </a:p>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dk1"/>
              </a:solidFill>
              <a:latin typeface="Calibri"/>
              <a:ea typeface="Calibri"/>
              <a:cs typeface="Calibri"/>
              <a:sym typeface="Calibri"/>
            </a:endParaRPr>
          </a:p>
        </p:txBody>
      </p:sp>
      <p:sp>
        <p:nvSpPr>
          <p:cNvPr id="48" name="Google Shape;48;p1"/>
          <p:cNvSpPr txBox="1"/>
          <p:nvPr/>
        </p:nvSpPr>
        <p:spPr>
          <a:xfrm>
            <a:off x="2096062" y="2616329"/>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3200" b="1" i="0" u="none" strike="noStrike" cap="none" dirty="0">
                <a:solidFill>
                  <a:schemeClr val="dk1"/>
                </a:solidFill>
                <a:latin typeface="Calibri"/>
                <a:ea typeface="Calibri"/>
                <a:cs typeface="Calibri"/>
                <a:sym typeface="Calibri"/>
              </a:rPr>
              <a:t>Spring Boot View &amp; Spring Boot AOP </a:t>
            </a:r>
            <a:r>
              <a:rPr lang="en-US" sz="3200" b="1" dirty="0">
                <a:solidFill>
                  <a:schemeClr val="dk1"/>
                </a:solidFill>
                <a:latin typeface="Calibri"/>
                <a:ea typeface="Calibri"/>
                <a:cs typeface="Calibri"/>
                <a:sym typeface="Calibri"/>
              </a:rPr>
              <a:t>:</a:t>
            </a:r>
            <a:r>
              <a:rPr lang="en-US" sz="3200" b="1" i="0" u="none" strike="noStrike" cap="none" dirty="0">
                <a:solidFill>
                  <a:schemeClr val="dk1"/>
                </a:solidFill>
                <a:latin typeface="Calibri"/>
                <a:ea typeface="Calibri"/>
                <a:cs typeface="Calibri"/>
                <a:sym typeface="Calibri"/>
              </a:rPr>
              <a:t> Logging</a:t>
            </a:r>
            <a:endParaRPr dirty="0"/>
          </a:p>
          <a:p>
            <a:pPr marL="0" marR="0" lvl="0" indent="0" algn="ctr" rtl="0">
              <a:lnSpc>
                <a:spcPct val="120000"/>
              </a:lnSpc>
              <a:spcBef>
                <a:spcPts val="0"/>
              </a:spcBef>
              <a:spcAft>
                <a:spcPts val="0"/>
              </a:spcAft>
              <a:buNone/>
            </a:pPr>
            <a:r>
              <a:rPr lang="en-US" sz="3200" b="1" i="0" u="none" strike="noStrike" cap="none" dirty="0">
                <a:solidFill>
                  <a:schemeClr val="dk1"/>
                </a:solidFill>
                <a:latin typeface="Calibri"/>
                <a:ea typeface="Calibri"/>
                <a:cs typeface="Calibri"/>
                <a:sym typeface="Calibri"/>
              </a:rPr>
              <a:t>Rahul Kumar Dixit</a:t>
            </a:r>
            <a:endParaRPr sz="3200" b="1" i="0" u="none" strike="noStrike" cap="none" dirty="0">
              <a:solidFill>
                <a:schemeClr val="dk1"/>
              </a:solidFill>
              <a:latin typeface="Calibri"/>
              <a:ea typeface="Calibri"/>
              <a:cs typeface="Calibri"/>
              <a:sym typeface="Calibri"/>
            </a:endParaRPr>
          </a:p>
        </p:txBody>
      </p:sp>
      <p:pic>
        <p:nvPicPr>
          <p:cNvPr id="1026" name="Picture 2" descr="Spring Boot Thymeleaf Form Validation Example - ASB Notebook">
            <a:extLst>
              <a:ext uri="{FF2B5EF4-FFF2-40B4-BE49-F238E27FC236}">
                <a16:creationId xmlns:a16="http://schemas.microsoft.com/office/drawing/2014/main" id="{EDEEDA6D-1FE3-4EB2-ABF5-B1D542AE2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148" y="4149188"/>
            <a:ext cx="3492203" cy="23451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body" idx="1"/>
          </p:nvPr>
        </p:nvSpPr>
        <p:spPr>
          <a:xfrm>
            <a:off x="622300" y="1248493"/>
            <a:ext cx="10947400" cy="4558496"/>
          </a:xfrm>
          <a:prstGeom prst="rect">
            <a:avLst/>
          </a:prstGeom>
          <a:noFill/>
          <a:ln>
            <a:noFill/>
          </a:ln>
        </p:spPr>
        <p:txBody>
          <a:bodyPr spcFirstLastPara="1" wrap="square" lIns="16925" tIns="16925" rIns="16925" bIns="16925" anchor="t" anchorCtr="0">
            <a:spAutoFit/>
          </a:bodyPr>
          <a:lstStyle/>
          <a:p>
            <a:pPr marL="360000" lvl="0" indent="-360000" algn="l" rtl="0">
              <a:lnSpc>
                <a:spcPct val="100000"/>
              </a:lnSpc>
              <a:spcBef>
                <a:spcPts val="1200"/>
              </a:spcBef>
              <a:spcAft>
                <a:spcPts val="0"/>
              </a:spcAft>
              <a:buSzPts val="2400"/>
              <a:buChar char="•"/>
            </a:pPr>
            <a:r>
              <a:rPr lang="en-US" sz="2400" dirty="0">
                <a:solidFill>
                  <a:schemeClr val="dk1"/>
                </a:solidFill>
                <a:latin typeface="Calibri"/>
                <a:ea typeface="Calibri"/>
                <a:cs typeface="Calibri"/>
                <a:sym typeface="Calibri"/>
              </a:rPr>
              <a:t>What is Thyme Leaf?</a:t>
            </a:r>
            <a:endParaRPr dirty="0"/>
          </a:p>
          <a:p>
            <a:pPr marL="360000" lvl="0" indent="-360000" algn="l" rtl="0">
              <a:lnSpc>
                <a:spcPct val="100000"/>
              </a:lnSpc>
              <a:spcBef>
                <a:spcPts val="2400"/>
              </a:spcBef>
              <a:spcAft>
                <a:spcPts val="0"/>
              </a:spcAft>
              <a:buSzPts val="2400"/>
              <a:buChar char="•"/>
            </a:pPr>
            <a:r>
              <a:rPr lang="en-IN" sz="2400" dirty="0">
                <a:latin typeface="Calibri"/>
                <a:cs typeface="Calibri"/>
                <a:sym typeface="Calibri"/>
              </a:rPr>
              <a:t>Need of Thyme Leaf</a:t>
            </a:r>
            <a:endParaRPr dirty="0"/>
          </a:p>
          <a:p>
            <a:pPr marL="360000" lvl="0" indent="-360000" algn="l" rtl="0">
              <a:lnSpc>
                <a:spcPct val="100000"/>
              </a:lnSpc>
              <a:spcBef>
                <a:spcPts val="2400"/>
              </a:spcBef>
              <a:spcAft>
                <a:spcPts val="1200"/>
              </a:spcAft>
              <a:buSzPts val="2400"/>
              <a:buChar char="•"/>
            </a:pPr>
            <a:r>
              <a:rPr lang="en-IN" sz="2400" dirty="0">
                <a:latin typeface="Calibri"/>
                <a:ea typeface="Calibri"/>
                <a:cs typeface="Calibri"/>
                <a:sym typeface="Calibri"/>
              </a:rPr>
              <a:t>Features of Thyme Leaf and Template Types</a:t>
            </a:r>
          </a:p>
          <a:p>
            <a:pPr marL="360000" lvl="0" indent="-360000" algn="l" rtl="0">
              <a:lnSpc>
                <a:spcPct val="100000"/>
              </a:lnSpc>
              <a:spcBef>
                <a:spcPts val="2400"/>
              </a:spcBef>
              <a:spcAft>
                <a:spcPts val="1200"/>
              </a:spcAft>
              <a:buSzPts val="2400"/>
              <a:buChar char="•"/>
            </a:pPr>
            <a:r>
              <a:rPr lang="en-IN" sz="2400" dirty="0">
                <a:latin typeface="Calibri"/>
                <a:ea typeface="Calibri"/>
                <a:cs typeface="Calibri"/>
                <a:sym typeface="Calibri"/>
              </a:rPr>
              <a:t>Spring Boot AOP</a:t>
            </a:r>
          </a:p>
          <a:p>
            <a:pPr marL="360000" lvl="0" indent="-360000" algn="l" rtl="0">
              <a:lnSpc>
                <a:spcPct val="100000"/>
              </a:lnSpc>
              <a:spcBef>
                <a:spcPts val="2400"/>
              </a:spcBef>
              <a:spcAft>
                <a:spcPts val="1200"/>
              </a:spcAft>
              <a:buSzPts val="2400"/>
              <a:buChar char="•"/>
            </a:pPr>
            <a:r>
              <a:rPr lang="en-IN" sz="2400" dirty="0">
                <a:solidFill>
                  <a:schemeClr val="dk1"/>
                </a:solidFill>
                <a:latin typeface="Calibri"/>
                <a:ea typeface="Calibri"/>
                <a:cs typeface="Calibri"/>
                <a:sym typeface="Calibri"/>
              </a:rPr>
              <a:t>Different Types of Advices</a:t>
            </a:r>
          </a:p>
          <a:p>
            <a:pPr marL="360000" lvl="0" indent="-360000" algn="l" rtl="0">
              <a:lnSpc>
                <a:spcPct val="100000"/>
              </a:lnSpc>
              <a:spcBef>
                <a:spcPts val="2400"/>
              </a:spcBef>
              <a:spcAft>
                <a:spcPts val="1200"/>
              </a:spcAft>
              <a:buSzPts val="2400"/>
              <a:buChar char="•"/>
            </a:pPr>
            <a:r>
              <a:rPr lang="en-IN" sz="2400" dirty="0">
                <a:latin typeface="Calibri"/>
                <a:ea typeface="Calibri"/>
                <a:cs typeface="Calibri"/>
                <a:sym typeface="Calibri"/>
              </a:rPr>
              <a:t>Logging –Console Log Output and File Log Output</a:t>
            </a:r>
            <a:endParaRPr sz="2400" dirty="0">
              <a:solidFill>
                <a:schemeClr val="dk1"/>
              </a:solidFill>
              <a:latin typeface="Calibri"/>
              <a:ea typeface="Calibri"/>
              <a:cs typeface="Calibri"/>
              <a:sym typeface="Calibri"/>
            </a:endParaRPr>
          </a:p>
        </p:txBody>
      </p:sp>
      <p:sp>
        <p:nvSpPr>
          <p:cNvPr id="54" name="Google Shape;54;p2"/>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a:latin typeface="Calibri"/>
                <a:ea typeface="Calibri"/>
                <a:cs typeface="Calibri"/>
                <a:sym typeface="Calibri"/>
              </a:rPr>
              <a:t>Agenda</a:t>
            </a:r>
            <a:endParaRPr/>
          </a:p>
        </p:txBody>
      </p:sp>
      <p:pic>
        <p:nvPicPr>
          <p:cNvPr id="4" name="Picture 2" descr="48,102 Meeting Agenda Illustrations &amp; Clip Art - iStock">
            <a:extLst>
              <a:ext uri="{FF2B5EF4-FFF2-40B4-BE49-F238E27FC236}">
                <a16:creationId xmlns:a16="http://schemas.microsoft.com/office/drawing/2014/main" id="{683945E8-E76D-436F-B0DA-8531E5ACD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437" y="2135781"/>
            <a:ext cx="2775759" cy="33243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Thyme Leaf Introduction</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3430339" y="3857294"/>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CB973B2D-D422-424C-90C1-032E0DB0D9E6}"/>
              </a:ext>
            </a:extLst>
          </p:cNvPr>
          <p:cNvPicPr>
            <a:picLocks noChangeAspect="1"/>
          </p:cNvPicPr>
          <p:nvPr/>
        </p:nvPicPr>
        <p:blipFill>
          <a:blip r:embed="rId3"/>
          <a:stretch>
            <a:fillRect/>
          </a:stretch>
        </p:blipFill>
        <p:spPr>
          <a:xfrm>
            <a:off x="4553098" y="3429000"/>
            <a:ext cx="4384286" cy="22431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MVC Architecture and View Layer</a:t>
            </a:r>
            <a:endParaRPr sz="3200" b="1" dirty="0">
              <a:latin typeface="Calibri"/>
              <a:ea typeface="Calibri"/>
              <a:cs typeface="Calibri"/>
              <a:sym typeface="Calibri"/>
            </a:endParaRPr>
          </a:p>
        </p:txBody>
      </p:sp>
      <p:pic>
        <p:nvPicPr>
          <p:cNvPr id="7" name="Picture 6">
            <a:extLst>
              <a:ext uri="{FF2B5EF4-FFF2-40B4-BE49-F238E27FC236}">
                <a16:creationId xmlns:a16="http://schemas.microsoft.com/office/drawing/2014/main" id="{99A2D497-BE0F-46CC-9A42-0A7AD38BC75B}"/>
              </a:ext>
            </a:extLst>
          </p:cNvPr>
          <p:cNvPicPr>
            <a:picLocks noChangeAspect="1"/>
          </p:cNvPicPr>
          <p:nvPr/>
        </p:nvPicPr>
        <p:blipFill>
          <a:blip r:embed="rId3"/>
          <a:stretch>
            <a:fillRect/>
          </a:stretch>
        </p:blipFill>
        <p:spPr>
          <a:xfrm>
            <a:off x="1129159" y="1434518"/>
            <a:ext cx="9591714" cy="508322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823CD65-A65F-9616-6B84-CFA114417051}"/>
                  </a:ext>
                </a:extLst>
              </p14:cNvPr>
              <p14:cNvContentPartPr/>
              <p14:nvPr/>
            </p14:nvContentPartPr>
            <p14:xfrm>
              <a:off x="372240" y="959760"/>
              <a:ext cx="8204400" cy="5317200"/>
            </p14:xfrm>
          </p:contentPart>
        </mc:Choice>
        <mc:Fallback xmlns="">
          <p:pic>
            <p:nvPicPr>
              <p:cNvPr id="2" name="Ink 1">
                <a:extLst>
                  <a:ext uri="{FF2B5EF4-FFF2-40B4-BE49-F238E27FC236}">
                    <a16:creationId xmlns:a16="http://schemas.microsoft.com/office/drawing/2014/main" id="{2823CD65-A65F-9616-6B84-CFA114417051}"/>
                  </a:ext>
                </a:extLst>
              </p:cNvPr>
              <p:cNvPicPr/>
              <p:nvPr/>
            </p:nvPicPr>
            <p:blipFill>
              <a:blip r:embed="rId5"/>
              <a:stretch>
                <a:fillRect/>
              </a:stretch>
            </p:blipFill>
            <p:spPr>
              <a:xfrm>
                <a:off x="362880" y="950400"/>
                <a:ext cx="8223120" cy="5335920"/>
              </a:xfrm>
              <a:prstGeom prst="rect">
                <a:avLst/>
              </a:prstGeom>
            </p:spPr>
          </p:pic>
        </mc:Fallback>
      </mc:AlternateContent>
    </p:spTree>
    <p:extLst>
      <p:ext uri="{BB962C8B-B14F-4D97-AF65-F5344CB8AC3E}">
        <p14:creationId xmlns:p14="http://schemas.microsoft.com/office/powerpoint/2010/main" val="413979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4"/>
          <p:cNvSpPr txBox="1">
            <a:spLocks noGrp="1"/>
          </p:cNvSpPr>
          <p:nvPr>
            <p:ph type="body" idx="1"/>
          </p:nvPr>
        </p:nvSpPr>
        <p:spPr>
          <a:xfrm>
            <a:off x="556984" y="3306114"/>
            <a:ext cx="5701924" cy="2988836"/>
          </a:xfrm>
          <a:prstGeom prst="rect">
            <a:avLst/>
          </a:prstGeom>
          <a:noFill/>
          <a:ln>
            <a:noFill/>
          </a:ln>
        </p:spPr>
        <p:txBody>
          <a:bodyPr spcFirstLastPara="1" wrap="square" lIns="16925" tIns="16925" rIns="16925" bIns="16925" anchor="t" anchorCtr="0">
            <a:spAutoFit/>
          </a:bodyPr>
          <a:lstStyle/>
          <a:p>
            <a:pPr marL="360000" lvl="0" indent="-360000">
              <a:spcBef>
                <a:spcPts val="1200"/>
              </a:spcBef>
              <a:buSzPts val="2400"/>
            </a:pPr>
            <a:r>
              <a:rPr lang="en-US" sz="1600" dirty="0"/>
              <a:t>All the incoming requests are intercepted by the </a:t>
            </a:r>
            <a:r>
              <a:rPr lang="en-US" sz="1600" dirty="0" err="1"/>
              <a:t>DispatcherServlet</a:t>
            </a:r>
            <a:r>
              <a:rPr lang="en-US" sz="1600" dirty="0"/>
              <a:t> that works as the front controller.</a:t>
            </a:r>
          </a:p>
          <a:p>
            <a:pPr marL="360000" lvl="0" indent="-360000">
              <a:spcBef>
                <a:spcPts val="2400"/>
              </a:spcBef>
              <a:buSzPts val="2400"/>
            </a:pPr>
            <a:r>
              <a:rPr lang="en-US" sz="1600" dirty="0"/>
              <a:t>The </a:t>
            </a:r>
            <a:r>
              <a:rPr lang="en-US" sz="1600" dirty="0" err="1"/>
              <a:t>DispatcherServlet</a:t>
            </a:r>
            <a:r>
              <a:rPr lang="en-US" sz="1600" dirty="0"/>
              <a:t> then gets an entry of handler mapping from the XML file and forwards the request to the controller.</a:t>
            </a:r>
            <a:endParaRPr sz="1600" dirty="0"/>
          </a:p>
          <a:p>
            <a:pPr marL="360000" lvl="0" indent="-360000">
              <a:spcBef>
                <a:spcPts val="2400"/>
              </a:spcBef>
              <a:buSzPts val="2400"/>
            </a:pPr>
            <a:r>
              <a:rPr lang="en-US" sz="1600" dirty="0"/>
              <a:t>The object of </a:t>
            </a:r>
            <a:r>
              <a:rPr lang="en-US" sz="1600" dirty="0" err="1"/>
              <a:t>ModelAndView</a:t>
            </a:r>
            <a:r>
              <a:rPr lang="en-US" sz="1600" dirty="0"/>
              <a:t> is returned by the controller.</a:t>
            </a:r>
            <a:endParaRPr sz="1600" dirty="0"/>
          </a:p>
          <a:p>
            <a:pPr marL="360000" lvl="0" indent="-360000">
              <a:spcBef>
                <a:spcPts val="2400"/>
              </a:spcBef>
              <a:spcAft>
                <a:spcPts val="1200"/>
              </a:spcAft>
              <a:buSzPts val="2400"/>
            </a:pPr>
            <a:r>
              <a:rPr lang="en-US" sz="1600" dirty="0">
                <a:latin typeface="Calibri"/>
                <a:ea typeface="Calibri"/>
                <a:cs typeface="Calibri"/>
                <a:sym typeface="Calibri"/>
              </a:rPr>
              <a:t>The </a:t>
            </a:r>
            <a:r>
              <a:rPr lang="en-US" sz="1600" dirty="0" err="1">
                <a:latin typeface="Calibri"/>
                <a:ea typeface="Calibri"/>
                <a:cs typeface="Calibri"/>
                <a:sym typeface="Calibri"/>
              </a:rPr>
              <a:t>DispatcherServlet</a:t>
            </a:r>
            <a:r>
              <a:rPr lang="en-US" sz="1600" dirty="0">
                <a:latin typeface="Calibri"/>
                <a:ea typeface="Calibri"/>
                <a:cs typeface="Calibri"/>
                <a:sym typeface="Calibri"/>
              </a:rPr>
              <a:t> checks the entry of the view resolver in the XML file and invokes the appropriate view component.</a:t>
            </a:r>
          </a:p>
        </p:txBody>
      </p:sp>
      <p:sp>
        <p:nvSpPr>
          <p:cNvPr id="67" name="Google Shape;67;p4"/>
          <p:cNvSpPr txBox="1">
            <a:spLocks noGrp="1"/>
          </p:cNvSpPr>
          <p:nvPr>
            <p:ph type="title"/>
          </p:nvPr>
        </p:nvSpPr>
        <p:spPr>
          <a:xfrm>
            <a:off x="622300" y="457202"/>
            <a:ext cx="10947400" cy="497415"/>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Working Process of MVC Architecture and View Layer</a:t>
            </a:r>
            <a:endParaRPr sz="3200" b="1" dirty="0">
              <a:latin typeface="Calibri"/>
              <a:ea typeface="Calibri"/>
              <a:cs typeface="Calibri"/>
              <a:sym typeface="Calibri"/>
            </a:endParaRPr>
          </a:p>
        </p:txBody>
      </p:sp>
      <p:pic>
        <p:nvPicPr>
          <p:cNvPr id="4" name="Picture 3">
            <a:extLst>
              <a:ext uri="{FF2B5EF4-FFF2-40B4-BE49-F238E27FC236}">
                <a16:creationId xmlns:a16="http://schemas.microsoft.com/office/drawing/2014/main" id="{5551394D-758C-4299-BAB6-381216049C81}"/>
              </a:ext>
            </a:extLst>
          </p:cNvPr>
          <p:cNvPicPr>
            <a:picLocks noChangeAspect="1"/>
          </p:cNvPicPr>
          <p:nvPr/>
        </p:nvPicPr>
        <p:blipFill>
          <a:blip r:embed="rId3"/>
          <a:stretch>
            <a:fillRect/>
          </a:stretch>
        </p:blipFill>
        <p:spPr>
          <a:xfrm>
            <a:off x="4052596" y="1471482"/>
            <a:ext cx="1467706" cy="1834632"/>
          </a:xfrm>
          <a:prstGeom prst="rect">
            <a:avLst/>
          </a:prstGeom>
        </p:spPr>
      </p:pic>
      <p:pic>
        <p:nvPicPr>
          <p:cNvPr id="6" name="Picture 5">
            <a:extLst>
              <a:ext uri="{FF2B5EF4-FFF2-40B4-BE49-F238E27FC236}">
                <a16:creationId xmlns:a16="http://schemas.microsoft.com/office/drawing/2014/main" id="{B147F534-43A7-4F59-8942-D906BB1D7B31}"/>
              </a:ext>
            </a:extLst>
          </p:cNvPr>
          <p:cNvPicPr>
            <a:picLocks noChangeAspect="1"/>
          </p:cNvPicPr>
          <p:nvPr/>
        </p:nvPicPr>
        <p:blipFill>
          <a:blip r:embed="rId4"/>
          <a:stretch>
            <a:fillRect/>
          </a:stretch>
        </p:blipFill>
        <p:spPr>
          <a:xfrm>
            <a:off x="6258908" y="1335600"/>
            <a:ext cx="5032088" cy="2697168"/>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B34959BA-1E41-0B95-F7A1-302B62CE4965}"/>
                  </a:ext>
                </a:extLst>
              </p14:cNvPr>
              <p14:cNvContentPartPr/>
              <p14:nvPr/>
            </p14:nvContentPartPr>
            <p14:xfrm>
              <a:off x="7165800" y="2047680"/>
              <a:ext cx="3416760" cy="1236240"/>
            </p14:xfrm>
          </p:contentPart>
        </mc:Choice>
        <mc:Fallback xmlns="">
          <p:pic>
            <p:nvPicPr>
              <p:cNvPr id="2" name="Ink 1">
                <a:extLst>
                  <a:ext uri="{FF2B5EF4-FFF2-40B4-BE49-F238E27FC236}">
                    <a16:creationId xmlns:a16="http://schemas.microsoft.com/office/drawing/2014/main" id="{B34959BA-1E41-0B95-F7A1-302B62CE4965}"/>
                  </a:ext>
                </a:extLst>
              </p:cNvPr>
              <p:cNvPicPr/>
              <p:nvPr/>
            </p:nvPicPr>
            <p:blipFill>
              <a:blip r:embed="rId6"/>
              <a:stretch>
                <a:fillRect/>
              </a:stretch>
            </p:blipFill>
            <p:spPr>
              <a:xfrm>
                <a:off x="7156440" y="2038320"/>
                <a:ext cx="3435480" cy="1254960"/>
              </a:xfrm>
              <a:prstGeom prst="rect">
                <a:avLst/>
              </a:prstGeom>
            </p:spPr>
          </p:pic>
        </mc:Fallback>
      </mc:AlternateContent>
    </p:spTree>
    <p:extLst>
      <p:ext uri="{BB962C8B-B14F-4D97-AF65-F5344CB8AC3E}">
        <p14:creationId xmlns:p14="http://schemas.microsoft.com/office/powerpoint/2010/main" val="3815446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Different Types of View Layers</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There are different types of View Layers in Spring Boot for MVC Model. They are:</a:t>
            </a:r>
          </a:p>
          <a:p>
            <a:pPr lvl="0">
              <a:buSzPts val="1400"/>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JSP and JSTL</a:t>
            </a: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HTML-5</a:t>
            </a: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Velocity and Free Marker</a:t>
            </a: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React JS</a:t>
            </a: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Angular</a:t>
            </a: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Thyme Leaf</a:t>
            </a: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DO NOT WRITE ANYTHING</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HERE. LEAVE THIS SPACE FOR</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 WEBCAM</a:t>
            </a:r>
            <a:endParaRPr dirty="0"/>
          </a:p>
        </p:txBody>
      </p:sp>
      <p:pic>
        <p:nvPicPr>
          <p:cNvPr id="4" name="Picture 3">
            <a:extLst>
              <a:ext uri="{FF2B5EF4-FFF2-40B4-BE49-F238E27FC236}">
                <a16:creationId xmlns:a16="http://schemas.microsoft.com/office/drawing/2014/main" id="{B353F9EF-1A5F-4524-B939-4844A23A6C5C}"/>
              </a:ext>
            </a:extLst>
          </p:cNvPr>
          <p:cNvPicPr>
            <a:picLocks noChangeAspect="1"/>
          </p:cNvPicPr>
          <p:nvPr/>
        </p:nvPicPr>
        <p:blipFill>
          <a:blip r:embed="rId3"/>
          <a:stretch>
            <a:fillRect/>
          </a:stretch>
        </p:blipFill>
        <p:spPr>
          <a:xfrm>
            <a:off x="6543454" y="3429000"/>
            <a:ext cx="3813526" cy="1930900"/>
          </a:xfrm>
          <a:prstGeom prst="rect">
            <a:avLst/>
          </a:prstGeom>
        </p:spPr>
      </p:pic>
      <p:pic>
        <p:nvPicPr>
          <p:cNvPr id="2050" name="Picture 2" descr="Your custom development solution with React JS| Ubidreams">
            <a:extLst>
              <a:ext uri="{FF2B5EF4-FFF2-40B4-BE49-F238E27FC236}">
                <a16:creationId xmlns:a16="http://schemas.microsoft.com/office/drawing/2014/main" id="{8D7A5602-786A-404D-A50B-4D996DC07C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7575" y="4176421"/>
            <a:ext cx="2638425" cy="1733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ngular | Google Open Source Projects">
            <a:extLst>
              <a:ext uri="{FF2B5EF4-FFF2-40B4-BE49-F238E27FC236}">
                <a16:creationId xmlns:a16="http://schemas.microsoft.com/office/drawing/2014/main" id="{EDA666E8-3114-4E33-9E8B-E1E6983216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83266" y="1732943"/>
            <a:ext cx="2857500" cy="16002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A36CD23B-41B6-4876-192E-CEDBC6CF078B}"/>
                  </a:ext>
                </a:extLst>
              </p14:cNvPr>
              <p14:cNvContentPartPr/>
              <p14:nvPr/>
            </p14:nvContentPartPr>
            <p14:xfrm>
              <a:off x="2280240" y="2469960"/>
              <a:ext cx="2130480" cy="2118960"/>
            </p14:xfrm>
          </p:contentPart>
        </mc:Choice>
        <mc:Fallback xmlns="">
          <p:pic>
            <p:nvPicPr>
              <p:cNvPr id="2" name="Ink 1">
                <a:extLst>
                  <a:ext uri="{FF2B5EF4-FFF2-40B4-BE49-F238E27FC236}">
                    <a16:creationId xmlns:a16="http://schemas.microsoft.com/office/drawing/2014/main" id="{A36CD23B-41B6-4876-192E-CEDBC6CF078B}"/>
                  </a:ext>
                </a:extLst>
              </p:cNvPr>
              <p:cNvPicPr/>
              <p:nvPr/>
            </p:nvPicPr>
            <p:blipFill>
              <a:blip r:embed="rId7"/>
              <a:stretch>
                <a:fillRect/>
              </a:stretch>
            </p:blipFill>
            <p:spPr>
              <a:xfrm>
                <a:off x="2270880" y="2460600"/>
                <a:ext cx="2149200" cy="2137680"/>
              </a:xfrm>
              <a:prstGeom prst="rect">
                <a:avLst/>
              </a:prstGeom>
            </p:spPr>
          </p:pic>
        </mc:Fallback>
      </mc:AlternateContent>
    </p:spTree>
    <p:extLst>
      <p:ext uri="{BB962C8B-B14F-4D97-AF65-F5344CB8AC3E}">
        <p14:creationId xmlns:p14="http://schemas.microsoft.com/office/powerpoint/2010/main" val="350368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Introduction to Thyme Leaf</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Thyme leaf is a Java template engine. It develops templates for both web and standalone applications. This template engine uses the Natural Templates concept to inject logic into your layout, without compromising your design. With Thyme leaf, you’ll have control over how an application will process the templates that you create.</a:t>
            </a: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3" name="Picture 2">
            <a:extLst>
              <a:ext uri="{FF2B5EF4-FFF2-40B4-BE49-F238E27FC236}">
                <a16:creationId xmlns:a16="http://schemas.microsoft.com/office/drawing/2014/main" id="{6C357669-C87D-4879-A0FE-9AF18214A1BD}"/>
              </a:ext>
            </a:extLst>
          </p:cNvPr>
          <p:cNvPicPr>
            <a:picLocks noChangeAspect="1"/>
          </p:cNvPicPr>
          <p:nvPr/>
        </p:nvPicPr>
        <p:blipFill>
          <a:blip r:embed="rId3"/>
          <a:stretch>
            <a:fillRect/>
          </a:stretch>
        </p:blipFill>
        <p:spPr>
          <a:xfrm>
            <a:off x="6188257" y="3708202"/>
            <a:ext cx="5206741" cy="2380412"/>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EBE3B38-5DF0-5E18-475A-5B70859FCCCC}"/>
                  </a:ext>
                </a:extLst>
              </p14:cNvPr>
              <p14:cNvContentPartPr/>
              <p14:nvPr/>
            </p14:nvContentPartPr>
            <p14:xfrm>
              <a:off x="1324440" y="3245400"/>
              <a:ext cx="4068720" cy="2197080"/>
            </p14:xfrm>
          </p:contentPart>
        </mc:Choice>
        <mc:Fallback xmlns="">
          <p:pic>
            <p:nvPicPr>
              <p:cNvPr id="2" name="Ink 1">
                <a:extLst>
                  <a:ext uri="{FF2B5EF4-FFF2-40B4-BE49-F238E27FC236}">
                    <a16:creationId xmlns:a16="http://schemas.microsoft.com/office/drawing/2014/main" id="{CEBE3B38-5DF0-5E18-475A-5B70859FCCCC}"/>
                  </a:ext>
                </a:extLst>
              </p:cNvPr>
              <p:cNvPicPr/>
              <p:nvPr/>
            </p:nvPicPr>
            <p:blipFill>
              <a:blip r:embed="rId5"/>
              <a:stretch>
                <a:fillRect/>
              </a:stretch>
            </p:blipFill>
            <p:spPr>
              <a:xfrm>
                <a:off x="1315080" y="3236040"/>
                <a:ext cx="4087440" cy="2215800"/>
              </a:xfrm>
              <a:prstGeom prst="rect">
                <a:avLst/>
              </a:prstGeom>
            </p:spPr>
          </p:pic>
        </mc:Fallback>
      </mc:AlternateContent>
    </p:spTree>
    <p:extLst>
      <p:ext uri="{BB962C8B-B14F-4D97-AF65-F5344CB8AC3E}">
        <p14:creationId xmlns:p14="http://schemas.microsoft.com/office/powerpoint/2010/main" val="3835712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Introduction to Thyme Leaf</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r>
              <a:rPr lang="en-US" sz="2000" dirty="0">
                <a:latin typeface="Calibri" panose="020F0502020204030204" pitchFamily="34" charset="0"/>
                <a:cs typeface="Calibri" panose="020F0502020204030204" pitchFamily="34" charset="0"/>
              </a:rPr>
              <a:t>Thyme leaf is a Java XML/XHTML/HTML5 Template Engine that can work both in web (Servlet-based) and non-web environments. </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It is better suited for serving XHTML/HTML5 at the view layer of MVC-based web applications, but it can process any XML file even in offline environments.</a:t>
            </a:r>
          </a:p>
          <a:p>
            <a:pPr lvl="0">
              <a:buSzPts val="1400"/>
            </a:pPr>
            <a:r>
              <a:rPr lang="en-US" sz="2000" dirty="0">
                <a:latin typeface="Calibri" panose="020F0502020204030204" pitchFamily="34" charset="0"/>
                <a:cs typeface="Calibri" panose="020F0502020204030204" pitchFamily="34" charset="0"/>
              </a:rPr>
              <a:t>It provides full Spring Framework integration.</a:t>
            </a: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3074" name="Picture 2" descr="Tutorial: Using Thymeleaf">
            <a:extLst>
              <a:ext uri="{FF2B5EF4-FFF2-40B4-BE49-F238E27FC236}">
                <a16:creationId xmlns:a16="http://schemas.microsoft.com/office/drawing/2014/main" id="{750A4381-8909-4BAF-B0A8-FA53A086E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6963" y="3861806"/>
            <a:ext cx="2133600"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Features of Thyme Leaf</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 works on both web and non-web environments.</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Java template engine for HTML5/ XML/ XHTML.</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Its high-performance parsed template cache reduces I/O to the minimum.</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 can be used as a template engine framework if required.</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 supports several template modes: XML, XHTML, and HTML5.</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 allows developers to extend and create custom dialect.</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 is based on modular features sets called dialects.</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dirty="0">
                <a:latin typeface="Calibri" panose="020F0502020204030204" pitchFamily="34" charset="0"/>
                <a:cs typeface="Calibri" panose="020F0502020204030204" pitchFamily="34" charset="0"/>
              </a:rPr>
              <a:t>It supports internationalization.</a:t>
            </a: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DO NOT WRITE ANYTHING</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HERE. LEAVE THIS SPACE FOR</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 WEBCAM</a:t>
            </a:r>
            <a:endParaRPr dirty="0"/>
          </a:p>
        </p:txBody>
      </p:sp>
      <p:pic>
        <p:nvPicPr>
          <p:cNvPr id="3" name="Picture 2">
            <a:extLst>
              <a:ext uri="{FF2B5EF4-FFF2-40B4-BE49-F238E27FC236}">
                <a16:creationId xmlns:a16="http://schemas.microsoft.com/office/drawing/2014/main" id="{E431C8DB-689A-43C9-8F6E-CE034E0AA701}"/>
              </a:ext>
            </a:extLst>
          </p:cNvPr>
          <p:cNvPicPr>
            <a:picLocks noChangeAspect="1"/>
          </p:cNvPicPr>
          <p:nvPr/>
        </p:nvPicPr>
        <p:blipFill>
          <a:blip r:embed="rId3"/>
          <a:stretch>
            <a:fillRect/>
          </a:stretch>
        </p:blipFill>
        <p:spPr>
          <a:xfrm>
            <a:off x="8024326" y="4984032"/>
            <a:ext cx="3109641" cy="1390230"/>
          </a:xfrm>
          <a:prstGeom prst="rect">
            <a:avLst/>
          </a:prstGeom>
        </p:spPr>
      </p:pic>
    </p:spTree>
    <p:extLst>
      <p:ext uri="{BB962C8B-B14F-4D97-AF65-F5344CB8AC3E}">
        <p14:creationId xmlns:p14="http://schemas.microsoft.com/office/powerpoint/2010/main" val="3771285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Thyme Leaf Templates</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r>
              <a:rPr lang="en-US" sz="2000" dirty="0">
                <a:latin typeface="Calibri" panose="020F0502020204030204" pitchFamily="34" charset="0"/>
                <a:cs typeface="Calibri" panose="020F0502020204030204" pitchFamily="34" charset="0"/>
              </a:rPr>
              <a:t>Thyme leaf converts your files into well-formed XML files. </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It contains 6 types of templates as which are as follows</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 XML</a:t>
            </a:r>
          </a:p>
          <a:p>
            <a:pPr lvl="0">
              <a:buSzPts val="1400"/>
            </a:pPr>
            <a:r>
              <a:rPr lang="en-US" sz="2000" dirty="0">
                <a:latin typeface="Calibri" panose="020F0502020204030204" pitchFamily="34" charset="0"/>
                <a:cs typeface="Calibri" panose="020F0502020204030204" pitchFamily="34" charset="0"/>
              </a:rPr>
              <a:t>* Valid XML</a:t>
            </a:r>
          </a:p>
          <a:p>
            <a:pPr lvl="0">
              <a:buSzPts val="1400"/>
            </a:pPr>
            <a:r>
              <a:rPr lang="en-US" sz="2000" dirty="0">
                <a:latin typeface="Calibri" panose="020F0502020204030204" pitchFamily="34" charset="0"/>
                <a:cs typeface="Calibri" panose="020F0502020204030204" pitchFamily="34" charset="0"/>
              </a:rPr>
              <a:t>* XHTML</a:t>
            </a:r>
          </a:p>
          <a:p>
            <a:pPr lvl="0">
              <a:buSzPts val="1400"/>
            </a:pPr>
            <a:r>
              <a:rPr lang="en-US" sz="2000" dirty="0">
                <a:latin typeface="Calibri" panose="020F0502020204030204" pitchFamily="34" charset="0"/>
                <a:cs typeface="Calibri" panose="020F0502020204030204" pitchFamily="34" charset="0"/>
              </a:rPr>
              <a:t>* Valid XHTML</a:t>
            </a:r>
          </a:p>
          <a:p>
            <a:pPr lvl="0">
              <a:buSzPts val="1400"/>
            </a:pPr>
            <a:r>
              <a:rPr lang="en-US" sz="2000" dirty="0">
                <a:latin typeface="Calibri" panose="020F0502020204030204" pitchFamily="34" charset="0"/>
                <a:cs typeface="Calibri" panose="020F0502020204030204" pitchFamily="34" charset="0"/>
              </a:rPr>
              <a:t>* HTML5</a:t>
            </a:r>
          </a:p>
          <a:p>
            <a:pPr lvl="0">
              <a:buSzPts val="1400"/>
            </a:pPr>
            <a:r>
              <a:rPr lang="en-US" sz="2000" dirty="0">
                <a:latin typeface="Calibri" panose="020F0502020204030204" pitchFamily="34" charset="0"/>
                <a:cs typeface="Calibri" panose="020F0502020204030204" pitchFamily="34" charset="0"/>
              </a:rPr>
              <a:t>* Legacy HTML5</a:t>
            </a: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DO NOT WRITE ANYTHING</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HERE. LEAVE THIS SPACE FOR</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 WEBCAM</a:t>
            </a:r>
            <a:endParaRPr dirty="0"/>
          </a:p>
        </p:txBody>
      </p:sp>
      <p:pic>
        <p:nvPicPr>
          <p:cNvPr id="4" name="Picture 3">
            <a:extLst>
              <a:ext uri="{FF2B5EF4-FFF2-40B4-BE49-F238E27FC236}">
                <a16:creationId xmlns:a16="http://schemas.microsoft.com/office/drawing/2014/main" id="{4F98A2D8-CBA5-4693-B443-9B782626C5FF}"/>
              </a:ext>
            </a:extLst>
          </p:cNvPr>
          <p:cNvPicPr>
            <a:picLocks noChangeAspect="1"/>
          </p:cNvPicPr>
          <p:nvPr/>
        </p:nvPicPr>
        <p:blipFill>
          <a:blip r:embed="rId3"/>
          <a:stretch>
            <a:fillRect/>
          </a:stretch>
        </p:blipFill>
        <p:spPr>
          <a:xfrm>
            <a:off x="7828384" y="4697054"/>
            <a:ext cx="3292151" cy="1744840"/>
          </a:xfrm>
          <a:prstGeom prst="rect">
            <a:avLst/>
          </a:prstGeom>
        </p:spPr>
      </p:pic>
    </p:spTree>
    <p:extLst>
      <p:ext uri="{BB962C8B-B14F-4D97-AF65-F5344CB8AC3E}">
        <p14:creationId xmlns:p14="http://schemas.microsoft.com/office/powerpoint/2010/main" val="164421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59513D-9FFB-AE35-302B-DDC24E9CC548}"/>
              </a:ext>
            </a:extLst>
          </p:cNvPr>
          <p:cNvSpPr>
            <a:spLocks noGrp="1"/>
          </p:cNvSpPr>
          <p:nvPr>
            <p:ph type="body" idx="1"/>
          </p:nvPr>
        </p:nvSpPr>
        <p:spPr>
          <a:xfrm>
            <a:off x="622300" y="1160003"/>
            <a:ext cx="10947400" cy="4773940"/>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333333"/>
                </a:solidFill>
                <a:effectLst/>
                <a:latin typeface="Ubuntu" panose="020F0502020204030204" pitchFamily="34" charset="0"/>
              </a:rPr>
              <a:t>These can be of five types: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707070"/>
                </a:solidFill>
                <a:effectLst/>
                <a:latin typeface="Ubuntu Mono" panose="020B0509030602030204" pitchFamily="49" charset="0"/>
              </a:rPr>
              <a:t>${...}</a:t>
            </a:r>
            <a:r>
              <a:rPr kumimoji="0" lang="en-US" altLang="en-US" sz="2800" b="0" i="0" u="none" strike="noStrike" cap="none" normalizeH="0" baseline="0" dirty="0">
                <a:ln>
                  <a:noFill/>
                </a:ln>
                <a:solidFill>
                  <a:srgbClr val="333333"/>
                </a:solidFill>
                <a:effectLst/>
                <a:latin typeface="Ubuntu" panose="020F0502020204030204" pitchFamily="34" charset="0"/>
              </a:rPr>
              <a:t> : Variable expressions.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707070"/>
                </a:solidFill>
                <a:effectLst/>
                <a:latin typeface="Ubuntu Mono" panose="020B0509030602030204" pitchFamily="49" charset="0"/>
              </a:rPr>
              <a:t>*{...}</a:t>
            </a:r>
            <a:r>
              <a:rPr kumimoji="0" lang="en-US" altLang="en-US" sz="2800" b="0" i="0" u="none" strike="noStrike" cap="none" normalizeH="0" baseline="0" dirty="0">
                <a:ln>
                  <a:noFill/>
                </a:ln>
                <a:solidFill>
                  <a:srgbClr val="333333"/>
                </a:solidFill>
                <a:effectLst/>
                <a:latin typeface="Ubuntu" panose="020F0502020204030204" pitchFamily="34" charset="0"/>
              </a:rPr>
              <a:t> : Selection expressions.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707070"/>
                </a:solidFill>
                <a:effectLst/>
                <a:latin typeface="Ubuntu Mono" panose="020B0509030602030204" pitchFamily="49" charset="0"/>
              </a:rPr>
              <a:t>#{...}</a:t>
            </a:r>
            <a:r>
              <a:rPr kumimoji="0" lang="en-US" altLang="en-US" sz="2800" b="0" i="0" u="none" strike="noStrike" cap="none" normalizeH="0" baseline="0" dirty="0">
                <a:ln>
                  <a:noFill/>
                </a:ln>
                <a:solidFill>
                  <a:srgbClr val="333333"/>
                </a:solidFill>
                <a:effectLst/>
                <a:latin typeface="Ubuntu" panose="020F0502020204030204" pitchFamily="34" charset="0"/>
              </a:rPr>
              <a:t> : Message expressions.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707070"/>
                </a:solidFill>
                <a:effectLst/>
                <a:latin typeface="Ubuntu Mono" panose="020B0509030602030204" pitchFamily="49" charset="0"/>
              </a:rPr>
              <a:t>@{...}</a:t>
            </a:r>
            <a:r>
              <a:rPr kumimoji="0" lang="en-US" altLang="en-US" sz="2800" b="0" i="0" u="none" strike="noStrike" cap="none" normalizeH="0" baseline="0" dirty="0">
                <a:ln>
                  <a:noFill/>
                </a:ln>
                <a:solidFill>
                  <a:srgbClr val="333333"/>
                </a:solidFill>
                <a:effectLst/>
                <a:latin typeface="Ubuntu" panose="020F0502020204030204" pitchFamily="34" charset="0"/>
              </a:rPr>
              <a:t> : Link (URL) expressions.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707070"/>
                </a:solidFill>
                <a:effectLst/>
                <a:latin typeface="Ubuntu Mono" panose="020B0509030602030204" pitchFamily="49" charset="0"/>
              </a:rPr>
              <a:t>~{...}</a:t>
            </a:r>
            <a:r>
              <a:rPr kumimoji="0" lang="en-US" altLang="en-US" sz="2800" b="0" i="0" u="none" strike="noStrike" cap="none" normalizeH="0" baseline="0" dirty="0">
                <a:ln>
                  <a:noFill/>
                </a:ln>
                <a:solidFill>
                  <a:srgbClr val="333333"/>
                </a:solidFill>
                <a:effectLst/>
                <a:latin typeface="Ubuntu" panose="020F0502020204030204" pitchFamily="34" charset="0"/>
              </a:rPr>
              <a:t> : Fragment expressions.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solidFill>
                <a:srgbClr val="333333"/>
              </a:solidFill>
              <a:latin typeface="Ubuntu" panose="020F0502020204030204" pitchFamily="34" charset="0"/>
            </a:endParaRPr>
          </a:p>
          <a:p>
            <a:pPr marL="0" indent="0" eaLnBrk="0" fontAlgn="base" hangingPunct="0">
              <a:spcBef>
                <a:spcPct val="0"/>
              </a:spcBef>
              <a:spcAft>
                <a:spcPct val="0"/>
              </a:spcAft>
              <a:buClrTx/>
              <a:buSzTx/>
              <a:buFontTx/>
              <a:buChar char="•"/>
            </a:pPr>
            <a:r>
              <a:rPr kumimoji="0" lang="en-US" altLang="en-US" sz="2800" b="0" i="0" u="none" strike="noStrike" cap="none" normalizeH="0" baseline="0" dirty="0">
                <a:ln>
                  <a:noFill/>
                </a:ln>
                <a:solidFill>
                  <a:srgbClr val="333333"/>
                </a:solidFill>
                <a:effectLst/>
                <a:latin typeface="Ubuntu" panose="020B0504030602030204" pitchFamily="34" charset="0"/>
              </a:rPr>
              <a:t>You can identify when these standard dialects are being used in a template because it will contain attributes starting with the </a:t>
            </a:r>
            <a:r>
              <a:rPr kumimoji="0" lang="en-US" altLang="en-US" sz="2800" b="1" i="0" u="none" strike="noStrike" cap="none" normalizeH="0" baseline="0" dirty="0" err="1">
                <a:ln>
                  <a:noFill/>
                </a:ln>
                <a:solidFill>
                  <a:srgbClr val="707070"/>
                </a:solidFill>
                <a:effectLst/>
                <a:latin typeface="Ubuntu Mono" panose="020B0509030602030204" pitchFamily="49" charset="0"/>
              </a:rPr>
              <a:t>th</a:t>
            </a:r>
            <a:r>
              <a:rPr kumimoji="0" lang="en-US" altLang="en-US" sz="2800" b="0" i="0" u="none" strike="noStrike" cap="none" normalizeH="0" baseline="0" dirty="0">
                <a:ln>
                  <a:noFill/>
                </a:ln>
                <a:solidFill>
                  <a:srgbClr val="333333"/>
                </a:solidFill>
                <a:effectLst/>
                <a:latin typeface="Ubuntu" panose="020B0504030602030204" pitchFamily="34" charset="0"/>
              </a:rPr>
              <a:t> prefix, like </a:t>
            </a:r>
            <a:r>
              <a:rPr kumimoji="0" lang="en-US" altLang="en-US" sz="2800" b="1" i="0" u="none" strike="noStrike" cap="none" normalizeH="0" baseline="0" dirty="0">
                <a:ln>
                  <a:noFill/>
                </a:ln>
                <a:solidFill>
                  <a:srgbClr val="707070"/>
                </a:solidFill>
                <a:effectLst/>
                <a:latin typeface="Ubuntu Mono" panose="020B0509030602030204" pitchFamily="49" charset="0"/>
              </a:rPr>
              <a:t>&lt;span </a:t>
            </a:r>
            <a:r>
              <a:rPr kumimoji="0" lang="en-US" altLang="en-US" sz="2800" b="1" i="0" u="none" strike="noStrike" cap="none" normalizeH="0" baseline="0" dirty="0" err="1">
                <a:ln>
                  <a:noFill/>
                </a:ln>
                <a:solidFill>
                  <a:srgbClr val="707070"/>
                </a:solidFill>
                <a:effectLst/>
                <a:latin typeface="Ubuntu Mono" panose="020B0509030602030204" pitchFamily="49" charset="0"/>
              </a:rPr>
              <a:t>th:text</a:t>
            </a:r>
            <a:r>
              <a:rPr kumimoji="0" lang="en-US" altLang="en-US" sz="2800" b="1" i="0" u="none" strike="noStrike" cap="none" normalizeH="0" baseline="0" dirty="0">
                <a:ln>
                  <a:noFill/>
                </a:ln>
                <a:solidFill>
                  <a:srgbClr val="707070"/>
                </a:solidFill>
                <a:effectLst/>
                <a:latin typeface="Ubuntu Mono" panose="020B0509030602030204" pitchFamily="49" charset="0"/>
              </a:rPr>
              <a:t>="..."&gt;</a:t>
            </a:r>
            <a:r>
              <a:rPr kumimoji="0" lang="en-US" altLang="en-US" sz="2800" b="0" i="0" u="none" strike="noStrike" cap="none" normalizeH="0" baseline="0" dirty="0">
                <a:ln>
                  <a:noFill/>
                </a:ln>
                <a:solidFill>
                  <a:srgbClr val="333333"/>
                </a:solidFill>
                <a:effectLst/>
                <a:latin typeface="Ubuntu" panose="020B0504030602030204" pitchFamily="34" charset="0"/>
              </a:rPr>
              <a:t>.</a:t>
            </a:r>
            <a:r>
              <a:rPr kumimoji="0" lang="en-US" altLang="en-US" sz="2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rgbClr val="333333"/>
              </a:solidFill>
              <a:effectLst/>
              <a:latin typeface="Ubuntu" panose="020F0502020204030204" pitchFamily="34" charset="0"/>
            </a:endParaRPr>
          </a:p>
        </p:txBody>
      </p:sp>
      <p:sp>
        <p:nvSpPr>
          <p:cNvPr id="3" name="Title 2">
            <a:extLst>
              <a:ext uri="{FF2B5EF4-FFF2-40B4-BE49-F238E27FC236}">
                <a16:creationId xmlns:a16="http://schemas.microsoft.com/office/drawing/2014/main" id="{917CFDE1-C445-DAD7-6F28-F93464D7A9FE}"/>
              </a:ext>
            </a:extLst>
          </p:cNvPr>
          <p:cNvSpPr>
            <a:spLocks noGrp="1"/>
          </p:cNvSpPr>
          <p:nvPr>
            <p:ph type="title"/>
          </p:nvPr>
        </p:nvSpPr>
        <p:spPr/>
        <p:txBody>
          <a:bodyPr/>
          <a:lstStyle/>
          <a:p>
            <a:r>
              <a:rPr lang="en-IN" sz="4400" b="1" dirty="0">
                <a:latin typeface="Calibri"/>
                <a:ea typeface="Calibri"/>
                <a:cs typeface="Calibri"/>
                <a:sym typeface="Calibri"/>
              </a:rPr>
              <a:t>Thyme Leaf Expressions</a:t>
            </a: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AD1AF70-C7C0-F693-8644-10784F8235C0}"/>
                  </a:ext>
                </a:extLst>
              </p14:cNvPr>
              <p14:cNvContentPartPr/>
              <p14:nvPr/>
            </p14:nvContentPartPr>
            <p14:xfrm>
              <a:off x="1159920" y="1660320"/>
              <a:ext cx="7426440" cy="3947760"/>
            </p14:xfrm>
          </p:contentPart>
        </mc:Choice>
        <mc:Fallback xmlns="">
          <p:pic>
            <p:nvPicPr>
              <p:cNvPr id="4" name="Ink 3">
                <a:extLst>
                  <a:ext uri="{FF2B5EF4-FFF2-40B4-BE49-F238E27FC236}">
                    <a16:creationId xmlns:a16="http://schemas.microsoft.com/office/drawing/2014/main" id="{BAD1AF70-C7C0-F693-8644-10784F8235C0}"/>
                  </a:ext>
                </a:extLst>
              </p:cNvPr>
              <p:cNvPicPr/>
              <p:nvPr/>
            </p:nvPicPr>
            <p:blipFill>
              <a:blip r:embed="rId3"/>
              <a:stretch>
                <a:fillRect/>
              </a:stretch>
            </p:blipFill>
            <p:spPr>
              <a:xfrm>
                <a:off x="1150560" y="1650960"/>
                <a:ext cx="7445160" cy="3966480"/>
              </a:xfrm>
              <a:prstGeom prst="rect">
                <a:avLst/>
              </a:prstGeom>
            </p:spPr>
          </p:pic>
        </mc:Fallback>
      </mc:AlternateContent>
    </p:spTree>
    <p:extLst>
      <p:ext uri="{BB962C8B-B14F-4D97-AF65-F5344CB8AC3E}">
        <p14:creationId xmlns:p14="http://schemas.microsoft.com/office/powerpoint/2010/main" val="2385051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59FDEE-DC42-C88B-71F5-FA3CF09FC60A}"/>
              </a:ext>
            </a:extLst>
          </p:cNvPr>
          <p:cNvSpPr>
            <a:spLocks noGrp="1"/>
          </p:cNvSpPr>
          <p:nvPr>
            <p:ph type="body" idx="1"/>
          </p:nvPr>
        </p:nvSpPr>
        <p:spPr>
          <a:xfrm>
            <a:off x="622300" y="1160003"/>
            <a:ext cx="10947400" cy="603567"/>
          </a:xfrm>
        </p:spPr>
        <p:txBody>
          <a:bodyPr/>
          <a:lstStyle/>
          <a:p>
            <a:r>
              <a:rPr lang="en-US" dirty="0"/>
              <a:t>Used to read Object value.</a:t>
            </a:r>
          </a:p>
        </p:txBody>
      </p:sp>
      <p:sp>
        <p:nvSpPr>
          <p:cNvPr id="3" name="Title 2">
            <a:extLst>
              <a:ext uri="{FF2B5EF4-FFF2-40B4-BE49-F238E27FC236}">
                <a16:creationId xmlns:a16="http://schemas.microsoft.com/office/drawing/2014/main" id="{BADE1E3C-CEC9-D366-59FE-547B080FA5ED}"/>
              </a:ext>
            </a:extLst>
          </p:cNvPr>
          <p:cNvSpPr>
            <a:spLocks noGrp="1"/>
          </p:cNvSpPr>
          <p:nvPr>
            <p:ph type="title"/>
          </p:nvPr>
        </p:nvSpPr>
        <p:spPr>
          <a:xfrm>
            <a:off x="622300" y="443134"/>
            <a:ext cx="10947400" cy="497415"/>
          </a:xfrm>
        </p:spPr>
        <p:txBody>
          <a:bodyPr/>
          <a:lstStyle/>
          <a:p>
            <a:r>
              <a:rPr lang="en-US" altLang="en-US" sz="3200" b="1" dirty="0">
                <a:latin typeface="Calibri"/>
                <a:cs typeface="Calibri"/>
              </a:rPr>
              <a:t>${...} : Variable expressions.</a:t>
            </a:r>
            <a:br>
              <a:rPr lang="en-US" altLang="en-US" sz="3200" b="1" dirty="0">
                <a:latin typeface="Calibri"/>
                <a:cs typeface="Calibri"/>
              </a:rPr>
            </a:br>
            <a:endParaRPr lang="en-US" sz="3200" b="1" dirty="0">
              <a:latin typeface="Calibri"/>
              <a:cs typeface="Calibri"/>
            </a:endParaRPr>
          </a:p>
        </p:txBody>
      </p:sp>
      <p:pic>
        <p:nvPicPr>
          <p:cNvPr id="5" name="Picture 4">
            <a:extLst>
              <a:ext uri="{FF2B5EF4-FFF2-40B4-BE49-F238E27FC236}">
                <a16:creationId xmlns:a16="http://schemas.microsoft.com/office/drawing/2014/main" id="{ADF32BD2-A20A-5E14-444A-0AE4AB534155}"/>
              </a:ext>
            </a:extLst>
          </p:cNvPr>
          <p:cNvPicPr>
            <a:picLocks noChangeAspect="1"/>
          </p:cNvPicPr>
          <p:nvPr/>
        </p:nvPicPr>
        <p:blipFill rotWithShape="1">
          <a:blip r:embed="rId2"/>
          <a:srcRect l="2478" t="11812" r="41038" b="39506"/>
          <a:stretch/>
        </p:blipFill>
        <p:spPr>
          <a:xfrm>
            <a:off x="779585" y="1763570"/>
            <a:ext cx="10632830" cy="2904717"/>
          </a:xfrm>
          <a:prstGeom prst="rect">
            <a:avLst/>
          </a:prstGeom>
        </p:spPr>
      </p:pic>
      <p:pic>
        <p:nvPicPr>
          <p:cNvPr id="7" name="Picture 6">
            <a:extLst>
              <a:ext uri="{FF2B5EF4-FFF2-40B4-BE49-F238E27FC236}">
                <a16:creationId xmlns:a16="http://schemas.microsoft.com/office/drawing/2014/main" id="{B331CEC7-CC3D-FD36-BC6D-69760B513C22}"/>
              </a:ext>
            </a:extLst>
          </p:cNvPr>
          <p:cNvPicPr>
            <a:picLocks noChangeAspect="1"/>
          </p:cNvPicPr>
          <p:nvPr/>
        </p:nvPicPr>
        <p:blipFill rotWithShape="1">
          <a:blip r:embed="rId3"/>
          <a:srcRect l="8076" t="28905" r="15423" b="46665"/>
          <a:stretch/>
        </p:blipFill>
        <p:spPr>
          <a:xfrm>
            <a:off x="1185007" y="4860709"/>
            <a:ext cx="9326880" cy="1674576"/>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B1D2830-76CE-3D35-7337-2C6BCFEF240B}"/>
                  </a:ext>
                </a:extLst>
              </p14:cNvPr>
              <p14:cNvContentPartPr/>
              <p14:nvPr/>
            </p14:nvContentPartPr>
            <p14:xfrm>
              <a:off x="591120" y="759600"/>
              <a:ext cx="10918800" cy="6098760"/>
            </p14:xfrm>
          </p:contentPart>
        </mc:Choice>
        <mc:Fallback xmlns="">
          <p:pic>
            <p:nvPicPr>
              <p:cNvPr id="4" name="Ink 3">
                <a:extLst>
                  <a:ext uri="{FF2B5EF4-FFF2-40B4-BE49-F238E27FC236}">
                    <a16:creationId xmlns:a16="http://schemas.microsoft.com/office/drawing/2014/main" id="{BB1D2830-76CE-3D35-7337-2C6BCFEF240B}"/>
                  </a:ext>
                </a:extLst>
              </p:cNvPr>
              <p:cNvPicPr/>
              <p:nvPr/>
            </p:nvPicPr>
            <p:blipFill>
              <a:blip r:embed="rId5"/>
              <a:stretch>
                <a:fillRect/>
              </a:stretch>
            </p:blipFill>
            <p:spPr>
              <a:xfrm>
                <a:off x="581760" y="750240"/>
                <a:ext cx="10937520" cy="6117480"/>
              </a:xfrm>
              <a:prstGeom prst="rect">
                <a:avLst/>
              </a:prstGeom>
            </p:spPr>
          </p:pic>
        </mc:Fallback>
      </mc:AlternateContent>
    </p:spTree>
    <p:extLst>
      <p:ext uri="{BB962C8B-B14F-4D97-AF65-F5344CB8AC3E}">
        <p14:creationId xmlns:p14="http://schemas.microsoft.com/office/powerpoint/2010/main" val="409173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BC40A-C4A8-7B7F-9BD7-CFA4257325B4}"/>
              </a:ext>
            </a:extLst>
          </p:cNvPr>
          <p:cNvSpPr>
            <a:spLocks noGrp="1"/>
          </p:cNvSpPr>
          <p:nvPr>
            <p:ph type="body" idx="1"/>
          </p:nvPr>
        </p:nvSpPr>
        <p:spPr>
          <a:xfrm>
            <a:off x="622300" y="1160003"/>
            <a:ext cx="10947400" cy="6112768"/>
          </a:xfrm>
        </p:spPr>
        <p:txBody>
          <a:bodyPr/>
          <a:lstStyle/>
          <a:p>
            <a:r>
              <a:rPr lang="en-US" b="0" i="0" dirty="0">
                <a:solidFill>
                  <a:srgbClr val="333333"/>
                </a:solidFill>
                <a:effectLst/>
                <a:latin typeface="Ubuntu" panose="020B0504030602030204" pitchFamily="34" charset="0"/>
              </a:rPr>
              <a:t>Selection expressions are just like variable expressions, except they will be executed on a previously selected object instead of the whole context variables map. They look like this:</a:t>
            </a:r>
          </a:p>
          <a:p>
            <a:pPr marL="25400" indent="0">
              <a:buNone/>
            </a:pPr>
            <a:r>
              <a:rPr kumimoji="0" lang="en-US" altLang="en-US" sz="3200" b="0" i="0" u="none" strike="noStrike" cap="none" normalizeH="0" baseline="0" dirty="0">
                <a:ln>
                  <a:noFill/>
                </a:ln>
                <a:solidFill>
                  <a:srgbClr val="FF0000"/>
                </a:solidFill>
                <a:effectLst/>
                <a:latin typeface="Ubuntu Mono" panose="020B0509030602030204" pitchFamily="49" charset="0"/>
              </a:rPr>
              <a:t>*{customer.name}</a:t>
            </a:r>
            <a:r>
              <a:rPr kumimoji="0" lang="en-US" altLang="en-US" sz="4000" b="0" i="0" u="none" strike="noStrike" cap="none" normalizeH="0" baseline="0" dirty="0">
                <a:ln>
                  <a:noFill/>
                </a:ln>
                <a:solidFill>
                  <a:srgbClr val="FF0000"/>
                </a:solidFill>
                <a:effectLst/>
              </a:rPr>
              <a:t> </a:t>
            </a:r>
          </a:p>
          <a:p>
            <a:r>
              <a:rPr lang="en-US" altLang="en-US" dirty="0">
                <a:solidFill>
                  <a:srgbClr val="333333"/>
                </a:solidFill>
                <a:latin typeface="Ubuntu" panose="020B0504030602030204" pitchFamily="34" charset="0"/>
              </a:rPr>
              <a:t>TO read the attributes of and Object </a:t>
            </a:r>
          </a:p>
          <a:p>
            <a:r>
              <a:rPr lang="en-US" altLang="en-US" dirty="0">
                <a:solidFill>
                  <a:srgbClr val="333333"/>
                </a:solidFill>
                <a:latin typeface="Ubuntu" panose="020B0504030602030204" pitchFamily="34" charset="0"/>
              </a:rPr>
              <a:t>The Scope of the Object is inside the tag only.</a:t>
            </a:r>
          </a:p>
          <a:p>
            <a:r>
              <a:rPr lang="en-US" altLang="en-US" dirty="0">
                <a:solidFill>
                  <a:srgbClr val="333333"/>
                </a:solidFill>
                <a:latin typeface="Ubuntu" panose="020B0504030602030204" pitchFamily="34" charset="0"/>
              </a:rPr>
              <a:t>We can reuse the same object multiple time in different tag</a:t>
            </a:r>
          </a:p>
          <a:p>
            <a:pPr marL="25400" indent="0">
              <a:buNone/>
            </a:pPr>
            <a:endParaRPr lang="en-US" b="0" i="0" dirty="0">
              <a:solidFill>
                <a:srgbClr val="333333"/>
              </a:solidFill>
              <a:effectLst/>
              <a:latin typeface="Ubuntu" panose="020B0504030602030204" pitchFamily="34" charset="0"/>
            </a:endParaRPr>
          </a:p>
          <a:p>
            <a:endParaRPr lang="en-US" dirty="0"/>
          </a:p>
        </p:txBody>
      </p:sp>
      <p:sp>
        <p:nvSpPr>
          <p:cNvPr id="3" name="Title 2">
            <a:extLst>
              <a:ext uri="{FF2B5EF4-FFF2-40B4-BE49-F238E27FC236}">
                <a16:creationId xmlns:a16="http://schemas.microsoft.com/office/drawing/2014/main" id="{A0426FB0-8CFC-4A0D-8942-EF51A2720D27}"/>
              </a:ext>
            </a:extLst>
          </p:cNvPr>
          <p:cNvSpPr>
            <a:spLocks noGrp="1"/>
          </p:cNvSpPr>
          <p:nvPr>
            <p:ph type="title"/>
          </p:nvPr>
        </p:nvSpPr>
        <p:spPr/>
        <p:txBody>
          <a:bodyPr/>
          <a:lstStyle/>
          <a:p>
            <a:r>
              <a:rPr lang="en-US" altLang="en-US" b="1" dirty="0">
                <a:latin typeface="Calibri"/>
                <a:cs typeface="Calibri"/>
              </a:rPr>
              <a:t>*{...} : Selection expressions.</a:t>
            </a:r>
            <a:br>
              <a:rPr kumimoji="0" lang="en-US" altLang="en-US" sz="4400" b="0" i="0" u="none" strike="noStrike" cap="none" normalizeH="0" baseline="0" dirty="0">
                <a:ln>
                  <a:noFill/>
                </a:ln>
                <a:solidFill>
                  <a:srgbClr val="333333"/>
                </a:solidFill>
                <a:effectLst/>
                <a:latin typeface="Ubuntu" panose="020F0502020204030204" pitchFamily="34" charset="0"/>
              </a:rPr>
            </a:b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8AFF134-36C8-A264-1C2E-CC239BEB5F30}"/>
                  </a:ext>
                </a:extLst>
              </p14:cNvPr>
              <p14:cNvContentPartPr/>
              <p14:nvPr/>
            </p14:nvContentPartPr>
            <p14:xfrm>
              <a:off x="556920" y="3396960"/>
              <a:ext cx="417240" cy="390240"/>
            </p14:xfrm>
          </p:contentPart>
        </mc:Choice>
        <mc:Fallback xmlns="">
          <p:pic>
            <p:nvPicPr>
              <p:cNvPr id="4" name="Ink 3">
                <a:extLst>
                  <a:ext uri="{FF2B5EF4-FFF2-40B4-BE49-F238E27FC236}">
                    <a16:creationId xmlns:a16="http://schemas.microsoft.com/office/drawing/2014/main" id="{18AFF134-36C8-A264-1C2E-CC239BEB5F30}"/>
                  </a:ext>
                </a:extLst>
              </p:cNvPr>
              <p:cNvPicPr/>
              <p:nvPr/>
            </p:nvPicPr>
            <p:blipFill>
              <a:blip r:embed="rId3"/>
              <a:stretch>
                <a:fillRect/>
              </a:stretch>
            </p:blipFill>
            <p:spPr>
              <a:xfrm>
                <a:off x="547560" y="3387600"/>
                <a:ext cx="435960" cy="408960"/>
              </a:xfrm>
              <a:prstGeom prst="rect">
                <a:avLst/>
              </a:prstGeom>
            </p:spPr>
          </p:pic>
        </mc:Fallback>
      </mc:AlternateContent>
    </p:spTree>
    <p:extLst>
      <p:ext uri="{BB962C8B-B14F-4D97-AF65-F5344CB8AC3E}">
        <p14:creationId xmlns:p14="http://schemas.microsoft.com/office/powerpoint/2010/main" val="3048960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BC40A-C4A8-7B7F-9BD7-CFA4257325B4}"/>
              </a:ext>
            </a:extLst>
          </p:cNvPr>
          <p:cNvSpPr>
            <a:spLocks noGrp="1"/>
          </p:cNvSpPr>
          <p:nvPr>
            <p:ph type="body" idx="1"/>
          </p:nvPr>
        </p:nvSpPr>
        <p:spPr>
          <a:xfrm>
            <a:off x="622300" y="1160003"/>
            <a:ext cx="10947400" cy="5527992"/>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400" b="0" i="0" u="none" strike="noStrike" cap="none" normalizeH="0" baseline="0" dirty="0">
                <a:ln>
                  <a:noFill/>
                </a:ln>
                <a:solidFill>
                  <a:srgbClr val="333333"/>
                </a:solidFill>
                <a:effectLst/>
                <a:latin typeface="Ubuntu" panose="020B0504030602030204" pitchFamily="34" charset="0"/>
              </a:rPr>
              <a:t>The object they act on is specified by a </a:t>
            </a:r>
            <a:r>
              <a:rPr kumimoji="0" lang="en-US" altLang="en-US" sz="3200" b="1" i="0" u="none" strike="noStrike" cap="none" normalizeH="0" baseline="0" dirty="0" err="1">
                <a:ln>
                  <a:noFill/>
                </a:ln>
                <a:solidFill>
                  <a:srgbClr val="707070"/>
                </a:solidFill>
                <a:effectLst/>
                <a:latin typeface="Ubuntu Mono" panose="020B0509030602030204" pitchFamily="49" charset="0"/>
              </a:rPr>
              <a:t>th:object</a:t>
            </a:r>
            <a:r>
              <a:rPr kumimoji="0" lang="en-US" altLang="en-US" sz="4400" b="0" i="0" u="none" strike="noStrike" cap="none" normalizeH="0" baseline="0" dirty="0">
                <a:ln>
                  <a:noFill/>
                </a:ln>
                <a:solidFill>
                  <a:srgbClr val="333333"/>
                </a:solidFill>
                <a:effectLst/>
                <a:latin typeface="Ubuntu" panose="020B0504030602030204" pitchFamily="34" charset="0"/>
              </a:rPr>
              <a:t> attribute:</a:t>
            </a:r>
            <a:endParaRPr kumimoji="0" lang="en-US" altLang="en-US" sz="3200" b="0" i="0" u="none" strike="noStrike" cap="none" normalizeH="0" baseline="0" dirty="0">
              <a:ln>
                <a:noFill/>
              </a:ln>
              <a:solidFill>
                <a:srgbClr val="B9BDB6"/>
              </a:solidFill>
              <a:effectLst/>
              <a:latin typeface="Ubuntu Mono" panose="020B0509030602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&lt;</a:t>
            </a:r>
            <a:r>
              <a:rPr kumimoji="0" lang="en-US" altLang="en-US" sz="3200" b="1" i="0" u="none" strike="noStrike" cap="none" normalizeH="0" baseline="0" dirty="0">
                <a:ln>
                  <a:noFill/>
                </a:ln>
                <a:solidFill>
                  <a:srgbClr val="8BD1FF"/>
                </a:solidFill>
                <a:effectLst/>
                <a:latin typeface="Ubuntu Mono" panose="020B0509030602030204" pitchFamily="49" charset="0"/>
              </a:rPr>
              <a:t>div </a:t>
            </a:r>
            <a:r>
              <a:rPr kumimoji="0" lang="en-US" altLang="en-US" sz="3200" b="1" i="0" u="none" strike="noStrike" cap="none" normalizeH="0" baseline="0" dirty="0" err="1">
                <a:ln>
                  <a:noFill/>
                </a:ln>
                <a:solidFill>
                  <a:srgbClr val="E0E8FF"/>
                </a:solidFill>
                <a:effectLst/>
                <a:latin typeface="Ubuntu Mono" panose="020B0509030602030204" pitchFamily="49" charset="0"/>
              </a:rPr>
              <a:t>th:object</a:t>
            </a:r>
            <a:r>
              <a:rPr kumimoji="0" lang="en-US" altLang="en-US" sz="3200" b="1" i="0" u="none" strike="noStrike" cap="none" normalizeH="0" baseline="0" dirty="0">
                <a:ln>
                  <a:noFill/>
                </a:ln>
                <a:solidFill>
                  <a:srgbClr val="B9BDB6"/>
                </a:solidFill>
                <a:effectLst/>
                <a:latin typeface="Ubuntu Mono" panose="020B0509030602030204" pitchFamily="49" charset="0"/>
              </a:rPr>
              <a:t>="</a:t>
            </a:r>
            <a:r>
              <a:rPr kumimoji="0" lang="en-US" altLang="en-US" sz="3200" b="1" i="0" u="none" strike="noStrike" cap="none" normalizeH="0" baseline="0" dirty="0">
                <a:ln>
                  <a:noFill/>
                </a:ln>
                <a:solidFill>
                  <a:srgbClr val="99CC33"/>
                </a:solidFill>
                <a:effectLst/>
                <a:latin typeface="Ubuntu Mono" panose="020B0509030602030204" pitchFamily="49" charset="0"/>
              </a:rPr>
              <a:t>${book}</a:t>
            </a:r>
            <a:r>
              <a:rPr kumimoji="0" lang="en-US" altLang="en-US" sz="3200" b="1" i="0" u="none" strike="noStrike" cap="none" normalizeH="0" baseline="0" dirty="0">
                <a:ln>
                  <a:noFill/>
                </a:ln>
                <a:solidFill>
                  <a:srgbClr val="B9BDB6"/>
                </a:solidFill>
                <a:effectLst/>
                <a:latin typeface="Ubuntu Mono" panose="020B0509030602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&lt;</a:t>
            </a:r>
            <a:r>
              <a:rPr kumimoji="0" lang="en-US" altLang="en-US" sz="3200" b="1" i="0" u="none" strike="noStrike" cap="none" normalizeH="0" baseline="0" dirty="0">
                <a:ln>
                  <a:noFill/>
                </a:ln>
                <a:solidFill>
                  <a:srgbClr val="8BD1FF"/>
                </a:solidFill>
                <a:effectLst/>
                <a:latin typeface="Ubuntu Mono" panose="020B0509030602030204" pitchFamily="49" charset="0"/>
              </a:rPr>
              <a:t>span </a:t>
            </a:r>
            <a:r>
              <a:rPr kumimoji="0" lang="en-US" altLang="en-US" sz="3200" b="1" i="0" u="none" strike="noStrike" cap="none" normalizeH="0" baseline="0" dirty="0" err="1">
                <a:ln>
                  <a:noFill/>
                </a:ln>
                <a:solidFill>
                  <a:srgbClr val="E0E8FF"/>
                </a:solidFill>
                <a:effectLst/>
                <a:latin typeface="Ubuntu Mono" panose="020B0509030602030204" pitchFamily="49" charset="0"/>
              </a:rPr>
              <a:t>th:text</a:t>
            </a:r>
            <a:r>
              <a:rPr kumimoji="0" lang="en-US" altLang="en-US" sz="3200" b="1" i="0" u="none" strike="noStrike" cap="none" normalizeH="0" baseline="0" dirty="0">
                <a:ln>
                  <a:noFill/>
                </a:ln>
                <a:solidFill>
                  <a:srgbClr val="B9BDB6"/>
                </a:solidFill>
                <a:effectLst/>
                <a:latin typeface="Ubuntu Mono" panose="020B0509030602030204" pitchFamily="49" charset="0"/>
              </a:rPr>
              <a:t>="</a:t>
            </a:r>
            <a:r>
              <a:rPr kumimoji="0" lang="en-US" altLang="en-US" sz="3200" b="1" i="0" u="none" strike="noStrike" cap="none" normalizeH="0" baseline="0" dirty="0">
                <a:ln>
                  <a:noFill/>
                </a:ln>
                <a:solidFill>
                  <a:srgbClr val="99CC33"/>
                </a:solidFill>
                <a:effectLst/>
                <a:latin typeface="Ubuntu Mono" panose="020B0509030602030204" pitchFamily="49" charset="0"/>
              </a:rPr>
              <a:t>*{title}</a:t>
            </a:r>
            <a:r>
              <a:rPr kumimoji="0" lang="en-US" altLang="en-US" sz="3200" b="1" i="0" u="none" strike="noStrike" cap="none" normalizeH="0" baseline="0" dirty="0">
                <a:ln>
                  <a:noFill/>
                </a:ln>
                <a:solidFill>
                  <a:srgbClr val="B9BDB6"/>
                </a:solidFill>
                <a:effectLst/>
                <a:latin typeface="Ubuntu Mono" panose="020B0509030602030204" pitchFamily="49" charset="0"/>
              </a:rPr>
              <a:t>"&gt;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&lt;/</a:t>
            </a:r>
            <a:r>
              <a:rPr kumimoji="0" lang="en-US" altLang="en-US" sz="3200" b="1" i="0" u="none" strike="noStrike" cap="none" normalizeH="0" baseline="0" dirty="0">
                <a:ln>
                  <a:noFill/>
                </a:ln>
                <a:solidFill>
                  <a:srgbClr val="8BD1FF"/>
                </a:solidFill>
                <a:effectLst/>
                <a:latin typeface="Ubuntu Mono" panose="020B0509030602030204" pitchFamily="49" charset="0"/>
              </a:rPr>
              <a:t>span</a:t>
            </a:r>
            <a:r>
              <a:rPr kumimoji="0" lang="en-US" altLang="en-US" sz="3200" b="1" i="0" u="none" strike="noStrike" cap="none" normalizeH="0" baseline="0" dirty="0">
                <a:ln>
                  <a:noFill/>
                </a:ln>
                <a:solidFill>
                  <a:srgbClr val="B9BDB6"/>
                </a:solidFill>
                <a:effectLst/>
                <a:latin typeface="Ubuntu Mono" panose="020B05090306020302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B9BDB6"/>
                </a:solidFill>
                <a:effectLst/>
                <a:latin typeface="Ubuntu Mono" panose="020B0509030602030204" pitchFamily="49" charset="0"/>
              </a:rPr>
              <a:t>&lt;/</a:t>
            </a:r>
            <a:r>
              <a:rPr kumimoji="0" lang="en-US" altLang="en-US" sz="3200" b="1" i="0" u="none" strike="noStrike" cap="none" normalizeH="0" baseline="0" dirty="0">
                <a:ln>
                  <a:noFill/>
                </a:ln>
                <a:solidFill>
                  <a:srgbClr val="8BD1FF"/>
                </a:solidFill>
                <a:effectLst/>
                <a:latin typeface="Ubuntu Mono" panose="020B0509030602030204" pitchFamily="49" charset="0"/>
              </a:rPr>
              <a:t>div</a:t>
            </a:r>
            <a:r>
              <a:rPr kumimoji="0" lang="en-US" altLang="en-US" sz="3200" b="1" i="0" u="none" strike="noStrike" cap="none" normalizeH="0" baseline="0" dirty="0">
                <a:ln>
                  <a:noFill/>
                </a:ln>
                <a:solidFill>
                  <a:srgbClr val="B9BDB6"/>
                </a:solidFill>
                <a:effectLst/>
                <a:latin typeface="Ubuntu Mono" panose="020B0509030602030204" pitchFamily="49" charset="0"/>
              </a:rPr>
              <a:t>&gt;</a:t>
            </a:r>
            <a:r>
              <a:rPr kumimoji="0" lang="en-US" altLang="en-US" sz="4000" b="1" i="0" u="none" strike="noStrike" cap="none" normalizeH="0" baseline="0" dirty="0">
                <a:ln>
                  <a:noFill/>
                </a:ln>
                <a:solidFill>
                  <a:schemeClr val="tx1"/>
                </a:solidFill>
                <a:effectLst/>
              </a:rPr>
              <a:t> </a:t>
            </a:r>
            <a:endParaRPr kumimoji="0" lang="en-US" altLang="en-US" sz="6000" b="1"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3" name="Title 2">
            <a:extLst>
              <a:ext uri="{FF2B5EF4-FFF2-40B4-BE49-F238E27FC236}">
                <a16:creationId xmlns:a16="http://schemas.microsoft.com/office/drawing/2014/main" id="{A0426FB0-8CFC-4A0D-8942-EF51A2720D27}"/>
              </a:ext>
            </a:extLst>
          </p:cNvPr>
          <p:cNvSpPr>
            <a:spLocks noGrp="1"/>
          </p:cNvSpPr>
          <p:nvPr>
            <p:ph type="title"/>
          </p:nvPr>
        </p:nvSpPr>
        <p:spPr/>
        <p:txBody>
          <a:bodyPr/>
          <a:lstStyle/>
          <a:p>
            <a:r>
              <a:rPr lang="en-US" altLang="en-US" b="1" dirty="0">
                <a:latin typeface="Calibri"/>
                <a:cs typeface="Calibri"/>
              </a:rPr>
              <a:t>*{...} : Selection expressions.</a:t>
            </a:r>
            <a:br>
              <a:rPr kumimoji="0" lang="en-US" altLang="en-US" sz="4400" b="0" i="0" u="none" strike="noStrike" cap="none" normalizeH="0" baseline="0" dirty="0">
                <a:ln>
                  <a:noFill/>
                </a:ln>
                <a:solidFill>
                  <a:srgbClr val="333333"/>
                </a:solidFill>
                <a:effectLst/>
                <a:latin typeface="Ubuntu" panose="020F0502020204030204" pitchFamily="34" charset="0"/>
              </a:rPr>
            </a:b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BD0114B-4F17-64C3-3032-A89FEEE0F71A}"/>
                  </a:ext>
                </a:extLst>
              </p14:cNvPr>
              <p14:cNvContentPartPr/>
              <p14:nvPr/>
            </p14:nvContentPartPr>
            <p14:xfrm>
              <a:off x="3644640" y="2997000"/>
              <a:ext cx="1506600" cy="2101680"/>
            </p14:xfrm>
          </p:contentPart>
        </mc:Choice>
        <mc:Fallback xmlns="">
          <p:pic>
            <p:nvPicPr>
              <p:cNvPr id="4" name="Ink 3">
                <a:extLst>
                  <a:ext uri="{FF2B5EF4-FFF2-40B4-BE49-F238E27FC236}">
                    <a16:creationId xmlns:a16="http://schemas.microsoft.com/office/drawing/2014/main" id="{0BD0114B-4F17-64C3-3032-A89FEEE0F71A}"/>
                  </a:ext>
                </a:extLst>
              </p:cNvPr>
              <p:cNvPicPr/>
              <p:nvPr/>
            </p:nvPicPr>
            <p:blipFill>
              <a:blip r:embed="rId3"/>
              <a:stretch>
                <a:fillRect/>
              </a:stretch>
            </p:blipFill>
            <p:spPr>
              <a:xfrm>
                <a:off x="3635280" y="2987640"/>
                <a:ext cx="1525320" cy="2120400"/>
              </a:xfrm>
              <a:prstGeom prst="rect">
                <a:avLst/>
              </a:prstGeom>
            </p:spPr>
          </p:pic>
        </mc:Fallback>
      </mc:AlternateContent>
    </p:spTree>
    <p:extLst>
      <p:ext uri="{BB962C8B-B14F-4D97-AF65-F5344CB8AC3E}">
        <p14:creationId xmlns:p14="http://schemas.microsoft.com/office/powerpoint/2010/main" val="3120903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194522-4931-DDCD-314E-E25D0C495A32}"/>
              </a:ext>
            </a:extLst>
          </p:cNvPr>
          <p:cNvSpPr>
            <a:spLocks noGrp="1"/>
          </p:cNvSpPr>
          <p:nvPr>
            <p:ph type="body" idx="1"/>
          </p:nvPr>
        </p:nvSpPr>
        <p:spPr>
          <a:xfrm>
            <a:off x="622300" y="1160003"/>
            <a:ext cx="10947400" cy="4773940"/>
          </a:xfrm>
        </p:spPr>
        <p:txBody>
          <a:bodyPr/>
          <a:lstStyle/>
          <a:p>
            <a:r>
              <a:rPr kumimoji="0" lang="en-US" altLang="en-US" sz="3200" b="0" i="0" u="none" strike="noStrike" cap="none" normalizeH="0" baseline="0" dirty="0">
                <a:ln>
                  <a:noFill/>
                </a:ln>
                <a:solidFill>
                  <a:srgbClr val="333333"/>
                </a:solidFill>
                <a:effectLst/>
                <a:latin typeface="Ubuntu" panose="020B0504030602030204" pitchFamily="34" charset="0"/>
              </a:rPr>
              <a:t>Message expressions allows us to retrieve locale-specific messages from external sources (</a:t>
            </a:r>
            <a:r>
              <a:rPr kumimoji="0" lang="en-US" altLang="en-US" sz="3200" b="1" i="0" u="none" strike="noStrike" cap="none" normalizeH="0" baseline="0" dirty="0">
                <a:ln>
                  <a:noFill/>
                </a:ln>
                <a:solidFill>
                  <a:srgbClr val="707070"/>
                </a:solidFill>
                <a:effectLst/>
                <a:latin typeface="Ubuntu Mono" panose="020B0509030602030204" pitchFamily="49" charset="0"/>
              </a:rPr>
              <a:t>.properties</a:t>
            </a:r>
            <a:r>
              <a:rPr kumimoji="0" lang="en-US" altLang="en-US" sz="3200" b="0" i="0" u="none" strike="noStrike" cap="none" normalizeH="0" baseline="0" dirty="0">
                <a:ln>
                  <a:noFill/>
                </a:ln>
                <a:solidFill>
                  <a:srgbClr val="333333"/>
                </a:solidFill>
                <a:effectLst/>
                <a:latin typeface="Ubuntu" panose="020B0504030602030204" pitchFamily="34" charset="0"/>
              </a:rPr>
              <a:t> files), referencing them by a key and (optionally) applying a set of parameters.</a:t>
            </a:r>
            <a:r>
              <a:rPr kumimoji="0" lang="en-US" altLang="en-US" sz="2800" b="0" i="0" u="none" strike="noStrike" cap="none" normalizeH="0" baseline="0" dirty="0">
                <a:ln>
                  <a:noFill/>
                </a:ln>
                <a:solidFill>
                  <a:schemeClr val="tx1"/>
                </a:solidFill>
                <a:effectLst/>
              </a:rPr>
              <a:t> </a:t>
            </a:r>
          </a:p>
          <a:p>
            <a:r>
              <a:rPr lang="en-US" altLang="en-US" sz="2800" dirty="0">
                <a:solidFill>
                  <a:schemeClr val="tx1"/>
                </a:solidFill>
                <a:latin typeface="Arial" panose="020B0604020202020204" pitchFamily="34" charset="0"/>
              </a:rPr>
              <a:t>Read messages from properties file.</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25400" indent="0">
              <a:buNone/>
            </a:pPr>
            <a:r>
              <a:rPr lang="en-US" sz="3600" dirty="0">
                <a:solidFill>
                  <a:srgbClr val="93A1A1"/>
                </a:solidFill>
                <a:effectLst/>
                <a:latin typeface="Consolas" panose="020B0609020204030204" pitchFamily="49" charset="0"/>
              </a:rPr>
              <a:t>&lt;</a:t>
            </a:r>
            <a:r>
              <a:rPr lang="en-US" sz="3600" dirty="0">
                <a:solidFill>
                  <a:srgbClr val="268BD2"/>
                </a:solidFill>
                <a:effectLst/>
                <a:latin typeface="Consolas" panose="020B0609020204030204" pitchFamily="49" charset="0"/>
              </a:rPr>
              <a:t>h1</a:t>
            </a:r>
            <a:r>
              <a:rPr lang="en-US" sz="3600" dirty="0">
                <a:solidFill>
                  <a:srgbClr val="000000"/>
                </a:solidFill>
                <a:effectLst/>
                <a:latin typeface="Consolas" panose="020B0609020204030204" pitchFamily="49" charset="0"/>
              </a:rPr>
              <a:t> </a:t>
            </a:r>
            <a:r>
              <a:rPr lang="en-US" sz="3600" dirty="0" err="1">
                <a:solidFill>
                  <a:srgbClr val="93A1A1"/>
                </a:solidFill>
                <a:effectLst/>
                <a:latin typeface="Consolas" panose="020B0609020204030204" pitchFamily="49" charset="0"/>
              </a:rPr>
              <a:t>th:text</a:t>
            </a:r>
            <a:r>
              <a:rPr lang="en-US" sz="3600" dirty="0">
                <a:solidFill>
                  <a:srgbClr val="000000"/>
                </a:solidFill>
                <a:effectLst/>
                <a:latin typeface="Consolas" panose="020B0609020204030204" pitchFamily="49" charset="0"/>
              </a:rPr>
              <a:t> = </a:t>
            </a:r>
            <a:r>
              <a:rPr lang="en-US" sz="3600" dirty="0">
                <a:solidFill>
                  <a:srgbClr val="93A1A1"/>
                </a:solidFill>
                <a:effectLst/>
                <a:latin typeface="Consolas" panose="020B0609020204030204" pitchFamily="49" charset="0"/>
              </a:rPr>
              <a:t>"</a:t>
            </a:r>
            <a:r>
              <a:rPr lang="en-US" sz="3600" dirty="0">
                <a:solidFill>
                  <a:srgbClr val="2AA198"/>
                </a:solidFill>
                <a:effectLst/>
                <a:latin typeface="Consolas" panose="020B0609020204030204" pitchFamily="49" charset="0"/>
              </a:rPr>
              <a:t>#{</a:t>
            </a:r>
            <a:r>
              <a:rPr lang="en-US" sz="3600" dirty="0" err="1">
                <a:solidFill>
                  <a:srgbClr val="2AA198"/>
                </a:solidFill>
                <a:effectLst/>
                <a:latin typeface="Consolas" panose="020B0609020204030204" pitchFamily="49" charset="0"/>
              </a:rPr>
              <a:t>demo.hi</a:t>
            </a:r>
            <a:r>
              <a:rPr lang="en-US" sz="3600" dirty="0">
                <a:solidFill>
                  <a:srgbClr val="2AA198"/>
                </a:solidFill>
                <a:effectLst/>
                <a:latin typeface="Consolas" panose="020B0609020204030204" pitchFamily="49" charset="0"/>
              </a:rPr>
              <a:t>}</a:t>
            </a:r>
            <a:r>
              <a:rPr lang="en-US" sz="3600" dirty="0">
                <a:solidFill>
                  <a:srgbClr val="93A1A1"/>
                </a:solidFill>
                <a:effectLst/>
                <a:latin typeface="Consolas" panose="020B0609020204030204" pitchFamily="49" charset="0"/>
              </a:rPr>
              <a:t>"&gt;</a:t>
            </a:r>
            <a:r>
              <a:rPr lang="en-US" sz="3600" dirty="0">
                <a:solidFill>
                  <a:srgbClr val="000000"/>
                </a:solidFill>
                <a:effectLst/>
                <a:latin typeface="Consolas" panose="020B0609020204030204" pitchFamily="49" charset="0"/>
              </a:rPr>
              <a:t> Message </a:t>
            </a:r>
            <a:r>
              <a:rPr lang="en-US" sz="3600" dirty="0">
                <a:solidFill>
                  <a:srgbClr val="93A1A1"/>
                </a:solidFill>
                <a:effectLst/>
                <a:latin typeface="Consolas" panose="020B0609020204030204" pitchFamily="49" charset="0"/>
              </a:rPr>
              <a:t>&lt;/</a:t>
            </a:r>
            <a:r>
              <a:rPr lang="en-US" sz="3600" dirty="0">
                <a:solidFill>
                  <a:srgbClr val="268BD2"/>
                </a:solidFill>
                <a:effectLst/>
                <a:latin typeface="Consolas" panose="020B0609020204030204" pitchFamily="49" charset="0"/>
              </a:rPr>
              <a:t>h1</a:t>
            </a:r>
            <a:r>
              <a:rPr lang="en-US" sz="3600" dirty="0">
                <a:solidFill>
                  <a:srgbClr val="93A1A1"/>
                </a:solidFill>
                <a:effectLst/>
                <a:latin typeface="Consolas" panose="020B0609020204030204" pitchFamily="49" charset="0"/>
              </a:rPr>
              <a:t>&gt;</a:t>
            </a:r>
          </a:p>
          <a:p>
            <a:pPr marL="25400" indent="0">
              <a:buNone/>
            </a:pPr>
            <a:r>
              <a:rPr lang="en-US" sz="3600" dirty="0" err="1">
                <a:solidFill>
                  <a:srgbClr val="93A1A1"/>
                </a:solidFill>
                <a:latin typeface="Consolas" panose="020B0609020204030204" pitchFamily="49" charset="0"/>
              </a:rPr>
              <a:t>messages.properties</a:t>
            </a:r>
            <a:endParaRPr lang="en-US" sz="3600" dirty="0">
              <a:solidFill>
                <a:srgbClr val="93A1A1"/>
              </a:solidFill>
              <a:latin typeface="Consolas" panose="020B0609020204030204" pitchFamily="49" charset="0"/>
            </a:endParaRPr>
          </a:p>
          <a:p>
            <a:pPr marL="25400" indent="0">
              <a:buNone/>
            </a:pPr>
            <a:r>
              <a:rPr lang="en-US" sz="1800" dirty="0" err="1">
                <a:solidFill>
                  <a:srgbClr val="000000"/>
                </a:solidFill>
                <a:effectLst/>
                <a:latin typeface="Consolas" panose="020B0609020204030204" pitchFamily="49" charset="0"/>
              </a:rPr>
              <a:t>demo.hi</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Hello</a:t>
            </a:r>
            <a:r>
              <a:rPr lang="en-US" sz="1800" dirty="0">
                <a:solidFill>
                  <a:srgbClr val="000000"/>
                </a:solidFill>
                <a:effectLst/>
                <a:latin typeface="Consolas" panose="020B0609020204030204" pitchFamily="49" charset="0"/>
              </a:rPr>
              <a:t> </a:t>
            </a:r>
            <a:r>
              <a:rPr lang="en-US" sz="1800" dirty="0">
                <a:solidFill>
                  <a:srgbClr val="2A00FF"/>
                </a:solidFill>
                <a:effectLst/>
                <a:latin typeface="Consolas" panose="020B0609020204030204" pitchFamily="49" charset="0"/>
              </a:rPr>
              <a:t>This</a:t>
            </a:r>
            <a:r>
              <a:rPr lang="en-US" sz="1800" dirty="0">
                <a:solidFill>
                  <a:srgbClr val="000000"/>
                </a:solidFill>
                <a:effectLst/>
                <a:latin typeface="Consolas" panose="020B0609020204030204" pitchFamily="49" charset="0"/>
              </a:rPr>
              <a:t> </a:t>
            </a:r>
            <a:r>
              <a:rPr lang="en-US" sz="1800" dirty="0">
                <a:solidFill>
                  <a:srgbClr val="2A00FF"/>
                </a:solidFill>
                <a:effectLst/>
                <a:latin typeface="Consolas" panose="020B0609020204030204" pitchFamily="49" charset="0"/>
              </a:rPr>
              <a:t>Heading</a:t>
            </a:r>
            <a:r>
              <a:rPr lang="en-US" sz="1800" dirty="0">
                <a:solidFill>
                  <a:srgbClr val="000000"/>
                </a:solidFill>
                <a:effectLst/>
                <a:latin typeface="Consolas" panose="020B0609020204030204" pitchFamily="49" charset="0"/>
              </a:rPr>
              <a:t> </a:t>
            </a:r>
            <a:r>
              <a:rPr lang="en-US" sz="1800" dirty="0">
                <a:solidFill>
                  <a:srgbClr val="2A00FF"/>
                </a:solidFill>
                <a:effectLst/>
                <a:latin typeface="Consolas" panose="020B0609020204030204" pitchFamily="49" charset="0"/>
              </a:rPr>
              <a:t>Is</a:t>
            </a:r>
            <a:r>
              <a:rPr lang="en-US" sz="1800" dirty="0">
                <a:solidFill>
                  <a:srgbClr val="000000"/>
                </a:solidFill>
                <a:effectLst/>
                <a:latin typeface="Consolas" panose="020B0609020204030204" pitchFamily="49" charset="0"/>
              </a:rPr>
              <a:t> </a:t>
            </a:r>
            <a:r>
              <a:rPr lang="en-US" sz="1800" dirty="0">
                <a:solidFill>
                  <a:srgbClr val="2A00FF"/>
                </a:solidFill>
                <a:effectLst/>
                <a:latin typeface="Consolas" panose="020B0609020204030204" pitchFamily="49" charset="0"/>
              </a:rPr>
              <a:t>Coming</a:t>
            </a:r>
            <a:r>
              <a:rPr lang="en-US" sz="1800" dirty="0">
                <a:solidFill>
                  <a:srgbClr val="000000"/>
                </a:solidFill>
                <a:effectLst/>
                <a:latin typeface="Consolas" panose="020B0609020204030204" pitchFamily="49" charset="0"/>
              </a:rPr>
              <a:t> </a:t>
            </a:r>
            <a:r>
              <a:rPr lang="en-US" sz="1800" dirty="0">
                <a:solidFill>
                  <a:srgbClr val="2A00FF"/>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err="1">
                <a:solidFill>
                  <a:srgbClr val="2A00FF"/>
                </a:solidFill>
                <a:effectLst/>
                <a:latin typeface="Consolas" panose="020B0609020204030204" pitchFamily="49" charset="0"/>
              </a:rPr>
              <a:t>Messages.Properties</a:t>
            </a:r>
            <a:r>
              <a:rPr lang="en-US" sz="1800" dirty="0">
                <a:solidFill>
                  <a:srgbClr val="000000"/>
                </a:solidFill>
                <a:effectLst/>
                <a:latin typeface="Consolas" panose="020B0609020204030204" pitchFamily="49" charset="0"/>
              </a:rPr>
              <a:t> </a:t>
            </a:r>
            <a:endParaRPr lang="en-US" sz="3600" dirty="0">
              <a:solidFill>
                <a:srgbClr val="000000"/>
              </a:solidFill>
              <a:effectLst/>
              <a:latin typeface="Consolas" panose="020B0609020204030204" pitchFamily="49" charset="0"/>
            </a:endParaRPr>
          </a:p>
          <a:p>
            <a:endParaRPr lang="en-US" dirty="0"/>
          </a:p>
        </p:txBody>
      </p:sp>
      <p:sp>
        <p:nvSpPr>
          <p:cNvPr id="3" name="Title 2">
            <a:extLst>
              <a:ext uri="{FF2B5EF4-FFF2-40B4-BE49-F238E27FC236}">
                <a16:creationId xmlns:a16="http://schemas.microsoft.com/office/drawing/2014/main" id="{C9ABFF07-121D-98CF-5E86-2D5AD6E5499A}"/>
              </a:ext>
            </a:extLst>
          </p:cNvPr>
          <p:cNvSpPr>
            <a:spLocks noGrp="1"/>
          </p:cNvSpPr>
          <p:nvPr>
            <p:ph type="title"/>
          </p:nvPr>
        </p:nvSpPr>
        <p:spPr/>
        <p:txBody>
          <a:bodyPr/>
          <a:lstStyle/>
          <a:p>
            <a:r>
              <a:rPr lang="en-US" altLang="en-US" b="1" dirty="0">
                <a:latin typeface="Calibri"/>
                <a:cs typeface="Calibri"/>
              </a:rPr>
              <a:t>#{...} : Message expressions.</a:t>
            </a:r>
            <a:br>
              <a:rPr lang="en-US" altLang="en-US" b="1" dirty="0">
                <a:latin typeface="Calibri"/>
                <a:cs typeface="Calibri"/>
              </a:rPr>
            </a:br>
            <a:endParaRPr lang="en-US" b="1" dirty="0">
              <a:latin typeface="Calibri"/>
              <a:cs typeface="Calibri"/>
            </a:endParaRPr>
          </a:p>
        </p:txBody>
      </p:sp>
    </p:spTree>
    <p:extLst>
      <p:ext uri="{BB962C8B-B14F-4D97-AF65-F5344CB8AC3E}">
        <p14:creationId xmlns:p14="http://schemas.microsoft.com/office/powerpoint/2010/main" val="3852381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140555-3DBC-AD00-6024-69DAD2E452DC}"/>
              </a:ext>
            </a:extLst>
          </p:cNvPr>
          <p:cNvSpPr>
            <a:spLocks noGrp="1"/>
          </p:cNvSpPr>
          <p:nvPr>
            <p:ph type="body" idx="1"/>
          </p:nvPr>
        </p:nvSpPr>
        <p:spPr>
          <a:xfrm>
            <a:off x="622300" y="1160003"/>
            <a:ext cx="10947400" cy="4204553"/>
          </a:xfrm>
        </p:spPr>
        <p:txBody>
          <a:bodyPr/>
          <a:lstStyle/>
          <a:p>
            <a:pPr marL="0" marR="0" indent="0">
              <a:spcBef>
                <a:spcPts val="0"/>
              </a:spcBef>
              <a:spcAft>
                <a:spcPts val="0"/>
              </a:spcAft>
              <a:buNone/>
            </a:pPr>
            <a:r>
              <a:rPr lang="en-US" sz="1800" dirty="0">
                <a:solidFill>
                  <a:srgbClr val="3F7F5F"/>
                </a:solidFill>
                <a:effectLst/>
                <a:latin typeface="Consolas" panose="020B0609020204030204" pitchFamily="49" charset="0"/>
              </a:rPr>
              <a:t>//Create this Bean is Used to Set Default Encoding </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r>
              <a:rPr lang="en-US" sz="1800" dirty="0">
                <a:solidFill>
                  <a:srgbClr val="646464"/>
                </a:solidFill>
                <a:effectLst/>
                <a:latin typeface="Consolas" panose="020B0609020204030204" pitchFamily="49" charset="0"/>
              </a:rPr>
              <a:t>@Bean</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MessageSource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messageSource</a:t>
            </a:r>
            <a:r>
              <a:rPr lang="en-US" sz="1800" dirty="0">
                <a:solidFill>
                  <a:srgbClr val="000000"/>
                </a:solidFill>
                <a:effectLst/>
                <a:latin typeface="Consolas" panose="020B0609020204030204" pitchFamily="49" charset="0"/>
              </a:rPr>
              <a:t>() {</a:t>
            </a:r>
          </a:p>
          <a:p>
            <a:pPr marL="0" marR="0" indent="0">
              <a:spcBef>
                <a:spcPts val="0"/>
              </a:spcBef>
              <a:spcAft>
                <a:spcPts val="0"/>
              </a:spcAft>
              <a:buNone/>
            </a:pPr>
            <a:r>
              <a:rPr lang="en-US" sz="1800" dirty="0" err="1">
                <a:solidFill>
                  <a:srgbClr val="000000"/>
                </a:solidFill>
                <a:effectLst/>
                <a:latin typeface="Consolas" panose="020B0609020204030204" pitchFamily="49" charset="0"/>
              </a:rPr>
              <a:t>ReloadableResourceBundleMessageSource</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messageSource</a:t>
            </a:r>
            <a:r>
              <a:rPr lang="en-US" sz="1800" dirty="0">
                <a:solidFill>
                  <a:srgbClr val="000000"/>
                </a:solidFill>
                <a:effectLst/>
                <a:latin typeface="Consolas" panose="020B0609020204030204" pitchFamily="49" charset="0"/>
              </a:rPr>
              <a:t> = </a:t>
            </a:r>
            <a:r>
              <a:rPr lang="en-US" sz="1800" b="1" dirty="0">
                <a:solidFill>
                  <a:srgbClr val="7F0055"/>
                </a:solidFill>
                <a:effectLst/>
                <a:latin typeface="Consolas" panose="020B0609020204030204" pitchFamily="49" charset="0"/>
              </a:rPr>
              <a:t>new</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ReloadableResourceBundleMessageSource</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err="1">
                <a:solidFill>
                  <a:srgbClr val="6A3E3E"/>
                </a:solidFill>
                <a:effectLst/>
                <a:latin typeface="Consolas" panose="020B0609020204030204" pitchFamily="49" charset="0"/>
              </a:rPr>
              <a:t>messageSource</a:t>
            </a:r>
            <a:r>
              <a:rPr lang="en-US" sz="1800" dirty="0" err="1">
                <a:solidFill>
                  <a:srgbClr val="000000"/>
                </a:solidFill>
                <a:effectLst/>
                <a:latin typeface="Consolas" panose="020B0609020204030204" pitchFamily="49" charset="0"/>
              </a:rPr>
              <a:t>.setBasenames</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a:t>
            </a:r>
            <a:r>
              <a:rPr lang="en-US" sz="1800" dirty="0" err="1">
                <a:solidFill>
                  <a:srgbClr val="2A00FF"/>
                </a:solidFill>
                <a:effectLst/>
                <a:latin typeface="Consolas" panose="020B0609020204030204" pitchFamily="49" charset="0"/>
              </a:rPr>
              <a:t>classpath</a:t>
            </a:r>
            <a:r>
              <a:rPr lang="en-US" sz="1800" dirty="0">
                <a:solidFill>
                  <a:srgbClr val="2A00FF"/>
                </a:solidFill>
                <a:effectLst/>
                <a:latin typeface="Consolas" panose="020B0609020204030204" pitchFamily="49" charset="0"/>
              </a:rPr>
              <a:t>:/messages"</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err="1">
                <a:solidFill>
                  <a:srgbClr val="6A3E3E"/>
                </a:solidFill>
                <a:effectLst/>
                <a:latin typeface="Consolas" panose="020B0609020204030204" pitchFamily="49" charset="0"/>
              </a:rPr>
              <a:t>messageSource</a:t>
            </a:r>
            <a:r>
              <a:rPr lang="en-US" sz="1800" dirty="0" err="1">
                <a:solidFill>
                  <a:srgbClr val="000000"/>
                </a:solidFill>
                <a:effectLst/>
                <a:latin typeface="Consolas" panose="020B0609020204030204" pitchFamily="49" charset="0"/>
              </a:rPr>
              <a:t>.setDefaultEncoding</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"UTF-8"</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b="1" dirty="0">
                <a:solidFill>
                  <a:srgbClr val="7F0055"/>
                </a:solidFill>
                <a:effectLst/>
                <a:latin typeface="Consolas" panose="020B0609020204030204" pitchFamily="49" charset="0"/>
              </a:rPr>
              <a:t>return</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messageSource</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a:solidFill>
                  <a:srgbClr val="000000"/>
                </a:solidFill>
                <a:effectLst/>
                <a:latin typeface="Consolas" panose="020B0609020204030204" pitchFamily="49" charset="0"/>
              </a:rPr>
              <a:t>}</a:t>
            </a:r>
          </a:p>
          <a:p>
            <a:pPr marL="0" marR="0" indent="0">
              <a:spcBef>
                <a:spcPts val="0"/>
              </a:spcBef>
              <a:spcAft>
                <a:spcPts val="0"/>
              </a:spcAft>
              <a:buNone/>
            </a:pPr>
            <a:endParaRPr lang="en-US" sz="1800" dirty="0">
              <a:solidFill>
                <a:srgbClr val="000000"/>
              </a:solidFill>
              <a:latin typeface="Consolas" panose="020B0609020204030204" pitchFamily="49" charset="0"/>
            </a:endParaRPr>
          </a:p>
          <a:p>
            <a:pPr marL="0" marR="0" indent="0">
              <a:spcBef>
                <a:spcPts val="0"/>
              </a:spcBef>
              <a:spcAft>
                <a:spcPts val="0"/>
              </a:spcAft>
              <a:buNone/>
            </a:pPr>
            <a:r>
              <a:rPr lang="en-US" sz="1800" dirty="0" err="1">
                <a:solidFill>
                  <a:srgbClr val="000000"/>
                </a:solidFill>
                <a:effectLst/>
                <a:latin typeface="Consolas" panose="020B0609020204030204" pitchFamily="49" charset="0"/>
              </a:rPr>
              <a:t>Application.properties</a:t>
            </a:r>
            <a:endParaRPr lang="en-US" sz="1800" dirty="0">
              <a:solidFill>
                <a:srgbClr val="000000"/>
              </a:solidFill>
              <a:effectLst/>
              <a:latin typeface="Consolas" panose="020B0609020204030204" pitchFamily="49" charset="0"/>
            </a:endParaRPr>
          </a:p>
          <a:p>
            <a:pPr marL="0" indent="0">
              <a:spcBef>
                <a:spcPts val="0"/>
              </a:spcBef>
              <a:buNone/>
            </a:pPr>
            <a:r>
              <a:rPr lang="en-US" sz="1800" dirty="0" err="1">
                <a:solidFill>
                  <a:srgbClr val="000000"/>
                </a:solidFill>
                <a:effectLst/>
                <a:latin typeface="Consolas" panose="020B0609020204030204" pitchFamily="49" charset="0"/>
              </a:rPr>
              <a:t>spring.messages.basename</a:t>
            </a:r>
            <a:r>
              <a:rPr lang="en-US" sz="1800" dirty="0">
                <a:solidFill>
                  <a:srgbClr val="000000"/>
                </a:solidFill>
                <a:effectLst/>
                <a:latin typeface="Consolas" panose="020B0609020204030204" pitchFamily="49" charset="0"/>
              </a:rPr>
              <a:t>=</a:t>
            </a:r>
            <a:r>
              <a:rPr lang="en-US" sz="1800" dirty="0">
                <a:solidFill>
                  <a:srgbClr val="2AA198"/>
                </a:solidFill>
                <a:effectLst/>
                <a:latin typeface="Consolas" panose="020B0609020204030204" pitchFamily="49" charset="0"/>
              </a:rPr>
              <a:t>messages</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endParaRPr lang="en-US" sz="1800" dirty="0">
              <a:solidFill>
                <a:srgbClr val="000000"/>
              </a:solidFill>
              <a:effectLst/>
              <a:latin typeface="Consolas" panose="020B0609020204030204" pitchFamily="49" charset="0"/>
            </a:endParaRPr>
          </a:p>
          <a:p>
            <a:pPr marL="25400" indent="0">
              <a:buNone/>
            </a:pPr>
            <a:endParaRPr lang="en-US" dirty="0"/>
          </a:p>
        </p:txBody>
      </p:sp>
      <p:sp>
        <p:nvSpPr>
          <p:cNvPr id="3" name="Title 2">
            <a:extLst>
              <a:ext uri="{FF2B5EF4-FFF2-40B4-BE49-F238E27FC236}">
                <a16:creationId xmlns:a16="http://schemas.microsoft.com/office/drawing/2014/main" id="{B103BDE7-5D21-2E6D-B924-EB212B5901F9}"/>
              </a:ext>
            </a:extLst>
          </p:cNvPr>
          <p:cNvSpPr>
            <a:spLocks noGrp="1"/>
          </p:cNvSpPr>
          <p:nvPr>
            <p:ph type="title"/>
          </p:nvPr>
        </p:nvSpPr>
        <p:spPr/>
        <p:txBody>
          <a:bodyPr/>
          <a:lstStyle/>
          <a:p>
            <a:r>
              <a:rPr lang="en-US" dirty="0"/>
              <a:t>Message not working properly</a:t>
            </a:r>
          </a:p>
        </p:txBody>
      </p:sp>
    </p:spTree>
    <p:extLst>
      <p:ext uri="{BB962C8B-B14F-4D97-AF65-F5344CB8AC3E}">
        <p14:creationId xmlns:p14="http://schemas.microsoft.com/office/powerpoint/2010/main" val="3380417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194522-4931-DDCD-314E-E25D0C495A32}"/>
              </a:ext>
            </a:extLst>
          </p:cNvPr>
          <p:cNvSpPr>
            <a:spLocks noGrp="1"/>
          </p:cNvSpPr>
          <p:nvPr>
            <p:ph type="body" idx="1"/>
          </p:nvPr>
        </p:nvSpPr>
        <p:spPr>
          <a:xfrm>
            <a:off x="622300" y="1160003"/>
            <a:ext cx="10947400" cy="1665396"/>
          </a:xfrm>
        </p:spPr>
        <p:txBody>
          <a:bodyPr/>
          <a:lstStyle/>
          <a:p>
            <a:r>
              <a:rPr lang="en-US" altLang="en-US" dirty="0">
                <a:solidFill>
                  <a:srgbClr val="333333"/>
                </a:solidFill>
                <a:latin typeface="Ubuntu" panose="020B0504030602030204" pitchFamily="34" charset="0"/>
              </a:rPr>
              <a:t>Read Messages from properties file and replace the place holder with value passed by user</a:t>
            </a:r>
            <a:endParaRPr kumimoji="0" lang="en-US" altLang="en-US" sz="4400"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3" name="Title 2">
            <a:extLst>
              <a:ext uri="{FF2B5EF4-FFF2-40B4-BE49-F238E27FC236}">
                <a16:creationId xmlns:a16="http://schemas.microsoft.com/office/drawing/2014/main" id="{C9ABFF07-121D-98CF-5E86-2D5AD6E5499A}"/>
              </a:ext>
            </a:extLst>
          </p:cNvPr>
          <p:cNvSpPr>
            <a:spLocks noGrp="1"/>
          </p:cNvSpPr>
          <p:nvPr>
            <p:ph type="title"/>
          </p:nvPr>
        </p:nvSpPr>
        <p:spPr/>
        <p:txBody>
          <a:bodyPr/>
          <a:lstStyle/>
          <a:p>
            <a:r>
              <a:rPr lang="en-US" altLang="en-US" b="1" dirty="0">
                <a:latin typeface="Calibri"/>
                <a:cs typeface="Calibri"/>
              </a:rPr>
              <a:t>#{...} : Message expressions.</a:t>
            </a:r>
            <a:br>
              <a:rPr lang="en-US" altLang="en-US" b="1" dirty="0">
                <a:latin typeface="Calibri"/>
                <a:cs typeface="Calibri"/>
              </a:rPr>
            </a:br>
            <a:endParaRPr lang="en-US" b="1" dirty="0">
              <a:latin typeface="Calibri"/>
              <a:cs typeface="Calibri"/>
            </a:endParaRPr>
          </a:p>
        </p:txBody>
      </p:sp>
      <p:pic>
        <p:nvPicPr>
          <p:cNvPr id="5" name="Picture 4">
            <a:extLst>
              <a:ext uri="{FF2B5EF4-FFF2-40B4-BE49-F238E27FC236}">
                <a16:creationId xmlns:a16="http://schemas.microsoft.com/office/drawing/2014/main" id="{B458A1BD-72C5-1621-A097-A6FD2DD97F03}"/>
              </a:ext>
            </a:extLst>
          </p:cNvPr>
          <p:cNvPicPr>
            <a:picLocks noChangeAspect="1"/>
          </p:cNvPicPr>
          <p:nvPr/>
        </p:nvPicPr>
        <p:blipFill rotWithShape="1">
          <a:blip r:embed="rId2"/>
          <a:srcRect l="5104" t="21729" r="16577" b="30248"/>
          <a:stretch/>
        </p:blipFill>
        <p:spPr>
          <a:xfrm>
            <a:off x="115863" y="2335758"/>
            <a:ext cx="7427742" cy="3291841"/>
          </a:xfrm>
          <a:prstGeom prst="rect">
            <a:avLst/>
          </a:prstGeom>
        </p:spPr>
      </p:pic>
      <p:pic>
        <p:nvPicPr>
          <p:cNvPr id="7" name="Picture 6">
            <a:extLst>
              <a:ext uri="{FF2B5EF4-FFF2-40B4-BE49-F238E27FC236}">
                <a16:creationId xmlns:a16="http://schemas.microsoft.com/office/drawing/2014/main" id="{CF059187-9D13-15FF-09EB-480A634F4FF0}"/>
              </a:ext>
            </a:extLst>
          </p:cNvPr>
          <p:cNvPicPr>
            <a:picLocks noChangeAspect="1"/>
          </p:cNvPicPr>
          <p:nvPr/>
        </p:nvPicPr>
        <p:blipFill rotWithShape="1">
          <a:blip r:embed="rId3"/>
          <a:srcRect l="3345" t="13497" r="35732" b="79296"/>
          <a:stretch/>
        </p:blipFill>
        <p:spPr>
          <a:xfrm>
            <a:off x="2038788" y="5775698"/>
            <a:ext cx="7427742" cy="493996"/>
          </a:xfrm>
          <a:prstGeom prst="rect">
            <a:avLst/>
          </a:prstGeom>
        </p:spPr>
      </p:pic>
      <p:pic>
        <p:nvPicPr>
          <p:cNvPr id="9" name="Picture 8">
            <a:extLst>
              <a:ext uri="{FF2B5EF4-FFF2-40B4-BE49-F238E27FC236}">
                <a16:creationId xmlns:a16="http://schemas.microsoft.com/office/drawing/2014/main" id="{0D127BCF-6648-32D6-694C-6263ACA725BB}"/>
              </a:ext>
            </a:extLst>
          </p:cNvPr>
          <p:cNvPicPr>
            <a:picLocks noChangeAspect="1"/>
          </p:cNvPicPr>
          <p:nvPr/>
        </p:nvPicPr>
        <p:blipFill rotWithShape="1">
          <a:blip r:embed="rId4"/>
          <a:srcRect l="9347" t="37942" r="35385" b="58806"/>
          <a:stretch/>
        </p:blipFill>
        <p:spPr>
          <a:xfrm>
            <a:off x="4651030" y="2602522"/>
            <a:ext cx="6738425" cy="222877"/>
          </a:xfrm>
          <a:prstGeom prst="rect">
            <a:avLst/>
          </a:prstGeom>
        </p:spPr>
      </p:pic>
      <p:pic>
        <p:nvPicPr>
          <p:cNvPr id="11" name="Picture 10">
            <a:extLst>
              <a:ext uri="{FF2B5EF4-FFF2-40B4-BE49-F238E27FC236}">
                <a16:creationId xmlns:a16="http://schemas.microsoft.com/office/drawing/2014/main" id="{E24AC91D-0488-23FE-A75A-39F475C03414}"/>
              </a:ext>
            </a:extLst>
          </p:cNvPr>
          <p:cNvPicPr>
            <a:picLocks noChangeAspect="1"/>
          </p:cNvPicPr>
          <p:nvPr/>
        </p:nvPicPr>
        <p:blipFill rotWithShape="1">
          <a:blip r:embed="rId5"/>
          <a:srcRect l="32088" t="45182" r="24297" b="32710"/>
          <a:stretch/>
        </p:blipFill>
        <p:spPr>
          <a:xfrm>
            <a:off x="7163775" y="3030785"/>
            <a:ext cx="4605511" cy="1312623"/>
          </a:xfrm>
          <a:prstGeom prst="rect">
            <a:avLst/>
          </a:prstGeom>
        </p:spPr>
      </p:pic>
    </p:spTree>
    <p:extLst>
      <p:ext uri="{BB962C8B-B14F-4D97-AF65-F5344CB8AC3E}">
        <p14:creationId xmlns:p14="http://schemas.microsoft.com/office/powerpoint/2010/main" val="2679475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E22D8F-FD54-BCBD-C055-9385C2E853DB}"/>
              </a:ext>
            </a:extLst>
          </p:cNvPr>
          <p:cNvSpPr>
            <a:spLocks noGrp="1"/>
          </p:cNvSpPr>
          <p:nvPr>
            <p:ph type="body" idx="1"/>
          </p:nvPr>
        </p:nvSpPr>
        <p:spPr>
          <a:xfrm>
            <a:off x="509758" y="1356950"/>
            <a:ext cx="10947400" cy="3604389"/>
          </a:xfrm>
        </p:spPr>
        <p:txBody>
          <a:bodyPr/>
          <a:lstStyle/>
          <a:p>
            <a:r>
              <a:rPr lang="en-US" b="0" i="0" dirty="0">
                <a:solidFill>
                  <a:srgbClr val="333333"/>
                </a:solidFill>
                <a:effectLst/>
                <a:latin typeface="Ubuntu" panose="020B0504030602030204" pitchFamily="34" charset="0"/>
              </a:rPr>
              <a:t>Link expressions are meant to build URLs and add useful context and session info to them :</a:t>
            </a:r>
          </a:p>
          <a:p>
            <a:pPr marL="25400" indent="0">
              <a:buNone/>
            </a:pPr>
            <a:r>
              <a:rPr kumimoji="0" lang="en-US" altLang="en-US" sz="3200" b="1" i="0" u="none" strike="noStrike" cap="none" normalizeH="0" baseline="0" dirty="0">
                <a:ln>
                  <a:noFill/>
                </a:ln>
                <a:solidFill>
                  <a:schemeClr val="tx1"/>
                </a:solidFill>
                <a:effectLst/>
                <a:latin typeface="Ubuntu Mono" panose="020B0509030602030204" pitchFamily="49" charset="0"/>
              </a:rPr>
              <a:t>&lt;a </a:t>
            </a:r>
            <a:r>
              <a:rPr kumimoji="0" lang="en-US" altLang="en-US" sz="3200" b="1" i="0" u="none" strike="noStrike" cap="none" normalizeH="0" baseline="0" dirty="0" err="1">
                <a:ln>
                  <a:noFill/>
                </a:ln>
                <a:solidFill>
                  <a:schemeClr val="tx1"/>
                </a:solidFill>
                <a:effectLst/>
                <a:latin typeface="Ubuntu Mono" panose="020B0509030602030204" pitchFamily="49" charset="0"/>
              </a:rPr>
              <a:t>th:href</a:t>
            </a:r>
            <a:r>
              <a:rPr kumimoji="0" lang="en-US" altLang="en-US" sz="3200" b="1" i="0" u="none" strike="noStrike" cap="none" normalizeH="0" baseline="0" dirty="0">
                <a:ln>
                  <a:noFill/>
                </a:ln>
                <a:solidFill>
                  <a:schemeClr val="tx1"/>
                </a:solidFill>
                <a:effectLst/>
                <a:latin typeface="Ubuntu Mono" panose="020B0509030602030204" pitchFamily="49" charset="0"/>
              </a:rPr>
              <a:t>="@{/order/list}"&gt;...&lt;/a&gt;</a:t>
            </a:r>
            <a:r>
              <a:rPr kumimoji="0" lang="en-US" altLang="en-US" sz="4000" b="1" i="0" u="none" strike="noStrike" cap="none" normalizeH="0" baseline="0" dirty="0">
                <a:ln>
                  <a:noFill/>
                </a:ln>
                <a:solidFill>
                  <a:schemeClr val="tx1"/>
                </a:solidFill>
                <a:effectLst/>
              </a:rPr>
              <a:t> </a:t>
            </a:r>
          </a:p>
          <a:p>
            <a:pPr marL="25400" indent="0">
              <a:buNone/>
            </a:pPr>
            <a:r>
              <a:rPr lang="en-US" sz="4000" b="0" i="0" dirty="0">
                <a:solidFill>
                  <a:srgbClr val="333333"/>
                </a:solidFill>
                <a:effectLst/>
                <a:latin typeface="Ubuntu" panose="020B0504030602030204" pitchFamily="34" charset="0"/>
              </a:rPr>
              <a:t>URLs can also take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Ubuntu Mono" panose="020B0509030602030204" pitchFamily="49" charset="0"/>
              </a:rPr>
              <a:t>&lt;a </a:t>
            </a:r>
            <a:r>
              <a:rPr kumimoji="0" lang="en-US" altLang="en-US" sz="2400" b="1" i="0" u="none" strike="noStrike" cap="none" normalizeH="0" baseline="0" dirty="0" err="1">
                <a:ln>
                  <a:noFill/>
                </a:ln>
                <a:solidFill>
                  <a:schemeClr val="tx1"/>
                </a:solidFill>
                <a:effectLst/>
                <a:latin typeface="Ubuntu Mono" panose="020B0509030602030204" pitchFamily="49" charset="0"/>
              </a:rPr>
              <a:t>th:href</a:t>
            </a:r>
            <a:r>
              <a:rPr kumimoji="0" lang="en-US" altLang="en-US" sz="2400" b="1" i="0" u="none" strike="noStrike" cap="none" normalizeH="0" baseline="0" dirty="0">
                <a:ln>
                  <a:noFill/>
                </a:ln>
                <a:solidFill>
                  <a:schemeClr val="tx1"/>
                </a:solidFill>
                <a:effectLst/>
                <a:latin typeface="Ubuntu Mono" panose="020B0509030602030204" pitchFamily="49" charset="0"/>
              </a:rPr>
              <a:t>="@{/order/details(id=${</a:t>
            </a:r>
            <a:r>
              <a:rPr kumimoji="0" lang="en-US" altLang="en-US" sz="2400" b="1" i="0" u="none" strike="noStrike" cap="none" normalizeH="0" baseline="0" dirty="0" err="1">
                <a:ln>
                  <a:noFill/>
                </a:ln>
                <a:solidFill>
                  <a:schemeClr val="tx1"/>
                </a:solidFill>
                <a:effectLst/>
                <a:latin typeface="Ubuntu Mono" panose="020B0509030602030204" pitchFamily="49" charset="0"/>
              </a:rPr>
              <a:t>orderId</a:t>
            </a:r>
            <a:r>
              <a:rPr kumimoji="0" lang="en-US" altLang="en-US" sz="2400" b="1" i="0" u="none" strike="noStrike" cap="none" normalizeH="0" baseline="0" dirty="0">
                <a:ln>
                  <a:noFill/>
                </a:ln>
                <a:solidFill>
                  <a:schemeClr val="tx1"/>
                </a:solidFill>
                <a:effectLst/>
                <a:latin typeface="Ubuntu Mono" panose="020B0509030602030204" pitchFamily="49" charset="0"/>
              </a:rPr>
              <a:t>},type=${</a:t>
            </a:r>
            <a:r>
              <a:rPr kumimoji="0" lang="en-US" altLang="en-US" sz="2400" b="1" i="0" u="none" strike="noStrike" cap="none" normalizeH="0" baseline="0" dirty="0" err="1">
                <a:ln>
                  <a:noFill/>
                </a:ln>
                <a:solidFill>
                  <a:schemeClr val="tx1"/>
                </a:solidFill>
                <a:effectLst/>
                <a:latin typeface="Ubuntu Mono" panose="020B0509030602030204" pitchFamily="49" charset="0"/>
              </a:rPr>
              <a:t>orderType</a:t>
            </a:r>
            <a:r>
              <a:rPr kumimoji="0" lang="en-US" altLang="en-US" sz="2400" b="1" i="0" u="none" strike="noStrike" cap="none" normalizeH="0" baseline="0" dirty="0">
                <a:ln>
                  <a:noFill/>
                </a:ln>
                <a:solidFill>
                  <a:schemeClr val="tx1"/>
                </a:solidFill>
                <a:effectLst/>
                <a:latin typeface="Ubuntu Mono" panose="020B0509030602030204" pitchFamily="49" charset="0"/>
              </a:rPr>
              <a:t>})}"&gt;...&lt;/a&gt;</a:t>
            </a:r>
            <a:r>
              <a:rPr kumimoji="0" lang="en-US" altLang="en-US" b="1" i="0" u="none" strike="noStrike" cap="none" normalizeH="0" baseline="0" dirty="0">
                <a:ln>
                  <a:noFill/>
                </a:ln>
                <a:solidFill>
                  <a:schemeClr val="tx1"/>
                </a:solidFill>
                <a:effectLst/>
              </a:rPr>
              <a:t> </a:t>
            </a:r>
            <a:endParaRPr kumimoji="0" lang="en-US" altLang="en-US" sz="4800" b="1" i="0" u="none" strike="noStrike" cap="none" normalizeH="0" baseline="0" dirty="0">
              <a:ln>
                <a:noFill/>
              </a:ln>
              <a:solidFill>
                <a:schemeClr val="tx1"/>
              </a:solidFill>
              <a:effectLst/>
              <a:latin typeface="Arial" panose="020B0604020202020204" pitchFamily="34" charset="0"/>
            </a:endParaRPr>
          </a:p>
          <a:p>
            <a:pPr marL="25400" indent="0">
              <a:buNone/>
            </a:pPr>
            <a:endParaRPr lang="en-US" dirty="0"/>
          </a:p>
        </p:txBody>
      </p:sp>
      <p:sp>
        <p:nvSpPr>
          <p:cNvPr id="3" name="Title 2">
            <a:extLst>
              <a:ext uri="{FF2B5EF4-FFF2-40B4-BE49-F238E27FC236}">
                <a16:creationId xmlns:a16="http://schemas.microsoft.com/office/drawing/2014/main" id="{C155D743-4DD6-9C31-FF7B-5572C29921A7}"/>
              </a:ext>
            </a:extLst>
          </p:cNvPr>
          <p:cNvSpPr>
            <a:spLocks noGrp="1"/>
          </p:cNvSpPr>
          <p:nvPr>
            <p:ph type="title"/>
          </p:nvPr>
        </p:nvSpPr>
        <p:spPr/>
        <p:txBody>
          <a:bodyPr/>
          <a:lstStyle/>
          <a:p>
            <a:r>
              <a:rPr lang="en-US" altLang="en-US" dirty="0"/>
              <a:t>@{...} : Link (URL) expressions.</a:t>
            </a:r>
            <a:endParaRPr lang="en-US" dirty="0"/>
          </a:p>
        </p:txBody>
      </p:sp>
    </p:spTree>
    <p:extLst>
      <p:ext uri="{BB962C8B-B14F-4D97-AF65-F5344CB8AC3E}">
        <p14:creationId xmlns:p14="http://schemas.microsoft.com/office/powerpoint/2010/main" val="3646469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51E0D-D198-4751-0DE3-701095578A19}"/>
              </a:ext>
            </a:extLst>
          </p:cNvPr>
          <p:cNvSpPr>
            <a:spLocks noGrp="1"/>
          </p:cNvSpPr>
          <p:nvPr>
            <p:ph type="body" idx="1"/>
          </p:nvPr>
        </p:nvSpPr>
        <p:spPr>
          <a:xfrm>
            <a:off x="622300" y="1160003"/>
            <a:ext cx="10947400" cy="3450500"/>
          </a:xfrm>
        </p:spPr>
        <p:txBody>
          <a:bodyPr/>
          <a:lstStyle/>
          <a:p>
            <a:r>
              <a:rPr lang="en-US" dirty="0"/>
              <a:t>Create database using </a:t>
            </a:r>
            <a:r>
              <a:rPr lang="en-US" dirty="0" err="1"/>
              <a:t>mySql</a:t>
            </a:r>
            <a:r>
              <a:rPr lang="en-US" dirty="0"/>
              <a:t> – </a:t>
            </a:r>
            <a:r>
              <a:rPr lang="en-US" dirty="0" err="1"/>
              <a:t>rahuldb</a:t>
            </a:r>
            <a:endParaRPr lang="en-US" dirty="0"/>
          </a:p>
          <a:p>
            <a:r>
              <a:rPr lang="en-US" dirty="0"/>
              <a:t>Create Project Using Spring Starter Web | Spring Initializer</a:t>
            </a:r>
          </a:p>
          <a:p>
            <a:r>
              <a:rPr lang="en-US" dirty="0"/>
              <a:t>Add Required Dependencies</a:t>
            </a:r>
          </a:p>
          <a:p>
            <a:r>
              <a:rPr lang="en-US" dirty="0"/>
              <a:t>Configure Data Base Using </a:t>
            </a:r>
            <a:r>
              <a:rPr lang="en-US" dirty="0" err="1"/>
              <a:t>application.properties</a:t>
            </a:r>
            <a:r>
              <a:rPr lang="en-US" dirty="0"/>
              <a:t> </a:t>
            </a:r>
          </a:p>
          <a:p>
            <a:pPr marL="25400" indent="0">
              <a:buNone/>
            </a:pPr>
            <a:endParaRPr lang="en-US" dirty="0"/>
          </a:p>
          <a:p>
            <a:pPr marL="25400" indent="0">
              <a:buNone/>
            </a:pPr>
            <a:endParaRPr lang="en-US" dirty="0"/>
          </a:p>
        </p:txBody>
      </p:sp>
      <p:sp>
        <p:nvSpPr>
          <p:cNvPr id="3" name="Title 2">
            <a:extLst>
              <a:ext uri="{FF2B5EF4-FFF2-40B4-BE49-F238E27FC236}">
                <a16:creationId xmlns:a16="http://schemas.microsoft.com/office/drawing/2014/main" id="{3D75C964-FAAE-9E8C-DEBE-B048E40BCCD4}"/>
              </a:ext>
            </a:extLst>
          </p:cNvPr>
          <p:cNvSpPr>
            <a:spLocks noGrp="1"/>
          </p:cNvSpPr>
          <p:nvPr>
            <p:ph type="title"/>
          </p:nvPr>
        </p:nvSpPr>
        <p:spPr/>
        <p:txBody>
          <a:bodyPr/>
          <a:lstStyle/>
          <a:p>
            <a:r>
              <a:rPr lang="en-US" dirty="0"/>
              <a:t>Steps to Create Project</a:t>
            </a:r>
          </a:p>
        </p:txBody>
      </p:sp>
    </p:spTree>
    <p:extLst>
      <p:ext uri="{BB962C8B-B14F-4D97-AF65-F5344CB8AC3E}">
        <p14:creationId xmlns:p14="http://schemas.microsoft.com/office/powerpoint/2010/main" val="2193362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C1734D-EB22-F6C8-123B-550DEB0391FF}"/>
              </a:ext>
            </a:extLst>
          </p:cNvPr>
          <p:cNvSpPr>
            <a:spLocks noGrp="1"/>
          </p:cNvSpPr>
          <p:nvPr>
            <p:ph type="body" idx="1"/>
          </p:nvPr>
        </p:nvSpPr>
        <p:spPr>
          <a:xfrm>
            <a:off x="622300" y="1160003"/>
            <a:ext cx="10947400" cy="5297160"/>
          </a:xfrm>
        </p:spPr>
        <p:txBody>
          <a:bodyPr/>
          <a:lstStyle/>
          <a:p>
            <a:pPr marL="0" marR="0" indent="0">
              <a:spcBef>
                <a:spcPts val="0"/>
              </a:spcBef>
              <a:spcAft>
                <a:spcPts val="0"/>
              </a:spcAft>
              <a:buNone/>
            </a:pPr>
            <a:r>
              <a:rPr lang="en-US" sz="1800" dirty="0">
                <a:solidFill>
                  <a:srgbClr val="000000"/>
                </a:solidFill>
                <a:effectLst/>
                <a:latin typeface="Consolas" panose="020B0609020204030204" pitchFamily="49" charset="0"/>
              </a:rPr>
              <a:t>To Communicate with Data Base </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dependency</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groupId</a:t>
            </a:r>
            <a:r>
              <a:rPr lang="en-US" sz="1800" dirty="0">
                <a:solidFill>
                  <a:srgbClr val="000000"/>
                </a:solidFill>
                <a:effectLst/>
                <a:latin typeface="Consolas" panose="020B0609020204030204" pitchFamily="49" charset="0"/>
              </a:rPr>
              <a:t>&gt;</a:t>
            </a:r>
            <a:r>
              <a:rPr lang="en-US" sz="1800" dirty="0" err="1">
                <a:solidFill>
                  <a:srgbClr val="000000"/>
                </a:solidFill>
                <a:effectLst/>
                <a:latin typeface="Consolas" panose="020B0609020204030204" pitchFamily="49" charset="0"/>
              </a:rPr>
              <a:t>org.springframework.boot</a:t>
            </a: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groupId</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artifactId</a:t>
            </a:r>
            <a:r>
              <a:rPr lang="en-US" sz="1800" dirty="0">
                <a:solidFill>
                  <a:srgbClr val="000000"/>
                </a:solidFill>
                <a:effectLst/>
                <a:latin typeface="Consolas" panose="020B0609020204030204" pitchFamily="49" charset="0"/>
              </a:rPr>
              <a:t>&gt;spring-boot-starter-data-</a:t>
            </a:r>
            <a:r>
              <a:rPr lang="en-US" sz="1800" dirty="0" err="1">
                <a:solidFill>
                  <a:srgbClr val="000000"/>
                </a:solidFill>
                <a:effectLst/>
                <a:latin typeface="Consolas" panose="020B0609020204030204" pitchFamily="49" charset="0"/>
              </a:rPr>
              <a:t>jpa</a:t>
            </a: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artifactId</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dependency</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r>
              <a:rPr lang="en-US" sz="1800" dirty="0">
                <a:solidFill>
                  <a:srgbClr val="000000"/>
                </a:solidFill>
                <a:effectLst/>
                <a:latin typeface="Consolas" panose="020B0609020204030204" pitchFamily="49" charset="0"/>
              </a:rPr>
              <a:t>To Develop Web MVC | Rest Api</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dependency</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groupId</a:t>
            </a:r>
            <a:r>
              <a:rPr lang="en-US" sz="1800" dirty="0">
                <a:solidFill>
                  <a:srgbClr val="000000"/>
                </a:solidFill>
                <a:effectLst/>
                <a:latin typeface="Consolas" panose="020B0609020204030204" pitchFamily="49" charset="0"/>
              </a:rPr>
              <a:t>&gt;</a:t>
            </a:r>
            <a:r>
              <a:rPr lang="en-US" sz="1800" dirty="0" err="1">
                <a:solidFill>
                  <a:srgbClr val="000000"/>
                </a:solidFill>
                <a:effectLst/>
                <a:latin typeface="Consolas" panose="020B0609020204030204" pitchFamily="49" charset="0"/>
              </a:rPr>
              <a:t>org.springframework.boot</a:t>
            </a: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groupId</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artifactId</a:t>
            </a:r>
            <a:r>
              <a:rPr lang="en-US" sz="1800" dirty="0">
                <a:solidFill>
                  <a:srgbClr val="000000"/>
                </a:solidFill>
                <a:effectLst/>
                <a:latin typeface="Consolas" panose="020B0609020204030204" pitchFamily="49" charset="0"/>
              </a:rPr>
              <a:t>&gt;spring-boot-starter-web&lt;/</a:t>
            </a:r>
            <a:r>
              <a:rPr lang="en-US" sz="1800" dirty="0" err="1">
                <a:solidFill>
                  <a:srgbClr val="268BD2"/>
                </a:solidFill>
                <a:effectLst/>
                <a:latin typeface="Consolas" panose="020B0609020204030204" pitchFamily="49" charset="0"/>
              </a:rPr>
              <a:t>artifactId</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dependency</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latin typeface="Consolas" panose="020B0609020204030204" pitchFamily="49" charset="0"/>
              </a:rPr>
              <a:t>=======================================================================================</a:t>
            </a:r>
          </a:p>
          <a:p>
            <a:pPr marL="0" marR="0" indent="0">
              <a:spcBef>
                <a:spcPts val="0"/>
              </a:spcBef>
              <a:spcAft>
                <a:spcPts val="0"/>
              </a:spcAft>
              <a:buNone/>
            </a:pPr>
            <a:r>
              <a:rPr lang="en-US" sz="1800" dirty="0">
                <a:solidFill>
                  <a:srgbClr val="000000"/>
                </a:solidFill>
                <a:effectLst/>
                <a:latin typeface="Consolas" panose="020B0609020204030204" pitchFamily="49" charset="0"/>
              </a:rPr>
              <a:t>To Increase the productivity of Developer</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dependency</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groupId</a:t>
            </a:r>
            <a:r>
              <a:rPr lang="en-US" sz="1800" dirty="0">
                <a:solidFill>
                  <a:srgbClr val="000000"/>
                </a:solidFill>
                <a:effectLst/>
                <a:latin typeface="Consolas" panose="020B0609020204030204" pitchFamily="49" charset="0"/>
              </a:rPr>
              <a:t>&gt;</a:t>
            </a:r>
            <a:r>
              <a:rPr lang="en-US" sz="1800" dirty="0" err="1">
                <a:solidFill>
                  <a:srgbClr val="000000"/>
                </a:solidFill>
                <a:effectLst/>
                <a:latin typeface="Consolas" panose="020B0609020204030204" pitchFamily="49" charset="0"/>
              </a:rPr>
              <a:t>org.springframework.boot</a:t>
            </a: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groupId</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artifactId</a:t>
            </a:r>
            <a:r>
              <a:rPr lang="en-US" sz="1800" dirty="0">
                <a:solidFill>
                  <a:srgbClr val="000000"/>
                </a:solidFill>
                <a:effectLst/>
                <a:latin typeface="Consolas" panose="020B0609020204030204" pitchFamily="49" charset="0"/>
              </a:rPr>
              <a:t>&gt;spring-boot-</a:t>
            </a:r>
            <a:r>
              <a:rPr lang="en-US" sz="1800" dirty="0" err="1">
                <a:solidFill>
                  <a:srgbClr val="000000"/>
                </a:solidFill>
                <a:effectLst/>
                <a:latin typeface="Consolas" panose="020B0609020204030204" pitchFamily="49" charset="0"/>
              </a:rPr>
              <a:t>devtools</a:t>
            </a:r>
            <a:r>
              <a:rPr lang="en-US" sz="1800" dirty="0">
                <a:solidFill>
                  <a:srgbClr val="000000"/>
                </a:solidFill>
                <a:effectLst/>
                <a:latin typeface="Consolas" panose="020B0609020204030204" pitchFamily="49" charset="0"/>
              </a:rPr>
              <a:t>&lt;/</a:t>
            </a:r>
            <a:r>
              <a:rPr lang="en-US" sz="1800" dirty="0" err="1">
                <a:solidFill>
                  <a:srgbClr val="268BD2"/>
                </a:solidFill>
                <a:effectLst/>
                <a:latin typeface="Consolas" panose="020B0609020204030204" pitchFamily="49" charset="0"/>
              </a:rPr>
              <a:t>artifactId</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scope</a:t>
            </a:r>
            <a:r>
              <a:rPr lang="en-US" sz="1800" dirty="0">
                <a:solidFill>
                  <a:srgbClr val="000000"/>
                </a:solidFill>
                <a:effectLst/>
                <a:latin typeface="Consolas" panose="020B0609020204030204" pitchFamily="49" charset="0"/>
              </a:rPr>
              <a:t>&gt;runtime&lt;/</a:t>
            </a:r>
            <a:r>
              <a:rPr lang="en-US" sz="1800" dirty="0">
                <a:solidFill>
                  <a:srgbClr val="268BD2"/>
                </a:solidFill>
                <a:effectLst/>
                <a:latin typeface="Consolas" panose="020B0609020204030204" pitchFamily="49" charset="0"/>
              </a:rPr>
              <a:t>scope</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optional</a:t>
            </a:r>
            <a:r>
              <a:rPr lang="en-US" sz="1800" dirty="0">
                <a:solidFill>
                  <a:srgbClr val="000000"/>
                </a:solidFill>
                <a:effectLst/>
                <a:latin typeface="Consolas" panose="020B0609020204030204" pitchFamily="49" charset="0"/>
              </a:rPr>
              <a:t>&gt;true&lt;/</a:t>
            </a:r>
            <a:r>
              <a:rPr lang="en-US" sz="1800" dirty="0">
                <a:solidFill>
                  <a:srgbClr val="268BD2"/>
                </a:solidFill>
                <a:effectLst/>
                <a:latin typeface="Consolas" panose="020B0609020204030204" pitchFamily="49" charset="0"/>
              </a:rPr>
              <a:t>optional</a:t>
            </a:r>
            <a:r>
              <a:rPr lang="en-US" sz="1800" dirty="0">
                <a:solidFill>
                  <a:srgbClr val="000000"/>
                </a:solidFill>
                <a:effectLst/>
                <a:latin typeface="Consolas" panose="020B0609020204030204" pitchFamily="49" charset="0"/>
              </a:rPr>
              <a:t>&gt;</a:t>
            </a:r>
          </a:p>
          <a:p>
            <a:pPr marL="0" marR="0" indent="0">
              <a:spcBef>
                <a:spcPts val="0"/>
              </a:spcBef>
              <a:spcAft>
                <a:spcPts val="0"/>
              </a:spcAft>
              <a:buNone/>
            </a:pPr>
            <a:r>
              <a:rPr lang="en-US" sz="1800" dirty="0">
                <a:solidFill>
                  <a:srgbClr val="000000"/>
                </a:solidFill>
                <a:effectLst/>
                <a:latin typeface="Consolas" panose="020B0609020204030204" pitchFamily="49" charset="0"/>
              </a:rPr>
              <a:t>&lt;/</a:t>
            </a:r>
            <a:r>
              <a:rPr lang="en-US" sz="1800" dirty="0">
                <a:solidFill>
                  <a:srgbClr val="268BD2"/>
                </a:solidFill>
                <a:effectLst/>
                <a:latin typeface="Consolas" panose="020B0609020204030204" pitchFamily="49" charset="0"/>
              </a:rPr>
              <a:t>dependency</a:t>
            </a:r>
            <a:r>
              <a:rPr lang="en-US" sz="1800" dirty="0">
                <a:solidFill>
                  <a:srgbClr val="000000"/>
                </a:solidFill>
                <a:effectLst/>
                <a:latin typeface="Consolas" panose="020B0609020204030204" pitchFamily="49" charset="0"/>
              </a:rPr>
              <a:t>&gt;</a:t>
            </a:r>
          </a:p>
        </p:txBody>
      </p:sp>
      <p:sp>
        <p:nvSpPr>
          <p:cNvPr id="3" name="Title 2">
            <a:extLst>
              <a:ext uri="{FF2B5EF4-FFF2-40B4-BE49-F238E27FC236}">
                <a16:creationId xmlns:a16="http://schemas.microsoft.com/office/drawing/2014/main" id="{B4CAF5CE-7CF5-AB58-2700-DC49C81C6946}"/>
              </a:ext>
            </a:extLst>
          </p:cNvPr>
          <p:cNvSpPr>
            <a:spLocks noGrp="1"/>
          </p:cNvSpPr>
          <p:nvPr>
            <p:ph type="title"/>
          </p:nvPr>
        </p:nvSpPr>
        <p:spPr/>
        <p:txBody>
          <a:bodyPr/>
          <a:lstStyle/>
          <a:p>
            <a:r>
              <a:rPr lang="en-US" dirty="0"/>
              <a:t>Dependency </a:t>
            </a:r>
          </a:p>
        </p:txBody>
      </p:sp>
    </p:spTree>
    <p:extLst>
      <p:ext uri="{BB962C8B-B14F-4D97-AF65-F5344CB8AC3E}">
        <p14:creationId xmlns:p14="http://schemas.microsoft.com/office/powerpoint/2010/main" val="1303836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8A1267E-6BA5-8EAC-BCA6-BDBE4EFF1E52}"/>
              </a:ext>
            </a:extLst>
          </p:cNvPr>
          <p:cNvSpPr>
            <a:spLocks noGrp="1"/>
          </p:cNvSpPr>
          <p:nvPr>
            <p:ph type="body" idx="1"/>
          </p:nvPr>
        </p:nvSpPr>
        <p:spPr>
          <a:xfrm>
            <a:off x="622300" y="1160003"/>
            <a:ext cx="10947400" cy="5897324"/>
          </a:xfrm>
        </p:spPr>
        <p:txBody>
          <a:bodyPr/>
          <a:lstStyle/>
          <a:p>
            <a:pPr marL="0" marR="0" indent="0">
              <a:spcBef>
                <a:spcPts val="0"/>
              </a:spcBef>
              <a:spcAft>
                <a:spcPts val="0"/>
              </a:spcAft>
              <a:buNone/>
            </a:pPr>
            <a:r>
              <a:rPr lang="en-US" sz="4000" dirty="0" err="1"/>
              <a:t>Thymeleaf</a:t>
            </a:r>
            <a:endParaRPr lang="en-US" sz="2800" dirty="0">
              <a:solidFill>
                <a:srgbClr val="000000"/>
              </a:solidFill>
              <a:effectLst/>
              <a:latin typeface="Consolas" panose="020B0609020204030204" pitchFamily="49" charset="0"/>
            </a:endParaRP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a:solidFill>
                  <a:srgbClr val="268BD2"/>
                </a:solidFill>
                <a:effectLst/>
                <a:latin typeface="Consolas" panose="020B0609020204030204" pitchFamily="49" charset="0"/>
              </a:rPr>
              <a:t>dependency</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groupId</a:t>
            </a:r>
            <a:r>
              <a:rPr lang="en-US" sz="2800" dirty="0">
                <a:solidFill>
                  <a:srgbClr val="000000"/>
                </a:solidFill>
                <a:effectLst/>
                <a:latin typeface="Consolas" panose="020B0609020204030204" pitchFamily="49" charset="0"/>
              </a:rPr>
              <a:t>&gt;</a:t>
            </a:r>
            <a:r>
              <a:rPr lang="en-US" sz="2800" dirty="0" err="1">
                <a:solidFill>
                  <a:srgbClr val="000000"/>
                </a:solidFill>
                <a:effectLst/>
                <a:latin typeface="Consolas" panose="020B0609020204030204" pitchFamily="49" charset="0"/>
              </a:rPr>
              <a:t>org.springframework.boot</a:t>
            </a: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groupId</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artifactId</a:t>
            </a:r>
            <a:r>
              <a:rPr lang="en-US" sz="2800" dirty="0">
                <a:solidFill>
                  <a:srgbClr val="000000"/>
                </a:solidFill>
                <a:effectLst/>
                <a:latin typeface="Consolas" panose="020B0609020204030204" pitchFamily="49" charset="0"/>
              </a:rPr>
              <a:t>&gt;spring-boot-starter-</a:t>
            </a:r>
            <a:r>
              <a:rPr lang="en-US" sz="2800" dirty="0" err="1">
                <a:solidFill>
                  <a:srgbClr val="000000"/>
                </a:solidFill>
                <a:effectLst/>
                <a:latin typeface="Consolas" panose="020B0609020204030204" pitchFamily="49" charset="0"/>
              </a:rPr>
              <a:t>thymeleaf</a:t>
            </a: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artifactId</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a:solidFill>
                  <a:srgbClr val="268BD2"/>
                </a:solidFill>
                <a:effectLst/>
                <a:latin typeface="Consolas" panose="020B0609020204030204" pitchFamily="49" charset="0"/>
              </a:rPr>
              <a:t>dependency</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a:t>
            </a:r>
          </a:p>
          <a:p>
            <a:pPr marL="0" marR="0" indent="0">
              <a:spcBef>
                <a:spcPts val="0"/>
              </a:spcBef>
              <a:spcAft>
                <a:spcPts val="0"/>
              </a:spcAft>
              <a:buNone/>
            </a:pPr>
            <a:r>
              <a:rPr lang="en-US" sz="2800" dirty="0" err="1">
                <a:solidFill>
                  <a:srgbClr val="000000"/>
                </a:solidFill>
                <a:effectLst/>
                <a:latin typeface="Consolas" panose="020B0609020204030204" pitchFamily="49" charset="0"/>
              </a:rPr>
              <a:t>MYSql</a:t>
            </a:r>
            <a:r>
              <a:rPr lang="en-US" sz="2800" dirty="0">
                <a:solidFill>
                  <a:srgbClr val="000000"/>
                </a:solidFill>
                <a:effectLst/>
                <a:latin typeface="Consolas" panose="020B0609020204030204" pitchFamily="49" charset="0"/>
              </a:rPr>
              <a:t> Connector</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groupId</a:t>
            </a:r>
            <a:r>
              <a:rPr lang="en-US" sz="2800" dirty="0">
                <a:solidFill>
                  <a:srgbClr val="000000"/>
                </a:solidFill>
                <a:effectLst/>
                <a:latin typeface="Consolas" panose="020B0609020204030204" pitchFamily="49" charset="0"/>
              </a:rPr>
              <a:t>&gt;</a:t>
            </a:r>
            <a:r>
              <a:rPr lang="en-US" sz="2800" dirty="0" err="1">
                <a:solidFill>
                  <a:srgbClr val="000000"/>
                </a:solidFill>
                <a:effectLst/>
                <a:latin typeface="Consolas" panose="020B0609020204030204" pitchFamily="49" charset="0"/>
              </a:rPr>
              <a:t>mysql</a:t>
            </a: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groupId</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err="1">
                <a:solidFill>
                  <a:srgbClr val="268BD2"/>
                </a:solidFill>
                <a:effectLst/>
                <a:latin typeface="Consolas" panose="020B0609020204030204" pitchFamily="49" charset="0"/>
              </a:rPr>
              <a:t>artifactId</a:t>
            </a:r>
            <a:r>
              <a:rPr lang="en-US" sz="2800" dirty="0">
                <a:solidFill>
                  <a:srgbClr val="000000"/>
                </a:solidFill>
                <a:effectLst/>
                <a:latin typeface="Consolas" panose="020B0609020204030204" pitchFamily="49" charset="0"/>
              </a:rPr>
              <a:t>&gt;</a:t>
            </a:r>
            <a:r>
              <a:rPr lang="en-US" sz="2800" dirty="0" err="1">
                <a:solidFill>
                  <a:srgbClr val="000000"/>
                </a:solidFill>
                <a:effectLst/>
                <a:latin typeface="Consolas" panose="020B0609020204030204" pitchFamily="49" charset="0"/>
              </a:rPr>
              <a:t>mysql</a:t>
            </a:r>
            <a:r>
              <a:rPr lang="en-US" sz="2800" dirty="0">
                <a:solidFill>
                  <a:srgbClr val="000000"/>
                </a:solidFill>
                <a:effectLst/>
                <a:latin typeface="Consolas" panose="020B0609020204030204" pitchFamily="49" charset="0"/>
              </a:rPr>
              <a:t>-connector-java&lt;/</a:t>
            </a:r>
            <a:r>
              <a:rPr lang="en-US" sz="2800" dirty="0" err="1">
                <a:solidFill>
                  <a:srgbClr val="268BD2"/>
                </a:solidFill>
                <a:effectLst/>
                <a:latin typeface="Consolas" panose="020B0609020204030204" pitchFamily="49" charset="0"/>
              </a:rPr>
              <a:t>artifactId</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a:solidFill>
                  <a:srgbClr val="268BD2"/>
                </a:solidFill>
                <a:effectLst/>
                <a:latin typeface="Consolas" panose="020B0609020204030204" pitchFamily="49" charset="0"/>
              </a:rPr>
              <a:t>scope</a:t>
            </a:r>
            <a:r>
              <a:rPr lang="en-US" sz="2800" dirty="0">
                <a:solidFill>
                  <a:srgbClr val="000000"/>
                </a:solidFill>
                <a:effectLst/>
                <a:latin typeface="Consolas" panose="020B0609020204030204" pitchFamily="49" charset="0"/>
              </a:rPr>
              <a:t>&gt;runtime&lt;/</a:t>
            </a:r>
            <a:r>
              <a:rPr lang="en-US" sz="2800" dirty="0">
                <a:solidFill>
                  <a:srgbClr val="268BD2"/>
                </a:solidFill>
                <a:effectLst/>
                <a:latin typeface="Consolas" panose="020B0609020204030204" pitchFamily="49" charset="0"/>
              </a:rPr>
              <a:t>scope</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r>
              <a:rPr lang="en-US" sz="2800" dirty="0">
                <a:solidFill>
                  <a:srgbClr val="000000"/>
                </a:solidFill>
                <a:effectLst/>
                <a:latin typeface="Consolas" panose="020B0609020204030204" pitchFamily="49" charset="0"/>
              </a:rPr>
              <a:t>&lt;/</a:t>
            </a:r>
            <a:r>
              <a:rPr lang="en-US" sz="2800" dirty="0">
                <a:solidFill>
                  <a:srgbClr val="268BD2"/>
                </a:solidFill>
                <a:effectLst/>
                <a:latin typeface="Consolas" panose="020B0609020204030204" pitchFamily="49" charset="0"/>
              </a:rPr>
              <a:t>dependency</a:t>
            </a:r>
            <a:r>
              <a:rPr lang="en-US" sz="2800" dirty="0">
                <a:solidFill>
                  <a:srgbClr val="000000"/>
                </a:solidFill>
                <a:effectLst/>
                <a:latin typeface="Consolas" panose="020B0609020204030204" pitchFamily="49" charset="0"/>
              </a:rPr>
              <a:t>&gt;</a:t>
            </a:r>
          </a:p>
          <a:p>
            <a:pPr marL="0" marR="0" indent="0">
              <a:spcBef>
                <a:spcPts val="0"/>
              </a:spcBef>
              <a:spcAft>
                <a:spcPts val="0"/>
              </a:spcAft>
              <a:buNone/>
            </a:pPr>
            <a:endParaRPr lang="en-US" sz="2800" dirty="0">
              <a:solidFill>
                <a:srgbClr val="000000"/>
              </a:solidFill>
              <a:effectLst/>
              <a:latin typeface="Consolas" panose="020B0609020204030204" pitchFamily="49" charset="0"/>
            </a:endParaRPr>
          </a:p>
          <a:p>
            <a:endParaRPr lang="en-US" sz="2800" dirty="0"/>
          </a:p>
        </p:txBody>
      </p:sp>
      <p:sp>
        <p:nvSpPr>
          <p:cNvPr id="3" name="Title 2">
            <a:extLst>
              <a:ext uri="{FF2B5EF4-FFF2-40B4-BE49-F238E27FC236}">
                <a16:creationId xmlns:a16="http://schemas.microsoft.com/office/drawing/2014/main" id="{6B9430EF-9C5E-70FB-E64E-8401F807AC09}"/>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854381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4605C5-83EE-280C-2C3F-EFCAD0B1A927}"/>
              </a:ext>
            </a:extLst>
          </p:cNvPr>
          <p:cNvSpPr>
            <a:spLocks noGrp="1"/>
          </p:cNvSpPr>
          <p:nvPr>
            <p:ph type="body" idx="1"/>
          </p:nvPr>
        </p:nvSpPr>
        <p:spPr>
          <a:xfrm>
            <a:off x="622300" y="1160003"/>
            <a:ext cx="10947400" cy="2265561"/>
          </a:xfrm>
        </p:spPr>
        <p:txBody>
          <a:bodyPr/>
          <a:lstStyle/>
          <a:p>
            <a:pPr marL="0" marR="0" indent="0">
              <a:spcBef>
                <a:spcPts val="0"/>
              </a:spcBef>
              <a:spcAft>
                <a:spcPts val="0"/>
              </a:spcAft>
              <a:buNone/>
            </a:pPr>
            <a:r>
              <a:rPr lang="en-US" sz="2400" dirty="0">
                <a:solidFill>
                  <a:srgbClr val="000000"/>
                </a:solidFill>
                <a:effectLst/>
                <a:latin typeface="Consolas" panose="020B0609020204030204" pitchFamily="49" charset="0"/>
              </a:rPr>
              <a:t>spring.datasource.url=</a:t>
            </a:r>
            <a:r>
              <a:rPr lang="en-US" sz="2400" dirty="0" err="1">
                <a:solidFill>
                  <a:srgbClr val="2AA198"/>
                </a:solidFill>
                <a:effectLst/>
                <a:latin typeface="Consolas" panose="020B0609020204030204" pitchFamily="49" charset="0"/>
              </a:rPr>
              <a:t>jdbc:mysql</a:t>
            </a:r>
            <a:r>
              <a:rPr lang="en-US" sz="2400" dirty="0">
                <a:solidFill>
                  <a:srgbClr val="2AA198"/>
                </a:solidFill>
                <a:effectLst/>
                <a:latin typeface="Consolas" panose="020B0609020204030204" pitchFamily="49" charset="0"/>
              </a:rPr>
              <a:t>://localhost:3308/</a:t>
            </a:r>
            <a:r>
              <a:rPr lang="en-US" sz="2400" dirty="0" err="1">
                <a:solidFill>
                  <a:srgbClr val="2AA198"/>
                </a:solidFill>
                <a:effectLst/>
                <a:latin typeface="Consolas" panose="020B0609020204030204" pitchFamily="49" charset="0"/>
              </a:rPr>
              <a:t>rahuldb</a:t>
            </a:r>
            <a:endParaRPr lang="en-US" sz="2400" dirty="0">
              <a:solidFill>
                <a:srgbClr val="000000"/>
              </a:solidFill>
              <a:effectLst/>
              <a:latin typeface="Consolas" panose="020B0609020204030204" pitchFamily="49" charset="0"/>
            </a:endParaRPr>
          </a:p>
          <a:p>
            <a:pPr marL="0" marR="0" indent="0">
              <a:spcBef>
                <a:spcPts val="0"/>
              </a:spcBef>
              <a:spcAft>
                <a:spcPts val="0"/>
              </a:spcAft>
              <a:buNone/>
            </a:pPr>
            <a:r>
              <a:rPr lang="en-US" sz="2400" dirty="0" err="1">
                <a:solidFill>
                  <a:srgbClr val="000000"/>
                </a:solidFill>
                <a:effectLst/>
                <a:latin typeface="Consolas" panose="020B0609020204030204" pitchFamily="49" charset="0"/>
              </a:rPr>
              <a:t>spring.datasource.username</a:t>
            </a:r>
            <a:r>
              <a:rPr lang="en-US" sz="2400" dirty="0">
                <a:solidFill>
                  <a:srgbClr val="000000"/>
                </a:solidFill>
                <a:effectLst/>
                <a:latin typeface="Consolas" panose="020B0609020204030204" pitchFamily="49" charset="0"/>
              </a:rPr>
              <a:t>=</a:t>
            </a:r>
            <a:r>
              <a:rPr lang="en-US" sz="2400" dirty="0">
                <a:solidFill>
                  <a:srgbClr val="2AA198"/>
                </a:solidFill>
                <a:effectLst/>
                <a:latin typeface="Consolas" panose="020B0609020204030204" pitchFamily="49" charset="0"/>
              </a:rPr>
              <a:t>root</a:t>
            </a:r>
            <a:endParaRPr lang="en-US" sz="2400" dirty="0">
              <a:solidFill>
                <a:srgbClr val="000000"/>
              </a:solidFill>
              <a:effectLst/>
              <a:latin typeface="Consolas" panose="020B0609020204030204" pitchFamily="49" charset="0"/>
            </a:endParaRPr>
          </a:p>
          <a:p>
            <a:pPr marL="0" marR="0" indent="0">
              <a:spcBef>
                <a:spcPts val="0"/>
              </a:spcBef>
              <a:spcAft>
                <a:spcPts val="0"/>
              </a:spcAft>
              <a:buNone/>
            </a:pPr>
            <a:r>
              <a:rPr lang="en-US" sz="2400" dirty="0" err="1">
                <a:solidFill>
                  <a:srgbClr val="000000"/>
                </a:solidFill>
                <a:effectLst/>
                <a:latin typeface="Consolas" panose="020B0609020204030204" pitchFamily="49" charset="0"/>
              </a:rPr>
              <a:t>spring.datasource.password</a:t>
            </a:r>
            <a:r>
              <a:rPr lang="en-US" sz="2400" dirty="0">
                <a:solidFill>
                  <a:srgbClr val="000000"/>
                </a:solidFill>
                <a:effectLst/>
                <a:latin typeface="Consolas" panose="020B0609020204030204" pitchFamily="49" charset="0"/>
              </a:rPr>
              <a:t>=</a:t>
            </a:r>
            <a:r>
              <a:rPr lang="en-US" sz="2400" dirty="0">
                <a:solidFill>
                  <a:srgbClr val="2AA198"/>
                </a:solidFill>
                <a:effectLst/>
                <a:latin typeface="Consolas" panose="020B0609020204030204" pitchFamily="49" charset="0"/>
              </a:rPr>
              <a:t>ROOT</a:t>
            </a:r>
            <a:endParaRPr lang="en-US" sz="2400" dirty="0">
              <a:solidFill>
                <a:srgbClr val="000000"/>
              </a:solidFill>
              <a:effectLst/>
              <a:latin typeface="Consolas" panose="020B0609020204030204" pitchFamily="49" charset="0"/>
            </a:endParaRPr>
          </a:p>
          <a:p>
            <a:pPr marL="0" marR="0" indent="0">
              <a:spcBef>
                <a:spcPts val="0"/>
              </a:spcBef>
              <a:spcAft>
                <a:spcPts val="0"/>
              </a:spcAft>
              <a:buNone/>
            </a:pPr>
            <a:r>
              <a:rPr lang="en-US" sz="2400" dirty="0" err="1">
                <a:solidFill>
                  <a:srgbClr val="000000"/>
                </a:solidFill>
                <a:effectLst/>
                <a:latin typeface="Consolas" panose="020B0609020204030204" pitchFamily="49" charset="0"/>
              </a:rPr>
              <a:t>spring.jpa.hibernate.ddl</a:t>
            </a:r>
            <a:r>
              <a:rPr lang="en-US" sz="2400" dirty="0">
                <a:solidFill>
                  <a:srgbClr val="000000"/>
                </a:solidFill>
                <a:effectLst/>
                <a:latin typeface="Consolas" panose="020B0609020204030204" pitchFamily="49" charset="0"/>
              </a:rPr>
              <a:t>-auto=</a:t>
            </a:r>
            <a:r>
              <a:rPr lang="en-US" sz="2400" dirty="0">
                <a:solidFill>
                  <a:srgbClr val="2AA198"/>
                </a:solidFill>
                <a:effectLst/>
                <a:latin typeface="Consolas" panose="020B0609020204030204" pitchFamily="49" charset="0"/>
              </a:rPr>
              <a:t>update</a:t>
            </a:r>
            <a:endParaRPr lang="en-US" sz="2400" dirty="0">
              <a:solidFill>
                <a:srgbClr val="000000"/>
              </a:solidFill>
              <a:effectLst/>
              <a:latin typeface="Consolas" panose="020B0609020204030204" pitchFamily="49" charset="0"/>
            </a:endParaRPr>
          </a:p>
          <a:p>
            <a:pPr marL="25400" indent="0">
              <a:buNone/>
            </a:pPr>
            <a:endParaRPr lang="en-US" sz="4000" dirty="0"/>
          </a:p>
        </p:txBody>
      </p:sp>
      <p:sp>
        <p:nvSpPr>
          <p:cNvPr id="3" name="Title 2">
            <a:extLst>
              <a:ext uri="{FF2B5EF4-FFF2-40B4-BE49-F238E27FC236}">
                <a16:creationId xmlns:a16="http://schemas.microsoft.com/office/drawing/2014/main" id="{3A3C1DE2-4F75-EB0F-DCF7-B0441D9C53E1}"/>
              </a:ext>
            </a:extLst>
          </p:cNvPr>
          <p:cNvSpPr>
            <a:spLocks noGrp="1"/>
          </p:cNvSpPr>
          <p:nvPr>
            <p:ph type="title"/>
          </p:nvPr>
        </p:nvSpPr>
        <p:spPr/>
        <p:txBody>
          <a:bodyPr/>
          <a:lstStyle/>
          <a:p>
            <a:r>
              <a:rPr lang="en-US" dirty="0"/>
              <a:t>Database Configuration</a:t>
            </a:r>
          </a:p>
        </p:txBody>
      </p:sp>
    </p:spTree>
    <p:extLst>
      <p:ext uri="{BB962C8B-B14F-4D97-AF65-F5344CB8AC3E}">
        <p14:creationId xmlns:p14="http://schemas.microsoft.com/office/powerpoint/2010/main" val="1349726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12990467e5a_0_0"/>
          <p:cNvSpPr txBox="1">
            <a:spLocks noGrp="1"/>
          </p:cNvSpPr>
          <p:nvPr>
            <p:ph type="title"/>
          </p:nvPr>
        </p:nvSpPr>
        <p:spPr>
          <a:xfrm>
            <a:off x="622300" y="457202"/>
            <a:ext cx="10947300" cy="75660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a:latin typeface="Calibri"/>
                <a:ea typeface="Calibri"/>
                <a:cs typeface="Calibri"/>
                <a:sym typeface="Calibri"/>
              </a:rPr>
              <a:t>5 min break</a:t>
            </a:r>
            <a:endParaRPr sz="3200">
              <a:solidFill>
                <a:schemeClr val="dk1"/>
              </a:solidFill>
              <a:latin typeface="Calibri"/>
              <a:ea typeface="Calibri"/>
              <a:cs typeface="Calibri"/>
              <a:sym typeface="Calibri"/>
            </a:endParaRPr>
          </a:p>
        </p:txBody>
      </p:sp>
      <p:sp>
        <p:nvSpPr>
          <p:cNvPr id="74" name="Google Shape;74;g12990467e5a_0_0"/>
          <p:cNvSpPr/>
          <p:nvPr/>
        </p:nvSpPr>
        <p:spPr>
          <a:xfrm>
            <a:off x="9581211" y="5635599"/>
            <a:ext cx="2363100" cy="738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DO NOT WRITE ANYTHING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HERE. LEAVE THIS SPACE FOR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chemeClr val="lt1"/>
                </a:solidFill>
                <a:latin typeface="Calibri"/>
                <a:ea typeface="Calibri"/>
                <a:cs typeface="Calibri"/>
                <a:sym typeface="Calibri"/>
              </a:rPr>
              <a:t> WEBCAM</a:t>
            </a:r>
            <a:endParaRPr sz="1400" b="0" i="0" u="none" strike="noStrike" cap="none">
              <a:solidFill>
                <a:srgbClr val="000000"/>
              </a:solidFill>
              <a:latin typeface="Arial"/>
              <a:ea typeface="Arial"/>
              <a:cs typeface="Arial"/>
              <a:sym typeface="Arial"/>
            </a:endParaRPr>
          </a:p>
        </p:txBody>
      </p:sp>
      <p:sp>
        <p:nvSpPr>
          <p:cNvPr id="75" name="Google Shape;75;g12990467e5a_0_0"/>
          <p:cNvSpPr txBox="1"/>
          <p:nvPr/>
        </p:nvSpPr>
        <p:spPr>
          <a:xfrm>
            <a:off x="622300" y="1707884"/>
            <a:ext cx="10947300" cy="4296900"/>
          </a:xfrm>
          <a:prstGeom prst="rect">
            <a:avLst/>
          </a:prstGeom>
          <a:noFill/>
          <a:ln>
            <a:noFill/>
          </a:ln>
        </p:spPr>
        <p:txBody>
          <a:bodyPr spcFirstLastPara="1" wrap="square" lIns="16925" tIns="16925" rIns="16925" bIns="16925" anchor="t" anchorCtr="0">
            <a:noAutofit/>
          </a:bodyPr>
          <a:lstStyle/>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This a 5 min break for you</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Have a glass of water</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Take a deep breath</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Note down any doubt you have till now</a:t>
            </a:r>
            <a:endParaRPr/>
          </a:p>
          <a:p>
            <a:pPr marL="546100" marR="0" lvl="0" indent="-457200" algn="l" rtl="0">
              <a:lnSpc>
                <a:spcPct val="150000"/>
              </a:lnSpc>
              <a:spcBef>
                <a:spcPts val="0"/>
              </a:spcBef>
              <a:spcAft>
                <a:spcPts val="0"/>
              </a:spcAft>
              <a:buClr>
                <a:srgbClr val="000000"/>
              </a:buClr>
              <a:buSzPts val="2400"/>
              <a:buFont typeface="Arial"/>
              <a:buChar char="•"/>
            </a:pPr>
            <a:r>
              <a:rPr lang="en-IN" sz="2400" b="0" i="0" u="none" strike="noStrike" cap="none">
                <a:solidFill>
                  <a:srgbClr val="000000"/>
                </a:solidFill>
                <a:latin typeface="Calibri"/>
                <a:ea typeface="Calibri"/>
                <a:cs typeface="Calibri"/>
                <a:sym typeface="Calibri"/>
              </a:rPr>
              <a:t>Join back</a:t>
            </a: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31800" marR="0" lvl="0" indent="-19050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pic>
        <p:nvPicPr>
          <p:cNvPr id="76" name="Google Shape;76;g12990467e5a_0_0"/>
          <p:cNvPicPr preferRelativeResize="0"/>
          <p:nvPr/>
        </p:nvPicPr>
        <p:blipFill rotWithShape="1">
          <a:blip r:embed="rId3">
            <a:alphaModFix/>
          </a:blip>
          <a:srcRect/>
          <a:stretch/>
        </p:blipFill>
        <p:spPr>
          <a:xfrm>
            <a:off x="9095909" y="1707884"/>
            <a:ext cx="1666875"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Introduction to AOP</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3430339" y="3857294"/>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5122" name="Picture 2" descr="Introduction to Spring AOP. Spring AOP (Aspect-Oriented… | by Serxan  Hamzayev | Medium">
            <a:extLst>
              <a:ext uri="{FF2B5EF4-FFF2-40B4-BE49-F238E27FC236}">
                <a16:creationId xmlns:a16="http://schemas.microsoft.com/office/drawing/2014/main" id="{B9529FBB-B157-453A-9D14-A1646897C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123" y="3228392"/>
            <a:ext cx="3442510" cy="2436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908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Introduction to AOP</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r>
              <a:rPr lang="en-US" sz="2000" dirty="0">
                <a:latin typeface="Calibri" panose="020F0502020204030204" pitchFamily="34" charset="0"/>
                <a:cs typeface="Calibri" panose="020F0502020204030204" pitchFamily="34" charset="0"/>
              </a:rPr>
              <a:t>Aspect oriented programming(AOP) as the name suggests uses aspects in programming. </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It can be defined as the breaking of code into different modules, also known as modularization, where the aspect is the key unit of modularity. </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Aspects enable the implementation of crosscutting concerns such as- transaction, logging not central to business logic without cluttering the code core to its functionality. </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It does so by adding additional behavior that is the advice to the existing code. </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For example- Security is a crosscutting concern, in many methods in an application security rules can be applied, therefore repeating the code at every method, define the functionality in a common class and control were to apply that functionality in the whole application.</a:t>
            </a: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4" name="Picture 3">
            <a:extLst>
              <a:ext uri="{FF2B5EF4-FFF2-40B4-BE49-F238E27FC236}">
                <a16:creationId xmlns:a16="http://schemas.microsoft.com/office/drawing/2014/main" id="{7763B42E-E2F0-438C-BFCA-D6624952B295}"/>
              </a:ext>
            </a:extLst>
          </p:cNvPr>
          <p:cNvPicPr>
            <a:picLocks noChangeAspect="1"/>
          </p:cNvPicPr>
          <p:nvPr/>
        </p:nvPicPr>
        <p:blipFill>
          <a:blip r:embed="rId3"/>
          <a:stretch>
            <a:fillRect/>
          </a:stretch>
        </p:blipFill>
        <p:spPr>
          <a:xfrm>
            <a:off x="9709022" y="5480556"/>
            <a:ext cx="2347163" cy="1249788"/>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D123BA0-C8B9-0A13-1296-8CE94E7CA72F}"/>
                  </a:ext>
                </a:extLst>
              </p14:cNvPr>
              <p14:cNvContentPartPr/>
              <p14:nvPr/>
            </p14:nvContentPartPr>
            <p14:xfrm>
              <a:off x="907920" y="1260000"/>
              <a:ext cx="10624320" cy="3743280"/>
            </p14:xfrm>
          </p:contentPart>
        </mc:Choice>
        <mc:Fallback xmlns="">
          <p:pic>
            <p:nvPicPr>
              <p:cNvPr id="2" name="Ink 1">
                <a:extLst>
                  <a:ext uri="{FF2B5EF4-FFF2-40B4-BE49-F238E27FC236}">
                    <a16:creationId xmlns:a16="http://schemas.microsoft.com/office/drawing/2014/main" id="{FD123BA0-C8B9-0A13-1296-8CE94E7CA72F}"/>
                  </a:ext>
                </a:extLst>
              </p:cNvPr>
              <p:cNvPicPr/>
              <p:nvPr/>
            </p:nvPicPr>
            <p:blipFill>
              <a:blip r:embed="rId5"/>
              <a:stretch>
                <a:fillRect/>
              </a:stretch>
            </p:blipFill>
            <p:spPr>
              <a:xfrm>
                <a:off x="898560" y="1250640"/>
                <a:ext cx="10643040" cy="3762000"/>
              </a:xfrm>
              <a:prstGeom prst="rect">
                <a:avLst/>
              </a:prstGeom>
            </p:spPr>
          </p:pic>
        </mc:Fallback>
      </mc:AlternateContent>
    </p:spTree>
    <p:extLst>
      <p:ext uri="{BB962C8B-B14F-4D97-AF65-F5344CB8AC3E}">
        <p14:creationId xmlns:p14="http://schemas.microsoft.com/office/powerpoint/2010/main" val="3381309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Dominant Frameworks of AOP</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r>
              <a:rPr lang="en-US" sz="2000" dirty="0">
                <a:latin typeface="Calibri" panose="020F0502020204030204" pitchFamily="34" charset="0"/>
                <a:cs typeface="Calibri" panose="020F0502020204030204" pitchFamily="34" charset="0"/>
              </a:rPr>
              <a:t>AOP includes programming methods and frameworks on which modularization of code is supported and implemented. Let’s have a look at the three dominant frameworks in AOP:</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AspectJ: It is an extension for Java programming created at PARC research center. It uses Java like syntax and included IDE integrations for displaying crosscutting structure. It has its own compiler and weaver, on using it enables the use of full AspectJ language.</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JBoss: It is an open source Java application server developed by JBoss, used for Java development.</a:t>
            </a:r>
          </a:p>
          <a:p>
            <a:pPr lvl="0">
              <a:buSzPts val="1400"/>
            </a:pPr>
            <a:endParaRPr lang="en-US" sz="2000" dirty="0">
              <a:latin typeface="Calibri" panose="020F0502020204030204" pitchFamily="34" charset="0"/>
              <a:cs typeface="Calibri" panose="020F0502020204030204" pitchFamily="34" charset="0"/>
            </a:endParaRPr>
          </a:p>
          <a:p>
            <a:pPr lvl="0">
              <a:buSzPts val="1400"/>
            </a:pPr>
            <a:r>
              <a:rPr lang="en-US" sz="2000" dirty="0">
                <a:latin typeface="Calibri" panose="020F0502020204030204" pitchFamily="34" charset="0"/>
                <a:cs typeface="Calibri" panose="020F0502020204030204" pitchFamily="34" charset="0"/>
              </a:rPr>
              <a:t>Spring: It uses XML based configuration for implementing AOP, also it uses annotations which are interpreted by using a library supplied by AspectJ for parsing and matching.</a:t>
            </a: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3" name="Picture 2">
            <a:extLst>
              <a:ext uri="{FF2B5EF4-FFF2-40B4-BE49-F238E27FC236}">
                <a16:creationId xmlns:a16="http://schemas.microsoft.com/office/drawing/2014/main" id="{A7FB1B4B-59DC-4762-B765-FD464EB35337}"/>
              </a:ext>
            </a:extLst>
          </p:cNvPr>
          <p:cNvPicPr>
            <a:picLocks noChangeAspect="1"/>
          </p:cNvPicPr>
          <p:nvPr/>
        </p:nvPicPr>
        <p:blipFill>
          <a:blip r:embed="rId3"/>
          <a:stretch>
            <a:fillRect/>
          </a:stretch>
        </p:blipFill>
        <p:spPr>
          <a:xfrm>
            <a:off x="9047835" y="5297317"/>
            <a:ext cx="2347163" cy="1249788"/>
          </a:xfrm>
          <a:prstGeom prst="rect">
            <a:avLst/>
          </a:prstGeom>
        </p:spPr>
      </p:pic>
    </p:spTree>
    <p:extLst>
      <p:ext uri="{BB962C8B-B14F-4D97-AF65-F5344CB8AC3E}">
        <p14:creationId xmlns:p14="http://schemas.microsoft.com/office/powerpoint/2010/main" val="2324364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Dominant Frameworks of AOP</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r>
              <a:rPr lang="en-US" sz="2000" dirty="0">
                <a:latin typeface="Calibri" panose="020F0502020204030204" pitchFamily="34" charset="0"/>
                <a:cs typeface="Calibri" panose="020F0502020204030204" pitchFamily="34" charset="0"/>
              </a:rPr>
              <a:t>AOP includes programming methods and frameworks on which modularization of code is supported and implemented. Let’s have a look at the three dominant frameworks in AOP:</a:t>
            </a: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8194" name="Picture 2" descr="https://media.geeksforgeeks.org/wp-content/uploads/20190313105735/dominant-frameworks-in-AOP.jpg">
            <a:extLst>
              <a:ext uri="{FF2B5EF4-FFF2-40B4-BE49-F238E27FC236}">
                <a16:creationId xmlns:a16="http://schemas.microsoft.com/office/drawing/2014/main" id="{02F604F0-DE30-45DE-921D-D44018482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200" y="2596229"/>
            <a:ext cx="4479763" cy="380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534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Common Entities of AOP</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lvl="0">
              <a:buSzPts val="1400"/>
            </a:pPr>
            <a:r>
              <a:rPr lang="en-US" sz="2000">
                <a:latin typeface="Calibri" panose="020F0502020204030204" pitchFamily="34" charset="0"/>
                <a:cs typeface="Calibri" panose="020F0502020204030204" pitchFamily="34" charset="0"/>
              </a:rPr>
              <a:t>Aspect: The class which implements the JEE application cross-cutting concerns(transaction, logger etc) is known as the aspect. It can be normal class configured through XML configuration or through regular classes annotated with @Aspect.</a:t>
            </a:r>
          </a:p>
          <a:p>
            <a:pPr lvl="0">
              <a:buSzPts val="1400"/>
            </a:pPr>
            <a:endParaRPr lang="en-US" sz="2000">
              <a:latin typeface="Calibri" panose="020F0502020204030204" pitchFamily="34" charset="0"/>
              <a:cs typeface="Calibri" panose="020F0502020204030204" pitchFamily="34" charset="0"/>
            </a:endParaRPr>
          </a:p>
          <a:p>
            <a:pPr lvl="0">
              <a:buSzPts val="1400"/>
            </a:pPr>
            <a:r>
              <a:rPr lang="en-US" sz="2000">
                <a:latin typeface="Calibri" panose="020F0502020204030204" pitchFamily="34" charset="0"/>
                <a:cs typeface="Calibri" panose="020F0502020204030204" pitchFamily="34" charset="0"/>
              </a:rPr>
              <a:t>Weaving: The process of linking Aspects with an Advised Object. It can be done at load time, compile time or at runtime time. Spring AOP does weaving at runtime.</a:t>
            </a:r>
          </a:p>
          <a:p>
            <a:pPr lvl="0">
              <a:buSzPts val="1400"/>
            </a:pPr>
            <a:r>
              <a:rPr lang="en-US" sz="2000">
                <a:latin typeface="Calibri" panose="020F0502020204030204" pitchFamily="34" charset="0"/>
                <a:cs typeface="Calibri" panose="020F0502020204030204" pitchFamily="34" charset="0"/>
              </a:rPr>
              <a:t>Let’s write our first aspect class but before that have a look at the jars required and the Bean configuration file for AOP.</a:t>
            </a: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10242" name="Picture 2" descr="Spring AOP Introduction and Concepts of AOP - DEV Community">
            <a:extLst>
              <a:ext uri="{FF2B5EF4-FFF2-40B4-BE49-F238E27FC236}">
                <a16:creationId xmlns:a16="http://schemas.microsoft.com/office/drawing/2014/main" id="{D99108BD-7393-4A42-A0E6-44BB7DC23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781" y="4249275"/>
            <a:ext cx="2454146"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4907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268CCA-1010-4B53-4E19-E15839EA1B0F}"/>
              </a:ext>
            </a:extLst>
          </p:cNvPr>
          <p:cNvSpPr>
            <a:spLocks noGrp="1"/>
          </p:cNvSpPr>
          <p:nvPr>
            <p:ph type="body" idx="1"/>
          </p:nvPr>
        </p:nvSpPr>
        <p:spPr>
          <a:xfrm>
            <a:off x="622300" y="1160003"/>
            <a:ext cx="10947400" cy="4876532"/>
          </a:xfrm>
        </p:spPr>
        <p:txBody>
          <a:bodyPr/>
          <a:lstStyle/>
          <a:p>
            <a:r>
              <a:rPr lang="en-US" dirty="0"/>
              <a:t>Compile Time:</a:t>
            </a:r>
          </a:p>
          <a:p>
            <a:pPr lvl="1"/>
            <a:r>
              <a:rPr lang="en-US" dirty="0"/>
              <a:t>Advice:- What code to Execute</a:t>
            </a:r>
          </a:p>
          <a:p>
            <a:pPr lvl="1"/>
            <a:r>
              <a:rPr lang="en-US" dirty="0"/>
              <a:t>Pointcut:- Expression that identifies method call to be intercept.</a:t>
            </a:r>
          </a:p>
          <a:p>
            <a:pPr lvl="1"/>
            <a:r>
              <a:rPr lang="en-US" dirty="0"/>
              <a:t>Aspect:- A combination of </a:t>
            </a:r>
          </a:p>
          <a:p>
            <a:pPr lvl="2"/>
            <a:r>
              <a:rPr lang="en-US" dirty="0"/>
              <a:t>Advice : What to do</a:t>
            </a:r>
          </a:p>
          <a:p>
            <a:pPr lvl="2"/>
            <a:r>
              <a:rPr lang="en-US" dirty="0"/>
              <a:t>Pointcut : when to intercept a method call</a:t>
            </a:r>
          </a:p>
          <a:p>
            <a:pPr lvl="1"/>
            <a:r>
              <a:rPr lang="en-US" dirty="0"/>
              <a:t>Weaver:-</a:t>
            </a:r>
          </a:p>
          <a:p>
            <a:pPr lvl="2"/>
            <a:r>
              <a:rPr lang="en-US" dirty="0"/>
              <a:t>Is a framework that implements AOP.</a:t>
            </a:r>
          </a:p>
          <a:p>
            <a:pPr lvl="3"/>
            <a:r>
              <a:rPr lang="en-US" dirty="0"/>
              <a:t>AspectJ &amp; Spring AOP is a good example of weaver</a:t>
            </a:r>
          </a:p>
          <a:p>
            <a:pPr lvl="1"/>
            <a:endParaRPr lang="en-US" dirty="0"/>
          </a:p>
        </p:txBody>
      </p:sp>
      <p:sp>
        <p:nvSpPr>
          <p:cNvPr id="3" name="Title 2">
            <a:extLst>
              <a:ext uri="{FF2B5EF4-FFF2-40B4-BE49-F238E27FC236}">
                <a16:creationId xmlns:a16="http://schemas.microsoft.com/office/drawing/2014/main" id="{ABB72799-AA5A-DA8C-766F-711EA634D721}"/>
              </a:ext>
            </a:extLst>
          </p:cNvPr>
          <p:cNvSpPr>
            <a:spLocks noGrp="1"/>
          </p:cNvSpPr>
          <p:nvPr>
            <p:ph type="title"/>
          </p:nvPr>
        </p:nvSpPr>
        <p:spPr/>
        <p:txBody>
          <a:bodyPr/>
          <a:lstStyle/>
          <a:p>
            <a:r>
              <a:rPr lang="en-US" dirty="0"/>
              <a:t>Understanding AOP Terminology</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ADF0AAD-35F2-FFEB-1664-EA4D780F4EA9}"/>
                  </a:ext>
                </a:extLst>
              </p14:cNvPr>
              <p14:cNvContentPartPr/>
              <p14:nvPr/>
            </p14:nvContentPartPr>
            <p14:xfrm>
              <a:off x="1086840" y="1719000"/>
              <a:ext cx="11041560" cy="2486520"/>
            </p14:xfrm>
          </p:contentPart>
        </mc:Choice>
        <mc:Fallback xmlns="">
          <p:pic>
            <p:nvPicPr>
              <p:cNvPr id="4" name="Ink 3">
                <a:extLst>
                  <a:ext uri="{FF2B5EF4-FFF2-40B4-BE49-F238E27FC236}">
                    <a16:creationId xmlns:a16="http://schemas.microsoft.com/office/drawing/2014/main" id="{7ADF0AAD-35F2-FFEB-1664-EA4D780F4EA9}"/>
                  </a:ext>
                </a:extLst>
              </p:cNvPr>
              <p:cNvPicPr/>
              <p:nvPr/>
            </p:nvPicPr>
            <p:blipFill>
              <a:blip r:embed="rId3"/>
              <a:stretch>
                <a:fillRect/>
              </a:stretch>
            </p:blipFill>
            <p:spPr>
              <a:xfrm>
                <a:off x="1077480" y="1709640"/>
                <a:ext cx="11060280" cy="2505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0DC6AC0-C6D4-2ABC-BDE9-051A77CF30CF}"/>
                  </a:ext>
                </a:extLst>
              </p14:cNvPr>
              <p14:cNvContentPartPr/>
              <p14:nvPr/>
            </p14:nvContentPartPr>
            <p14:xfrm>
              <a:off x="1260360" y="1815120"/>
              <a:ext cx="9683640" cy="3669120"/>
            </p14:xfrm>
          </p:contentPart>
        </mc:Choice>
        <mc:Fallback xmlns="">
          <p:pic>
            <p:nvPicPr>
              <p:cNvPr id="5" name="Ink 4">
                <a:extLst>
                  <a:ext uri="{FF2B5EF4-FFF2-40B4-BE49-F238E27FC236}">
                    <a16:creationId xmlns:a16="http://schemas.microsoft.com/office/drawing/2014/main" id="{F0DC6AC0-C6D4-2ABC-BDE9-051A77CF30CF}"/>
                  </a:ext>
                </a:extLst>
              </p:cNvPr>
              <p:cNvPicPr/>
              <p:nvPr/>
            </p:nvPicPr>
            <p:blipFill>
              <a:blip r:embed="rId5"/>
              <a:stretch>
                <a:fillRect/>
              </a:stretch>
            </p:blipFill>
            <p:spPr>
              <a:xfrm>
                <a:off x="1251000" y="1805760"/>
                <a:ext cx="9702360" cy="3687840"/>
              </a:xfrm>
              <a:prstGeom prst="rect">
                <a:avLst/>
              </a:prstGeom>
            </p:spPr>
          </p:pic>
        </mc:Fallback>
      </mc:AlternateContent>
    </p:spTree>
    <p:extLst>
      <p:ext uri="{BB962C8B-B14F-4D97-AF65-F5344CB8AC3E}">
        <p14:creationId xmlns:p14="http://schemas.microsoft.com/office/powerpoint/2010/main" val="3998913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268CCA-1010-4B53-4E19-E15839EA1B0F}"/>
              </a:ext>
            </a:extLst>
          </p:cNvPr>
          <p:cNvSpPr>
            <a:spLocks noGrp="1"/>
          </p:cNvSpPr>
          <p:nvPr>
            <p:ph type="body" idx="1"/>
          </p:nvPr>
        </p:nvSpPr>
        <p:spPr>
          <a:xfrm>
            <a:off x="622300" y="1160003"/>
            <a:ext cx="10947400" cy="1973173"/>
          </a:xfrm>
        </p:spPr>
        <p:txBody>
          <a:bodyPr/>
          <a:lstStyle/>
          <a:p>
            <a:r>
              <a:rPr lang="en-US" dirty="0"/>
              <a:t>Run Time:</a:t>
            </a:r>
          </a:p>
          <a:p>
            <a:pPr lvl="1"/>
            <a:r>
              <a:rPr lang="en-US" dirty="0"/>
              <a:t>Join Point :- when pointcut condition is true, the advice is executed. A specific execution instance of advice is called a </a:t>
            </a:r>
            <a:r>
              <a:rPr lang="en-US" dirty="0" err="1"/>
              <a:t>joinpoint</a:t>
            </a:r>
            <a:r>
              <a:rPr lang="en-US" dirty="0"/>
              <a:t>.</a:t>
            </a:r>
          </a:p>
        </p:txBody>
      </p:sp>
      <p:sp>
        <p:nvSpPr>
          <p:cNvPr id="3" name="Title 2">
            <a:extLst>
              <a:ext uri="{FF2B5EF4-FFF2-40B4-BE49-F238E27FC236}">
                <a16:creationId xmlns:a16="http://schemas.microsoft.com/office/drawing/2014/main" id="{ABB72799-AA5A-DA8C-766F-711EA634D721}"/>
              </a:ext>
            </a:extLst>
          </p:cNvPr>
          <p:cNvSpPr>
            <a:spLocks noGrp="1"/>
          </p:cNvSpPr>
          <p:nvPr>
            <p:ph type="title"/>
          </p:nvPr>
        </p:nvSpPr>
        <p:spPr/>
        <p:txBody>
          <a:bodyPr/>
          <a:lstStyle/>
          <a:p>
            <a:r>
              <a:rPr lang="en-US" dirty="0"/>
              <a:t>Understanding AOP Terminology</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C2228EA-5427-1983-EB6A-98959B6650D6}"/>
                  </a:ext>
                </a:extLst>
              </p14:cNvPr>
              <p14:cNvContentPartPr/>
              <p14:nvPr/>
            </p14:nvContentPartPr>
            <p14:xfrm>
              <a:off x="612720" y="1356480"/>
              <a:ext cx="280440" cy="308880"/>
            </p14:xfrm>
          </p:contentPart>
        </mc:Choice>
        <mc:Fallback xmlns="">
          <p:pic>
            <p:nvPicPr>
              <p:cNvPr id="4" name="Ink 3">
                <a:extLst>
                  <a:ext uri="{FF2B5EF4-FFF2-40B4-BE49-F238E27FC236}">
                    <a16:creationId xmlns:a16="http://schemas.microsoft.com/office/drawing/2014/main" id="{7C2228EA-5427-1983-EB6A-98959B6650D6}"/>
                  </a:ext>
                </a:extLst>
              </p:cNvPr>
              <p:cNvPicPr/>
              <p:nvPr/>
            </p:nvPicPr>
            <p:blipFill>
              <a:blip r:embed="rId3"/>
              <a:stretch>
                <a:fillRect/>
              </a:stretch>
            </p:blipFill>
            <p:spPr>
              <a:xfrm>
                <a:off x="603360" y="1347120"/>
                <a:ext cx="299160" cy="327600"/>
              </a:xfrm>
              <a:prstGeom prst="rect">
                <a:avLst/>
              </a:prstGeom>
            </p:spPr>
          </p:pic>
        </mc:Fallback>
      </mc:AlternateContent>
    </p:spTree>
    <p:extLst>
      <p:ext uri="{BB962C8B-B14F-4D97-AF65-F5344CB8AC3E}">
        <p14:creationId xmlns:p14="http://schemas.microsoft.com/office/powerpoint/2010/main" val="2320397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Common Entities of AOP</a:t>
            </a:r>
            <a:endParaRPr dirty="0"/>
          </a:p>
        </p:txBody>
      </p:sp>
      <p:sp>
        <p:nvSpPr>
          <p:cNvPr id="89" name="Google Shape;89;p44"/>
          <p:cNvSpPr txBox="1"/>
          <p:nvPr/>
        </p:nvSpPr>
        <p:spPr>
          <a:xfrm>
            <a:off x="797003" y="1770692"/>
            <a:ext cx="10043094" cy="4603569"/>
          </a:xfrm>
          <a:prstGeom prst="rect">
            <a:avLst/>
          </a:prstGeom>
          <a:noFill/>
          <a:ln>
            <a:noFill/>
          </a:ln>
        </p:spPr>
        <p:txBody>
          <a:bodyPr spcFirstLastPara="1" wrap="square" lIns="16925" tIns="16925" rIns="16925" bIns="16925" anchor="t" anchorCtr="0">
            <a:noAutofit/>
          </a:bodyPr>
          <a:lstStyle/>
          <a:p>
            <a:pPr lvl="0">
              <a:buSzPts val="1400"/>
            </a:pPr>
            <a:r>
              <a:rPr lang="en-US" sz="2000" dirty="0">
                <a:latin typeface="Calibri" panose="020F0502020204030204" pitchFamily="34" charset="0"/>
                <a:cs typeface="Calibri" panose="020F0502020204030204" pitchFamily="34" charset="0"/>
              </a:rPr>
              <a:t>Advice: The job which is meant to be done by an Aspect or it can be defined as the action taken by the Aspect at a particular point. There are five types of Advice namely: Before, After, Around, After Throwing and After Returning. Let’s have a brief discussion about all the five types.</a:t>
            </a:r>
          </a:p>
          <a:p>
            <a:pPr lvl="0">
              <a:buSzPts val="1400"/>
            </a:pPr>
            <a:endParaRPr lang="en-US" sz="2000" dirty="0">
              <a:latin typeface="Calibri" panose="020F0502020204030204" pitchFamily="34" charset="0"/>
              <a:cs typeface="Calibri" panose="020F0502020204030204" pitchFamily="34" charset="0"/>
            </a:endParaRPr>
          </a:p>
          <a:p>
            <a:pPr lvl="0">
              <a:buSzPts val="1400"/>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pic>
        <p:nvPicPr>
          <p:cNvPr id="9220" name="Picture 4" descr="https://media.geeksforgeeks.org/wp-content/uploads/20190313112315/Types-of-Advice-in-AOP.jpg">
            <a:extLst>
              <a:ext uri="{FF2B5EF4-FFF2-40B4-BE49-F238E27FC236}">
                <a16:creationId xmlns:a16="http://schemas.microsoft.com/office/drawing/2014/main" id="{9FBF2890-A2E4-49DF-A1BC-147DD9994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5511" y="3105360"/>
            <a:ext cx="6023579" cy="30939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84415B5-9EB8-793D-85BB-2E4E65C3E059}"/>
                  </a:ext>
                </a:extLst>
              </p14:cNvPr>
              <p14:cNvContentPartPr/>
              <p14:nvPr/>
            </p14:nvContentPartPr>
            <p14:xfrm>
              <a:off x="3624840" y="4766760"/>
              <a:ext cx="5580720" cy="559800"/>
            </p14:xfrm>
          </p:contentPart>
        </mc:Choice>
        <mc:Fallback xmlns="">
          <p:pic>
            <p:nvPicPr>
              <p:cNvPr id="2" name="Ink 1">
                <a:extLst>
                  <a:ext uri="{FF2B5EF4-FFF2-40B4-BE49-F238E27FC236}">
                    <a16:creationId xmlns:a16="http://schemas.microsoft.com/office/drawing/2014/main" id="{984415B5-9EB8-793D-85BB-2E4E65C3E059}"/>
                  </a:ext>
                </a:extLst>
              </p:cNvPr>
              <p:cNvPicPr/>
              <p:nvPr/>
            </p:nvPicPr>
            <p:blipFill>
              <a:blip r:embed="rId5"/>
              <a:stretch>
                <a:fillRect/>
              </a:stretch>
            </p:blipFill>
            <p:spPr>
              <a:xfrm>
                <a:off x="3615480" y="4757400"/>
                <a:ext cx="5599440" cy="578520"/>
              </a:xfrm>
              <a:prstGeom prst="rect">
                <a:avLst/>
              </a:prstGeom>
            </p:spPr>
          </p:pic>
        </mc:Fallback>
      </mc:AlternateContent>
    </p:spTree>
    <p:extLst>
      <p:ext uri="{BB962C8B-B14F-4D97-AF65-F5344CB8AC3E}">
        <p14:creationId xmlns:p14="http://schemas.microsoft.com/office/powerpoint/2010/main" val="2392922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5A7EBA-8DB5-5BF8-EDA5-90B856951A7C}"/>
              </a:ext>
            </a:extLst>
          </p:cNvPr>
          <p:cNvSpPr>
            <a:spLocks noGrp="1"/>
          </p:cNvSpPr>
          <p:nvPr>
            <p:ph type="body" idx="1"/>
          </p:nvPr>
        </p:nvSpPr>
        <p:spPr>
          <a:xfrm>
            <a:off x="622300" y="1160003"/>
            <a:ext cx="10947400" cy="2819558"/>
          </a:xfrm>
        </p:spPr>
        <p:txBody>
          <a:bodyPr/>
          <a:lstStyle/>
          <a:p>
            <a:pPr marL="0" marR="0" indent="0">
              <a:spcBef>
                <a:spcPts val="0"/>
              </a:spcBef>
              <a:spcAft>
                <a:spcPts val="0"/>
              </a:spcAft>
              <a:buNone/>
            </a:pPr>
            <a:r>
              <a:rPr lang="en-US" dirty="0">
                <a:solidFill>
                  <a:srgbClr val="000000"/>
                </a:solidFill>
                <a:effectLst/>
                <a:latin typeface="Consolas" panose="020B0609020204030204" pitchFamily="49" charset="0"/>
              </a:rPr>
              <a:t>&lt;</a:t>
            </a:r>
            <a:r>
              <a:rPr lang="en-US" dirty="0">
                <a:solidFill>
                  <a:srgbClr val="268BD2"/>
                </a:solidFill>
                <a:effectLst/>
                <a:latin typeface="Consolas" panose="020B0609020204030204" pitchFamily="49" charset="0"/>
              </a:rPr>
              <a:t>dependency</a:t>
            </a:r>
            <a:r>
              <a:rPr lang="en-US" dirty="0">
                <a:solidFill>
                  <a:srgbClr val="000000"/>
                </a:solidFill>
                <a:effectLst/>
                <a:latin typeface="Consolas" panose="020B0609020204030204" pitchFamily="49" charset="0"/>
              </a:rPr>
              <a:t>&gt;</a:t>
            </a:r>
          </a:p>
          <a:p>
            <a:pPr marL="0" marR="0" indent="0">
              <a:spcBef>
                <a:spcPts val="0"/>
              </a:spcBef>
              <a:spcAft>
                <a:spcPts val="0"/>
              </a:spcAft>
              <a:buNone/>
            </a:pPr>
            <a:r>
              <a:rPr lang="en-US" dirty="0">
                <a:solidFill>
                  <a:srgbClr val="000000"/>
                </a:solidFill>
                <a:effectLst/>
                <a:latin typeface="Consolas" panose="020B0609020204030204" pitchFamily="49" charset="0"/>
              </a:rPr>
              <a:t>&lt;</a:t>
            </a:r>
            <a:r>
              <a:rPr lang="en-US" dirty="0" err="1">
                <a:solidFill>
                  <a:srgbClr val="268BD2"/>
                </a:solidFill>
                <a:effectLst/>
                <a:latin typeface="Consolas" panose="020B0609020204030204" pitchFamily="49" charset="0"/>
              </a:rPr>
              <a:t>groupId</a:t>
            </a:r>
            <a:r>
              <a:rPr lang="en-US" dirty="0">
                <a:solidFill>
                  <a:srgbClr val="000000"/>
                </a:solidFill>
                <a:effectLst/>
                <a:latin typeface="Consolas" panose="020B0609020204030204" pitchFamily="49" charset="0"/>
              </a:rPr>
              <a:t>&gt;</a:t>
            </a:r>
            <a:r>
              <a:rPr lang="en-US" dirty="0" err="1">
                <a:solidFill>
                  <a:srgbClr val="000000"/>
                </a:solidFill>
                <a:effectLst/>
                <a:latin typeface="Consolas" panose="020B0609020204030204" pitchFamily="49" charset="0"/>
              </a:rPr>
              <a:t>org.springframework.boot</a:t>
            </a:r>
            <a:r>
              <a:rPr lang="en-US" dirty="0">
                <a:solidFill>
                  <a:srgbClr val="000000"/>
                </a:solidFill>
                <a:effectLst/>
                <a:latin typeface="Consolas" panose="020B0609020204030204" pitchFamily="49" charset="0"/>
              </a:rPr>
              <a:t>&lt;/</a:t>
            </a:r>
            <a:r>
              <a:rPr lang="en-US" dirty="0" err="1">
                <a:solidFill>
                  <a:srgbClr val="268BD2"/>
                </a:solidFill>
                <a:effectLst/>
                <a:latin typeface="Consolas" panose="020B0609020204030204" pitchFamily="49" charset="0"/>
              </a:rPr>
              <a:t>groupId</a:t>
            </a:r>
            <a:r>
              <a:rPr lang="en-US" dirty="0">
                <a:solidFill>
                  <a:srgbClr val="000000"/>
                </a:solidFill>
                <a:effectLst/>
                <a:latin typeface="Consolas" panose="020B0609020204030204" pitchFamily="49" charset="0"/>
              </a:rPr>
              <a:t>&gt;</a:t>
            </a:r>
          </a:p>
          <a:p>
            <a:pPr marL="0" marR="0" indent="0">
              <a:spcBef>
                <a:spcPts val="0"/>
              </a:spcBef>
              <a:spcAft>
                <a:spcPts val="0"/>
              </a:spcAft>
              <a:buNone/>
            </a:pPr>
            <a:r>
              <a:rPr lang="en-US" dirty="0">
                <a:solidFill>
                  <a:srgbClr val="000000"/>
                </a:solidFill>
                <a:effectLst/>
                <a:latin typeface="Consolas" panose="020B0609020204030204" pitchFamily="49" charset="0"/>
              </a:rPr>
              <a:t>&lt;</a:t>
            </a:r>
            <a:r>
              <a:rPr lang="en-US" dirty="0" err="1">
                <a:solidFill>
                  <a:srgbClr val="268BD2"/>
                </a:solidFill>
                <a:effectLst/>
                <a:latin typeface="Consolas" panose="020B0609020204030204" pitchFamily="49" charset="0"/>
              </a:rPr>
              <a:t>artifactId</a:t>
            </a:r>
            <a:r>
              <a:rPr lang="en-US" dirty="0">
                <a:solidFill>
                  <a:srgbClr val="000000"/>
                </a:solidFill>
                <a:effectLst/>
                <a:latin typeface="Consolas" panose="020B0609020204030204" pitchFamily="49" charset="0"/>
              </a:rPr>
              <a:t>&gt;spring-boot-starter-</a:t>
            </a:r>
            <a:r>
              <a:rPr lang="en-US" dirty="0" err="1">
                <a:solidFill>
                  <a:srgbClr val="000000"/>
                </a:solidFill>
                <a:effectLst/>
                <a:latin typeface="Consolas" panose="020B0609020204030204" pitchFamily="49" charset="0"/>
              </a:rPr>
              <a:t>aop</a:t>
            </a:r>
            <a:r>
              <a:rPr lang="en-US" dirty="0">
                <a:solidFill>
                  <a:srgbClr val="000000"/>
                </a:solidFill>
                <a:effectLst/>
                <a:latin typeface="Consolas" panose="020B0609020204030204" pitchFamily="49" charset="0"/>
              </a:rPr>
              <a:t>&lt;/</a:t>
            </a:r>
            <a:r>
              <a:rPr lang="en-US" dirty="0" err="1">
                <a:solidFill>
                  <a:srgbClr val="268BD2"/>
                </a:solidFill>
                <a:effectLst/>
                <a:latin typeface="Consolas" panose="020B0609020204030204" pitchFamily="49" charset="0"/>
              </a:rPr>
              <a:t>artifactId</a:t>
            </a:r>
            <a:r>
              <a:rPr lang="en-US" dirty="0">
                <a:solidFill>
                  <a:srgbClr val="000000"/>
                </a:solidFill>
                <a:effectLst/>
                <a:latin typeface="Consolas" panose="020B0609020204030204" pitchFamily="49" charset="0"/>
              </a:rPr>
              <a:t>&gt;</a:t>
            </a:r>
          </a:p>
          <a:p>
            <a:pPr marL="0" marR="0" indent="0">
              <a:spcBef>
                <a:spcPts val="0"/>
              </a:spcBef>
              <a:spcAft>
                <a:spcPts val="0"/>
              </a:spcAft>
              <a:buNone/>
            </a:pPr>
            <a:r>
              <a:rPr lang="en-US" dirty="0">
                <a:solidFill>
                  <a:srgbClr val="000000"/>
                </a:solidFill>
                <a:effectLst/>
                <a:latin typeface="Consolas" panose="020B0609020204030204" pitchFamily="49" charset="0"/>
              </a:rPr>
              <a:t>&lt;/</a:t>
            </a:r>
            <a:r>
              <a:rPr lang="en-US" dirty="0">
                <a:solidFill>
                  <a:srgbClr val="268BD2"/>
                </a:solidFill>
                <a:effectLst/>
                <a:latin typeface="Consolas" panose="020B0609020204030204" pitchFamily="49" charset="0"/>
              </a:rPr>
              <a:t>dependency</a:t>
            </a:r>
            <a:r>
              <a:rPr lang="en-US" dirty="0">
                <a:solidFill>
                  <a:srgbClr val="000000"/>
                </a:solidFill>
                <a:effectLst/>
                <a:latin typeface="Consolas" panose="020B0609020204030204" pitchFamily="49" charset="0"/>
              </a:rPr>
              <a:t>&gt;</a:t>
            </a:r>
          </a:p>
          <a:p>
            <a:pPr marL="25400" indent="0">
              <a:buNone/>
            </a:pPr>
            <a:endParaRPr lang="en-US" sz="4800" dirty="0"/>
          </a:p>
        </p:txBody>
      </p:sp>
      <p:sp>
        <p:nvSpPr>
          <p:cNvPr id="3" name="Title 2">
            <a:extLst>
              <a:ext uri="{FF2B5EF4-FFF2-40B4-BE49-F238E27FC236}">
                <a16:creationId xmlns:a16="http://schemas.microsoft.com/office/drawing/2014/main" id="{BB6DE1B6-A403-3080-9DF0-2C3552BEB59C}"/>
              </a:ext>
            </a:extLst>
          </p:cNvPr>
          <p:cNvSpPr>
            <a:spLocks noGrp="1"/>
          </p:cNvSpPr>
          <p:nvPr>
            <p:ph type="title"/>
          </p:nvPr>
        </p:nvSpPr>
        <p:spPr/>
        <p:txBody>
          <a:bodyPr/>
          <a:lstStyle/>
          <a:p>
            <a:r>
              <a:rPr lang="en-US" dirty="0"/>
              <a:t>Dependency</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29E8955-C675-D248-BDE6-73A02167D885}"/>
                  </a:ext>
                </a:extLst>
              </p14:cNvPr>
              <p14:cNvContentPartPr/>
              <p14:nvPr/>
            </p14:nvContentPartPr>
            <p14:xfrm>
              <a:off x="108000" y="1302480"/>
              <a:ext cx="8737920" cy="2864160"/>
            </p14:xfrm>
          </p:contentPart>
        </mc:Choice>
        <mc:Fallback xmlns="">
          <p:pic>
            <p:nvPicPr>
              <p:cNvPr id="4" name="Ink 3">
                <a:extLst>
                  <a:ext uri="{FF2B5EF4-FFF2-40B4-BE49-F238E27FC236}">
                    <a16:creationId xmlns:a16="http://schemas.microsoft.com/office/drawing/2014/main" id="{529E8955-C675-D248-BDE6-73A02167D885}"/>
                  </a:ext>
                </a:extLst>
              </p:cNvPr>
              <p:cNvPicPr/>
              <p:nvPr/>
            </p:nvPicPr>
            <p:blipFill>
              <a:blip r:embed="rId3"/>
              <a:stretch>
                <a:fillRect/>
              </a:stretch>
            </p:blipFill>
            <p:spPr>
              <a:xfrm>
                <a:off x="98640" y="1293120"/>
                <a:ext cx="8756640" cy="2882880"/>
              </a:xfrm>
              <a:prstGeom prst="rect">
                <a:avLst/>
              </a:prstGeom>
            </p:spPr>
          </p:pic>
        </mc:Fallback>
      </mc:AlternateContent>
    </p:spTree>
    <p:extLst>
      <p:ext uri="{BB962C8B-B14F-4D97-AF65-F5344CB8AC3E}">
        <p14:creationId xmlns:p14="http://schemas.microsoft.com/office/powerpoint/2010/main" val="3857740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Types of Advices- AOP </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marL="342900" lvl="0" indent="-342900">
              <a:buSzPts val="1400"/>
              <a:buFont typeface="Arial" panose="020B0604020202020204" pitchFamily="34" charset="0"/>
              <a:buChar char="•"/>
            </a:pPr>
            <a:r>
              <a:rPr lang="en-US" sz="2000" b="1" dirty="0">
                <a:latin typeface="Calibri" panose="020F0502020204030204" pitchFamily="34" charset="0"/>
                <a:cs typeface="Calibri" panose="020F0502020204030204" pitchFamily="34" charset="0"/>
              </a:rPr>
              <a:t>Before</a:t>
            </a:r>
            <a:r>
              <a:rPr lang="en-US" sz="2000" dirty="0">
                <a:latin typeface="Calibri" panose="020F0502020204030204" pitchFamily="34" charset="0"/>
                <a:cs typeface="Calibri" panose="020F0502020204030204" pitchFamily="34" charset="0"/>
              </a:rPr>
              <a:t>: Runs before the advised method is invoked. It is denoted by @Before annotation.</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r>
              <a:rPr lang="en-US" sz="2000" b="1" dirty="0">
                <a:latin typeface="Calibri" panose="020F0502020204030204" pitchFamily="34" charset="0"/>
                <a:cs typeface="Calibri" panose="020F0502020204030204" pitchFamily="34" charset="0"/>
              </a:rPr>
              <a:t>After</a:t>
            </a:r>
            <a:r>
              <a:rPr lang="en-US" sz="2000" dirty="0">
                <a:latin typeface="Calibri" panose="020F0502020204030204" pitchFamily="34" charset="0"/>
                <a:cs typeface="Calibri" panose="020F0502020204030204" pitchFamily="34" charset="0"/>
              </a:rPr>
              <a:t>: Runs after the advised method completes regardless of the outcome, whether successful or not. It is denoted by @After annotation.</a:t>
            </a:r>
          </a:p>
          <a:p>
            <a:pPr lvl="3">
              <a:buSzPts val="1400"/>
            </a:pPr>
            <a:r>
              <a:rPr lang="en-US" sz="2000" dirty="0">
                <a:latin typeface="Calibri" panose="020F0502020204030204" pitchFamily="34" charset="0"/>
                <a:cs typeface="Calibri" panose="020F0502020204030204" pitchFamily="34" charset="0"/>
              </a:rPr>
              <a:t>	1. Method Executes Successfully</a:t>
            </a:r>
          </a:p>
          <a:p>
            <a:pPr lvl="3">
              <a:buSzPts val="1400"/>
            </a:pPr>
            <a:r>
              <a:rPr lang="en-US" sz="2000" dirty="0">
                <a:latin typeface="Calibri" panose="020F0502020204030204" pitchFamily="34" charset="0"/>
                <a:cs typeface="Calibri" panose="020F0502020204030204" pitchFamily="34" charset="0"/>
              </a:rPr>
              <a:t>	2. Method throws an Exception</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7F2B213-5BB4-A302-DF1C-D1FE9EC9027D}"/>
                  </a:ext>
                </a:extLst>
              </p14:cNvPr>
              <p14:cNvContentPartPr/>
              <p14:nvPr/>
            </p14:nvContentPartPr>
            <p14:xfrm>
              <a:off x="419400" y="1860120"/>
              <a:ext cx="10870200" cy="4998240"/>
            </p14:xfrm>
          </p:contentPart>
        </mc:Choice>
        <mc:Fallback xmlns="">
          <p:pic>
            <p:nvPicPr>
              <p:cNvPr id="2" name="Ink 1">
                <a:extLst>
                  <a:ext uri="{FF2B5EF4-FFF2-40B4-BE49-F238E27FC236}">
                    <a16:creationId xmlns:a16="http://schemas.microsoft.com/office/drawing/2014/main" id="{C7F2B213-5BB4-A302-DF1C-D1FE9EC9027D}"/>
                  </a:ext>
                </a:extLst>
              </p:cNvPr>
              <p:cNvPicPr/>
              <p:nvPr/>
            </p:nvPicPr>
            <p:blipFill>
              <a:blip r:embed="rId4"/>
              <a:stretch>
                <a:fillRect/>
              </a:stretch>
            </p:blipFill>
            <p:spPr>
              <a:xfrm>
                <a:off x="410040" y="1850760"/>
                <a:ext cx="10888920" cy="5016960"/>
              </a:xfrm>
              <a:prstGeom prst="rect">
                <a:avLst/>
              </a:prstGeom>
            </p:spPr>
          </p:pic>
        </mc:Fallback>
      </mc:AlternateContent>
    </p:spTree>
    <p:extLst>
      <p:ext uri="{BB962C8B-B14F-4D97-AF65-F5344CB8AC3E}">
        <p14:creationId xmlns:p14="http://schemas.microsoft.com/office/powerpoint/2010/main" val="1766156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D8A848-37B7-F826-9768-BE5528C52FD1}"/>
              </a:ext>
            </a:extLst>
          </p:cNvPr>
          <p:cNvSpPr>
            <a:spLocks noGrp="1"/>
          </p:cNvSpPr>
          <p:nvPr>
            <p:ph type="body" idx="1"/>
          </p:nvPr>
        </p:nvSpPr>
        <p:spPr>
          <a:xfrm>
            <a:off x="622300" y="1160003"/>
            <a:ext cx="10947400" cy="5035550"/>
          </a:xfrm>
        </p:spPr>
        <p:txBody>
          <a:bodyPr/>
          <a:lstStyle/>
          <a:p>
            <a:pPr marL="0" marR="0" indent="0">
              <a:spcBef>
                <a:spcPts val="0"/>
              </a:spcBef>
              <a:spcAft>
                <a:spcPts val="0"/>
              </a:spcAft>
              <a:buNone/>
            </a:pPr>
            <a:r>
              <a:rPr lang="en-US" sz="1800" dirty="0">
                <a:solidFill>
                  <a:srgbClr val="000000"/>
                </a:solidFill>
                <a:effectLst/>
                <a:latin typeface="Consolas" panose="020B0609020204030204" pitchFamily="49" charset="0"/>
              </a:rPr>
              <a:t>Compile Time : </a:t>
            </a:r>
          </a:p>
          <a:p>
            <a:pPr marL="0" marR="0" indent="0">
              <a:spcBef>
                <a:spcPts val="0"/>
              </a:spcBef>
              <a:spcAft>
                <a:spcPts val="0"/>
              </a:spcAft>
              <a:buNone/>
            </a:pP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execution (* </a:t>
            </a:r>
            <a:r>
              <a:rPr lang="en-US" sz="1800" dirty="0">
                <a:solidFill>
                  <a:srgbClr val="2A00FF"/>
                </a:solidFill>
                <a:latin typeface="Consolas" panose="020B0609020204030204" pitchFamily="49" charset="0"/>
              </a:rPr>
              <a:t>package</a:t>
            </a:r>
            <a:r>
              <a:rPr lang="en-US" sz="1800" dirty="0">
                <a:solidFill>
                  <a:srgbClr val="2A00FF"/>
                </a:solidFill>
                <a:effectLst/>
                <a:latin typeface="Consolas" panose="020B0609020204030204" pitchFamily="49" charset="0"/>
              </a:rPr>
              <a:t>.*.*.*(..))“ [where to execute]</a:t>
            </a:r>
          </a:p>
          <a:p>
            <a:pPr marL="0" marR="0" indent="0">
              <a:spcBef>
                <a:spcPts val="0"/>
              </a:spcBef>
              <a:spcAft>
                <a:spcPts val="0"/>
              </a:spcAft>
              <a:buNone/>
            </a:pPr>
            <a:r>
              <a:rPr lang="en-US" sz="1800" dirty="0">
                <a:solidFill>
                  <a:srgbClr val="2A00FF"/>
                </a:solidFill>
                <a:latin typeface="Consolas" panose="020B0609020204030204" pitchFamily="49" charset="0"/>
              </a:rPr>
              <a:t>//Advice : What code is executed</a:t>
            </a:r>
            <a:endParaRPr lang="en-US" sz="1800" dirty="0">
              <a:solidFill>
                <a:srgbClr val="2A00FF"/>
              </a:solidFill>
              <a:effectLst/>
              <a:latin typeface="Consolas" panose="020B0609020204030204" pitchFamily="49" charset="0"/>
            </a:endParaRPr>
          </a:p>
          <a:p>
            <a:pPr marL="0" marR="0" indent="0">
              <a:spcBef>
                <a:spcPts val="0"/>
              </a:spcBef>
              <a:spcAft>
                <a:spcPts val="0"/>
              </a:spcAft>
              <a:buNone/>
            </a:pPr>
            <a:r>
              <a:rPr lang="en-US" sz="1800" dirty="0">
                <a:solidFill>
                  <a:srgbClr val="2A00FF"/>
                </a:solidFill>
                <a:latin typeface="Consolas" panose="020B0609020204030204" pitchFamily="49" charset="0"/>
              </a:rPr>
              <a:t>//Point Cut Expression that identifies method call to be intercepted</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endParaRPr lang="en-US" sz="1800" dirty="0">
              <a:solidFill>
                <a:srgbClr val="646464"/>
              </a:solidFill>
              <a:effectLst/>
              <a:latin typeface="Consolas" panose="020B0609020204030204" pitchFamily="49" charset="0"/>
            </a:endParaRPr>
          </a:p>
          <a:p>
            <a:pPr marL="0" marR="0" indent="0">
              <a:spcBef>
                <a:spcPts val="0"/>
              </a:spcBef>
              <a:spcAft>
                <a:spcPts val="0"/>
              </a:spcAft>
              <a:buNone/>
            </a:pPr>
            <a:r>
              <a:rPr lang="en-US" sz="1800" dirty="0">
                <a:solidFill>
                  <a:srgbClr val="646464"/>
                </a:solidFill>
                <a:effectLst/>
                <a:latin typeface="Consolas" panose="020B0609020204030204" pitchFamily="49" charset="0"/>
              </a:rPr>
              <a:t>@Configuration</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r>
              <a:rPr lang="en-US" sz="1800" dirty="0">
                <a:solidFill>
                  <a:srgbClr val="646464"/>
                </a:solidFill>
                <a:effectLst/>
                <a:latin typeface="Consolas" panose="020B0609020204030204" pitchFamily="49" charset="0"/>
              </a:rPr>
              <a:t>@Aspect [A Combination of 1: Advice &amp; 2: Pointcut ][what to do &amp; When to do]</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endParaRPr lang="en-US" sz="1800" b="1" dirty="0">
              <a:solidFill>
                <a:srgbClr val="7F0055"/>
              </a:solidFill>
              <a:effectLst/>
              <a:latin typeface="Consolas" panose="020B0609020204030204" pitchFamily="49" charset="0"/>
            </a:endParaRPr>
          </a:p>
          <a:p>
            <a:pPr marL="0" marR="0" indent="0">
              <a:spcBef>
                <a:spcPts val="0"/>
              </a:spcBef>
              <a:spcAft>
                <a:spcPts val="0"/>
              </a:spcAft>
              <a:buNone/>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class</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LoggingAspect</a:t>
            </a:r>
            <a:r>
              <a:rPr lang="en-US" sz="1800" dirty="0">
                <a:solidFill>
                  <a:srgbClr val="000000"/>
                </a:solidFill>
                <a:effectLst/>
                <a:latin typeface="Consolas" panose="020B0609020204030204" pitchFamily="49" charset="0"/>
              </a:rPr>
              <a:t> {</a:t>
            </a:r>
          </a:p>
          <a:p>
            <a:pPr marL="0" marR="0" indent="0">
              <a:spcBef>
                <a:spcPts val="0"/>
              </a:spcBef>
              <a:spcAft>
                <a:spcPts val="0"/>
              </a:spcAft>
              <a:buNone/>
            </a:pPr>
            <a:r>
              <a:rPr lang="en-US" sz="1800" b="1" dirty="0">
                <a:solidFill>
                  <a:srgbClr val="7F0055"/>
                </a:solidFill>
                <a:effectLst/>
                <a:latin typeface="Consolas" panose="020B0609020204030204" pitchFamily="49" charset="0"/>
              </a:rPr>
              <a:t>private</a:t>
            </a:r>
            <a:r>
              <a:rPr lang="en-US" sz="1800" dirty="0">
                <a:solidFill>
                  <a:srgbClr val="000000"/>
                </a:solidFill>
                <a:effectLst/>
                <a:latin typeface="Consolas" panose="020B0609020204030204" pitchFamily="49" charset="0"/>
              </a:rPr>
              <a:t> Logger </a:t>
            </a:r>
            <a:r>
              <a:rPr lang="en-US" sz="1800" dirty="0" err="1">
                <a:solidFill>
                  <a:srgbClr val="0000C0"/>
                </a:solidFill>
                <a:effectLst/>
                <a:latin typeface="Consolas" panose="020B0609020204030204" pitchFamily="49" charset="0"/>
              </a:rPr>
              <a:t>logger</a:t>
            </a:r>
            <a:r>
              <a:rPr lang="en-US" sz="1800" dirty="0">
                <a:solidFill>
                  <a:srgbClr val="000000"/>
                </a:solidFill>
                <a:effectLst/>
                <a:latin typeface="Consolas" panose="020B0609020204030204" pitchFamily="49" charset="0"/>
              </a:rPr>
              <a:t> = </a:t>
            </a:r>
            <a:r>
              <a:rPr lang="en-US" sz="1800" dirty="0" err="1">
                <a:solidFill>
                  <a:srgbClr val="000000"/>
                </a:solidFill>
                <a:effectLst/>
                <a:latin typeface="Consolas" panose="020B0609020204030204" pitchFamily="49" charset="0"/>
              </a:rPr>
              <a:t>LoggerFactory.</a:t>
            </a:r>
            <a:r>
              <a:rPr lang="en-US" sz="1800" i="1" dirty="0" err="1">
                <a:solidFill>
                  <a:srgbClr val="000000"/>
                </a:solidFill>
                <a:effectLst/>
                <a:latin typeface="Consolas" panose="020B0609020204030204" pitchFamily="49" charset="0"/>
              </a:rPr>
              <a:t>getLogger</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getClass</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a:solidFill>
                  <a:srgbClr val="000000"/>
                </a:solidFill>
                <a:latin typeface="Consolas" panose="020B0609020204030204" pitchFamily="49" charset="0"/>
              </a:rPr>
              <a:t>//Before : Example</a:t>
            </a:r>
          </a:p>
          <a:p>
            <a:pPr marL="0" marR="0" indent="0">
              <a:spcBef>
                <a:spcPts val="0"/>
              </a:spcBef>
              <a:spcAft>
                <a:spcPts val="0"/>
              </a:spcAft>
              <a:buNone/>
            </a:pPr>
            <a:r>
              <a:rPr lang="en-US" sz="1800" dirty="0">
                <a:solidFill>
                  <a:srgbClr val="646464"/>
                </a:solidFill>
                <a:effectLst/>
                <a:latin typeface="Consolas" panose="020B0609020204030204" pitchFamily="49" charset="0"/>
              </a:rPr>
              <a:t>@Before</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"execution (* </a:t>
            </a:r>
            <a:r>
              <a:rPr lang="en-US" sz="1800" dirty="0">
                <a:solidFill>
                  <a:srgbClr val="2A00FF"/>
                </a:solidFill>
                <a:latin typeface="Consolas" panose="020B0609020204030204" pitchFamily="49" charset="0"/>
              </a:rPr>
              <a:t>package</a:t>
            </a:r>
            <a:r>
              <a:rPr lang="en-US" sz="1800" dirty="0">
                <a:solidFill>
                  <a:srgbClr val="2A00FF"/>
                </a:solidFill>
                <a:effectLst/>
                <a:latin typeface="Consolas" panose="020B0609020204030204" pitchFamily="49" charset="0"/>
              </a:rPr>
              <a:t>.*.*.*(..))"</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void</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logMethodBeforeCall</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 {</a:t>
            </a:r>
          </a:p>
          <a:p>
            <a:pPr marL="0" marR="0" indent="0">
              <a:spcBef>
                <a:spcPts val="0"/>
              </a:spcBef>
              <a:spcAft>
                <a:spcPts val="0"/>
              </a:spcAft>
              <a:buNone/>
            </a:pPr>
            <a:r>
              <a:rPr lang="en-US" sz="1800" dirty="0">
                <a:solidFill>
                  <a:srgbClr val="0000C0"/>
                </a:solidFill>
                <a:effectLst/>
                <a:latin typeface="Consolas" panose="020B0609020204030204" pitchFamily="49" charset="0"/>
              </a:rPr>
              <a:t>logger</a:t>
            </a:r>
            <a:r>
              <a:rPr lang="en-US" sz="1800" dirty="0">
                <a:solidFill>
                  <a:srgbClr val="000000"/>
                </a:solidFill>
                <a:effectLst/>
                <a:latin typeface="Consolas" panose="020B0609020204030204" pitchFamily="49" charset="0"/>
              </a:rPr>
              <a:t>.info(</a:t>
            </a:r>
            <a:r>
              <a:rPr lang="en-US" sz="1800" dirty="0">
                <a:solidFill>
                  <a:srgbClr val="2A00FF"/>
                </a:solidFill>
                <a:effectLst/>
                <a:latin typeface="Consolas" panose="020B0609020204030204" pitchFamily="49" charset="0"/>
              </a:rPr>
              <a:t>"Before Method is Called - {}"</a:t>
            </a:r>
            <a:r>
              <a:rPr lang="en-US" sz="1800" dirty="0">
                <a:solidFill>
                  <a:srgbClr val="000000"/>
                </a:solidFill>
                <a:effectLst/>
                <a:latin typeface="Consolas" panose="020B0609020204030204" pitchFamily="49" charset="0"/>
              </a:rPr>
              <a:t>,</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a:solidFill>
                  <a:srgbClr val="000000"/>
                </a:solidFill>
                <a:effectLst/>
                <a:latin typeface="Consolas" panose="020B0609020204030204" pitchFamily="49" charset="0"/>
              </a:rPr>
              <a:t>}</a:t>
            </a:r>
          </a:p>
          <a:p>
            <a:pPr marL="25400" indent="0">
              <a:buNone/>
            </a:pPr>
            <a:endParaRPr lang="en-US" dirty="0"/>
          </a:p>
        </p:txBody>
      </p:sp>
      <p:sp>
        <p:nvSpPr>
          <p:cNvPr id="3" name="Title 2">
            <a:extLst>
              <a:ext uri="{FF2B5EF4-FFF2-40B4-BE49-F238E27FC236}">
                <a16:creationId xmlns:a16="http://schemas.microsoft.com/office/drawing/2014/main" id="{E02D9B9F-88C0-C5F5-0213-E750B59A43B3}"/>
              </a:ext>
            </a:extLst>
          </p:cNvPr>
          <p:cNvSpPr>
            <a:spLocks noGrp="1"/>
          </p:cNvSpPr>
          <p:nvPr>
            <p:ph type="title"/>
          </p:nvPr>
        </p:nvSpPr>
        <p:spPr/>
        <p:txBody>
          <a:bodyPr/>
          <a:lstStyle/>
          <a:p>
            <a:r>
              <a:rPr lang="en-US" dirty="0"/>
              <a:t>Creating Logging Aspect</a:t>
            </a:r>
          </a:p>
        </p:txBody>
      </p:sp>
    </p:spTree>
    <p:extLst>
      <p:ext uri="{BB962C8B-B14F-4D97-AF65-F5344CB8AC3E}">
        <p14:creationId xmlns:p14="http://schemas.microsoft.com/office/powerpoint/2010/main" val="2847121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5F0ECB-40CA-8978-17BF-AC7E63715333}"/>
              </a:ext>
            </a:extLst>
          </p:cNvPr>
          <p:cNvSpPr>
            <a:spLocks noGrp="1"/>
          </p:cNvSpPr>
          <p:nvPr>
            <p:ph type="body" idx="1"/>
          </p:nvPr>
        </p:nvSpPr>
        <p:spPr>
          <a:xfrm>
            <a:off x="622300" y="1160003"/>
            <a:ext cx="10947400" cy="2157839"/>
          </a:xfrm>
        </p:spPr>
        <p:txBody>
          <a:bodyPr/>
          <a:lstStyle/>
          <a:p>
            <a:r>
              <a:rPr lang="en-US" dirty="0"/>
              <a:t>Runtime :</a:t>
            </a:r>
          </a:p>
          <a:p>
            <a:r>
              <a:rPr lang="en-US" dirty="0"/>
              <a:t>Join Point : When Point Cut Condition is true ,The Advice is executed . A Specific Execution instance of advice is called a join point.</a:t>
            </a:r>
          </a:p>
        </p:txBody>
      </p:sp>
      <p:sp>
        <p:nvSpPr>
          <p:cNvPr id="3" name="Title 2">
            <a:extLst>
              <a:ext uri="{FF2B5EF4-FFF2-40B4-BE49-F238E27FC236}">
                <a16:creationId xmlns:a16="http://schemas.microsoft.com/office/drawing/2014/main" id="{10982F8B-E8FA-AA2B-0F57-FA75C4C2EC00}"/>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65720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Types of Advices- AOP </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marL="342900" lvl="0" indent="-342900">
              <a:buSzPts val="1400"/>
              <a:buFont typeface="Arial" panose="020B0604020202020204" pitchFamily="34" charset="0"/>
              <a:buChar char="•"/>
            </a:pPr>
            <a:r>
              <a:rPr lang="en-US" sz="2000" b="1" dirty="0" err="1">
                <a:latin typeface="Calibri" panose="020F0502020204030204" pitchFamily="34" charset="0"/>
                <a:cs typeface="Calibri" panose="020F0502020204030204" pitchFamily="34" charset="0"/>
              </a:rPr>
              <a:t>AfterThrowing</a:t>
            </a:r>
            <a:r>
              <a:rPr lang="en-US" sz="2000" b="1"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 Runs after the advised method throws a Runtime Exception. It is denoted by @AfterThrowing annotation.</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0" marR="0">
              <a:spcBef>
                <a:spcPts val="0"/>
              </a:spcBef>
              <a:spcAft>
                <a:spcPts val="0"/>
              </a:spcAft>
            </a:pPr>
            <a:r>
              <a:rPr lang="en-US" sz="1800" dirty="0">
                <a:solidFill>
                  <a:srgbClr val="646464"/>
                </a:solidFill>
                <a:effectLst/>
                <a:latin typeface="Consolas" panose="020B0609020204030204" pitchFamily="49" charset="0"/>
              </a:rPr>
              <a:t>@AfterThrowing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pointcut = </a:t>
            </a:r>
            <a:r>
              <a:rPr lang="en-US" sz="1800" dirty="0">
                <a:solidFill>
                  <a:srgbClr val="2A00FF"/>
                </a:solidFill>
                <a:effectLst/>
                <a:latin typeface="Consolas" panose="020B0609020204030204" pitchFamily="49" charset="0"/>
              </a:rPr>
              <a:t>"execution(* Package.*.*.*(..))"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throwing = </a:t>
            </a:r>
            <a:r>
              <a:rPr lang="en-US" sz="1800" dirty="0">
                <a:solidFill>
                  <a:srgbClr val="2A00FF"/>
                </a:solidFill>
                <a:effectLst/>
                <a:latin typeface="Consolas" panose="020B0609020204030204" pitchFamily="49" charset="0"/>
              </a:rPr>
              <a:t>"exception"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void</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logMethodCallAfterException</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Exception </a:t>
            </a:r>
            <a:r>
              <a:rPr lang="en-US" sz="1800" dirty="0">
                <a:solidFill>
                  <a:srgbClr val="6A3E3E"/>
                </a:solidFill>
                <a:effectLst/>
                <a:latin typeface="Consolas" panose="020B0609020204030204" pitchFamily="49" charset="0"/>
              </a:rPr>
              <a:t>exception</a:t>
            </a:r>
            <a:r>
              <a:rPr lang="en-US" sz="1800" dirty="0">
                <a:solidFill>
                  <a:srgbClr val="000000"/>
                </a:solidFill>
                <a:effectLst/>
                <a:latin typeface="Consolas" panose="020B0609020204030204" pitchFamily="49" charset="0"/>
              </a:rPr>
              <a:t>) {</a:t>
            </a:r>
          </a:p>
          <a:p>
            <a:pPr marL="0" marR="0">
              <a:spcBef>
                <a:spcPts val="0"/>
              </a:spcBef>
              <a:spcAft>
                <a:spcPts val="0"/>
              </a:spcAft>
            </a:pPr>
            <a:r>
              <a:rPr lang="en-US" sz="1800" dirty="0">
                <a:solidFill>
                  <a:srgbClr val="0000C0"/>
                </a:solidFill>
                <a:effectLst/>
                <a:latin typeface="Consolas" panose="020B0609020204030204" pitchFamily="49" charset="0"/>
              </a:rPr>
              <a:t>logger</a:t>
            </a:r>
            <a:r>
              <a:rPr lang="en-US" sz="1800" dirty="0">
                <a:solidFill>
                  <a:srgbClr val="000000"/>
                </a:solidFill>
                <a:effectLst/>
                <a:latin typeface="Consolas" panose="020B0609020204030204" pitchFamily="49" charset="0"/>
              </a:rPr>
              <a:t>.info(</a:t>
            </a:r>
            <a:r>
              <a:rPr lang="en-US" sz="1800" dirty="0">
                <a:solidFill>
                  <a:srgbClr val="2A00FF"/>
                </a:solidFill>
                <a:effectLst/>
                <a:latin typeface="Consolas" panose="020B0609020204030204" pitchFamily="49" charset="0"/>
              </a:rPr>
              <a:t>"</a:t>
            </a:r>
            <a:r>
              <a:rPr lang="en-US" sz="1800" dirty="0" err="1">
                <a:solidFill>
                  <a:srgbClr val="2A00FF"/>
                </a:solidFill>
                <a:effectLst/>
                <a:latin typeface="Consolas" panose="020B0609020204030204" pitchFamily="49" charset="0"/>
              </a:rPr>
              <a:t>AfterThrowing</a:t>
            </a:r>
            <a:r>
              <a:rPr lang="en-US" sz="1800" dirty="0">
                <a:solidFill>
                  <a:srgbClr val="2A00FF"/>
                </a:solidFill>
                <a:effectLst/>
                <a:latin typeface="Consolas" panose="020B0609020204030204" pitchFamily="49" charset="0"/>
              </a:rPr>
              <a:t> Aspect - {} has thrown an exception {}"</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r>
              <a:rPr lang="en-US" sz="1800" dirty="0">
                <a:solidFill>
                  <a:srgbClr val="6A3E3E"/>
                </a:solidFill>
                <a:effectLst/>
                <a:latin typeface="Consolas" panose="020B0609020204030204" pitchFamily="49" charset="0"/>
              </a:rPr>
              <a:t>exception</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br>
              <a:rPr lang="en-US" sz="1800" dirty="0">
                <a:solidFill>
                  <a:srgbClr val="000000"/>
                </a:solidFill>
                <a:effectLst/>
                <a:latin typeface="Consolas" panose="020B0609020204030204" pitchFamily="49" charset="0"/>
              </a:rPr>
            </a:b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1249CDA-1239-F188-51DF-8CF130448373}"/>
                  </a:ext>
                </a:extLst>
              </p14:cNvPr>
              <p14:cNvContentPartPr/>
              <p14:nvPr/>
            </p14:nvContentPartPr>
            <p14:xfrm>
              <a:off x="486000" y="2727720"/>
              <a:ext cx="9102960" cy="2687400"/>
            </p14:xfrm>
          </p:contentPart>
        </mc:Choice>
        <mc:Fallback xmlns="">
          <p:pic>
            <p:nvPicPr>
              <p:cNvPr id="2" name="Ink 1">
                <a:extLst>
                  <a:ext uri="{FF2B5EF4-FFF2-40B4-BE49-F238E27FC236}">
                    <a16:creationId xmlns:a16="http://schemas.microsoft.com/office/drawing/2014/main" id="{D1249CDA-1239-F188-51DF-8CF130448373}"/>
                  </a:ext>
                </a:extLst>
              </p:cNvPr>
              <p:cNvPicPr/>
              <p:nvPr/>
            </p:nvPicPr>
            <p:blipFill>
              <a:blip r:embed="rId4"/>
              <a:stretch>
                <a:fillRect/>
              </a:stretch>
            </p:blipFill>
            <p:spPr>
              <a:xfrm>
                <a:off x="476640" y="2718360"/>
                <a:ext cx="9121680" cy="2706120"/>
              </a:xfrm>
              <a:prstGeom prst="rect">
                <a:avLst/>
              </a:prstGeom>
            </p:spPr>
          </p:pic>
        </mc:Fallback>
      </mc:AlternateContent>
    </p:spTree>
    <p:extLst>
      <p:ext uri="{BB962C8B-B14F-4D97-AF65-F5344CB8AC3E}">
        <p14:creationId xmlns:p14="http://schemas.microsoft.com/office/powerpoint/2010/main" val="1679298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Types of Advices- AOP </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marL="342900" lvl="0" indent="-342900">
              <a:buSzPts val="1400"/>
              <a:buFont typeface="Arial" panose="020B0604020202020204" pitchFamily="34" charset="0"/>
              <a:buChar char="•"/>
            </a:pPr>
            <a:r>
              <a:rPr lang="en-US" sz="2000" b="1" dirty="0">
                <a:latin typeface="Calibri" panose="020F0502020204030204" pitchFamily="34" charset="0"/>
                <a:cs typeface="Calibri" panose="020F0502020204030204" pitchFamily="34" charset="0"/>
              </a:rPr>
              <a:t>After Returning:</a:t>
            </a:r>
            <a:r>
              <a:rPr lang="en-US" sz="2000" dirty="0">
                <a:latin typeface="Calibri" panose="020F0502020204030204" pitchFamily="34" charset="0"/>
                <a:cs typeface="Calibri" panose="020F0502020204030204" pitchFamily="34" charset="0"/>
              </a:rPr>
              <a:t> Runs after the advised method successfully completes </a:t>
            </a:r>
            <a:r>
              <a:rPr lang="en-US" sz="2000" dirty="0" err="1">
                <a:latin typeface="Calibri" panose="020F0502020204030204" pitchFamily="34" charset="0"/>
                <a:cs typeface="Calibri" panose="020F0502020204030204" pitchFamily="34" charset="0"/>
              </a:rPr>
              <a:t>ie</a:t>
            </a:r>
            <a:r>
              <a:rPr lang="en-US" sz="2000" dirty="0">
                <a:latin typeface="Calibri" panose="020F0502020204030204" pitchFamily="34" charset="0"/>
                <a:cs typeface="Calibri" panose="020F0502020204030204" pitchFamily="34" charset="0"/>
              </a:rPr>
              <a:t> without any runtime exceptions. It is denoted by @</a:t>
            </a:r>
            <a:r>
              <a:rPr lang="en-US" sz="2000" dirty="0" err="1">
                <a:latin typeface="Calibri" panose="020F0502020204030204" pitchFamily="34" charset="0"/>
                <a:cs typeface="Calibri" panose="020F0502020204030204" pitchFamily="34" charset="0"/>
              </a:rPr>
              <a:t>AfterReturning</a:t>
            </a:r>
            <a:r>
              <a:rPr lang="en-US" sz="2000" dirty="0">
                <a:latin typeface="Calibri" panose="020F0502020204030204" pitchFamily="34" charset="0"/>
                <a:cs typeface="Calibri" panose="020F0502020204030204" pitchFamily="34" charset="0"/>
              </a:rPr>
              <a:t> annotation.</a:t>
            </a: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646464"/>
                </a:solidFill>
                <a:effectLst/>
                <a:latin typeface="Consolas" panose="020B0609020204030204" pitchFamily="49" charset="0"/>
              </a:rPr>
              <a:t>@AfterReturning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pointcut = </a:t>
            </a:r>
            <a:r>
              <a:rPr lang="en-US" sz="1800" dirty="0">
                <a:solidFill>
                  <a:srgbClr val="2A00FF"/>
                </a:solidFill>
                <a:effectLst/>
                <a:latin typeface="Consolas" panose="020B0609020204030204" pitchFamily="49" charset="0"/>
              </a:rPr>
              <a:t>"execution(* package.*.*.*(..))"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returning = </a:t>
            </a:r>
            <a:r>
              <a:rPr lang="en-US" sz="1800" dirty="0">
                <a:solidFill>
                  <a:srgbClr val="2A00FF"/>
                </a:solidFill>
                <a:effectLst/>
                <a:latin typeface="Consolas" panose="020B0609020204030204" pitchFamily="49" charset="0"/>
              </a:rPr>
              <a:t>"</a:t>
            </a:r>
            <a:r>
              <a:rPr lang="en-US" sz="1800" dirty="0" err="1">
                <a:solidFill>
                  <a:srgbClr val="2A00FF"/>
                </a:solidFill>
                <a:effectLst/>
                <a:latin typeface="Consolas" panose="020B0609020204030204" pitchFamily="49" charset="0"/>
              </a:rPr>
              <a:t>resultValue</a:t>
            </a:r>
            <a:r>
              <a:rPr lang="en-US" sz="1800" dirty="0">
                <a:solidFill>
                  <a:srgbClr val="2A00FF"/>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void</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logMethodCallAfterSuccessfulExecution</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p>
          <a:p>
            <a:pPr marL="0" marR="0">
              <a:spcBef>
                <a:spcPts val="0"/>
              </a:spcBef>
              <a:spcAft>
                <a:spcPts val="0"/>
              </a:spcAft>
            </a:pPr>
            <a:r>
              <a:rPr lang="en-US" sz="1800" dirty="0">
                <a:solidFill>
                  <a:srgbClr val="000000"/>
                </a:solidFill>
                <a:effectLst/>
                <a:latin typeface="Consolas" panose="020B0609020204030204" pitchFamily="49" charset="0"/>
              </a:rPr>
              <a:t>Object </a:t>
            </a:r>
            <a:r>
              <a:rPr lang="en-US" sz="1800" dirty="0" err="1">
                <a:solidFill>
                  <a:srgbClr val="6A3E3E"/>
                </a:solidFill>
                <a:effectLst/>
                <a:latin typeface="Consolas" panose="020B0609020204030204" pitchFamily="49" charset="0"/>
              </a:rPr>
              <a:t>resultValue</a:t>
            </a:r>
            <a:r>
              <a:rPr lang="en-US" sz="1800" dirty="0">
                <a:solidFill>
                  <a:srgbClr val="000000"/>
                </a:solidFill>
                <a:effectLst/>
                <a:latin typeface="Consolas" panose="020B0609020204030204" pitchFamily="49" charset="0"/>
              </a:rPr>
              <a:t>) {</a:t>
            </a:r>
          </a:p>
          <a:p>
            <a:pPr marL="0" marR="0">
              <a:spcBef>
                <a:spcPts val="0"/>
              </a:spcBef>
              <a:spcAft>
                <a:spcPts val="0"/>
              </a:spcAft>
            </a:pPr>
            <a:r>
              <a:rPr lang="en-US" sz="1800" dirty="0">
                <a:solidFill>
                  <a:srgbClr val="0000C0"/>
                </a:solidFill>
                <a:effectLst/>
                <a:latin typeface="Consolas" panose="020B0609020204030204" pitchFamily="49" charset="0"/>
              </a:rPr>
              <a:t>logger</a:t>
            </a:r>
            <a:r>
              <a:rPr lang="en-US" sz="1800" dirty="0">
                <a:solidFill>
                  <a:srgbClr val="000000"/>
                </a:solidFill>
                <a:effectLst/>
                <a:latin typeface="Consolas" panose="020B0609020204030204" pitchFamily="49" charset="0"/>
              </a:rPr>
              <a:t>.info(</a:t>
            </a:r>
            <a:r>
              <a:rPr lang="en-US" sz="1800" dirty="0">
                <a:solidFill>
                  <a:srgbClr val="2A00FF"/>
                </a:solidFill>
                <a:effectLst/>
                <a:latin typeface="Consolas" panose="020B0609020204030204" pitchFamily="49" charset="0"/>
              </a:rPr>
              <a:t>"</a:t>
            </a:r>
            <a:r>
              <a:rPr lang="en-US" sz="1800" dirty="0" err="1">
                <a:solidFill>
                  <a:srgbClr val="2A00FF"/>
                </a:solidFill>
                <a:effectLst/>
                <a:latin typeface="Consolas" panose="020B0609020204030204" pitchFamily="49" charset="0"/>
              </a:rPr>
              <a:t>AfterReturning</a:t>
            </a:r>
            <a:r>
              <a:rPr lang="en-US" sz="1800" dirty="0">
                <a:solidFill>
                  <a:srgbClr val="2A00FF"/>
                </a:solidFill>
                <a:effectLst/>
                <a:latin typeface="Consolas" panose="020B0609020204030204" pitchFamily="49" charset="0"/>
              </a:rPr>
              <a:t> Aspect - {} has returned {}"</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resultValue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spTree>
    <p:extLst>
      <p:ext uri="{BB962C8B-B14F-4D97-AF65-F5344CB8AC3E}">
        <p14:creationId xmlns:p14="http://schemas.microsoft.com/office/powerpoint/2010/main" val="1301145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4"/>
          <p:cNvSpPr txBox="1">
            <a:spLocks noGrp="1"/>
          </p:cNvSpPr>
          <p:nvPr>
            <p:ph type="title"/>
          </p:nvPr>
        </p:nvSpPr>
        <p:spPr>
          <a:xfrm>
            <a:off x="622300" y="457202"/>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200" b="1" dirty="0">
                <a:latin typeface="Calibri"/>
                <a:ea typeface="Calibri"/>
                <a:cs typeface="Calibri"/>
                <a:sym typeface="Calibri"/>
              </a:rPr>
              <a:t>Types of Advices- AOP </a:t>
            </a:r>
            <a:endParaRPr dirty="0"/>
          </a:p>
        </p:txBody>
      </p:sp>
      <p:sp>
        <p:nvSpPr>
          <p:cNvPr id="89" name="Google Shape;89;p44"/>
          <p:cNvSpPr txBox="1"/>
          <p:nvPr/>
        </p:nvSpPr>
        <p:spPr>
          <a:xfrm>
            <a:off x="797002" y="1546687"/>
            <a:ext cx="10947400" cy="4827575"/>
          </a:xfrm>
          <a:prstGeom prst="rect">
            <a:avLst/>
          </a:prstGeom>
          <a:noFill/>
          <a:ln>
            <a:noFill/>
          </a:ln>
        </p:spPr>
        <p:txBody>
          <a:bodyPr spcFirstLastPara="1" wrap="square" lIns="16925" tIns="16925" rIns="16925" bIns="16925" anchor="t" anchorCtr="0">
            <a:noAutofit/>
          </a:bodyPr>
          <a:lstStyle/>
          <a:p>
            <a:pPr marL="342900" lvl="0" indent="-342900">
              <a:buSzPts val="1400"/>
              <a:buFont typeface="Arial" panose="020B0604020202020204" pitchFamily="34" charset="0"/>
              <a:buChar char="•"/>
            </a:pPr>
            <a:r>
              <a:rPr lang="en-US" sz="2000" b="1" dirty="0">
                <a:latin typeface="Calibri" panose="020F0502020204030204" pitchFamily="34" charset="0"/>
                <a:cs typeface="Calibri" panose="020F0502020204030204" pitchFamily="34" charset="0"/>
              </a:rPr>
              <a:t>Around</a:t>
            </a:r>
            <a:r>
              <a:rPr lang="en-US" sz="2000" dirty="0">
                <a:latin typeface="Calibri" panose="020F0502020204030204" pitchFamily="34" charset="0"/>
                <a:cs typeface="Calibri" panose="020F0502020204030204" pitchFamily="34" charset="0"/>
              </a:rPr>
              <a:t>: This is the strongest advice among all the advice since it wraps around and runs before and after the advised method. This type of advice is used where we need frequent access to a method or database like- caching. It is denoted by @Around annotation.</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a:p>
            <a:pPr marL="0" marR="0">
              <a:spcBef>
                <a:spcPts val="0"/>
              </a:spcBef>
              <a:spcAft>
                <a:spcPts val="0"/>
              </a:spcAft>
            </a:pPr>
            <a:r>
              <a:rPr lang="en-US" sz="1800" dirty="0">
                <a:solidFill>
                  <a:srgbClr val="646464"/>
                </a:solidFill>
                <a:effectLst/>
                <a:latin typeface="Consolas" panose="020B0609020204030204" pitchFamily="49" charset="0"/>
              </a:rPr>
              <a:t>@Around</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"execution (* package.*.*.*(..))"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latin typeface="Consolas" panose="020B0609020204030204" pitchFamily="49" charset="0"/>
              </a:rPr>
              <a:t>//</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ProceedingJoinPoint</a:t>
            </a:r>
            <a:r>
              <a:rPr lang="en-US" sz="1800" dirty="0">
                <a:solidFill>
                  <a:srgbClr val="000000"/>
                </a:solidFill>
                <a:effectLst/>
                <a:latin typeface="Consolas" panose="020B0609020204030204" pitchFamily="49" charset="0"/>
              </a:rPr>
              <a:t> : used to Proceed the method</a:t>
            </a:r>
          </a:p>
          <a:p>
            <a:pPr marL="0" marR="0">
              <a:spcBef>
                <a:spcPts val="0"/>
              </a:spcBef>
              <a:spcAft>
                <a:spcPts val="0"/>
              </a:spcAft>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Object </a:t>
            </a:r>
            <a:r>
              <a:rPr lang="en-US" sz="1800" dirty="0" err="1">
                <a:solidFill>
                  <a:srgbClr val="000000"/>
                </a:solidFill>
                <a:effectLst/>
                <a:latin typeface="Consolas" panose="020B0609020204030204" pitchFamily="49" charset="0"/>
              </a:rPr>
              <a:t>findExecutionTime</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ProceedingJoinPoint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proceedingJoinPoint</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throws</a:t>
            </a:r>
            <a:r>
              <a:rPr lang="en-US" sz="1800" dirty="0">
                <a:solidFill>
                  <a:srgbClr val="000000"/>
                </a:solidFill>
                <a:effectLst/>
                <a:latin typeface="Consolas" panose="020B0609020204030204" pitchFamily="49" charset="0"/>
              </a:rPr>
              <a:t> Throwable {</a:t>
            </a:r>
          </a:p>
          <a:p>
            <a:pPr marL="0" marR="0">
              <a:spcBef>
                <a:spcPts val="0"/>
              </a:spcBef>
              <a:spcAft>
                <a:spcPts val="0"/>
              </a:spcAft>
            </a:pPr>
            <a:r>
              <a:rPr lang="en-US" sz="1800" dirty="0">
                <a:solidFill>
                  <a:srgbClr val="3F7F5F"/>
                </a:solidFill>
                <a:effectLst/>
                <a:latin typeface="Consolas" panose="020B0609020204030204" pitchFamily="49" charset="0"/>
              </a:rPr>
              <a:t>//Start a timer</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7F0055"/>
                </a:solidFill>
                <a:effectLst/>
                <a:latin typeface="Consolas" panose="020B0609020204030204" pitchFamily="49" charset="0"/>
              </a:rPr>
              <a:t>long</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startTimeMillis</a:t>
            </a:r>
            <a:r>
              <a:rPr lang="en-US" sz="1800" dirty="0">
                <a:solidFill>
                  <a:srgbClr val="000000"/>
                </a:solidFill>
                <a:effectLst/>
                <a:latin typeface="Consolas" panose="020B0609020204030204" pitchFamily="49" charset="0"/>
              </a:rPr>
              <a:t> = </a:t>
            </a:r>
            <a:r>
              <a:rPr lang="en-US" sz="1800" dirty="0" err="1">
                <a:solidFill>
                  <a:srgbClr val="000000"/>
                </a:solidFill>
                <a:effectLst/>
                <a:latin typeface="Consolas" panose="020B0609020204030204" pitchFamily="49" charset="0"/>
              </a:rPr>
              <a:t>System.</a:t>
            </a:r>
            <a:r>
              <a:rPr lang="en-US" sz="1800" i="1" dirty="0" err="1">
                <a:solidFill>
                  <a:srgbClr val="000000"/>
                </a:solidFill>
                <a:effectLst/>
                <a:latin typeface="Consolas" panose="020B0609020204030204" pitchFamily="49" charset="0"/>
              </a:rPr>
              <a:t>currentTimeMillis</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3F7F5F"/>
                </a:solidFill>
                <a:effectLst/>
                <a:latin typeface="Consolas" panose="020B0609020204030204" pitchFamily="49" charset="0"/>
              </a:rPr>
              <a:t>//Execute the method</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Object </a:t>
            </a:r>
            <a:r>
              <a:rPr lang="en-US" sz="1800" dirty="0" err="1">
                <a:solidFill>
                  <a:srgbClr val="6A3E3E"/>
                </a:solidFill>
                <a:effectLst/>
                <a:latin typeface="Consolas" panose="020B0609020204030204" pitchFamily="49" charset="0"/>
              </a:rPr>
              <a:t>returnValue</a:t>
            </a:r>
            <a:r>
              <a:rPr lang="en-US" sz="1800" dirty="0">
                <a:solidFill>
                  <a:srgbClr val="000000"/>
                </a:solidFill>
                <a:effectLst/>
                <a:latin typeface="Consolas" panose="020B0609020204030204" pitchFamily="49" charset="0"/>
              </a:rPr>
              <a:t> = </a:t>
            </a:r>
            <a:r>
              <a:rPr lang="en-US" sz="1800" dirty="0" err="1">
                <a:solidFill>
                  <a:srgbClr val="6A3E3E"/>
                </a:solidFill>
                <a:effectLst/>
                <a:latin typeface="Consolas" panose="020B0609020204030204" pitchFamily="49" charset="0"/>
              </a:rPr>
              <a:t>proceedingJoinPoint</a:t>
            </a:r>
            <a:r>
              <a:rPr lang="en-US" sz="1800" dirty="0" err="1">
                <a:solidFill>
                  <a:srgbClr val="000000"/>
                </a:solidFill>
                <a:effectLst/>
                <a:latin typeface="Consolas" panose="020B0609020204030204" pitchFamily="49" charset="0"/>
              </a:rPr>
              <a:t>.proceed</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3F7F5F"/>
                </a:solidFill>
                <a:effectLst/>
                <a:latin typeface="Consolas" panose="020B0609020204030204" pitchFamily="49" charset="0"/>
              </a:rPr>
              <a:t>//Stop the timer</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7F0055"/>
                </a:solidFill>
                <a:effectLst/>
                <a:latin typeface="Consolas" panose="020B0609020204030204" pitchFamily="49" charset="0"/>
              </a:rPr>
              <a:t>long</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stopTimeMillis</a:t>
            </a:r>
            <a:r>
              <a:rPr lang="en-US" sz="1800" dirty="0">
                <a:solidFill>
                  <a:srgbClr val="000000"/>
                </a:solidFill>
                <a:effectLst/>
                <a:latin typeface="Consolas" panose="020B0609020204030204" pitchFamily="49" charset="0"/>
              </a:rPr>
              <a:t> = </a:t>
            </a:r>
            <a:r>
              <a:rPr lang="en-US" sz="1800" dirty="0" err="1">
                <a:solidFill>
                  <a:srgbClr val="000000"/>
                </a:solidFill>
                <a:effectLst/>
                <a:latin typeface="Consolas" panose="020B0609020204030204" pitchFamily="49" charset="0"/>
              </a:rPr>
              <a:t>System.</a:t>
            </a:r>
            <a:r>
              <a:rPr lang="en-US" sz="1800" i="1" dirty="0" err="1">
                <a:solidFill>
                  <a:srgbClr val="000000"/>
                </a:solidFill>
                <a:effectLst/>
                <a:latin typeface="Consolas" panose="020B0609020204030204" pitchFamily="49" charset="0"/>
              </a:rPr>
              <a:t>currentTimeMillis</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7F0055"/>
                </a:solidFill>
                <a:effectLst/>
                <a:latin typeface="Consolas" panose="020B0609020204030204" pitchFamily="49" charset="0"/>
              </a:rPr>
              <a:t>long</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executionDuration</a:t>
            </a:r>
            <a:r>
              <a:rPr lang="en-US" sz="1800" dirty="0">
                <a:solidFill>
                  <a:srgbClr val="000000"/>
                </a:solidFill>
                <a:effectLst/>
                <a:latin typeface="Consolas" panose="020B0609020204030204" pitchFamily="49" charset="0"/>
              </a:rPr>
              <a:t> = </a:t>
            </a:r>
            <a:r>
              <a:rPr lang="en-US" sz="1800" dirty="0" err="1">
                <a:solidFill>
                  <a:srgbClr val="6A3E3E"/>
                </a:solidFill>
                <a:effectLst/>
                <a:latin typeface="Consolas" panose="020B0609020204030204" pitchFamily="49" charset="0"/>
              </a:rPr>
              <a:t>stopTimeMillis</a:t>
            </a:r>
            <a:r>
              <a:rPr lang="en-US" sz="1800" dirty="0">
                <a:solidFill>
                  <a:srgbClr val="000000"/>
                </a:solidFill>
                <a:effectLst/>
                <a:latin typeface="Consolas" panose="020B0609020204030204" pitchFamily="49" charset="0"/>
              </a:rPr>
              <a:t> - </a:t>
            </a:r>
            <a:r>
              <a:rPr lang="en-US" sz="1800" dirty="0" err="1">
                <a:solidFill>
                  <a:srgbClr val="6A3E3E"/>
                </a:solidFill>
                <a:effectLst/>
                <a:latin typeface="Consolas" panose="020B0609020204030204" pitchFamily="49" charset="0"/>
              </a:rPr>
              <a:t>startTimeMillis</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C0"/>
                </a:solidFill>
                <a:effectLst/>
                <a:latin typeface="Consolas" panose="020B0609020204030204" pitchFamily="49" charset="0"/>
              </a:rPr>
              <a:t>logger</a:t>
            </a:r>
            <a:r>
              <a:rPr lang="en-US" sz="1800" dirty="0">
                <a:solidFill>
                  <a:srgbClr val="000000"/>
                </a:solidFill>
                <a:effectLst/>
                <a:latin typeface="Consolas" panose="020B0609020204030204" pitchFamily="49" charset="0"/>
              </a:rPr>
              <a:t>.info(</a:t>
            </a:r>
            <a:r>
              <a:rPr lang="en-US" sz="1800" dirty="0">
                <a:solidFill>
                  <a:srgbClr val="2A00FF"/>
                </a:solidFill>
                <a:effectLst/>
                <a:latin typeface="Consolas" panose="020B0609020204030204" pitchFamily="49" charset="0"/>
              </a:rPr>
              <a:t>"Around Aspect - {} Method executed in {} </a:t>
            </a:r>
            <a:r>
              <a:rPr lang="en-US" sz="1800" dirty="0" err="1">
                <a:solidFill>
                  <a:srgbClr val="2A00FF"/>
                </a:solidFill>
                <a:effectLst/>
                <a:latin typeface="Consolas" panose="020B0609020204030204" pitchFamily="49" charset="0"/>
              </a:rPr>
              <a:t>ms</a:t>
            </a:r>
            <a:r>
              <a:rPr lang="en-US" sz="1800" dirty="0">
                <a:solidFill>
                  <a:srgbClr val="2A00FF"/>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err="1">
                <a:solidFill>
                  <a:srgbClr val="6A3E3E"/>
                </a:solidFill>
                <a:effectLst/>
                <a:latin typeface="Consolas" panose="020B0609020204030204" pitchFamily="49" charset="0"/>
              </a:rPr>
              <a:t>proceedingJoinPoint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executionDuration</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7F0055"/>
                </a:solidFill>
                <a:effectLst/>
                <a:latin typeface="Consolas" panose="020B0609020204030204" pitchFamily="49" charset="0"/>
              </a:rPr>
              <a:t>return</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returnValue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a:t>
            </a:r>
          </a:p>
          <a:p>
            <a:pPr marL="342900" lvl="0" indent="-342900">
              <a:buSzPts val="1400"/>
              <a:buFont typeface="Arial" panose="020B0604020202020204" pitchFamily="34" charset="0"/>
              <a:buChar char="•"/>
            </a:pPr>
            <a:endParaRPr lang="en-US" sz="2000" dirty="0">
              <a:latin typeface="Calibri" panose="020F0502020204030204" pitchFamily="34" charset="0"/>
              <a:cs typeface="Calibri" panose="020F0502020204030204" pitchFamily="34" charset="0"/>
            </a:endParaRPr>
          </a:p>
        </p:txBody>
      </p:sp>
      <p:sp>
        <p:nvSpPr>
          <p:cNvPr id="90" name="Google Shape;90;p44"/>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DO NOT WRITE ANYTHING</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HERE. LEAVE THIS SPACE FOR</a:t>
            </a:r>
            <a:endParaRPr/>
          </a:p>
          <a:p>
            <a:pPr marL="0" marR="0" lvl="0" indent="0" algn="ctr" rtl="0">
              <a:lnSpc>
                <a:spcPct val="100000"/>
              </a:lnSpc>
              <a:spcBef>
                <a:spcPts val="0"/>
              </a:spcBef>
              <a:spcAft>
                <a:spcPts val="0"/>
              </a:spcAft>
              <a:buNone/>
            </a:pPr>
            <a:r>
              <a:rPr lang="en-IN" sz="1400" b="1" i="0" u="none" strike="noStrike" cap="none">
                <a:solidFill>
                  <a:schemeClr val="lt1"/>
                </a:solidFill>
                <a:latin typeface="Calibri"/>
                <a:ea typeface="Calibri"/>
                <a:cs typeface="Calibri"/>
                <a:sym typeface="Calibri"/>
              </a:rPr>
              <a:t> WEBCAM</a:t>
            </a:r>
            <a:endParaRPr/>
          </a:p>
        </p:txBody>
      </p:sp>
    </p:spTree>
    <p:extLst>
      <p:ext uri="{BB962C8B-B14F-4D97-AF65-F5344CB8AC3E}">
        <p14:creationId xmlns:p14="http://schemas.microsoft.com/office/powerpoint/2010/main" val="1226761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99CEEB-CE83-EF58-4F0A-FB20B918FDFC}"/>
              </a:ext>
            </a:extLst>
          </p:cNvPr>
          <p:cNvSpPr>
            <a:spLocks noGrp="1"/>
          </p:cNvSpPr>
          <p:nvPr>
            <p:ph type="body" idx="1"/>
          </p:nvPr>
        </p:nvSpPr>
        <p:spPr>
          <a:xfrm>
            <a:off x="622300" y="1160003"/>
            <a:ext cx="10947400" cy="3958332"/>
          </a:xfrm>
        </p:spPr>
        <p:txBody>
          <a:bodyPr/>
          <a:lstStyle/>
          <a:p>
            <a:pPr marL="0" marR="0" indent="0">
              <a:spcBef>
                <a:spcPts val="0"/>
              </a:spcBef>
              <a:spcAft>
                <a:spcPts val="0"/>
              </a:spcAft>
              <a:buNone/>
            </a:pPr>
            <a:r>
              <a:rPr lang="en-US" sz="1800" dirty="0">
                <a:solidFill>
                  <a:srgbClr val="646464"/>
                </a:solidFill>
                <a:effectLst/>
                <a:latin typeface="Consolas" panose="020B0609020204030204" pitchFamily="49" charset="0"/>
              </a:rPr>
              <a:t>Point Cut Defined in Some Common Class : </a:t>
            </a:r>
            <a:r>
              <a:rPr lang="en-US" sz="1800" dirty="0" err="1">
                <a:solidFill>
                  <a:srgbClr val="2A00FF"/>
                </a:solidFill>
                <a:effectLst/>
                <a:latin typeface="Consolas" panose="020B0609020204030204" pitchFamily="49" charset="0"/>
              </a:rPr>
              <a:t>CommonPointcutConfig</a:t>
            </a:r>
            <a:endParaRPr lang="en-US" sz="1800" dirty="0">
              <a:solidFill>
                <a:srgbClr val="646464"/>
              </a:solidFill>
              <a:effectLst/>
              <a:latin typeface="Consolas" panose="020B0609020204030204" pitchFamily="49" charset="0"/>
            </a:endParaRPr>
          </a:p>
          <a:p>
            <a:pPr marL="0" marR="0" indent="0">
              <a:spcBef>
                <a:spcPts val="0"/>
              </a:spcBef>
              <a:spcAft>
                <a:spcPts val="0"/>
              </a:spcAft>
              <a:buNone/>
            </a:pPr>
            <a:r>
              <a:rPr lang="en-US" sz="1800" dirty="0">
                <a:solidFill>
                  <a:srgbClr val="646464"/>
                </a:solidFill>
                <a:effectLst/>
                <a:latin typeface="Consolas" panose="020B0609020204030204" pitchFamily="49" charset="0"/>
              </a:rPr>
              <a:t>@Pointcut</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"execution (* </a:t>
            </a:r>
            <a:r>
              <a:rPr lang="en-US" sz="1800" dirty="0">
                <a:solidFill>
                  <a:srgbClr val="2A00FF"/>
                </a:solidFill>
                <a:latin typeface="Consolas" panose="020B0609020204030204" pitchFamily="49" charset="0"/>
              </a:rPr>
              <a:t>package</a:t>
            </a:r>
            <a:r>
              <a:rPr lang="en-US" sz="1800" dirty="0">
                <a:solidFill>
                  <a:srgbClr val="2A00FF"/>
                </a:solidFill>
                <a:effectLst/>
                <a:latin typeface="Consolas" panose="020B0609020204030204" pitchFamily="49" charset="0"/>
              </a:rPr>
              <a:t>.*.*.*(..))"</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void</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businessAndDataPackageConfig</a:t>
            </a:r>
            <a:r>
              <a:rPr lang="en-US" sz="1800" dirty="0">
                <a:solidFill>
                  <a:srgbClr val="000000"/>
                </a:solidFill>
                <a:effectLst/>
                <a:latin typeface="Consolas" panose="020B0609020204030204" pitchFamily="49" charset="0"/>
              </a:rPr>
              <a:t>() {}</a:t>
            </a:r>
          </a:p>
          <a:p>
            <a:pPr marL="25400" indent="0">
              <a:buNone/>
            </a:pPr>
            <a:r>
              <a:rPr lang="en-US" dirty="0"/>
              <a:t>=================================</a:t>
            </a:r>
          </a:p>
          <a:p>
            <a:pPr marL="25400" indent="0">
              <a:buNone/>
            </a:pPr>
            <a:r>
              <a:rPr lang="en-US" dirty="0"/>
              <a:t>Applying on existing : </a:t>
            </a:r>
          </a:p>
          <a:p>
            <a:pPr marL="0" marR="0" indent="0">
              <a:spcBef>
                <a:spcPts val="0"/>
              </a:spcBef>
              <a:spcAft>
                <a:spcPts val="0"/>
              </a:spcAft>
              <a:buNone/>
            </a:pPr>
            <a:r>
              <a:rPr lang="en-US" sz="1800" dirty="0">
                <a:solidFill>
                  <a:srgbClr val="646464"/>
                </a:solidFill>
                <a:effectLst/>
                <a:latin typeface="Consolas" panose="020B0609020204030204" pitchFamily="49" charset="0"/>
              </a:rPr>
              <a:t>@Before</a:t>
            </a:r>
            <a:r>
              <a:rPr lang="en-US" sz="1800" dirty="0">
                <a:solidFill>
                  <a:srgbClr val="000000"/>
                </a:solidFill>
                <a:effectLst/>
                <a:latin typeface="Consolas" panose="020B0609020204030204" pitchFamily="49" charset="0"/>
              </a:rPr>
              <a:t>(</a:t>
            </a:r>
            <a:r>
              <a:rPr lang="en-US" sz="1800" dirty="0">
                <a:solidFill>
                  <a:srgbClr val="2A00FF"/>
                </a:solidFill>
                <a:effectLst/>
                <a:latin typeface="Consolas" panose="020B0609020204030204" pitchFamily="49" charset="0"/>
              </a:rPr>
              <a:t>“package. </a:t>
            </a:r>
            <a:r>
              <a:rPr lang="en-US" sz="1800" dirty="0" err="1">
                <a:solidFill>
                  <a:srgbClr val="2A00FF"/>
                </a:solidFill>
                <a:effectLst/>
                <a:latin typeface="Consolas" panose="020B0609020204030204" pitchFamily="49" charset="0"/>
              </a:rPr>
              <a:t>CommonPointcutConfig.businessAndDataPackageConfig</a:t>
            </a:r>
            <a:r>
              <a:rPr lang="en-US" sz="1800" dirty="0">
                <a:solidFill>
                  <a:srgbClr val="2A00FF"/>
                </a:solidFill>
                <a:effectLst/>
                <a:latin typeface="Consolas" panose="020B0609020204030204" pitchFamily="49" charset="0"/>
              </a:rPr>
              <a:t>()"</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b="1" dirty="0">
                <a:solidFill>
                  <a:srgbClr val="7F0055"/>
                </a:solidFill>
                <a:effectLst/>
                <a:latin typeface="Consolas" panose="020B0609020204030204" pitchFamily="49" charset="0"/>
              </a:rPr>
              <a:t>public</a:t>
            </a:r>
            <a:r>
              <a:rPr lang="en-US" sz="1800" dirty="0">
                <a:solidFill>
                  <a:srgbClr val="000000"/>
                </a:solidFill>
                <a:effectLst/>
                <a:latin typeface="Consolas" panose="020B0609020204030204" pitchFamily="49" charset="0"/>
              </a:rPr>
              <a:t> </a:t>
            </a:r>
            <a:r>
              <a:rPr lang="en-US" sz="1800" b="1" dirty="0">
                <a:solidFill>
                  <a:srgbClr val="7F0055"/>
                </a:solidFill>
                <a:effectLst/>
                <a:latin typeface="Consolas" panose="020B0609020204030204" pitchFamily="49" charset="0"/>
              </a:rPr>
              <a:t>void</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logMethodBeforeCall</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a:t>
            </a:r>
            <a:r>
              <a:rPr lang="en-US" sz="1800" dirty="0" err="1">
                <a:solidFill>
                  <a:srgbClr val="6A3E3E"/>
                </a:solidFill>
                <a:effectLst/>
                <a:latin typeface="Consolas" panose="020B0609020204030204" pitchFamily="49" charset="0"/>
              </a:rPr>
              <a:t>joinpoint</a:t>
            </a:r>
            <a:r>
              <a:rPr lang="en-US" sz="1800" dirty="0">
                <a:solidFill>
                  <a:srgbClr val="000000"/>
                </a:solidFill>
                <a:effectLst/>
                <a:latin typeface="Consolas" panose="020B0609020204030204" pitchFamily="49" charset="0"/>
              </a:rPr>
              <a:t> ) {</a:t>
            </a:r>
          </a:p>
          <a:p>
            <a:pPr marL="0" marR="0" indent="0">
              <a:spcBef>
                <a:spcPts val="0"/>
              </a:spcBef>
              <a:spcAft>
                <a:spcPts val="0"/>
              </a:spcAft>
              <a:buNone/>
            </a:pPr>
            <a:r>
              <a:rPr lang="en-US" sz="1800" dirty="0">
                <a:solidFill>
                  <a:srgbClr val="0000C0"/>
                </a:solidFill>
                <a:effectLst/>
                <a:latin typeface="Consolas" panose="020B0609020204030204" pitchFamily="49" charset="0"/>
              </a:rPr>
              <a:t>logger</a:t>
            </a:r>
            <a:r>
              <a:rPr lang="en-US" sz="1800" dirty="0">
                <a:solidFill>
                  <a:srgbClr val="000000"/>
                </a:solidFill>
                <a:effectLst/>
                <a:latin typeface="Consolas" panose="020B0609020204030204" pitchFamily="49" charset="0"/>
              </a:rPr>
              <a:t>.info(</a:t>
            </a:r>
            <a:r>
              <a:rPr lang="en-US" sz="1800" dirty="0">
                <a:solidFill>
                  <a:srgbClr val="2A00FF"/>
                </a:solidFill>
                <a:effectLst/>
                <a:latin typeface="Consolas" panose="020B0609020204030204" pitchFamily="49" charset="0"/>
              </a:rPr>
              <a:t>"Before Method is Called - {} with following argument {}"</a:t>
            </a:r>
            <a:endParaRPr lang="en-US" sz="1800" dirty="0">
              <a:solidFill>
                <a:srgbClr val="000000"/>
              </a:solidFill>
              <a:effectLst/>
              <a:latin typeface="Consolas" panose="020B0609020204030204" pitchFamily="49" charset="0"/>
            </a:endParaRPr>
          </a:p>
          <a:p>
            <a:pPr marL="0" marR="0" indent="0">
              <a:spcBef>
                <a:spcPts val="0"/>
              </a:spcBef>
              <a:spcAft>
                <a:spcPts val="0"/>
              </a:spcAft>
              <a:buNone/>
            </a:pPr>
            <a:r>
              <a:rPr lang="en-US" sz="1800" dirty="0">
                <a:solidFill>
                  <a:srgbClr val="000000"/>
                </a:solidFill>
                <a:effectLst/>
                <a:latin typeface="Consolas" panose="020B0609020204030204" pitchFamily="49" charset="0"/>
              </a:rPr>
              <a:t>,</a:t>
            </a:r>
            <a:r>
              <a:rPr lang="en-US" sz="1800" dirty="0" err="1">
                <a:solidFill>
                  <a:srgbClr val="6A3E3E"/>
                </a:solidFill>
                <a:effectLst/>
                <a:latin typeface="Consolas" panose="020B0609020204030204" pitchFamily="49" charset="0"/>
              </a:rPr>
              <a:t>joinpoint</a:t>
            </a:r>
            <a:r>
              <a:rPr lang="en-US" sz="1800" dirty="0" err="1">
                <a:solidFill>
                  <a:srgbClr val="000000"/>
                </a:solidFill>
                <a:effectLst/>
                <a:latin typeface="Consolas" panose="020B0609020204030204" pitchFamily="49" charset="0"/>
              </a:rPr>
              <a:t>,</a:t>
            </a:r>
            <a:r>
              <a:rPr lang="en-US" sz="1800" dirty="0" err="1">
                <a:solidFill>
                  <a:srgbClr val="6A3E3E"/>
                </a:solidFill>
                <a:effectLst/>
                <a:latin typeface="Consolas" panose="020B0609020204030204" pitchFamily="49" charset="0"/>
              </a:rPr>
              <a:t>joinpoint</a:t>
            </a:r>
            <a:r>
              <a:rPr lang="en-US" sz="1800" dirty="0" err="1">
                <a:solidFill>
                  <a:srgbClr val="000000"/>
                </a:solidFill>
                <a:effectLst/>
                <a:latin typeface="Consolas" panose="020B0609020204030204" pitchFamily="49" charset="0"/>
              </a:rPr>
              <a:t>.getArgs</a:t>
            </a:r>
            <a:r>
              <a:rPr lang="en-US" sz="1800" dirty="0">
                <a:solidFill>
                  <a:srgbClr val="000000"/>
                </a:solidFill>
                <a:effectLst/>
                <a:latin typeface="Consolas" panose="020B0609020204030204" pitchFamily="49" charset="0"/>
              </a:rPr>
              <a:t>());</a:t>
            </a:r>
          </a:p>
          <a:p>
            <a:pPr marL="0" marR="0" indent="0">
              <a:spcBef>
                <a:spcPts val="0"/>
              </a:spcBef>
              <a:spcAft>
                <a:spcPts val="0"/>
              </a:spcAft>
              <a:buNone/>
            </a:pPr>
            <a:r>
              <a:rPr lang="en-US" sz="1800" dirty="0">
                <a:solidFill>
                  <a:srgbClr val="000000"/>
                </a:solidFill>
                <a:effectLst/>
                <a:latin typeface="Consolas" panose="020B0609020204030204" pitchFamily="49" charset="0"/>
              </a:rPr>
              <a:t>}</a:t>
            </a:r>
          </a:p>
          <a:p>
            <a:pPr marL="25400" indent="0">
              <a:buNone/>
            </a:pPr>
            <a:endParaRPr lang="en-US" b="1" dirty="0"/>
          </a:p>
        </p:txBody>
      </p:sp>
      <p:sp>
        <p:nvSpPr>
          <p:cNvPr id="3" name="Title 2">
            <a:extLst>
              <a:ext uri="{FF2B5EF4-FFF2-40B4-BE49-F238E27FC236}">
                <a16:creationId xmlns:a16="http://schemas.microsoft.com/office/drawing/2014/main" id="{66FA6891-B05F-4AA5-13C3-8A3AB8130DE1}"/>
              </a:ext>
            </a:extLst>
          </p:cNvPr>
          <p:cNvSpPr>
            <a:spLocks noGrp="1"/>
          </p:cNvSpPr>
          <p:nvPr>
            <p:ph type="title"/>
          </p:nvPr>
        </p:nvSpPr>
        <p:spPr/>
        <p:txBody>
          <a:bodyPr/>
          <a:lstStyle/>
          <a:p>
            <a:r>
              <a:rPr lang="en-US" dirty="0"/>
              <a:t>Creating Common </a:t>
            </a:r>
            <a:r>
              <a:rPr lang="en-US" dirty="0" err="1"/>
              <a:t>PointCut</a:t>
            </a:r>
            <a:endParaRPr lang="en-US" dirty="0"/>
          </a:p>
        </p:txBody>
      </p:sp>
    </p:spTree>
    <p:extLst>
      <p:ext uri="{BB962C8B-B14F-4D97-AF65-F5344CB8AC3E}">
        <p14:creationId xmlns:p14="http://schemas.microsoft.com/office/powerpoint/2010/main" val="2337145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3"/>
          <p:cNvSpPr txBox="1"/>
          <p:nvPr/>
        </p:nvSpPr>
        <p:spPr>
          <a:xfrm>
            <a:off x="2096137" y="1885870"/>
            <a:ext cx="7999725" cy="121564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i="0" u="none" strike="noStrike" cap="none" dirty="0">
                <a:solidFill>
                  <a:schemeClr val="dk1"/>
                </a:solidFill>
                <a:latin typeface="Calibri"/>
                <a:ea typeface="Calibri"/>
                <a:cs typeface="Calibri"/>
                <a:sym typeface="Calibri"/>
              </a:rPr>
              <a:t>Logging in Spring Boot</a:t>
            </a:r>
            <a:endParaRPr sz="1400" b="1" i="0" u="none" strike="noStrike" cap="none" dirty="0">
              <a:solidFill>
                <a:schemeClr val="dk1"/>
              </a:solidFill>
              <a:latin typeface="Calibri"/>
              <a:ea typeface="Calibri"/>
              <a:cs typeface="Calibri"/>
              <a:sym typeface="Calibri"/>
            </a:endParaRPr>
          </a:p>
        </p:txBody>
      </p:sp>
      <p:sp>
        <p:nvSpPr>
          <p:cNvPr id="60" name="Google Shape;60;p3"/>
          <p:cNvSpPr txBox="1"/>
          <p:nvPr/>
        </p:nvSpPr>
        <p:spPr>
          <a:xfrm>
            <a:off x="3430339" y="3857294"/>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12290" name="Picture 2" descr="Spring Boot Profile Based Logging - Roy Tutorials">
            <a:extLst>
              <a:ext uri="{FF2B5EF4-FFF2-40B4-BE49-F238E27FC236}">
                <a16:creationId xmlns:a16="http://schemas.microsoft.com/office/drawing/2014/main" id="{F3B90FE7-1CAE-4FA9-95EB-0672E0BE6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8149" y="3612308"/>
            <a:ext cx="36957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017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g12990467e5a_0_35"/>
          <p:cNvSpPr txBox="1"/>
          <p:nvPr/>
        </p:nvSpPr>
        <p:spPr>
          <a:xfrm>
            <a:off x="2096062" y="221339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4400" b="1">
                <a:solidFill>
                  <a:schemeClr val="dk1"/>
                </a:solidFill>
                <a:latin typeface="Calibri"/>
                <a:ea typeface="Calibri"/>
                <a:cs typeface="Calibri"/>
                <a:sym typeface="Calibri"/>
              </a:rPr>
              <a:t>Any doubts?</a:t>
            </a:r>
            <a:endParaRPr sz="1400" b="1" i="0" u="none" strike="noStrike" cap="none">
              <a:solidFill>
                <a:schemeClr val="dk1"/>
              </a:solidFill>
              <a:latin typeface="Calibri"/>
              <a:ea typeface="Calibri"/>
              <a:cs typeface="Calibri"/>
              <a:sym typeface="Calibri"/>
            </a:endParaRPr>
          </a:p>
        </p:txBody>
      </p:sp>
      <p:sp>
        <p:nvSpPr>
          <p:cNvPr id="82" name="Google Shape;82;g12990467e5a_0_35"/>
          <p:cNvSpPr txBox="1"/>
          <p:nvPr/>
        </p:nvSpPr>
        <p:spPr>
          <a:xfrm>
            <a:off x="2096062" y="3101515"/>
            <a:ext cx="7999800" cy="121560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endParaRPr sz="3200" b="1" i="0" u="none" strike="noStrike" cap="none">
              <a:solidFill>
                <a:schemeClr val="dk1"/>
              </a:solidFill>
              <a:latin typeface="Calibri"/>
              <a:ea typeface="Calibri"/>
              <a:cs typeface="Calibri"/>
              <a:sym typeface="Calibri"/>
            </a:endParaRPr>
          </a:p>
        </p:txBody>
      </p:sp>
      <p:pic>
        <p:nvPicPr>
          <p:cNvPr id="14338" name="Picture 2" descr="1,000+ Free Questions &amp; Question Mark Images - Pixabay">
            <a:extLst>
              <a:ext uri="{FF2B5EF4-FFF2-40B4-BE49-F238E27FC236}">
                <a16:creationId xmlns:a16="http://schemas.microsoft.com/office/drawing/2014/main" id="{2C3647EC-5E99-4FC0-9243-18A042701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2577" y="2029952"/>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ave Doubts PNG Images, Have Doubts Clipart Free Download">
            <a:extLst>
              <a:ext uri="{FF2B5EF4-FFF2-40B4-BE49-F238E27FC236}">
                <a16:creationId xmlns:a16="http://schemas.microsoft.com/office/drawing/2014/main" id="{BFE6508F-6C6B-49A8-8554-3BB8021E49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4399" y="3428995"/>
            <a:ext cx="2143125" cy="213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5"/>
          <p:cNvSpPr txBox="1">
            <a:spLocks noGrp="1"/>
          </p:cNvSpPr>
          <p:nvPr>
            <p:ph type="title"/>
          </p:nvPr>
        </p:nvSpPr>
        <p:spPr>
          <a:xfrm>
            <a:off x="700358" y="379144"/>
            <a:ext cx="10947400" cy="756730"/>
          </a:xfrm>
          <a:prstGeom prst="rect">
            <a:avLst/>
          </a:prstGeom>
          <a:noFill/>
          <a:ln>
            <a:noFill/>
          </a:ln>
        </p:spPr>
        <p:txBody>
          <a:bodyPr spcFirstLastPara="1" wrap="square" lIns="16925" tIns="16925" rIns="16925" bIns="16925" anchor="t" anchorCtr="0">
            <a:noAutofit/>
          </a:bodyPr>
          <a:lstStyle/>
          <a:p>
            <a:pPr marL="0" lvl="0" indent="0" algn="l" rtl="0">
              <a:lnSpc>
                <a:spcPct val="100000"/>
              </a:lnSpc>
              <a:spcBef>
                <a:spcPts val="0"/>
              </a:spcBef>
              <a:spcAft>
                <a:spcPts val="0"/>
              </a:spcAft>
              <a:buSzPts val="1400"/>
              <a:buNone/>
            </a:pPr>
            <a:r>
              <a:rPr lang="en-IN" sz="3600" b="1" dirty="0">
                <a:latin typeface="Calibri"/>
                <a:ea typeface="Calibri"/>
                <a:cs typeface="Calibri"/>
                <a:sym typeface="Calibri"/>
              </a:rPr>
              <a:t>Summary</a:t>
            </a:r>
            <a:endParaRPr dirty="0"/>
          </a:p>
        </p:txBody>
      </p:sp>
      <p:sp>
        <p:nvSpPr>
          <p:cNvPr id="96" name="Google Shape;96;p45"/>
          <p:cNvSpPr txBox="1"/>
          <p:nvPr/>
        </p:nvSpPr>
        <p:spPr>
          <a:xfrm>
            <a:off x="700358" y="1363107"/>
            <a:ext cx="10947400" cy="756730"/>
          </a:xfrm>
          <a:prstGeom prst="rect">
            <a:avLst/>
          </a:prstGeom>
          <a:noFill/>
          <a:ln>
            <a:noFill/>
          </a:ln>
        </p:spPr>
        <p:txBody>
          <a:bodyPr spcFirstLastPara="1" wrap="square" lIns="16925" tIns="16925" rIns="16925" bIns="169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2000" b="0" i="0" u="none" strike="noStrike" cap="none" dirty="0">
                <a:solidFill>
                  <a:schemeClr val="dk1"/>
                </a:solidFill>
                <a:latin typeface="Calibri"/>
                <a:ea typeface="Calibri"/>
                <a:cs typeface="Calibri"/>
                <a:sym typeface="Calibri"/>
              </a:rPr>
              <a:t>In this session we have learnt,</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Introduction to MVC</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View Layer and its Roles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Different Types of View Layers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Introduction to Thyme Leaf</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Features of Thyme Leaf</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Thyme Leaf Templates</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Introduction to AOP</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Frameworks of AOP</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Components of AOP</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r>
              <a:rPr lang="en-US" sz="2000" dirty="0">
                <a:solidFill>
                  <a:schemeClr val="dk1"/>
                </a:solidFill>
                <a:latin typeface="Calibri"/>
                <a:ea typeface="Calibri"/>
                <a:cs typeface="Calibri"/>
                <a:sym typeface="Calibri"/>
              </a:rPr>
              <a:t>Logging and its configuration</a:t>
            </a: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endParaRPr lang="en-US" sz="2000"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endParaRPr lang="en-US" sz="2000" dirty="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400"/>
              <a:buFont typeface="Arial" panose="020B0604020202020204" pitchFamily="34" charset="0"/>
              <a:buChar char="•"/>
            </a:pPr>
            <a:endParaRPr lang="en-US" sz="20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2000" b="0" i="0" u="none" strike="noStrike" cap="none" dirty="0">
              <a:solidFill>
                <a:schemeClr val="dk1"/>
              </a:solidFill>
              <a:latin typeface="Calibri"/>
              <a:ea typeface="Calibri"/>
              <a:cs typeface="Calibri"/>
              <a:sym typeface="Calibri"/>
            </a:endParaRPr>
          </a:p>
        </p:txBody>
      </p:sp>
      <p:sp>
        <p:nvSpPr>
          <p:cNvPr id="97" name="Google Shape;97;p45"/>
          <p:cNvSpPr/>
          <p:nvPr/>
        </p:nvSpPr>
        <p:spPr>
          <a:xfrm>
            <a:off x="9581211" y="5635599"/>
            <a:ext cx="2363147"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DO NOT WRITE ANYTHING</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HERE. LEAVE THIS SPACE FOR</a:t>
            </a:r>
            <a:endParaRPr dirty="0"/>
          </a:p>
          <a:p>
            <a:pPr marL="0" marR="0" lvl="0" indent="0" algn="ctr" rtl="0">
              <a:lnSpc>
                <a:spcPct val="100000"/>
              </a:lnSpc>
              <a:spcBef>
                <a:spcPts val="0"/>
              </a:spcBef>
              <a:spcAft>
                <a:spcPts val="0"/>
              </a:spcAft>
              <a:buNone/>
            </a:pPr>
            <a:r>
              <a:rPr lang="en-IN" sz="1400" b="1" i="0" u="none" strike="noStrike" cap="none" dirty="0">
                <a:solidFill>
                  <a:schemeClr val="lt1"/>
                </a:solidFill>
                <a:latin typeface="Calibri"/>
                <a:ea typeface="Calibri"/>
                <a:cs typeface="Calibri"/>
                <a:sym typeface="Calibri"/>
              </a:rPr>
              <a:t> WEBCAM</a:t>
            </a:r>
            <a:endParaRPr dirty="0"/>
          </a:p>
        </p:txBody>
      </p:sp>
      <p:pic>
        <p:nvPicPr>
          <p:cNvPr id="7170" name="Picture 2" descr="Medical report cartoon stock vector. Illustration of clipboard - 93593509">
            <a:extLst>
              <a:ext uri="{FF2B5EF4-FFF2-40B4-BE49-F238E27FC236}">
                <a16:creationId xmlns:a16="http://schemas.microsoft.com/office/drawing/2014/main" id="{EE8E630D-ADB3-4B6E-B451-390E72290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020" y="2143720"/>
            <a:ext cx="3094426" cy="32493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pic>
        <p:nvPicPr>
          <p:cNvPr id="4" name="Picture 3">
            <a:extLst>
              <a:ext uri="{FF2B5EF4-FFF2-40B4-BE49-F238E27FC236}">
                <a16:creationId xmlns:a16="http://schemas.microsoft.com/office/drawing/2014/main" id="{EA8BAC92-CC45-80EA-295D-22B556E5473E}"/>
              </a:ext>
            </a:extLst>
          </p:cNvPr>
          <p:cNvPicPr>
            <a:picLocks noChangeAspect="1"/>
          </p:cNvPicPr>
          <p:nvPr/>
        </p:nvPicPr>
        <p:blipFill>
          <a:blip r:embed="rId3"/>
          <a:stretch>
            <a:fillRect/>
          </a:stretch>
        </p:blipFill>
        <p:spPr>
          <a:xfrm>
            <a:off x="2887079" y="932757"/>
            <a:ext cx="6854082" cy="5141471"/>
          </a:xfrm>
          <a:prstGeom prst="rect">
            <a:avLst/>
          </a:prstGeom>
        </p:spPr>
      </p:pic>
    </p:spTree>
    <p:extLst>
      <p:ext uri="{BB962C8B-B14F-4D97-AF65-F5344CB8AC3E}">
        <p14:creationId xmlns:p14="http://schemas.microsoft.com/office/powerpoint/2010/main" val="157447961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1778</TotalTime>
  <Words>2466</Words>
  <Application>Microsoft Office PowerPoint</Application>
  <PresentationFormat>Widescreen</PresentationFormat>
  <Paragraphs>353</Paragraphs>
  <Slides>43</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Ubuntu</vt:lpstr>
      <vt:lpstr>Ubuntu Mono</vt:lpstr>
      <vt:lpstr>Arial</vt:lpstr>
      <vt:lpstr>Calibri</vt:lpstr>
      <vt:lpstr>Candara</vt:lpstr>
      <vt:lpstr>Consolas</vt:lpstr>
      <vt:lpstr>Corbel</vt:lpstr>
      <vt:lpstr>Office Theme</vt:lpstr>
      <vt:lpstr>PowerPoint Presentation</vt:lpstr>
      <vt:lpstr>Agenda</vt:lpstr>
      <vt:lpstr>PowerPoint Presentation</vt:lpstr>
      <vt:lpstr>MVC Architecture and View Layer</vt:lpstr>
      <vt:lpstr>Working Process of MVC Architecture and View Layer</vt:lpstr>
      <vt:lpstr>Different Types of View Layers</vt:lpstr>
      <vt:lpstr>Introduction to Thyme Leaf</vt:lpstr>
      <vt:lpstr>Introduction to Thyme Leaf</vt:lpstr>
      <vt:lpstr>Features of Thyme Leaf</vt:lpstr>
      <vt:lpstr>Thyme Leaf Templates</vt:lpstr>
      <vt:lpstr>Thyme Leaf Expressions</vt:lpstr>
      <vt:lpstr>${...} : Variable expressions. </vt:lpstr>
      <vt:lpstr>*{...} : Selection expressions. </vt:lpstr>
      <vt:lpstr>*{...} : Selection expressions. </vt:lpstr>
      <vt:lpstr>#{...} : Message expressions. </vt:lpstr>
      <vt:lpstr>Message not working properly</vt:lpstr>
      <vt:lpstr>#{...} : Message expressions. </vt:lpstr>
      <vt:lpstr>@{...} : Link (URL) expressions.</vt:lpstr>
      <vt:lpstr>Steps to Create Project</vt:lpstr>
      <vt:lpstr>Dependency </vt:lpstr>
      <vt:lpstr>PowerPoint Presentation</vt:lpstr>
      <vt:lpstr>Database Configuration</vt:lpstr>
      <vt:lpstr>5 min break</vt:lpstr>
      <vt:lpstr>PowerPoint Presentation</vt:lpstr>
      <vt:lpstr>Introduction to AOP</vt:lpstr>
      <vt:lpstr>Dominant Frameworks of AOP</vt:lpstr>
      <vt:lpstr>Dominant Frameworks of AOP</vt:lpstr>
      <vt:lpstr>Common Entities of AOP</vt:lpstr>
      <vt:lpstr>Understanding AOP Terminology</vt:lpstr>
      <vt:lpstr>Understanding AOP Terminology</vt:lpstr>
      <vt:lpstr>Common Entities of AOP</vt:lpstr>
      <vt:lpstr>Dependency</vt:lpstr>
      <vt:lpstr>Types of Advices- AOP </vt:lpstr>
      <vt:lpstr>Creating Logging Aspect</vt:lpstr>
      <vt:lpstr>PowerPoint Presentation</vt:lpstr>
      <vt:lpstr>Types of Advices- AOP </vt:lpstr>
      <vt:lpstr>Types of Advices- AOP </vt:lpstr>
      <vt:lpstr>Types of Advices- AOP </vt:lpstr>
      <vt:lpstr>Creating Common PointCut</vt:lpstr>
      <vt:lpstr>PowerPoint Presentation</vt:lpstr>
      <vt:lpstr>PowerPoint Presentation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Bharani Akella</dc:creator>
  <cp:lastModifiedBy>rahul dixit</cp:lastModifiedBy>
  <cp:revision>66</cp:revision>
  <dcterms:modified xsi:type="dcterms:W3CDTF">2025-04-20T05:34:51Z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2023-11-16T18:01:46Z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1e98151f-8b85-4f7e-8f8d-43c09e5a1938</vt:lpwstr>
  </property>
  <property fmtid="{D5CDD505-2E9C-101B-9397-08002B2CF9AE}" pid="7" name="MSIP_Label_defa4170-0d19-0005-0004-bc88714345d2_ActionId">
    <vt:lpwstr>aa53311d-8e37-45bc-adcf-183c03ef0108</vt:lpwstr>
  </property>
  <property fmtid="{D5CDD505-2E9C-101B-9397-08002B2CF9AE}" pid="8" name="MSIP_Label_defa4170-0d19-0005-0004-bc88714345d2_ContentBits">
    <vt:lpwstr>0</vt:lpwstr>
  </property>
</Properties>
</file>