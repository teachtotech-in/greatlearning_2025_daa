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76" r:id="rId3"/>
    <p:sldId id="277" r:id="rId4"/>
    <p:sldId id="317" r:id="rId5"/>
    <p:sldId id="318" r:id="rId6"/>
    <p:sldId id="279" r:id="rId7"/>
    <p:sldId id="280" r:id="rId8"/>
    <p:sldId id="275" r:id="rId9"/>
    <p:sldId id="283" r:id="rId10"/>
    <p:sldId id="284" r:id="rId11"/>
    <p:sldId id="320" r:id="rId12"/>
    <p:sldId id="321" r:id="rId13"/>
    <p:sldId id="322" r:id="rId14"/>
    <p:sldId id="323" r:id="rId15"/>
    <p:sldId id="28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hul" initials="r" lastIdx="2" clrIdx="0">
    <p:extLst>
      <p:ext uri="{19B8F6BF-5375-455C-9EA6-DF929625EA0E}">
        <p15:presenceInfo xmlns:p15="http://schemas.microsoft.com/office/powerpoint/2012/main" userId="103bc0cf28f8881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1-09T01:22:39.875" idx="2">
    <p:pos x="7234" y="656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9-24T06:57:56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5193 6224 90 0,'0'0'448'0,"-5"-12"-149"0,5 12-79 0,0 0-23 0,-10-12-22 0,10 12-42 16,-12-9-22-16,12 9-21 0,-12-5-16 0,12 5 3 15,-18-3-3-15,18 3 1 0,0 0 11 0,-26 2-15 16,26-2 9-16,-21 6-29 0,7 1 2 0,0 2-16 16,-2 4 24-16,1 1-30 0,-3 6 35 0,-1 4-44 15,2 2 29-15,-1 1-41 0,1 2-2 16,0 3-12-16,2 1 3 0,0-1 12 0,4-1 0 16,-1-2-13-16,6-4 13 0,1-2-1 15,2-1-1-15,2-5 1 0,2-1 6 0,2 0 0 16,1-2 0-16,3-1 0 0,1 0 0 0,0-3-2 15,3 0-1-15,1-1-1 0,0-1 0 16,2-1 0-16,-1 1-1 0,3-2-2 0,-1 0-4 16,0 1-7-16,-1-2 7 0,0 2-3 0,0 1-1 15,-1-1 3-15,2 4 4 0,-2 0-5 0,-1 0 10 0,-2 2-3 16,-2 3 44-16,0 1-50 0,-4-1 48 16,-2 2-55-16,-2 2 50 0,-3 4-51 0,-3 1 42 15,-2 6-57-15,-2-1 49 0,-4 2-47 0,0 0 51 16,-1-2-58-16,0 0 60 0,-1-1-54 0,2-2 47 15,0-3-50-15,4-6 48 0,2-1-58 0,1-5 50 16,7-12-44-16,-9 18 48 0,9-18-49 16,0 0 53-16,0 0-52 0,0 0 49 0,0 0-64 0,14 5 63 15,-14-5-56-15,22-15 62 0,-8 4-59 16,3 0 62-16,-1 2-54 0,0-2 50 0,0 1-51 16,0 2 51-16,-2-1-50 0,0 5 49 0,-14 4-50 15,22-6 53-15,-22 6-45 0,21-2 55 0,-21 2-60 16,19 8 58-16,-19-8-55 0,16 21 49 0,-9-9-53 15,-1 2 61-15,-2 7-61 0,-1 2 6 16,-2 2 12-16,-2 1 2 0,-1 3 3 0,0 6 57 16,-3 1-63-16,-1-3 52 0,1 5-55 0,0 0 52 15,1 3-60-15,1-3 69 0,1 0 3 16,1-1-5-16,2 0-12 0,3-1-9 0,1-3-11 0,3-1-42 16,3-4 49-16,2-3-59 0,4-3 62 0,1 0-56 15,3-5 50-15,4-3-91 0,-4-6-23 0,3 0-126 16,1-3-127-16,1-2-115 0,2-3-264 0,0-3-248 15</inkml:trace>
  <inkml:trace contextRef="#ctx0" brushRef="#br0" timeOffset="5003.49">16332 5739 183 0,'-4'-26'392'0,"4"26"-85"0,-6-21-65 16,6 21-54-16,-11-20-35 0,11 20-32 0,-12-16-16 16,12 16-15-16,-15-10-7 0,15 10 1 0,-15-4-9 15,15 4-5-15,-20 4-9 0,8 2 11 0,-4 8 13 16,0 7 28-16,-2 4-48 0,1 6 26 0,-1 3-56 15,-3 10 35-15,2 2-52 0,4-8 30 16,3 2-41-16,2-2 31 0,2-2-39 0,3-2 37 0,4-5-4 16,4-1-2-16,2-3-5 0,3-3-2 0,4-3-3 15,2-1-7-15,4-6-2 0,2-1 2 16,2-3-43-16,2-4 46 16,3-1 1-16,1-7-4 0,6-4-40 0,0-1 45 15,-1-4-43-15,-1-5 48 0,-2-1-48 0,-2-4 44 0,-3-1-41 16,-3-3 0-16,-6-2-7 0,-3-1-14 0,-4-3 83 15,-5-1-65-15,-4 2 14 0,-5-2 2 0,-3-1 4 16,-5 3 1-16,-2 0 41 0,-4 4-48 16,-1 3 39-16,-3 3-41 0,-2 3 42 0,-1 4-46 15,-1 3 45-15,3 7-49 0,-1 1 42 0,0 4-50 0,-1 4 55 16,0 1-43-16,-3 5 47 0,2 0-55 0,3 6 8 16,2 0 5-16,6 0 10 0,4-1-10 15,2 1 2-15,4-1 9 0,6-15-5 0,0 27 1 16,5-14 42-16,4 3-47 0,4 0 42 0,4-2-48 15,7 2-7-15,4-4 53 0,0 2-46 0,5-2 7 16,1-1 4-16,1 0-4 0,0-1 3 0,0 4 2 16,0-2 41-16,-2 0-49 0,-1 0 43 0,-1 1-43 15,-1-1 38-15,-4 2-42 0,0 2 44 0,-6-4-47 16,-2 1 44-16,6 1-54 0,-8-2 51 16,-3 0-53-16,-3 0 28 0,0-1-44 0,-2 1-13 15,0-2-24-15,-8-10-25 0,12 17-56 0,-12-17 5 16,10 15-12-16,-10-15 19 0,0 0-19 0,9 14-8 15,-9-14-27-15,0 0-38 0,0 0-90 16,0 0 254-16</inkml:trace>
  <inkml:trace contextRef="#ctx0" brushRef="#br0" timeOffset="5313.49">16809 6091 270 0,'1'-21'382'0,"-1"21"-110"0,-4-15-39 16,4 15-37-16,-6-14-41 0,6 14-26 15,-7-11-11-15,7 11-7 0,0 0-6 0,-11-13-16 16,11 13-13-16,0 0-8 0,-12-8-16 0,12 8-11 0,0 0-9 15,0 0-4-15,0 0 9 0,-14 5-10 0,14-5-12 16,0 0 19-16,0 0 10 0,-1 20-22 0,1-20-21 16,0 0 4-1,6 19-10-15,-6-19 17 0,8 13-21 0,-8-13 19 16,13 11-16-16,-13-11 16 0,15 7-22 0,-15-7 34 0,18 3-24 16,-18-3 23-16,20 0-20 0,-20 0 5 0,26-8-15 15,-11 3 19-15,-1-2-16 0,2-2 18 0,-2-1-14 16,0-3 19-16,-2 0-32 0,-3 2 12 15,-2-1 0-15,-1 0 5 0,-6 12-5 0,5-24-1 0,-5 24-5 16,0-20-4-16,0 20-9 0,-7-20-10 0,7 20-10 16,-14-15-17-16,14 15-20 0,-16-6-25 15,16 6 0-15,-20-2-27 0,20 2 14 0,-19 3-32 0,19-3 25 16,-18 8-53-16,18-8-247 0,-13 9 170 16</inkml:trace>
  <inkml:trace contextRef="#ctx0" brushRef="#br0" timeOffset="6342.49">16995 5970 19 0,'0'0'356'0,"0"0"-59"0,24 4-67 15,-24-4-40-15,0 0-38 0,21 1-9 0,-21-1-17 16,0 0-14-16,27-2-12 0,-27 2-15 0,21-5-11 16,-21 5-5-16,21-7-20 0,-21 7-9 0,22-10-5 15,-8 5-10-15,-2-4-4 0,1 4-4 0,-1-5-4 16,-1 1-2-16,-1-1-7 15,-1 0 2-15,-2 0 6 0,-7 10-2 16,10-22-12-16,-10 22-1 0,2-23 1 0,-2 23 1 0,-6-25 0 0,6 25 0 16,-10-26-3-16,10 26 5 0,-13-17 0 0,13 17-1 15,-19-13 0-15,19 13 0 0,-21-5 11 0,21 5-2 16,-22 1-9-16,22-1 6 0,-26 8-6 16,12-1 2-16,0 4-2 0,0 2 5 0,3 1-2 15,1 1 6-15,1 1-8 0,3-1-2 0,2 0 2 16,4-15 2-16,-2 28 6 0,2-28-2 0,6 28-6 15,-1-15-8-15,3 0 4 0,1-1 3 0,1 0 2 16,2-3-3-16,1-1 2 0,2-3-1 0,0 1-1 16,1-3-8-16,1 0-3 0,-17-3-8 0,34-3-10 15,-16 2-7-15,-1-3-16 0,2-3 3 0,0 0-20 16,-3-1 26-16,-1-3-13 0,-2 1 26 16,-1 0-15-16,-2-4 31 0,-2 2-12 0,-1-2 20 15,0-1-18-15,-3 2 39 0,-4 13-10 16,7-24 28-16,-7 24-2 0,3-19 16 0,-3 19-4 15,0 0 4-15,4-22-8 0,-4 22-7 0,0 0-4 16,2-14-9-16,-2 14-2 0,0 0 0 0,0 0 6 16,10-12-3-16,-10 12-7 0,0 0 1 0,0 0-1 15,19 5 0-15,-19-5-3 0,15 7-1 0,-15-7 1 16,18 10-7-16,-18-10 2 0,21 14 16 0,-21-14-14 16,19 13-6-16,-19-13-6 0,15 13 4 0,-15-13 2 15,13 12 0-15,-13-12 1 0,8 13 8 16,-8-13-10-16,0 0 0 0,9 11 0 0,-9-11 3 15,0 0 0-15,0 0 7 0,0 0-7 0,8 10 0 16,-8-10-2-16,0 0-1 0,0 0 2 0,0 0-2 16,9-10 0-16,-9 10 1 0,9-11-2 0,-9 11-14 15,9-11 15-15,-9 11 5 0,12-10 1 0,-12 10-7 16,12-11 0-16,-12 11-2 0,13-9 3 0,-13 9 0 16,15-6 0-16,-15 6 0 0,15-6-2 0,-15 6-7 15,18-5-7-15,-18 5-3 0,20-6 2 0,-20 6-7 16,21-7-4-16,-21 7-1 0,24-9 6 15,-10 2 0-15,-1 2 3 0,-1-2 3 0,1 2 3 16,-2-3 3-16,1 1 3 0,-12 7 4 31,18-13 1-31,-18 13-3 0,17-13 7 16,-17 13 3-16,11-13-5 0,-11 13 8 0,9-12 9 0,-9 12 12 0,0 0 18 0,8-12 0 0,-8 12-1 0,0 0-10 16,0 0-5-16,0 0-3 0,8-10 4 15,-8 10-10-15,0 0-7 0,0 0-3 0,0 0 1 0,0 0-3 16,0 0-1-16,2 20-3 0,-2-20 4 0,0 0-5 15,3 19-6-15,-3-19 5 0,7 12 6 0,-7-12-8 16,11 9-2-16,-11-9 2 0,14 8 1 0,-14-8-1 16,19 3-1-16,-19-3-3 0,21 0 2 0,-21 0 1 15,22-5-3-15,-22 5-2 0,23-9 7 0,-11 3 6 16,-12 6-2-16,20-13-9 16,-20 13 4-16,16-13 2 0,-16 13 1 0,12-15 5 15,-12 15 4-15,9-11 3 0,-9 11-5 0,10-11 26 16,-10 11 8-16,0 0 14 0,9-11-37 0,-9 11 22 15,0 0-29-15,0 0 19 0,0 0-27 0,0 0 22 16,0 0-28-16,0 0 21 0,13 13-25 16,-13-13 17-16,2 20-15 0,-2-20-1 0,4 30-3 0,-2-11 3 15,-1-2 1-15,1 4 1 0,-1 4-17 16,0-1-21-16,0 2-11 0,-1-3-33 16,0-2-47-16,0-2-38 0,0 0 0 0,0 1-3 0,-2-1-27 15,0-2-279-15,-1 0 79 0</inkml:trace>
  <inkml:trace contextRef="#ctx0" brushRef="#br0" timeOffset="6773.49">17425 6295 475 0,'-22'7'432'0,"4"-2"-99"0,1 0-48 16,17-5-72-16,-23 7-4 0,23-7-67 0,-14 3 2 15,14-3-44-15,0 0 17 0,0 0-43 0,0 0 32 16,13-5-60-16,9-3 53 0,9-4-2 16,7-3-8-16,14-4-16 0,4-1-26 0,6-2 13 15,4 1-60 1,3-3 70-16,4 2-64 0,2-1 55 0,0 1-67 0,-1 0 61 0,0 2-58 0,-4 2 57 16,-3 0-65-16,-3 2 53 0,-4 1-58 15,-4 2 57-15,-13 1-63 0,-1 3 58 0,-4 1-57 16,-3-1 50-16,-2 2-53 0,-10 2 58 15,-1 0-64-15,-6 2 66 0,-16 3-53 0,26-5 56 0,-26 5-49 16,18-4 65-16,-18 4-51 0,0 0 57 0,19-3-53 16,-19 3 43-16,0 0-58 0,0 0 50 0,0 0-65 15,0 0 58-15,0 0-56 0,0 0 55 0,0 0-57 16,0 0 54-16,0 0-57 0,0 0 52 16,0 0-63-16,0 0 53 0,0 0-65 0,-4 15 31 15,4-15-65-15,0 0 39 0,0 0-68 0,0 0 50 16,0 0-47-16,0 0 33 0,-9 10-33 0,9-10-16 15,0 0 0-15,0 0-26 0,0 0-15 0,-9 7-18 16,9-7-22-16,0 0 12 0,-12 9 9 16,12-9-324-16,0 0 22 0</inkml:trace>
  <inkml:trace contextRef="#ctx0" brushRef="#br0" timeOffset="7786.57">13929 7978 181 0,'0'0'332'15,"-17"-4"-95"-15,17 4-36 0,0 0-44 0,0 0-32 16,0 0-12-16,0 0-6 0,-17-4-20 0,17 4-8 16,0 0-10-16,0 0-8 0,0 0-7 15,0 0-5-15,0 0 7 0,0 0 7 0,0 0 3 16,0 0 1-16,0 0-3 0,0 0-6 0,19-1-18 16,-19 1 34-16,32-5-56 0,-7 1 7 0,2 0-10 15,7-3 8-15,1 0-10 0,6-2 9 0,-3-1-22 16,6-2 36-16,9 0-17 0,3-5-10 0,0 3 25 15,1-4-37-15,1 1 14 0,-1 1-16 16,0 1 19-16,-3-2-19 0,1 2 19 0,-13 3-18 16,-1-1 15-16,-1 1-17 0,-4 1 24 15,-3 1-23-15,-3 1 32 0,-7 2-17 0,-1-3 19 0,-4 6-19 16,-2-1 34-16,-16 5-31 0,23-8 38 16,-23 8-37-16,16-5 47 0,-16 5-41 0,0 0 41 15,17-4-58-15,-17 4 46 0,0 0-54 0,0 0 7 16,0 0-26-16,0 0 38 0,0 0-55 15,0 0 10-15,0 0-50 0,0 0-55 0,0 0-43 0,0 0-34 16,0 0-28-16,-8 9-7 0,8-9-276 16,0 0-9-16</inkml:trace>
  <inkml:trace contextRef="#ctx0" brushRef="#br0" timeOffset="8077.74">14925 7596 62 0,'-15'-7'506'16,"15"7"-181"-16,-13-6-77 0,13 6-38 0,0 0-41 16,-16-7-23-16,16 7-10 0,0 0-17 0,-13-6-11 15,13 6-15-15,0 0-24 0,0 0-1 0,0 0-9 16,0 0-2-16,0 0-3 0,0 0 0 0,0 0-8 16,0 0-1-16,0 0 26 0,0 0-46 0,13 4-3 15,-13-4-3-15,21 9 30 0,-21-9-44 0,24 12 39 16,-11-5-43-16,0-1 40 0,0 2-54 15,-2 0 52-15,0 0-59 0,0 0 63 0,-2 2-48 0,1 0 45 16,-2 1-46-16,-8-11 46 0,9 21-48 0,-9-21 40 16,2 23-45-16,-2-23 45 0,-4 30-7 15,-1-11-29-15,-4-1-33 0,-2 2-48 16,-1-1-77-16,-5 3-74 0,-1 0-49 0,0-2-366 16,0 1-180-16</inkml:trace>
  <inkml:trace contextRef="#ctx0" brushRef="#br0" timeOffset="9688.27">15404 7932 510 0,'0'0'367'0,"0"0"-94"16,0 0-73-16,0 0-38 0,0 0-55 16,0 0-8-16,0 0-32 0,0 0-3 0,0 0-23 0,0 0 5 15,10-10-8-15,-10 10 3 0,17-11-4 0,-4 6-9 16,3-4-12-16,3-3 21 0,1 1-25 0,2-3 2 15,0-3-8-15,1 1 5 16,-3-1-13-16,0-1 6 0,-1-1 2 0,-5 2-4 0,0-2-2 16,-5 0 1-16,0-3 6 15,-4 0-7-15,-1-5-3 0,-4 3 0 0,-3-5 1 0,-3-5 1 0,-1 1 2 16,-1 1 13-16,-3 1 18 0,0 4 28 16,3 7-16-16,-2 2 40 0,0 1-42 0,0 6 29 0,0 2-62 15,10 9 37-15,-18-8-35 0,18 8 26 16,-20 6-31-16,9 4 4 0,-2 5 34 0,-1 7-30 15,3 6 39-15,2 2-35 0,2 6 39 0,1-1-53 16,3 2 41-16,2 0-48 0,2 0 37 0,3-1-3 16,1 1-10-16,2-3 0 0,6 0-46 15,-1-3 46-15,3-4-43 0,2-3 42 0,1-1-43 16,1-5 38-16,0-4-50 0,2-3 17 0,1-4-45 0,1-3-17 16,2-2-16-1,0-6-43-15,1-1-9 0,3-7-24 0,0-1 32 16,-3-2-3-16,0-3 37 0,-2-3 2 0,-4-4 36 0,-2 1 28 15,-2-3-3-15,-4 0 16 0,-2 1 23 0,-3 2 29 16,-2 2 26-16,-2 4 22 0,-2 2 18 0,-1 16 2 16,-1-24-1-16,1 24-11 0,-8-15-6 0,8 15-1 15,0 0-11-15,-19-5 29 0,19 5-37 0,-19 12 30 16,6-1-58-16,1 3 42 0,0 2-43 0,1 2 22 16,2 2-36-16,0-1 23 0,4 0-4 15,0 2-6-15,3-4-8 0,2-17-22 0,0 29 19 16,3-13-1-16,2-4-4 0,1 1-3 0,-6-13-1 15,14 16 2-15,-14-16-4 0,18 11 3 0,-18-11-4 0,18 3-6 16,-18-3-1-16,22-5-4 0,-9 0 3 16,1-4-1-16,-1-4 1 0,1-1 1 0,-2-2 3 15,-2-2-47-15,-1 0 69 0,-1-1-51 16,-2-2 40-16,-3 4-23 0,-1 1 28 16,-2 16-15-16,1-23 17 0,-1 23-27 0,-5-17 32 0,5 17-32 15,0 0 31-15,-12-11-31 0,12 11 27 0,-15 4-29 16,15-4 35-16,-18 17-48 0,5-5 41 0,3 2-28 15,1 1 27-15,-1 3 0 0,5-2-6 0,1 0-2 16,2 0-3-16,2-16-1 0,0 26-4 0,0-26 0 16,6 24-1-16,-6-24-1 0,13 18-5 0,-13-18 8 15,19 11-2-15,-19-11-60 0,26 4 75 0,-9-7-13 16,3-2-14-16,1-2 1 0,2-3-9 16,1-5-10-16,2-2 11 0,-1-2-14 0,0-3 16 15,-3 0-14-15,-1-4 27 0,-1-3-12 0,-2 0 2 16,-6-3-3-16,0-1 2 0,-3 0 3 15,-2 0 3-15,-3 5 3 0,-2 2 7 0,0 1 13 47,-3 4 6-47,0 3 28 0,-3 3-25 0,4 15 30 0,-7-22-51 0,7 22 43 0,-12-14-33 0,12 14 21 0,0 0-29 16,-17-6 24-16,17 6-28 0,-13 7 25 0,13-7-29 0,-11 16 26 0,11-16-26 16,-7 29 28-16,6-11-42 0,0 1 46 0,1 5-36 15,2 2 28-15,0 1-28 0,1 1 27 0,2 3-27 0,-1 1 24 16,0-5-6-16,3 4-17 0,-4 3-60 15,1-8-15-15,-1 6 8 0,-1-5-40 0,-2-1-10 16,0-4-15-16,-1-1 23 0,-1-3 2 0,1-1 14 16,-1-1 9-16,2-16-1 0,-4 20-7 0,4-20-1 15,0 0-8-15,0 0 12 0,0 0 18 0,0 0 23 16,0 0 30-16,0 0 29 0,-9-10 56 0,9 10 10 16,0-28 38-16,0 28-3 0,4-30 35 0,-2 12-24 15,0 3 8-15,1 0 3 0,1 1-3 16,-4 14-13-16,6-23-25 0,-6 23 2 15,9-19-16-15,-9 19 16 0,11-15-30 0,-11 15 12 16,12-12-38-16,-12 12 19 0,15-9-34 0,-15 9 24 0,19-9-31 16,-19 9 27-16,22-5-36 0,-22 5 23 15,25-8-24-15,-10 3 20 0,1 1-25 0,-2-2 23 16,5-2-26-16,-3 1 26 0,2-1-28 0,-3-2 26 16,0 0-37-16,-3 1 39 0,-1 1-25 0,-1-2 22 15,-2-1-22-15,-8 11 25 0,13-16-25 0,-13 16 37 16,6-16-26-16,-6 16 34 0,0 0-38 0,4-17 35 15,-4 17-37-15,0 0 33 0,0 0-49 0,0 0 50 16,0 0-54-16,0 0 54 0,0 0-41 0,0 0 37 16,0 0-33-16,0 0 28 0,-9 12-42 0,9-12-2 15,0 21-74-15,0-21-77 0,3 25-81 0,-3-25-64 16,4 29-249-16,-1-12-90 16</inkml:trace>
  <inkml:trace contextRef="#ctx0" brushRef="#br0" timeOffset="11052.34">16998 7328 538 0,'0'0'430'0,"-13"-17"-98"0,13 17-64 16,-11-12-79-16,11 12-24 0,0 0-47 15,-10-13-14-15,10 13-31 0,0 0-3 0,0 0-24 16,0 0 2-16,2 18-23 0,3-6 8 0,2 6-12 16,4 2 10-16,0 7-24 0,1 0 8 0,2 3-13 15,-1 0 11-15,0 2-18 0,0 1 14 0,1 1-11 16,-3-2 7-16,-2 0-20 0,1-3 27 0,-3 0-12 16,-1-5 9-16,-2-1-10 0,-2-2-4 0,-1-3 2 15,-1-18 1 1,-2 31 2-16,-2-16 0 0,0-1 0 0,-3-1 1 0,-1-3 0 0,0 0 7 15,8-10-1-15,-17 14-9 0,17-14 9 0,-22 8-6 16,22-8 2-16,-23 3 1 0,23-3 6 0,-24-3 2 16,24 3 5-16,-21-3-6 0,21 3 3 0,-17-5-1 15,17 5-6-15,0 0-12 0,-16-4 7 16,16 4-51-16,0 0 45 0,0 0-7 0,0 0-5 16,0 0-2-16,12-13 0 0,-12 13-6 0,21-5-9 15,-21 5 5-15,32-4-10 0,-11-2-4 0,4 4 5 16,-1-3-11-16,2-2 21 0,1 3-9 0,4-1 20 15,-1-3-14-15,-4 0 20 0,3-1-12 0,-2-3 18 16,-4 4-13-16,-1-3 23 0,-2 1-21 0,-3-1 18 16,0-2-11-16,-3 3 12 0,-1-2-13 15,-4 0 15-15,-1-1-1 0,-2 1-8 0,-6 12 17 16,7-24 12-16,-7 24 19 0,0-19-17 0,0 19 9 16,-6-15 3-16,6 15-2 0,-11-9 1 0,11 9-6 15,0 0 14-15,-25 0-28 0,25 0 24 16,-23 13-19-16,11-3 18 0,-1 3-37 0,-1 1 14 15,3 3-19-15,2 1 15 0,-1 1-4 0,4-1-1 16,3-2-4-16,1 0 0 0,2-16 0 0,1 27-53 16,4-13 71-16,-5-14-19 0,11 18-14 0,-11-18-7 15,19 12-5-15,-19-12-20 0,20 7-6 0,-20-7-3 16,23-1-11-16,-8-5 6 0,-1 2-14 0,2-7 6 16,-1 1-10-16,0-3 37 0,-2-1-9 0,-1-4 22 15,-3 2-7-15,-1-2 29 0,0-1 13 0,-1 1 10 16,-2 2 8-16,-1 2 9 0,-4 14 10 0,8-20 38 15,-8 20-26-15,6-17 10 16,-6 17-28-16,0 0 12 0,0 0-31 0,0 0 18 0,0 0-27 16,0 0 18-16,0 0-39 0,0 0 38 15,6 17-29-15,-6-17 11 0,2 16-16 0,-2-16 12 16,4 17-17-16,-4-17 11 0,7 18-6 0,-7-18-19 16,11 12-22-16,-11-12-31 0,12 10-14 0,-12-10-33 15,18 2 6-15,-18-2-18 0,18-2 14 0,-18 2-4 16,25-8 36-16,-13 1 17 0,2-1 23 0,-3-1 9 15,3-3 31-15,-3 1 12 0,-2 0 31 0,2 1 28 16,-3 0 24-16,-8 10 12 0,13-14 17 0,-13 14 1 16,9-8-37-16,-9 8 13 0,0 0-25 0,0 0-3 15,0 0-26-15,0 0 12 0,17 4-31 16,-17-4 9-16,0 0-21 0,8 18 12 16,-8-18-30-16,9 15 31 0,-9-15-22 0,16 14 7 15,-16-14-33-15,22 13-14 0,-8-8-7 0,2-1-25 16,1-1-22-16,1-3-20 0,1 0 0 0,4-3-7 15,0-2 4-15,1 1 14 0,0-3 5 0,-1-3 8 16,-1 2 17-16,1-1 13 0,-2 0 24 16,-2-2 13-16,1 1 20 0,-3 2 17 0,-2-2 11 0,-2 3 19 15,-2-1-1-15,-11 8 2 0,21-10 6 16,-21 10 6-16,13-5 7 0,-13 5 2 0,0 0-9 16,17 3-10-16,-17-3-9 0,0 0-9 0,15 12-5 15,-15-12-4-15,10 18 2 0,-10-18-31 0,13 18 6 16,-5-7-67-16,0 0 50 0,2-1-40 15,1-1 22-15,0-2-22 0,1 1 22 0,-12-8-10 16,23 8 27-16,-23-8 6 0,22 1 3 0,-22-1 5 16,24-3-1-16,-24 3 1 0,27-8 7 0,-13 1 15 15,2-4 2-15,1 1 12 0,-3-1 17 0,-1-2-2 16,2 0 8-16,-3-3-8 0,0 2 28 0,-1 0-3 16,-1-1 13-16,0 2 3 0,-2 1-15 0,-1 1 13 15,0-1-17-15,-7 12 6 0,12-20-25 0,-12 20 29 16,7-11-35-16,-7 11 18 0,0 0-38 15,6-14 29-15,-6 14-50 0,0 0 33 0,0 0-33 16,0 0 26-16,-12 15-56 0,5-2 3 0,-3 1-46 16,0 4-54-16,-1 2-31 0,-3 4-24 15,0 4-17-15,0-2-53 0,1 4-252 0,-2 0 33 16</inkml:trace>
  <inkml:trace contextRef="#ctx0" brushRef="#br0" timeOffset="11299.34">17794 8182 42 0,'-27'4'764'0,"27"-4"-199"0,-19 3-199 15,19-3-17-15,0 0-125 0,-21 0 8 16,21 0-117-16,0 0 24 0,0 0-78 16,0 0 47-16,11-13-22 0,9 5-16 0,7-3-14 15,6-3-10-15,6-1-11 0,14-3-4 0,4-2-8 16,5-2-11-16,0 3-20 0,1-3-27 15,-1 2-17-15,1-1-33 0,0 5-52 0,1-1 43 16,3 1-22-16,-2 1-37 0,1-1-44 0,-2 0-20 16,2 3-55-16,-4-3 6 0,-1 4-230 0,-3-2 46 15</inkml:trace>
  <inkml:trace contextRef="#ctx0" brushRef="#br0" timeOffset="16406.93">5272 8756 37 0,'0'0'285'0,"0"0"-65"0,8-10-69 0,-8 10-28 16,0 0-26-16,0 0-8 0,0 0 1 0,9-12 0 15,-9 12-4-15,0 0-4 0,0 0-1 0,0 0 4 16,5-14 6-16,-5 14-12 0,0 0 27 0,0 0 6 16,0 0-14-16,0 0-8 0,0 0-16 0,-4-14-5 15,4 14-29-15,0 0 0 0,-19 5-14 0,19-5 2 16,-27 16-11-16,8-3 5 0,-5 5-12 15,1 3-1-15,-3 0 2 0,1 3-4 16,0 0-10-16,1 2 3 0,2-2 8 0,2-1 3 16,2 0-2-16,3 1-7 0,3-5-3 15,3 0-1-15,2-1 3 0,2-4-3 0,5-14 1 0,-2 23-1 16,2-23 3-16,6 24-1 0,1-13 7 0,2-1-17 16,3 0 4-16,0-1 9 0,5-1 5 15,0 2-3-15,0-3-6 0,1 0-1 0,1 1 0 16,-1 1 2-16,-2 0-2 0,0 1 2 0,-2 0 4 15,0 4-4-15,-3 1 6 0,-3 0 10 0,-3-1-28 16,-1 6 24-16,-4-1-7 0,-3 5 10 0,-2 1-16 16,-4 5 12-16,-2 2-12 0,-3-3 19 0,0 2-15 15,-3-1 23-15,1-2-17 0,-2-1 23 0,1-2-22 16,1-1 24-16,0-3-29 0,2-4 27 0,1-2-32 16,0-1 28-16,5-4-43 0,8-10 48 0,-14 17-39 15,14-17 29-15,-9 12-31 0,9-12 24 0,0 0-28 16,-8 12 26-16,8-12-27 0,0 0 26 0,0 0-27 15,0 0 28-15,0 0-28 0,0 0 28 0,8 12-31 16,-8-12 31-16,0 0-29 0,15 8 38 16,-15-8-48-16,13 11 45 0,-13-11-31 0,14 15 30 15,-5-2-32-15,-2 1 3 0,0 3 5 0,0 2 31 16,1-2-32-16,-3 3 32 16,0 1-34-16,-2-1 36 0,1 1-33 0,-2-1 38 0,1 3-42 15,0 0 26-15,0-2-35 0,-2-2 44 0,1-1-33 16,0-1 38-16,0 0-45 0,1-3 37 0,-3-14-36 15,7 28 34-15,-2-15-5 0,1 1-3 0,0-3-4 16,1 1 0-16,1-1-1 0,3-1 2 0,1 3-39 16,-1-4 40-16,4 1-36 0,-2-1 38 15,3-1-46-15,-1 2 45 0,-2-3-31 0,1 6 38 0,-2-4-39 16,-1 0 44-16,-2 2-36 0,1 0 30 16,-2 1-37-16,1 4 38 0,0 2-36 0,-2 1 40 15,-1 1-32-15,-1 0 40 0,-2-2-43 0,0-2 44 0,0 0-47 16,-1 1 44-16,-2-17-57 0,6 26 53 0,-6-26-43 15,5 23 44-15,-5-23-48 0,9 13 50 16,-9-13-64-16,15 7-22 0,-15-7-115 0,22-3-103 16,-2-6-122-16,6-6-192 0,0-6-124 15</inkml:trace>
  <inkml:trace contextRef="#ctx0" brushRef="#br0" timeOffset="20235.22">20832 8874 103 0,'0'0'294'16,"0"0"-65"-16,-3-17-19 0,3 17-39 0,0 0-17 15,-7-13-11-15,7 13-1 0,0 0-32 0,-8-11-15 16,8 11 10-16,0 0 1 0,-10-12-1 0,10 12 10 16,0 0-19-16,-9-10 1 0,9 10-30 15,0 0 2-15,-12-5-42 0,12 5 23 0,0 0-27 16,-20 5 12-16,20-5-20 0,-21 14 21 0,7-1-24 16,-1 2 28-16,-1 6-28 15,-1 2 30-15,2 1-46 0,-1 4 39 0,2-1-33 0,1 3 27 0,2-2-33 16,2 1 29-16,2-5-34 0,2 0 29 15,3-2-30-15,1-2 36 0,2-2-39 0,2-1 36 16,3-2-37-16,0-3 29 0,2 0-30 0,1-2 31 16,3-3-32-16,1 0 31 0,-13-7-42 15,26 5 45-15,-26-5-40 0,31-4 42 16,-11-4-31-16,-2 1 29 0,2-2-31 0,-2-1 30 16,0-5-32-16,-2 1 31 0,-1-1-31 15,-2-2 38-15,-3 0-41 0,-2-4 29 0,-2 1-32 0,-4 3 29 16,0-2-30-16,-4-1 28 0,-2-1-27 0,-1 1 33 15,-3 0-31-15,-3 2 22 0,-1 3-21 0,0-1 24 0,-3 5-24 16,-1 3 27-16,1 1-24 0,1 3 32 16,14 4-36-16,-28-2 29 0,28 2-24 0,-30 5 24 15,14 0-25-15,2 2 28 0,1 0-26 0,1 3 27 16,3-1-39-16,1 0 40 0,8-9-25 0,-8 21 22 16,8-21-23-16,2 20 22 15,-2-20-24-15,14 23 26 0,-3-11-26 0,5 0 33 16,1 0-34-16,2-1 26 0,0-1-24 0,2 1 30 15,1 0-31-15,-2 0 25 0,1 0-26 0,-1-1 27 0,0 2-39 16,-2 0 40-16,0-2-22 0,-1 2 20 0,-2 0-24 16,-2-1 24-16,-1-2-24 0,-1 0 26 0,-2 1-26 15,0 0 32-15,-9-10-34 0,15 16 24 0,-15-16-23 16,11 18 8-16,-11-18-25 0,11 17-24 0,-11-17-32 16,8 16-37-16,-8-16-52 0,8 15 19 15,-8-15-36-15,7 15 14 0,-7-15-75 16,10 12-185-16,-10-12 149 0</inkml:trace>
  <inkml:trace contextRef="#ctx0" brushRef="#br0" timeOffset="20459.18">21160 9065 261 0,'0'0'238'16,"-5"-14"-85"-16,5 14-43 0,0 0-31 0,-8-12-32 15,8 12-33-15,0 0-13 0,0 0-8 0,-10-10 13 16,10 10-55-16,0 0 15 0,0 0-211 0,0 0 71 16</inkml:trace>
  <inkml:trace contextRef="#ctx0" brushRef="#br0" timeOffset="21702.46">21099 9014 203 0,'0'0'210'0,"0"0"-46"0,0 0-22 16,0 0-9-16,0 0-20 0,-3-17-21 0,3 17 0 15,0 0 4-15,0 0 13 0,0 0 14 0,-2-18 2 16,2 18-4-16,0 0 4 0,0 0-16 0,0 0-2 15,0 0-29-15,0 0-42 16,0 0 25-16,0 0-1 0,0 0-16 0,0 0 7 16,0 0-29-16,-14 14 33 0,14-14-28 0,-5 24 4 0,2-9-20 15,0 1 11-15,1 1-17 0,1-1 14 0,1-16-28 16,0 29 23-16,0-29-12 0,2 26 9 0,-2-26-14 16,8 24 11-16,-8-24-14 0,12 17 14 15,-12-17-14-15,19 11 20 0,-19-11-17 0,23 1 7 16,-7-5-13-16,2-4 15 0,2-1-15 0,-1-2 15 15,3-6-15-15,0-2 21 0,-2-1-23 16,-1 0 26-16,-2-2-26 0,-5 4 13 0,-3 1-11 16,1 0 12-16,-5 4-12 0,-5 13 40 0,4-20-47 15,-4 20 36-15,0 0-33 0,-1-20 8 0,1 20-12 16,0 0 13-16,0 0-9 0,-19 0 3 0,19 0-18 16,-13 10-1-16,13-10-6 0,-13 14-38 0,13-14-6 15,-12 19-19-15,12-19-16 0,-7 17-2 0,7-17 8 16,-2 15 26-16,2-15 17 15,0 0 6-15,5 20 12 0,-5-20 12 0,8 10 8 16,-8-10 14-16,10 9 13 0,-10-9 12 0,10 8 18 0,-10-8 9 16,12 6 16-16,-12-6-5 0,0 0 12 15,17 5 6-15,-17-5 1 0,0 0-1 0,19 5-13 16,-19-5-1-16,0 0-2 0,20-2-17 0,-20 2-4 16,0 0-4-16,24-5-5 0,-24 5-2 15,18-8-6-15,-18 8-9 0,20-13 12 0,-9 3-7 16,-1 1-5-16,-2-2-2 0,0 1-1 0,-8 10-3 15,11-22 4-15,-11 22 4 0,3-24-7 0,-3 24 6 0,-3-22-4 16,3 22 3-16,-8-21 12 0,8 21 21 16,-13-16-12-16,13 16 19 0,-15-9-28 0,15 9 31 15,0 0-36-15,-24-2 20 0,24 2-28 16,-19 7 21-16,9 1-26 0,0 2 24 0,0 1-26 16,2 2 22-16,2 0-37 0,2 1 37 0,4-14-26 15,-6 26 20-15,6-26-25 0,3 22 23 16,-3-22-22-16,9 21 26 0,-9-21-31 0,17 14 27 0,-17-14-39 15,23 8-2-15,-23-8-15 0,29 2-16 0,-10-4 5 16,2-3-1-16,0 0 11 0,1-4 15 16,-2 0-1-16,0-2 4 0,-1 0 10 0,-2 0 4 15,-1 0 4-15,-1 0 5 0,0 0 0 0,-4 2 18 0,0 0-23 16,-11 9 38-16,14-14 9 16,-14 14-1-16,11-9 8 0,-11 9-12 0,0 0 14 15,12-8-26-15,-12 8 19 0,0 0-32 0,0 0 11 16,0 0-16-16,0 0 23 0,13 11-29 0,-13-11 13 15,0 0-23-15,3 21 33 0,-3-21-25 0,1 17 11 16,-1-17-10-16,1 19 8 0,-1-19-10 0,0 19 11 16,0-19-21-16,1 17 17 0,-1-17-7 0,0 0-4 15,4 18-7-15,-4-18 2 0,0 0 0 0,6 14-2 16,-6-14 2-16,0 0-1 0,0 0-7 0,23-1-13 16,-23 1-15-16,21-14-6 0,-5 4-2 15,-1-1-4-15,2-3 3 0,2-3 13 0,1-3 5 16,0 2 14-16,-2-1-14 0,2 0 26 15,-6 2-25-15,-2 3 45 0,0 1-11 0,-1 3 34 16,-11 10-9-16,14-15 40 0,-14 15-23 0,10-12 24 16,-10 12-8-16,0 0 3 0,10-12-12 0,-10 12-1 15,0 0-2-15,0 0-12 0,0 0-2 0,0 0-8 16,0 0-8-16,0 0 2 0,0 0-6 16,0 0 2-16,0 0-6 0,0 0-3 0,13 7-4 0,-13-7 17 15,0 0-18-15,7 11 3 16,-7-11-16-16,0 0 7 0,12 10-30 0,-12-10 15 15,0 0-17-15,19 8 22 0,-19-8-23 0,0 0 25 0,21 0-17 16,-21 0 26-16,18-4-15 0,-18 4 17 16,19-9 0-16,-6 2 13 0,-2-1-12 0,0-1 22 15,0-2-12-15,0-1 23 0,1 1-13 0,-3 0 25 16,0 0 17-16,2 1-4 0,-2 1 20 0,-9 9-3 16,14-17 1-16,-14 17-10 0,11-10-13 0,-11 10-4 15,0 0-3-15,13-5-3 0,-13 5-3 0,0 0 5 16,14 8-14-16,-14-8-20 0,8 14 18 15,-3-1-23-15,-3 3 19 0,2 1-23 0,-3 2 31 16,1 4-35-16,-1 0 19 16,-1 2-38-16,-1 1-47 0,-1 1-30 0,0 2-16 0,-3 2-22 15,-1 0-2-15,0-4 2 0,-2 2-33 0,0-6-7 0,0 0-13 16,-3-4-203-16,1 1 192 0</inkml:trace>
  <inkml:trace contextRef="#ctx0" brushRef="#br0" timeOffset="22202.47">21566 9317 162 0,'-25'7'360'0,"2"0"-52"15,0-2-90-15,3 1-24 0,5-1-44 0,15-5-9 16,-21 6-43-16,21-6 19 0,0 0-11 0,0 0 3 16,0 0-4-16,0 0-7 0,21 5 14 0,4-10-36 15,10-4 32-15,4 0-60 0,14-4 36 0,3-2-44 16,3-2 27-16,1 0-40 0,2-2 40 15,0 0-46-15,0 2 36 0,0-1-57 0,-3 0 53 0,-1 1-54 16,-6 1 46-16,-9 4-50 16,-3 1 43-16,-3 0-48 0,-2 2 24 0,-4 2-24 15,-8 0 42-15,0 2-42 0,-6 1 52 16,-17 4-50 0,23-5 56-16,-23 5-47 0,18-3 52 0,-18 3-51 0,0 0 60 0,17-2-57 0,-17 2 49 15,0 0-54-15,0 0 51 0,0 0-61 0,0 0 54 16,0 0-62-16,0 0 59 0,0 19-64 0,0-19 55 15,0 0-58-15,-7 11 56 0,7-11-65 0,0 0 62 16,0 0-55-16,-8 15 56 0,8-15-58 0,0 0 55 16,0 0-59-16,0 0 63 0,-6 13-63 0,6-13 54 15,0 0-56-15,0 0 69 0,0 0-58 16,0 0 56-16,0 0-56 0,-6 12 57 0,6-12-59 16,0 0 51-16,0 0-51 0,0 0 56 0,0 0-56 15,-13 9 56-15,13-9-56 0,0 0 56 0,0 0-58 16,0 0 58-16,-12 5-64 0,12-5 49 0,0 0-61 15,0 0 61-15,0 0-56 0,0 0 49 0,0 0-57 16,-13 7 37-16,13-7-53 0,0 0 33 0,0 0-57 16,0 0 20-16,0 0-28 0,0 0-36 15,0 0-5-15,0 0-29 0,0 0-16 0,-12 10 1 16,12-10-37-16,0 0-56 0,-12 8-187 16,12-8 105-16</inkml:trace>
  <inkml:trace contextRef="#ctx0" brushRef="#br0" timeOffset="23004.46">12086 10164 322 0,'0'0'491'0,"0"0"-126"16,0 0-34-16,0 0-98 0,0 0-19 15,0 0-44-15,0 0-33 0,0 0-28 0,2-17-22 0,-2 17-5 16,0 0-2-16,0 0-14 0,18 2 2 16,-18-2-10-16,20 3-2 0,-2 2-11 15,5-1-7-15,2 2-8 0,8 1-5 0,1 0-4 16,1 0-4-16,4-2-2 0,2 2-2 16,1-1-27-16,-2-2 25 0,4 2-23 0,-2-3 24 15,1 2-7-15,-1-3-21 0,-1 1-33 0,0 0-40 0,-4-1-50 16,-5-1-40-16,-3 0-41 15,0-1-25-15,-4 3-25 0,-7-3-272 0,-18 0-38 16</inkml:trace>
  <inkml:trace contextRef="#ctx0" brushRef="#br0" timeOffset="23268.77">12767 10099 149 0,'-14'-10'584'15,"-3"2"-160"-15,5-1-118 0,-1 3-40 0,13 6-59 16,-21-10-7-16,21 10-85 0,-13-8 21 0,13 8-57 15,0 0 20-15,-16-8-55 0,16 8 23 16,0 0-41-16,0 0 32 0,0 0-31 0,0 0 45 16,18 4-48-16,-18-4 43 0,24 9-57 15,-8-4 46-15,5 4-56 0,-2-1 41 0,2 3-8 16,-1 1 2 0,-2 0-3-16,3 5-9 0,-1 3-6 0,-5 1 3 0,-4 0-2 0,-3 1-2 0,-4 3-4 15,-4 1 0-15,-2 2-49 0,-5 6 54 0,-2 2-49 16,-2-2 37-16,-3 0-41 0,-2-1 53 0,0 0-62 15,-1-3 28-15,1 0-71 0,0-2-54 0,0-3-53 16,3-1-77-16,1-5-22 0,0-2-333 0,5-3-156 16</inkml:trace>
  <inkml:trace contextRef="#ctx0" brushRef="#br0" timeOffset="28595.3">14002 11118 263 0,'0'0'315'0,"0"0"-72"16,-13-7-84-16,13 7-9 0,0 0-47 0,-14-6 10 16,14 6-41-16,0 0 13 0,0 0-26 0,-13-4 25 15,13 4-21-15,0 0 14 0,0 0-21 0,0 0 9 16,0 0-16-16,-14-7 5 0,14 7-18 16,0 0 2-16,0 0-18 0,0 0 12 0,0 0-17 15,0 0 4-15,0 0-4 0,0 0 4 16,14-11-11-16,-14 11 2 0,15-7 0 0,-15 7-1 15,23-9 18-15,-9 3-24 0,1 1 11 0,-1-1-14 0,2 0 5 16,0 2-5-16,-1-1 4 0,-1 0-4 0,1 1 4 16,1 0 2-16,-2 0-2 0,-14 4 12 15,24-8-17-15,-24 8-4 0,19-6 3 0,-19 6-2 16,15-3 10-16,-15 3-3 0,0 0 18 0,18-5 5 16,-18 5 8-16,0 0 10 0,0 0-2 0,0 0 15 15,18 3-11-15,-18-3-9 0,0 0 1 0,4 15-48 16,-4-15 46-16,0 18-8 0,0-18-2 15,0 25-4-15,0-25-4 0,0 33-2 16,-2-16-40-16,2 3 41 0,0 4-28 0,0 0 31 16,0 1-31-16,0 1 31 0,2-1-31 0,0 2 30 15,-2 1-31-15,8 5 30 0,-6-5-32 0,2 4 32 16,1 3-44-16,-1-1 52 0,2 0-40 0,0 0 32 16,0 1-5-16,-1-2-2 0,-1-2 0 0,1 3-6 15,-1-1-10-15,3 0 13 0,-2 0-2 0,1 0-1 16,-1-2 0-16,-3-3-2 0,2-1-1 0,-2 2-28 15,0-2 36-15,1-1-34 0,-2 3 34 16,1-2-30-16,-2-1 32 0,0-1-21 0,0 0 23 0,0 0-32 16,-1-2 31-16,0-3-40 0,0 2 43 0,-2-3-32 15,1 0 32-15,-2 2-32 0,2-5 31 16,2 1-22-16,0-17 24 0,-3 30-35 0,1-16 31 16,2-14-29-16,-6 26 37 0,6-26-38 15,-7 23 29-15,7-23 0 0,-5 19-2 0,5-19-5 0,-4 15 7 16,4-15-6-16,-5 14-1 0,5-14-1 15,0 0-1-15,-6 15 18 0,6-15-50 0,0 0 41 16,-5 13 7-16,5-13 6 0,0 0-39 0,0 0 47 16,-10 13-4-16,10-13-42 0,0 0 48 0,0 0-58 15,0 0 56-15,-12 10 1 0,12-10-45 0,0 0 54 16,0 0-52-16,0 0 50 0,-19 2-50 16,19-2 60-16,0 0-64 0,0 0 53 0,-23 0-56 15,23 0 62-15,0 0-65 0,-30 2 58 0,30-2-51 16,-31 3 46-16,8 2-54 0,-2-1 52 0,-4 5-57 15,-3 0 54-15,-3 3-12 0,-1 2-1 0,-1-2-7 16,-1 5-4-16,-8 1-11 0,0 4-21 0,2-1-31 16,-2 1 45-16,10-4-10 0,0-1-6 15,3-2-6-15,-1 2-10 0,3-5-48 0,4 0 10 16,4-4-34-16,2-1-44 0,2-2-37 0,1-1-51 16,18-4-22-16,-23 2-10 0,23-2-205 0,-20-2 66 15</inkml:trace>
  <inkml:trace contextRef="#ctx0" brushRef="#br0" timeOffset="30543.75">5432 10834 76 0,'0'0'201'0,"0"0"-81"0,0 0 8 16,-5-19-61-16,5 19 27 0,0 0-53 16,-3-18 39-16,3 18-39 0,0 0 34 0,-2-23-32 15,2 23 37-15,-1-17-16 0,1 17 30 0,-3-17-25 16,3 17 25-16,-2-15-28 0,2 15 17 0,0 0-8 16,-4-21 10-16,4 21-11 0,-7-11-13 0,7 11-17 15,-13-7-3-15,13 7-11 0,-17-1 2 0,17 1 0 16,-28 4-10-16,13 2 1 15,-4 2 0-15,-2 1 3 0,1 2 2 0,-4 3 2 0,0 1 0 0,0 2-4 16,2 2-2-16,0 0-4 0,1 0 4 0,2 3 2 16,0-2-15-16,2 2 1 0,4-5-16 15,2 2 5-15,2-2 6 0,3 0-3 0,2 0-4 16,4-17-2-16,-1 28 0 0,4-12 1 16,2-1 3-16,3 1-4 0,2 1 3 0,2-1 0 0,3-2 1 15,0 0-1-15,3-2-4 0,0 2 1 0,1-3 4 16,1 0 4-16,-2 1 2 0,2 0-7 0,0 0-2 15,-4 1 6-15,1 0-7 16,-2 3 5-16,-1-2-1 0,-2 2 1 16,-2 1 4-16,-1 1-7 0,-2 1 2 0,-3 0 8 0,-2 0-2 15,-2 0 7-15,-2 4-4 0,-2 0-1 0,-2 2 0 16,-4 4 0-16,0 0-1 0,-2-2-2 0,-1 1 9 16,-1 0-13-16,-1-2 11 0,2-2-36 0,-2 1 41 15,3-7-21-15,2-1 13 0,-2 0-6 0,3-1 10 16,1-4-21-16,8-12 4 0,-10 18-7 0,10-18 10 15,-5 17-8-15,5-17 8 0,0 0-6 0,0 0 10 16,3 18-8-16,-3-18 6 0,0 0-14 0,14 7 21 16,-14-7-13-16,0 0 15 0,19 2-11 0,-19-2 0 15,0 0-4-15,24 1 3 0,-24-1-8 16,16 4 11-16,-16-4-8 0,14 7 7 0,-14-7-5 16,12 9 10-16,-12-9-8 0,9 13 20 0,-9-13-28 15,6 22 24-15,-6-22-10 0,2 28 31 0,-3-10-33 0,-1 4 21 16,-1 0-23-16,-2 2 27 15,-1 1-27-15,0 0 32 0,-1 5-28 0,-1 0 25 16,-1 0-31-16,0 1 31 0,0-1-31 0,0-1 30 16,-1 0-31-16,1-1 37 0,1-3-53 0,0-2 44 15,1 0-35-15,1-2 31 0,1 1-32 16,0-2 30-16,3-4-33 0,-2 1 31 0,4-17-32 0,0 27 32 16,0-27-34-16,3 24 33 0,-3-24-32 0,7 21 31 15,-7-21-29-15,9 18 48 0,-9-18-55 0,12 15 36 16,-12-15-40-16,14 12 40 0,-14-12-30 0,16 14 30 15,-16-14-32-15,18 12 38 0,-18-12-13 0,21 15-7 16,-10-8-4-16,2 2-31 0,-2-1-56 0,2 0-50 16,1 1-86-16,0 1-16 0,4 1-38 0,-4 0-252 15,2 0-19-15</inkml:trace>
  <inkml:trace contextRef="#ctx0" brushRef="#br0" timeOffset="31144.82">4950 11673 172 0,'0'0'447'0,"14"-18"-120"16,-14 18-49-16,8-15-19 0,-8 15-76 0,0 0-32 0,2-17-21 15,-2 17-23-15,0 0 0 0,-13-12-31 0,13 12 17 16,-21-3-44-16,21 3 18 0,-34 1-8 0,10 1 30 15,-4 2-46-15,-7 3 36 0,-4 1-44 16,-1-1 45-16,-3 3-58 0,-3 0 66 16,-10 2-61-16,1 1 45 0,-3 1-67 0,1 0 40 0,0 1-42 0,0-1 46 15,-1 1-55-15,2-1 47 16,-1 3-55-16,3-2 48 0,1 2-52 0,10-5 53 16,1 0-57-16,4 0 52 0,1-2-53 0,3-1 47 0,10-2-68 15,0-2 36-15,7-2-75 0,17-3 24 16,-24 2-64-16,24-2-43 0,-16-4-34 0,16 4-49 0,-6-13-4 15,6 13-27-15,1-21-4 0,5 2-155 16,1-1 150-16</inkml:trace>
  <inkml:trace contextRef="#ctx0" brushRef="#br0" timeOffset="31360.4">3954 11400 187 0,'0'0'412'0,"9"-19"-115"0,-9 19-62 0,0 0-39 15,0 0-38-15,0 0-31 0,0 0-14 0,-15-5-41 16,5 17 0-16,-4 3-27 0,-3 7-25 0,-3 1 29 15,-1 4-7-15,0 2 11 32,-2 2-7-32,0 1-1 0,-2 6-5 0,4-5-3 0,1 0 1 0,2 1-8 0,4-2 1 0,0-1-14 0,5-1-3 0,3-5-16 15,3 0 10-15,3-1 5 0,4-2 8 16,3 0 0-16,5-5-9 0,1 0-1 0,5-3-2 0,5 1 0 16,3-3-4-16,3 0-1 0,2-2 4 0,3-1-21 15,2 1-71-15,0-3-69 0,1 2-72 16,1-1-28-16,-1 0-262 0,3-1 9 15</inkml:trace>
  <inkml:trace contextRef="#ctx0" brushRef="#br0" timeOffset="33581.41">1432 12893 290 0,'-15'4'404'0,"-2"-1"-93"0,17-3-47 16,-27 5-64-16,27-5-20 0,-23 0-42 0,23 0-2 16,-16 0-59-16,16 0 19 0,-12-9-37 0,12 9 16 15,-9-20-15-15,9 20-36 0,2-32-20 0,6 9 57 16,0-6-12-16,0 0-5 0,1-4-11 0,1 0-6 16,1-1-5-16,-2 0-34 0,1-1 22 15,-2 3-22-15,-1 0 22 0,-3 3-32 0,-2 3 34 16,-2-1-30-16,-4 2 33 0,0 2-32 0,-3 0 29 15,-2 3-28-15,-3 4 32 0,0 1-28 0,-3 4 27 16,0 4-30-16,1 4 19 0,14 3-17 16,-32 3 32-16,13 4-31 0,-1 4 25 0,-3 5-29 0,3 3 36 15,0 3-39-15,1 2 31 0,4 1-27 16,-1 1 27-16,7 0-29 0,2-5 28 0,1 0-11 16,6-3-5-16,0-1 11 0,4-2 2 0,3 2-3 15,2-1-7-15,7-2-21 0,1-1 29 16,4-2-26-16,6 1 29 0,0-2-1 0,6 1 0 0,-1-2-4 15,0-1-1-15,-1 1-9 0,1 0 0 0,-4 0 11 16,-4 0 1-16,-2 1 1 0,-2-1-29 16,0 2 26-16,-4 2-41 0,0 3 50 0,-4 1-25 15,-1 3 26-15,-3 1-25 0,-3 3 28 0,-2 1-38 16,-3 1 27-16,-1 0-27 0,-4 3 46 0,-2 0-42 16,-2 3 38-16,-2-5-32 0,2-1 26 0,-3-5-27 15,2-3 28-15,-1-1-25 0,1-3 24 0,0-2-25 16,1-4 17-16,9-8-33 0,-19 9-3 15,19-9-26-15,-15-5-29 0,3-5-7 0,4-6-4 16,-2-6-17-16,-1-9 4 0,4-5 19 16,1-4 16-16,2-3 15 0,1-4-105 0,1-3 73 15,5-11-4-15,1-3 61 0,2 1 26 0,3-1 4 16,1 2 21-16,1 1 20 0,1 1 6 0,2 3 4 16,-1 7-2-16,-2 9-10 0,-1 3 20 0,1 4-3 15,-2 5 14-15,-2 7-17 0,-1 2-1 0,-1 5-15 16,-5 15-11-16,11-21-1 0,-11 21 8 0,10-9-7 15,-10 9-4-15,0 0-5 0,22 8 2 0,-13 3-4 16,4 5 10-16,3 6-16 0,0 2 3 0,0 3-6 16,-1 3 5-16,3 1-8 0,-1 3 2 0,-4-2-2 15,4 2 4-15,-1 0-6 0,1-1 0 0,-1 0 2 16,-1 0 4-16,-3-1-4 0,2 0 4 0,-1-2-5 16,-4-1 5-16,1-8-4 0,-2 1-23 15,-1-3 25-15,-2-4 6 0,-5-15-2 0,10 23 2 16,-10-23-7-16,8 16 0 0,-8-16 16 0,0 0 3 15,6 12-1-15,-6-12-7 0,0 0-4 16,0 0-5-16,5-13 0 0,-5 13-14 0,2-29 18 16,-4 5-2-16,2-1 10 0,-2-3-11 0,2-6 2 15,-1-1-4-15,0-1 4 0,-2 3 0 0,4 5 8 16,-1 3-3-16,2 3 3 0,0 5-13 0,-2 17 5 16,0-28-19-16,0 28 16 0,2-16-4 0,-2 16 10 15,0 0-12-15,10-11 4 0,-10 11-7 0,0 0 12 16,11 9-9-16,-11-9 6 0,11 17-7 15,-7-6 6-15,-4-11 1 0,10 25-5 0,-6-10-14 0,-4-15 22 16,5 24-7-16,-5-24 10 0,5 19-14 16,-5-19 9-16,2 15-6 0,-2-15 8 0,0 0-7 15,3 16 16-15,-3-16-14 0,0 0 5 16,0 0-13-16,0 0 2 0,0 0-1 0,7-14 18 0,-7 14-10 16,2-29-6-16,0 7-5 0,1-4 9 0,-1-1-4 15,2-6 5-15,-1 1-4 0,3-2 7 16,2 2-6-16,-3 6 8 0,1 1-20 15,1 4 19-15,0 0-6 0,0 6 13 0,-1 1-17 0,-6 14 12 16,12-17-13-16,-12 17 10 0,14-5-4 16,-14 5 4-16,0 0-5 0,21 9 7 0,-21-9-9 15,19 17 9-15,-11-7-20 0,2 1 18 16,-3 2-4-16,0-1 11 0,0 0-12 0,-7-12 4 0,11 19-8 16,-11-19 10-16,9 15-8 0,-9-15 7 0,6 12-6 15,-6-12 3-15,0 0-5 0,8 13 5 0,-8-13-19 16,0 0 27-16,0 0-16 0,0 0 13 0,0 0-14 15,16-8 8-15,-16 8-8 0,9-21 8 0,-4 8-4 16,2-1 7-16,-1-1-4 0,1 3 9 0,-2-2-6 16,1 0 10-16,-6 14-20 0,12-20 23 0,-12 20-21 15,10-15 23-15,-10 15-13 0,13-10 2 0,-13 10-8 16,0 0 8-16,19-2-8 0,-19 2 6 16,17 8-6-16,-17-8 10 0,16 13-10 15,-4-5-9-15,-4 4 1 0,-1-2 23 0,-7-10-11 0,12 19 16 16,-12-19-16-16,8 17 6 0,-8-17-12 15,4 17 8-15,-4-17-5 0,0 0 1 0,1 20-16 16,-1-20-6-16,0 0-3 0,-9 9-16 0,9-9-4 16,0 0-20-16,-19-11 13 0,9 1-10 0,-4-7 21 15,1-5-9-15,-1-4 27 0,0-2-11 0,-1-3 24 16,3 0-8-16,-1-3 22 0,1 1 13 0,1 0 9 16,3 2 9-16,1 5-2 0,2 3 12 0,1 1-16 15,2 6 5-15,2 16-9 0,-3-25-4 0,3 25-7 16,1-17 16-16,-1 17-27 15,0 0 10-15,11-10-15 0,-11 10 4 0,17 8 2 0,-6 0-9 0,4 6 5 16,0 2-2-16,3 6-6 0,0 3-4 16,1 0-8-16,0 3 5 0,-3-3-8 0,2 0 7 15,-2 0-13-15,0-3 15 0,-5-5-12 0,1-1 7 16,-2-2 9-16,-3-3-3 0,-7-11-10 16,15 15 13-16,-15-15-13 0,10 12 14 0,-10-12-11 0,0 0 15 15,0 0-15-15,16-3 19 0,-16 3-16 0,11-14 18 16,-6 2-14-16,1-3 12 0,0-2-11 0,2-1 22 15,-1 0-7-15,0-1 16 0,0 2-9 0,1 0 8 16,-2 2 1-16,-1 1 6 16,1 2-2-16,-6 12-2 0,12-20 1 0,-12 20-5 15,11-13-1-15,-11 13-5 0,11-9-3 0,-11 9 11 16,15-4-8-16,-15 4-8 0,18 2-1 0,-18-2 1 16,24 7 1-16,-24-7-2 0,28 9 5 0,-13-3-6 15,-1-1 5-15,2-2-6 0,-16-3-7 0,25 6 5 16,-25-6 1-16,26 0-1 0,-26 0 0 15,27-5-13-15,-13-2 0 0,0 2-3 0,-2-4-2 0,1-4-2 16,-1-1-6-16,-1 0 19 0,-5 1-11 0,-1-3 18 16,-2 1-8-16,-3 15 16 0,2-27 10 0,-2 27 8 15,-4-27 5-15,4 27 14 0,-6-23 15 0,6 23-2 16,-6-19 11-16,6 19-29 0,-6-13 10 0,6 13-28 16,0 0 8-16,0 0-33 0,-7-11 18 0,7 11-10 15,0 0 17-15,0 0-2 0,5 23-6 16,1-8-8-16,2 3-2 0,2 3 8 15,4 7-7-15,3 4 6 0,7 13-7 0,1 4-19 16,2 2 16-16,2 4-32 0,-1 1-8 0,2-1-8 16,1 1-8-16,-2-2 1 0,2-3 9 0,-3-4 4 15,0-2 10-15,-1-4 7 0,-5-9 9 16,-1 0-1-16,-2-2 4 0,0-5 2 0,-4-2 3 16,-1-5 4-16,-3-1-1 0,-1-2 1 0,-3-4 23 0,-7-11 16 15,11 18 22-15,-11-18 13 0,5 12-6 0,-5-12-14 16,0 0-7-16,-5 14-8 0,5-14-1 0,-14 8 8 15,14-8 7-15,-24 2 33 0,24-2-36 0,-39-2 39 16,14-4-52-16,-4-2 41 0,-1-5-46 16,-1-2 33-16,1-2-51 0,0-2-9 0,2-2 6 15,2 0-1-15,1-3-7 0,4 2-13 16,1-4-20-16,1-1-43 0,4-2-30 16,2-2-29-16,4-1-66 0,1-5 3 0,5-3-64 0,1-2-251 0,2-2 12 15</inkml:trace>
  <inkml:trace contextRef="#ctx0" brushRef="#br0" timeOffset="33909.39">2986 11323 690 0,'0'0'446'0,"-12"-14"-105"16,12 14-93-16,-13-11-51 0,13 11-41 0,-10-9-33 15,10 9-26-15,0 0-35 0,-11-9-22 0,11 9-6 16,0 0-8-16,0 0-6 0,0 0-3 0,0 0-32 15,0 0 27-15,0 0-22 0,15 12 20 0,-2-3-23 16,3 5 31-16,2 1-34 0,3 5 28 0,0-1-37 16,2 4 20-16,-1-1-1 15,1 3 0-15,-3-3-10 0,1 2-13 0,-4-2 16 0,-1 0 3 0,-3-3 1 16,-2-2 2-16,-1 1 4 0,-3-1 1 16,-2-2 4-16,0 0 0 0,-5-15-4 15,2 29-16-15,-4-12 31 0,-1 0 15 0,-4 0-14 16,0 3 0-16,-2-2-13 0,-2 1 15 0,1-3-14 15,-2 1-1-15,0-3-4 0,1 1 5 0,2-5-2 16,-1-1 0-16,10-9-22 0,-15 13-15 0,15-13-80 16,-13 7-80-16,13-7-27 0,0 0-310 15,-16-8-25-15</inkml:trace>
  <inkml:trace contextRef="#ctx0" brushRef="#br0" timeOffset="34344.4">3256 11282 601 0,'0'0'420'16,"11"-17"-105"-16,-11 17-82 0,9-10-62 16,-9 10-27-16,0 0-30 0,17-2-22 0,-17 2-20 15,19 14-12-15,-6 0-41 0,0 2 19 16,2 5-19-16,2 3 19 0,-1-1-38 0,0 2 10 16,0-1-16-16,-2 1 14 0,-3-6-14 15,1 1 14-15,-3-1-16 0,0 1 12 0,-2-2-11 0,-2 2 14 16,-3-6-28-16,-2-14 20 0,1 23-8 0,-1-23 17 15,-3 17-7-15,3-17-1 0,-10 12 2 0,10-12-8 0,0 0 16 16,-22 1-15-16,22-1 20 0,-26-16-19 16,9 2 15-16,-2-6-14 0,-1-5 10 0,-1-4 4 15,0-4 8-15,-3-9-5 0,0-4-7 0,0-1-5 16,4-2 0-16,1-2 3 0,3 2 16 0,5 8-11 16,3 3 9-16,1-1-1 0,1 6-2 0,3 5-4 15,2 3-11-15,0 4-4 0,2 3 12 0,1 3-1 16,-2 15 1-16,8-24-8 0,-8 24-1 0,12-17 0 15,-12 17 2-15,16-5-2 0,-16 5 0 16,19 5-1-16,-6 2 0 0,0 4 0 0,2 3-9 16,-3 2-6-16,-1 3 42 0,-1 4-22 15,-3 0-2-15,1 5-14 0,-4-2-18 0,-1 1-19 16,-2-1-15-16,-1 0-14 0,-1-1-35 0,-1-1 0 16,-1-2-38-16,1-3 27 0,-1-2-14 0,3-17-1 15,-5 22-23-15,5-22-242 0,-5 13 190 0</inkml:trace>
  <inkml:trace contextRef="#ctx0" brushRef="#br0" timeOffset="34738.4">3422 10960 390 0,'0'0'318'0,"18"-13"-102"16,-18 13-32-16,19-7-38 0,-19 7-7 0,23 3-37 16,-8 1-14-16,3 4-15 0,-1 4-2 15,1 2-16-15,3 4-3 0,-2 4 0 0,0 1-9 16,-2 2-4-16,0 3 3 0,-3 0-17 0,0 0 8 15,-4 1-7-15,0-2 6 0,-4-5-7 0,-1 2 3 16,-2-4-9-16,-1-2 9 0,-2-1-7 16,0-17 6-16,0 27-13 0,0-27 21 0,-2 20-14 15,2-20 20-15,0 0-24 0,-8 14 19 16,8-14-36-16,0 0 20 0,-15-11-32 0,7-1 22 16,-2-6-27-16,-2-8 18 0,0-3-1 0,1-6-1 0,-2-2-4 15,1-2 5-15,-2-12-3 0,3 7-25 0,2 1 43 16,1 1-31-16,2 1 28 0,3 5-24 0,1 1 21 15,2 7-18-15,0 6 23 0,2 2-24 16,0 3 20-16,2 1-23 0,2 5 18 0,-6 11-17 16,16-16 12-16,-16 16-20 0,24-5 30 0,-24 5-18 15,36 6 24-15,-13 2-26 0,3 5 16 0,1 2-14 0,1 4 16 16,1 2 0-16,0 4-7 16,-1 2 2-16,5 4-27 0,-7-2-29 0,-1 1-35 15,-4 1-50-15,-3 1-19 0,-2 2-53 0,-4 0-27 16,-4 0-207-16,-3 0 139 0</inkml:trace>
  <inkml:trace contextRef="#ctx0" brushRef="#br0" timeOffset="34881.4">3705 11139 358 0,'-4'-23'388'0,"4"23"-122"15,0 0-61-15,4-27-50 0,-4 27-49 0,12-22-35 0,0 8-64 16,0 1-30-16,3 1-69 15,1 1-21-15,0 0-111 0,-2 5-94 0,0 0 278 0</inkml:trace>
  <inkml:trace contextRef="#ctx0" brushRef="#br0" timeOffset="35264.4">1589 13266 19 0,'-29'22'506'0,"1"-1"-163"0,1-1-75 0,1-3-37 15,6-5-63-15,4 1-34 0,2-3-35 16,14-10-13-16,-15 11-22 0,15-11-3 15,0 0-17-15,0 0-2 0,32-14-12 0,0-5 2 16,12-9-17-16,10-6 11 0,8-9 1 0,25-15-5 16,3-5-1-16,6-5 11 0,5-3-24 0,4-2 18 15,5-3 5-15,5-2-6 0,2-1-23 0,1-2 21 16,-3-1-30-16,-3 0 18 0,-1 2-26 0,-3 0 29 16,-3 5 4-16,-4 3-7 0,-4 4 6 0,-10 7-12 15,-4 4 0-15,-23 16-5 0,-3 4-5 0,-8 8-32 16,-7 1-29-16,-12 10-42 0,-5 1-16 0,-7 6-30 15,-18 11 34-15,20-6-52 0,-20 6 12 0,0 0-70 16,-11 20-141-16,-10 0 220 0</inkml:trace>
  <inkml:trace contextRef="#ctx0" brushRef="#br0" timeOffset="35649.07">2041 13258 434 0,'-25'18'328'0,"-1"2"-88"15,3-2-41-15,0 0-52 0,5-3-21 16,4-2-38-16,2-1-16 0,0-2-30 0,12-10-1 16,-10 12-13-16,10-12 12 0,0 0-1 0,0 0 8 0,27-11-3 15,1-7 1-15,12-9 3 0,9-11 1 0,4-5 0 16,24-18 6-16,5-7-22 0,4-5 9 0,9-3-49 16,4-3 36-16,4-3 11 0,4 0-27 0,-1 0 20 15,2-1-25-15,1-1 17 0,0 1-24 0,0 2 25 16,-4 5-27-16,-3 4 23 0,-4 3-1 0,-6 5 23 15,-6 6-26-15,-5 4 25 0,-19 13-40 0,-4 4 14 16,-3 3-7-16,-4 3 8 0,-7 3 0 16,-9 8 5-16,-4 0-2 0,-5 6 2 0,-5 2 6 15,-4 1 0-15,-4 2 10 0,-1 3 4 16,-12 6 10-16,17-10-2 0,-17 10 4 16,12-7 17-16,-12 7-6 0,0 0-8 0,11-8-10 15,-11 8-8-15,0 0-6 0,0 0-15 0,0 0-4 16,14-7 2-16,-14 7-6 0,0 0-9 0,0 0-14 0,0 0-24 15,0 0-30-15,0 0-23 0,12-5-30 0,-12 5-57 16,0 0-52-16,0 0-101 0,0 0-350 0,0 0-206 16</inkml:trace>
  <inkml:trace contextRef="#ctx0" brushRef="#br0" timeOffset="40742.14">15065 11090 67 0,'0'0'219'0,"0"0"-23"16,0 0-51-16,0 0-10 0,-13-7-24 0,13 7-12 15,0 0 2-15,0 0-25 0,0 0 3 0,0 0-22 16,-14-7 9-16,14 7 11 0,0 0-19 0,0 0-21 16,0 0 20-16,0 0-10 0,0 0 5 0,0 0-13 15,0 0 8-15,0 0-12 0,0 0 14 16,0 0-4-16,0 0-5 0,0 0-8 0,0 0 2 16,-11-4-12-16,11 4 5 0,0 0-14 0,0 0 8 15,0 0-12-15,0 0 9 0,0 0 4 16,0 0-13-16,0 0-6 0,0 0 2 0,0 0-3 15,0 0 3-15,0 0-7 0,0 0 7 0,0 0-6 0,0 0 8 16,0 0 2-16,0 0-7 0,0 0-3 0,0 0 17 16,0 0 0-16,0 0-4 0,0 0-2 15,0 0 3-15,0 0 1 0,0 0 0 0,0 0 16 16,0 0-20-16,0 0 6 0,0 0-7 16,0 0-1-16,0 0-3 0,0 0 1 0,0 0-4 15,0 0 3-15,0 0-10 0,0 0 10 0,0 0 3 16,0 0-5-16,0 0-1 0,0 0 10 0,0 0-3 15,0 0 11-15,0 0-18 0,0 0 29 0,0 0-16 16,0 0 14-16,0 0-26 0,0 0 17 0,0 0-16 16,0 0 17-16,0 0-18 0,0 0 19 15,0 0-32-15,0 0 44 0,0 0-16 0,0 0-22 0,0 0 22 16,0 0-22-16,0 0 19 0,0 0-22 0,0 0 20 16,0 0-21-16,0 0 22 0,0 0-23 15,0 0 19-15,0 0-20 0,0 0 20 0,0 0-20 16,0 0 19-16,0 0-21 15,0 0 24-15,0 0-23 0,0 0 27 0,0 0-9 0,0 0-19 16,0 0 17-16,0 0-1 0,0 0 1 0,0 0-2 16,0 0 0-16,9-11 7 0,-9 11 1 0,0 0 0 15,0 0-12-15,0 0-18 0,10-10 26 0,-10 10-22 16,0 0 23-16,0 0-19 0,0 0 25 0,3-15-28 16,-3 15 35-16,0 0-35 0,0 0 34 15,0 0-22-15,-3-18 26 0,3 18-28 0,0 0 25 16,-10-9-29-16,10 9 32 0,0 0-33 0,-13-6 36 15,13 6-38-15,0 0 26 0,0 0-30 0,-23 4 31 16,23-4-22-16,-15 11 19 0,6-2-2 16,0 3-28-16,0 0 37 0,-1 4-37 0,4 0 29 15,-1 1-26-15,2-2 26 0,2 2-27 0,0-2 28 16,3-15-28-16,-2 29 31 0,2-29-34 0,3 26 49 16,-3-26-60-16,6 24 44 0,-6-24-30 0,9 20 29 15,-9-20-28-15,14 12 29 0,-14-12-30 0,12 8-25 16,-12-8 39-16,0 0 37 0,21 3-41 0,-21-3 31 15,0 0-40-15,17 0 41 0,-17 0-35 16,0 0 35-16,0 0-36 0,16-4 37 0,-16 4-31 0,0 0 27 16,0 0-50-16,0 0 50 15,0 0-37-15,0 0 35 0,0 0-37 0,0 0 34 16,0 0-36-16,-17-3 35 0,17 3-35 0,-16 10 38 16,4-3-46-16,1 1 53 0,0 1-39 0,-1 1 41 15,0 2-45-15,0 2 41 0,1-2-42 0,2 2 3 16,0 1 3-16,2 0 1 0,2 0-7 15,1 0 48-15,0 0-38 0,4-15-3 0,0 27 40 16,0-27-43-16,7 28 40 0,1-16-43 0,2-1 42 0,3 0-35 16,3-2 29-16,0-2-39 0,3-5 51 0,0 0-58 15,3-4 42-15,3 0-50 0,1-3 15 16,5-3-48-16,-1-3-13 0,-1 0-37 0,-1-2-45 0,-1-1-32 16,-3-2-13-16,-1-1 17 0,-2 0-30 15,-7 1 39-15,0-1-44 16,-3 0 46-16,-4-2-132 0</inkml:trace>
  <inkml:trace contextRef="#ctx0" brushRef="#br0" timeOffset="41102.15">15320 11304 764 0,'-2'-15'66'0,"-2"-2"31"0,-2 0 28 0,1 4 9 16,-2 0 36-16,0 1 9 0,-2 0-18 0,1 1 0 16,8 11-31-16,-13-14 21 0,13 14-6 0,-12-12-31 15,12 12-20-15,-10-8-11 0,10 8-30 0,0 0-18 16,-9-9-3-16,9 9-1 0,0 0-11 16,0 0-30-16,0 0 30 0,0 0-31 0,0 0 35 15,3 24-36-15,-3-24 27 0,8 19-30 0,-2-6 32 16,2 0-32-16,1 0 31 0,-1 0-31 0,2-2 32 15,0 0-76-15,-1-2 36 0,-9-9-24 0,18 15 0 16,-18-15-8-16,16 9-10 0,-16-9-8 16,15 3-20-16,-15-3-10 0,16-3-16 0,-16 3-3 15,18-12-4-15,-9 3-5 0,0-3 9 0,0-1-2 16,-1-2 3-16,-3-2 18 0,0 0 28 0,2-4 35 16,-3 4 23-16,-1 0 37 0,0 2 41 0,-3 15 32 15,2-22 24-15,-2 22 17 0,0 0-29 0,0-24-6 16,0 24-19-16,0 0 0 0,-9-14-10 0,9 14-12 15,0 0-4-15,0 0 0 0,-17 7-12 0,17-7-8 16,-11 15 6-16,11-15-17 0,-12 21-4 0,7-5-1 16,0 0-4-16,1 1-10 0,1 0 1 15,-1 0 8-15,1 0-7 0,3 2-26 0,0-2-42 16,0-17-49-16,3 28-45 0,-3-28-1 16,4 24-57-16,-4-24-16 0,7 14-188 15,-7-14 178-15</inkml:trace>
  <inkml:trace contextRef="#ctx0" brushRef="#br0" timeOffset="42000.36">15576 11081 260 0,'0'0'388'15,"5"-14"-126"-15,-5 14-42 0,0 0-54 0,4-14-16 16,-4 14-55-16,0 0-11 0,0 0-26 16,0 0 5-16,0 0-31 0,0 0 10 0,0 0-22 15,10 12 11-15,-10-12-19 0,5 20 11 16,-5-20-3-16,8 26-4 0,-4-11 1 0,1-2-7 15,2-1-3-15,-1 1-2 16,-6-13-3-16,11 19-5 0,-11-19-1 0,12 14-2 0,-12-14-1 0,11 8 1 16,-11-8-8-16,0 0-1 0,0 0-2 0,20-5 0 15,-20 5 1-15,8-12 0 0,-8 12 11 16,7-20-13-16,-7 20-9 0,2-24 25 0,-2 24-13 0,-3-26 20 16,0 13-3-16,3 13 26 0,-9-25-9 15,9 25 22-15,-8-19 0 0,8 19 8 0,-8-12-12 16,8 12 6-16,0 0-23 0,-10-9 3 0,10 9-12 15,0 0 6-15,-13 10-12 0,13-10 11 16,-6 14-12-16,6-14 12 0,-4 24 5 0,4-24-16 16,-1 26-6-16,1-26 4 0,3 25-2 0,-3-25-7 15,6 25-19-15,-6-25-9 0,12 18 0 0,-12-18 1 16,16 12-7-16,-16-12-1 0,19 4-10 0,-19-4 0 16,23-4 3-16,-9-1 7 0,1-2 7 0,1-2 4 15,2-3 1-15,-3 1 18 0,0-2 34 0,0 1-30 16,-1-1-6-16,-3 3 24 0,-2 1-12 0,-9 9 16 15,17-15-15-15,-17 15 19 0,11-10-4 16,-11 10 22-16,0 0-24 0,17-6 20 0,-17 6-14 16,0 0 10-16,17 6-18 0,-17-6 19 15,13 10-28-15,-13-10 16 0,14 16 13 0,-14-16-23 16,14 21-14-16,-14-21 14 0,10 21-15 0,-10-21 16 16,6 22-18-16,-6-22 16 0,4 22-1 0,-4-22 0 15,3 17-1-15,-3-17 8 0,0 0-1 0,1 20 9 16,-1-20 12-16,0 0 5 0,0 0 7 15,0 0-15-15,0 0-8 0,3 13-1 0,-3-13-9 16,0 0-4-16,7-12-2 0,-7 12-6 0,11-21 2 0,-4 9-14 16,3-5-3-16,0-1-14 0,2-1 3 15,1-5 2-15,1 0-12 0,1 0 12 0,0 0-10 16,-2 7 16-16,-1-3-13 0,0 3 22 16,-2 0-1-16,0 3 6 0,-1 2-2 0,-9 12 6 15,10-18 2-15,-10 18 0 0,9-13 6 0,-9 13 6 16,0 0 6-16,11-10 9 0,-11 10 4 15,0 0 1-15,0 0-1 0,0 0 10 0,12 12-23 0,-12-12 0 16,3 16-8-16,-3-16 2 0,4 21-7 0,-4-21 2 16,3 23 5-16,-3-23 9 0,4 25-18 0,-4-25 4 15,6 24-15-15,-6-24 5 0,8 22-4 0,-8-22-12 16,9 21-27-16,-9-21-19 0,12 17-28 16,-12-17-4-16,12 12-25 0,-12-12-6 0,14 7 1 0,-14-7-14 15,0 0-11-15,27-4 9 16,-14-3 18-16,2-3 13 0,-1-2 43 0,1-1 22 15,0-2 32-15,-1 0 44 0,1-1 11 0,-3 0 40 16,-1 2 31-16,0-1 22 0,-3 4 17 0,0 1-11 16,-8 10-11-16,14-17-18 0,-14 17-17 0,10-12-8 15,-10 12 0-15,0 0-2 0,18-8-7 0,-18 8 3 16,0 0-39-16,24 5 18 0,-11 2-17 0,0 1 13 16,2 3-18-16,1 4-11 0,3 6-6 0,0 3 0 15,-2 4-4-15,1 1-4 0,-4 1-47 0,2 1-82 16,-4 5-90-16,-2 2-69 0,-4-2-305 15,0 3-112-15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9-24T07:00:45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14816 11311 601 0,'0'0'462'0,"0"0"-62"15,0 0-134-15,-15 2-12 0,15-2-86 16,0 0 25-16,0 0-82 0,0 0 45 0,0 0-83 16,0 0 47-16,0 0-70 0,0 0 53 0,0 0-33 15,0 0 56-15,0 0-60 0,0 0 56 0,15 4-73 16,-15-4 54-16,37 0-68 0,-11 0 20 0,5-2-34 16,7 0 48-16,4-3-69 0,3 1 57 15,3-3-11-15,14-3-8 0,3-2-8 0,7-2-8 16,0-1-5-16,-1-5-6 0,4 1 3 0,1-2-2 15,1 0 1-15,-3 0-10 0,2-1 10 0,-3 2-5 16,-4 1-1-16,0 0-4 0,-4 2 3 0,-5 2-3 16,-5 1-10-16,-11 3 6 0,-4 3-7 0,-5 1-25 15,-3-1-23-15,-7 0-21 0,-7 6-19 0,-18 2 1 16,25-2-3-16,-25 2-12 0,0 0-29 0,17 2-43 16,-17-2-29-16,0 0-51 0,0 0-31 15,-21 15-14-15,0-7-269 0,-3 1-103 16</inkml:trace>
  <inkml:trace contextRef="#ctx0" brushRef="#br0" timeOffset="383.53">14922 11547 374 0,'-19'6'508'16,"3"1"-121"-16,3-2-108 0,13-5-50 15,-21 7-80-15,21-7 7 0,-13 6-54 0,13-6 12 0,0 0-24 16,0 0 44-16,0 0-121 0,0 0 129 0,13 14-61 16,-13-14 54-16,36 0-60 0,-8 0 45 15,9-5-57-15,3 1 47 0,2-3-70 0,7-1 47 16,10-2-64 0,2-2 50-16,4-1-66 0,4-1 50 0,-1-1-61 0,-1-1 52 0,2-1-59 15,1-1 50-15,0-1-56 0,-2 1 52 0,2-1-6 16,-6 2-2-16,-2 1-58 0,-2-1 55 0,-3 0-54 0,-3 2 59 15,-12 5-59-15,0-1 63 0,-4 2-12 0,-2-1-3 16,-4 2-5-16,-7 2-3 0,-2 0 1 0,-4 2-7 16,-3 0 3-16,-16 4-21 0,24-4 26 0,-24 4 1 15,17-4-2-15,-17 4-32 16,0 0 37-16,19-4-5 0,-19 4-1 0,0 0-2 16,0 0-6-16,0 0 2 0,0 0-12 0,18-1-34 15,-18 1-86-15,0 0 23 0,0 0-56 0,0 0-87 16,0 0-79-16,0 0-96 0,0 0-280 0,0 0-231 15</inkml:trace>
  <inkml:trace contextRef="#ctx0" brushRef="#br0" timeOffset="2113.53">17781 11107 26 0,'0'0'432'0,"0"0"-147"0,0 0-44 0,0 0-59 16,0 0-8-16,0 0-42 0,0 0-12 0,12-6-22 16,-12 6-1-16,0 0-8 0,0 0 4 0,0 0-6 15,0 0-11-15,0 0-9 0,0 0-14 0,17-3 7 16,-17 3-19-16,0 0 20 0,0 0-17 15,20-5-9-15,-20 5-5 0,15-4-6 0,-15 4-5 16,14-7-3-16,-14 7 3 0,17-10-9 0,-17 10 8 16,16-14-12-16,-16 14-16 0,14-16 19 0,-14 16-15 15,10-17 24-15,-10 17-18 0,6-21 25 16,-6 21-21-16,0-20 33 0,0 20-33 0,-4-21 35 16,4 21-28-16,-11-20 35 0,11 20-42 0,-17-12 52 15,17 12-44-15,-22-7 48 0,22 7-50 0,-29 0 43 16,10 2-44-16,-3 5 54 0,-4 4-59 15,0 5 51-15,-2 0-9 0,1 5-2 0,0 0-9 0,1 4-52 16,2 0 50-16,2 1-59 0,2 2 60 16,1-3-64-16,5 1 63 0,2-1-48 0,4-3 45 15,3-2-54-15,3-2 53 0,2 0-57 0,3-1 54 16,2-1-52-16,2 1 61 0,4-1-64 0,0-2 57 16,4-2-54-16,-1 0 55 0,3-3-54 15,2-1 55-15,0-3-57 0,-2-2 50 0,2-1-48 16,1-1 54-16,-2-2-54 0,2 1 52 0,-1-2-51 15,-3 0 51-15,-16 2-53 0,25-5 56 0,-25 5-56 16,21-5 48-16,-21 5-48 0,0 0 53 0,14-4-106 16,-14 4 115-16,0 0-56 0,0 0 54 15,0 0-57-15,0 0 57 0,-22 9-59 0,22-9 50 0,-26 16-49 16,8-5 55-16,-2 0-51 16,-2 7 55-16,-2 0-52 0,-1 2 57 0,0 2-53 0,2 2 60 15,1 0-59-15,0 3 50 0,2-3-72 0,3 2 75 16,1 2-58-16,5-5 55 0,1 0-8 0,6-2-5 15,1-4-4-15,3 1-4 0,2-2-10 16,3 0 6-16,2-2-59 0,3 1 65 0,1-6-51 16,5 3 54-16,0-3-5 0,3-4-3 0,3-2-3 15,-3-2-4-15,7-2-10 0,1-2-16 0,5-4-28 16,0-3-41-16,0-2-44 0,1-1-75 0,-1-1-46 16,1-3-56-16,-3-2-34 0,-3-1-288 0,-2-1-161 15</inkml:trace>
  <inkml:trace contextRef="#ctx0" brushRef="#br0" timeOffset="2383.53">18070 11478 174 0,'0'0'576'0,"0"0"-180"0,0 0-79 15,0 0-87-15,0 0-11 0,0 0-52 0,0 0 17 16,0 0-59-16,0 0 41 0,0 0-76 0,0 0 40 16,0 0-65-16,0 0 53 0,0 0-77 0,-2 19 71 15,2-19-67-15,0 25 62 0,0-25-73 0,-1 28 50 16,0-10-59-16,0 0 41 0,-1 1-58 0,0-1 45 15,0 1-6-15,0-1-10 0,-1 0-6 16,1-2-7-16,-2 0-5 0,4-16-3 0,-4 24-4 16,4-24-5-16,-3 17 2 0,3-17-4 0,0 0 3 15,-3 21 0-15,3-21-2 0,0 0-1 0,0 0 0 16,0 0-2-16,0 0-3 0,0 0 2 16,16-8-55-16,-16 8 65 0,14-27-53 0,-4 8 58 15,1-1-54-15,2-5 59 0,1-1-62 0,0 1 65 16,3 0-55-16,-2 1 54 0,2 3-60 0,-4 4 62 15,1 1-54-15,-1 2 55 0,0 2-56 0,-2 2 55 16,0 3-54-16,-11 7 51 0,19-8-51 0,-19 8 56 16,0 0-80-16,25 3 91 0,-25-3-55 0,15 14 53 15,-15-14-54-15,12 23 51 0,-8-9-57 16,-1 3 54-16,-3 1-67 0,-1 1 64 0,-2 3-62 16,-2 2 16-16,-2-2-37 0,1 1-36 15,-2 0-47-15,0-2-76 0,-2 1-40 0,1-4-67 16,0 2-67-16,-3-5-242 0,2 0-162 0</inkml:trace>
  <inkml:trace contextRef="#ctx0" brushRef="#br0" timeOffset="3523.16">18506 11169 322 0,'5'-14'557'16,"-5"14"-126"-16,0 0-106 0,5-12-74 16,-5 12-55-16,0 0-10 0,0 0-62 0,0 0 36 0,0 0-69 15,0 0 33-15,0 0-65 16,3 21 46-16,-3-21-64 0,0 28 45 0,1-9-64 16,0 5 46-16,0 1-63 0,0 4 47 0,-1 0-60 15,0 0 48-15,1 2-54 0,-2-2 54 16,1 3-59-16,-1-4 46 0,-1-3-76 0,0 2 78 15,-1 0-72-15,0-4 45 0,-1 1-55 0,1-3 41 16,-1-5-49-16,0 1 35 0,4-17-46 0,-5 24 50 16,5-24-26-16,-3 17 31 0,3-17-23 0,0 0 32 0,0 0-21 15,0 0 30-15,0 0-26 0,0 0 38 16,0 0-35-16,0 0 29 0,8-20-25 0,-2 7 33 16,-2-2-30-16,3-3 29 0,1 0-25 15,-1 0 39-15,3 1-42 0,-2-1 58 0,0 6-45 16,-1-1 43-16,3 1-41 0,-2 0 44 0,2 3-41 15,1 1 49-15,-11 8-49 0,18-13 47 0,-18 13-58 16,21-7 62-16,-21 7-62 0,18-2 62 0,-18 2-52 16,17 5 53-16,-17-5-57 0,17 12 55 0,-17-12-64 15,15 18 43-15,-10-5-48 0,2 1 58 0,-3 0-57 16,-3 2 51-16,0 1-56 0,-1-17 52 0,-1 32-54 16,-1-17 51-16,2-15-69 0,-3 28 23 15,3-28-25-15,-4 24-28 0,4-24-42 0,-4 19-70 16,4-19-15-16,0 0-77 0,0 0-56 15,-1 18-275-15,1-18-134 0</inkml:trace>
  <inkml:trace contextRef="#ctx0" brushRef="#br0" timeOffset="3785.16">18739 11194 71 0,'0'0'581'0,"0"0"-211"15,0-18-91-15,0 18-45 0,0 0-76 16,0 0-41-16,0 0-26 0,2-20-40 0,-2 20-7 16,0 0-42-16,0 0-26 0,0 0-66 0,0 0-61 15,0 0-74-15,0 0-222 0,15 9 132 16</inkml:trace>
  <inkml:trace contextRef="#ctx0" brushRef="#br0" timeOffset="3948.16">18936 11240 638 0,'0'0'447'0,"0"0"-67"15,0 0-126-15,0 0-21 0,14-4-76 0,-14 4 15 16,0 0-46-16,0 0 60 0,10 10-76 0,-10-10 37 16,5 16-67-16,-5-16 44 0,4 27-72 0,-1-8 41 15,-1 3-71-15,0 1 43 0,0 2-59 0,0 2 47 16,-2 0-60-16,1 1 49 0,-1 1-57 0,0-1 39 15,-1-1-73-15,1 1 37 0,0-3-59 0,-2-1 37 16,1-4-54-16,1-1 7 0,0 0-40 0,0-19-35 16,-2 26-68-16,2-26-54 0,-1 20-77 15,1-20-201-15,-3 14-62 0</inkml:trace>
  <inkml:trace contextRef="#ctx0" brushRef="#br0" timeOffset="4486.7">18931 11609 277 0,'0'0'523'0,"0"0"-152"0,0-17-69 0,0 17-61 16,0 0-69-16,0 0-14 0,0 0-56 0,2-17 2 16,-2 17 28-16,0 0-54 0,0 0 22 0,0 0-57 15,0 0 25-15,19 6-47 0,-19-6 25 16,19 5-40-16,-19-5 36 0,24 7-48 0,-8-4 12 16,2-2-40-16,0 0-2 0,1-1-24 0,-19 0-15 15,35 0-6-15,-17-1-20 16,0-3 6-16,-1 1 10 0,-2-1 18 0,1-1 13 0,-2-1 17 0,1-1 8 15,-3-1 22-15,0 0 15 0,-12 8 32 16,16-14 30-16,-16 14 5 0,14-15 34 0,-14 15-21 16,10-12 44-16,-10 12-46 0,0 0 37 0,10-13-57 0,-10 13 42 15,0 0-72-15,0 0 43 0,0 0-62 16,0 0 48-16,0 0-64 0,0 0 55 16,0 0-65-16,0 0 59 0,10 16-69 0,-10-16 63 15,0 17-59-15,0-17 52 0,1 19-57 16,-1-19 51-16,4 21-54 0,-4-21 35 0,5 18-43 15,-5-18 57-15,8 15-68 0,-8-15 52 0,11 11-60 16,-11-11 44-16,11 9-53 0,-11-9 44 0,0 0-43 16,20 4 36-16,-20-4-28 0,13-5 46 0,-13 5-35 15,19-12 37-15,-10 2-28 0,2-2 36 0,1-5-30 16,-1 0 38-16,1 1-42 0,-2-1 47 0,1 0-15 16,-1 2 55-16,-1-2-47 0,-1 7 54 0,-8 10-51 15,10-17 44-15,-10 17-55 0,0 0 62 16,11-11-39-16,-11 11 84 0,0 0-56 0,8 11 61 15,-8-11-65-15,3 22 54 0,-2-3-77 0,-2 5 32 16,-1 4-1-16,0 8-6 0,-2 0-12 0,-2 4-8 16,-3 2-7-16,1 4 5 0,-2 7-12 15,-4 2-9-15,3-1-31 0,-2-1-40 16,0-2-78-16,2-8 24 0,-1-3-65 0,2-2-16 0,0-1-85 0,0-4-78 16,0-6-428-16,3-4-325 0</inkml:trace>
  <inkml:trace contextRef="#ctx0" brushRef="#br0" timeOffset="5090.72">19766 11356 167 0,'0'0'503'16,"3"-20"-135"-16,-3 20-52 0,2-15-39 0,-2 15-68 15,0 0 3-15,3-17-64 0,-3 17 12 0,0 0-63 16,0 0 37-16,0 0-46 0,0 0 46 0,0 0-57 16,0 0 50-16,0 0-69 0,10 17 42 15,-7-1-76-15,0 7 53 0,0 1-70 0,-1 4 47 16,0 2-67-1,0 6 63-15,-2 3-59 0,0-1 47 0,-2 0-55 16,0-1 29-16,1 0-21 0,-1-4-23 0,0-6-24 0,-2-1-48 16,2-3 26-16,1-3-45 0,1-20-21 0,-1 30-20 15,1-30-41-15,0 17-7 0,0-17-38 0,0 0-23 0,0 0-237 16,0 0 18-16</inkml:trace>
  <inkml:trace contextRef="#ctx0" brushRef="#br0" timeOffset="6039.58">19781 11703 374 0,'-6'-38'245'0,"0"-3"-2"0,-2-1-53 0,1 0-8 47,0 2-6-47,1 1-26 0,0 3 3 0,1 4-12 0,0 7-9 0,2 4 17 0,0 4-43 0,3 17 8 0,-5-26-51 0,5 26 11 16,0 0-48-16,0-21 51 0,0 21-45 15,0 0 33-15,0 0-46 0,17 2 30 0,-17-2-41 0,19 16 30 16,-7-2-41-16,2 1 36 0,1 2-54 0,-2 0 52 16,6 1-42-16,0 1 36 0,0-1-31 0,2 2 21 15,-4-8-37-15,1 2 16 0,1-1-37 0,0-2 17 16,0-3-32-16,0-1 1 0,-3-2 2 15,2-2 0-15,-18-3 8 0,30 0-18 16,-30 0 39-16,29-6 14 0,-15 0-3 0,-1-3 0 0,-3-2 8 16,-1 0 0-16,-1-2 5 0,0-4 9 15,-2-3 1-15,-3 4 28 0,-1-1 28 0,-1 0-18 16,-1 17 34-16,0-25-36 0,0 25 37 0,-4-19-53 16,4 19 36-16,-9-10-49 0,9 10 41 0,0 0-54 15,-21 3 59-15,10 4-61 0,-4 4 55 16,2 4-59-16,-3 2 45 0,1 5-52 15,-1-1 48-15,5 0-54 0,0-2 43 0,2 2-46 0,2-1 49 0,2-1-65 16,3-4 31-16,2-15-49 0,-2 25 29 0,2-25-40 16,5 21 15-16,-5-21-15 0,10 14-2 15,-10-14 1-15,14 6 2 0,-14-6 3 0,16-3 7 16,-16 3 11-16,23-11 4 0,-9 1 12 16,0-3 14-16,-2-3-1 0,2-2 10 0,-1-6 11 0,-2 4 5 15,1-6 8-15,0 0 4 0,-2 4 41 0,-2 2-15 16,1 1 33-16,-1 2-42 0,-1 2 35 15,-7 15-50-15,8-17 33 0,-8 17-45 0,0 0 65 16,9-10-43-16,-9 10 59 0,0 0-49 0,7 13 49 16,-7-13-68-16,5 25 46 0,-4-7-63 0,-1 2 48 15,1 4-62-15,0 4 53 0,0 0-63 16,0 2 52-16,1 5-53 0,-1-1 50 16,0 2-58-16,2-2 54 0,-1-7-13 0,1 0-22 0,1-1-15 15,2-2-26-15,0-2-22 16,2-1-12-16,-1-1-10 0,2-5-31 0,2-4-29 0,-1-1-7 0,3-3-36 15,-13-7-6-15,24 7-6 0,-24-7 22 0,31-6 3 16,-12 0 48-16,1-3 10 0,-3-3 23 0,0-5 18 16,1-3 33-16,-2-2 44 0,-3-3 53 15,-3-2-7-15,-1-3 29 0,-4 7 23 0,-1-3 24 16,-3 2 7-16,-1 0 15 0,-3 3-14 16,0 4 35-16,-1 0-53 0,-2 3 49 0,-1 1-68 15,7 13 33-15,-16-14-58 0,16 14 43 16,-17-7-58-16,17 7 55 0,-18 1-72 0,18-1 47 0,-21 11-54 15,10 0 47-15,-3 2-62 0,3 1 47 0,2 5-61 16,-2-1 52-16,3 2-61 0,2 0 55 0,-1-1-61 16,3-1 48-16,2-2-1 0,2-16-7 15,0 33-7-15,4-17-4 0,-1-1-15 0,2-2-9 0,-5-13-13 16,11 18-5-16,-11-18-12 0,17 12-12 16,-17-12 1-16,17 5 1 0,-17-5-7 0,22-2-24 15,-22 2 36-15,25-12-13 0,-10 1 37 16,-1-2-20-16,-1-1 40 0,0-2-28 0,-3-1 32 15,-1-1-56-15,0 0 80 0,-2 4-24 0,-1 1 52 16,-6 13-36-16,7-23 55 0,-7 23-55 0,7-17 66 16,-7 17-66-16,0 0 54 0,6-14-56 0,-6 14 53 15,0 0-60-15,0 0 52 0,0 0-65 0,0 0 47 16,-3 14-53-16,3-14 53 16,-5 20-53-16,5-20 49 0,-4 24-57 0,4-24 53 0,-5 26-69 0,5-26 38 15,-2 26-76-15,2-26 23 0,0 23-49 0,0-23-9 16,4 19-26-16,-4-19-41 0,6 16-20 15,-6-16-50-15,10 11 6 0,-10-11-28 16,0 0-240-16,19 0 22 0</inkml:trace>
  <inkml:trace contextRef="#ctx0" brushRef="#br0" timeOffset="7324.72">20680 11647 301 0,'11'-17'327'0,"-1"-3"-76"16,-1 2-12-16,-2 1-15 0,2 3-32 16,-3 2-14-16,-6 12-14 0,9-19-20 0,-9 19-26 15,6-12-14-15,-6 12-2 0,0 0 37 0,0 0-58 0,0 0 21 16,0 0-66-16,0 0 45 0,12 13-59 0,-12-13 45 15,0 20-55-15,0-20 41 0,-1 28-54 0,-1-11 47 16,1 0-54-16,0 0 43 0,-1 0-49 16,2-17 50-16,-2 28-113 0,2-28 114 15,0 26-53-15,0-26 49 0,1 21-48 0,-1-21 45 16,4 15-8-16,-4-15-12 0,0 0 4 0,8 14-49 16,-8-14 48-16,0 0-47 0,0 0 37 0,25-3-38 15,-25 3 44-15,22-12-42 0,-9 1 39 16,1 0-35-16,1-2 48 0,-1 0-44 0,1 1 37 0,0 0-36 15,-1-1 40-15,0 4-37 0,-2 0 37 0,-12 9-37 16,18-11 40-16,-18 11-40 0,17-7 36 16,-17 7-30-16,0 0 41 0,17 3-40 0,-17-3 41 0,13 7-42 15,-13-7 39-15,9 11-55 16,-9-11 60-16,9 14-50 0,-9-14 46 0,11 17-46 16,-11-17 31-16,11 16-38 0,-11-16 20 0,15 13-43 15,-15-13 9-15,18 9-32 0,-18-9-19 0,20 5-19 16,-20-5-49-16,23 0 16 0,-23 0 2 0,29-7 13 15,-14 1 3-15,3-2 20 0,-2-2 12 16,1-1 15-16,-4-1 46 0,1-1-10 0,-3 0 48 0,-2 0 6 16,-1 0 39-16,-3-1 8 0,-5 14 15 0,7-22 10 15,-7 22 16-15,1-19 7 0,-1 19 3 0,-4-15-8 16,4 15-27-16,0 0 44 0,-13-13-42 16,13 13 24-16,0 0-45 0,-19 1 20 0,19-1-46 15,-19 8 28-15,9 0-43 0,0 1 31 16,0 1-43-16,2 1 35 0,1 1-36 0,-1 0 35 15,3 0-49-15,5-12 31 0,-6 22-38 0,6-22 11 16,-2 20-36-16,2-20-6 0,4 18-10 0,-4-18-29 16,8 12-8-16,-8-12-17 0,14 12 25 0,-14-12 33 15,15 6-10-15,-15-6 4 0,21 5 26 0,-21-5 12 16,20 1 4-16,-20-1 11 0,20 0 12 0,-20 0 8 16,21 1 2-16,-21-1 6 0,20 4 2 15,-20-4-17-15,19 10 20 0,-19-10 8 0,17 14-17 16,-17-14-18-16,15 19 13 0,-8-7-15 15,-1 2 16-15,0 0-13 0,-1 1 8 0,0 1-30 0,0 0 3 16,-2 1-29-16,0 2 20 0,-1-1-2 0,-2-1 19 16,0 1-3-16,0 0 8 0,-2-1 0 15,-2 0 5-15,-2 4 7 0,0-2 6 0,-1-1 5 16,0-1 7-16,-3-2 0 0,3-1 6 0,-1-2-15 16,1-2 8-16,7-10 2 0,-16 16 1 0,16-16 5 15,-13 11-2-15,13-11-3 0,0 0 7 16,0 0-19-16,0 0 6 0,-21-6-15 0,21 6 10 15,-3-13-15-15,3 13 13 79,1-23 0-79,2 8-1 0,4-3-7 0,2-2 4 15,1 1-6-15,2 0 7 0,4-4-21 0,-1 2 23 0,4 1-13 0,0 1 8 0,1-2-3 0,1 2 3 0,1 1-15 16,0-1 18-16,1 2-16 0,0-1 11 0,2 0-19 0,-1 0 10 0,-2 0-4 0,1 1 3 15,-1-3-6-15,-3 3 2 0,-2 3 3 0,-1-1 2 0,-2-2 7 0,-1 3 5 0,-2-1 13 16,-3 3 17-16,-1-1 4 0,-7 13 7 0,8-20 13 0,-8 20 3 0,0 0 6 0,2-21 23 0,-2 21-41 16,0 0 25-16,-9-16-56 0,9 16 49 0,-11-6-48 0,11 6 41 15,0 0-48-15,-19-4 36 0,19 4-51 0,0 0 44 16,-16 3-50-16,16-3 37 0,0 0-42 0,-14 7 50 16,14-7-54-16,-8 12 44 0,8-12-38 15,-7 16 34-15,7-16-42 0,-5 21 47 0,5-21-61 0,-7 28 57 16,5-13-47-16,-1 1 47 0,1 7-42 0,0-1 42 15,0 2-43-15,1 2 62 16,2 3-39-16,1 4 45 0,3 2-65 16,0 1 58-16,2 0-57 0,-1 2 55 0,2 0-44 15,0 0 55-15,2 3-54 0,0-3 55 0,0 2-64 16,2-2 53-16,-2 1-63 0,0-2 60 0,1 1-58 0,-2-2 52 16,-1-1-53-16,-1-2 51 0,-2-1-55 15,-2-6 57-15,-2 1-11 0,-1-3-6 0,-4 0-2 16,-1-2-2-16,-3 0-5 0,-2-3-47 0,-2 1 55 0,-2-2-48 15,0-2 56-15,-2-1-52 0,0-2 48 0,-3-3-46 16,1-1 61-16,2-5-60 0,-2 0 57 16,2-1-51-16,16-3 55 0,-28-3-50 0,12-1 56 15,2-2-22-15,-1-6 9 0,3 0 4 16,1-3-5-16,3-1-53 0,1-2 58 0,3 2-50 16,3-2 54-16,1-1-58 0,1 0 58 15,4-3-60-15,0 0 58 0,3-1-64 0,1 1 64 16,3-5-57-16,1 2 57 0,1-1-59 0,1 0 58 0,0 1-62 15,2 0 54-15,-1-1-54 0,0 0 36 16,-1 1-81-16,0 1 21 0,-2 1-62 0,-1 4-43 16,-1 1-46-16,-2 0-77 0,-2 0-118 0,1 0-205 15,-2 4-136-15</inkml:trace>
  <inkml:trace contextRef="#ctx0" brushRef="#br0" timeOffset="7835.24">21749 11586 447 0,'3'-17'561'0,"-3"17"-171"0,0 0-72 0,0 0-101 15,0 0-13-15,0 0-74 0,0 0 8 0,0 0-63 16,-1-16 20-16,1 16-53 0,0 0 35 0,0 0-53 16,0 0 33-16,0 0-46 0,0 0 34 0,0 0-45 15,7 14 37-15,-7-14-56 16,0 0 51-16,10 8-43 0,-10-8 39 0,0 0-39 0,0 0 40 15,17 6-41-15,-17-6 37 0,0 0-41 0,0 0 33 16,20-5-33-16,-20 5 38 0,11-9-42 16,-11 9 41-16,8-14-41 0,-8 14 42 0,4-15-41 15,-4 15 42-15,2-17-41 0,-2 17 42 0,-2-16-32 16,2 16 52-16,-7-13-50 0,7 13 55 0,-14-7-43 16,14 7 62-16,0 0-56 0,-26 4 56 0,12 4-65 15,-1 2 64-15,-1 5-69 0,-1 5 60 16,1 3-60-16,0 1 51 0,3 4-61 0,2-1 54 15,0 1-61-15,6-3 55 0,0 0-9 0,3-3-7 16,2-1-4-16,2 0-62 0,4 0 47 0,1-2-79 16,5-5 28-16,2 1-110 0,3-6 40 15,2-2-39-15,3-3-66 0,-1-4-37 0,4-3-47 16,0-3 29-16,4-5-9 0,1-1-153 0,-3-5 142 16</inkml:trace>
  <inkml:trace contextRef="#ctx0" brushRef="#br0" timeOffset="8177.82">22029 11681 461 0,'6'-22'215'0,"0"-2"13"16,-3 0 3-16,-1 2-13 0,-2 1-7 0,-2 3-12 15,0 1-30-15,-1 2 11 0,3 15-52 0,-6-24 20 16,6 24-55-16,-7-17 22 0,7 17-64 16,0 0 36-16,-11-13-61 0,11 13 34 0,0 0-51 15,0 0 48-15,0 0-63 0,-6 16 42 0,6-16-45 16,5 22 34-16,-1-5-55 0,2 3 64 16,0 2-47-16,1 2 32 0,0-1-45 0,0-1 36 15,1 2-7-15,-1-2-6 0,-1 0 1 0,0-2 1 16,-2 1 8-16,0-6-7 0,-4-15 2 0,2 23 4 0,-2-23 11 15,-6 20 7-15,6-20 9 0,-6 13 0 16,6-13 1-16,0 0 5 0,-13 8 1 0,13-8-8 16,0 0-2-16,-18-8-3 0,18 8-7 15,-12-17-50-15,8 2 54 0,1 0-56 0,2-5 43 16,1-4-69-16,3-2 61 0,2 1-63 0,4-3 37 16,2 2-85-16,1 1 68 0,-1 4-37 15,2 3-18-15,0 3-3 0,-2 1-28 0,1 5-44 0,-12 9-42 16,16-10-6-16,-16 10-57 0,0 0-218 0,0 0 49 15</inkml:trace>
  <inkml:trace contextRef="#ctx0" brushRef="#br0" timeOffset="8511.57">19061 12654 358 0,'-21'4'694'0,"6"0"-201"0,15-4-127 15,-24 6-76-15,24-6-114 0,-17 3 15 0,17-3-99 16,0 0 28-16,0 0-70 0,0 0 40 0,26 9-65 15,2-9 37-15,15 0 13 0,8-3-11 0,18-1-3 16,9-1-6-16,11-1-11 0,8-2-8 0,30-2-3 16,3 0-62-16,1-2 54 0,1 0-3 0,2 0-61 15,0 1 70-15,0-2-58 0,-4 1 59 0,-6 0-60 16,-25 2 53-16,-1 0-61 0,-3-2 29 0,-4 2-89 16,-8-1 20-16,-4 1-46 0,-8 0-63 0,-9 1-26 15,-15 3-49-15,-7-1 29 0,-5 1-21 16,-9 0 23-16,-5 1-265 0,-21 5 52 15</inkml:trace>
  <inkml:trace contextRef="#ctx0" brushRef="#br0" timeOffset="8885.56">19468 12694 220 0,'-18'8'601'0,"4"-1"-151"0,14-7-152 0,-17 10-28 16,17-10-80-16,0 0-3 0,0 0-64 0,3 19 21 15,-3-19-50-15,33 8 49 0,-4-4-52 0,13-2 57 16,9 1-50-16,17-3 40 0,9 0-66 16,5-1 48-16,7-2-69 0,4 1 41 0,6-1-12 0,4-2-20 15,25-3-9-15,-4 1-12 0,-22-2-7 0,-1 1-10 16,-3-1-5-16,-3 0 0 0,-3 0-7 15,-6-2-19-15,-5 3-22 0,-8-1-6 16,-4-1-16-16,-7 3-55 0,-16 0 68 0,-3-1-53 0,-6 4 76 16,-4-1-47-16,-5 0 64 0,-6 2-48 15,-6-1 63-15,-16 4-55 0,25-5 52 0,-25 5-47 0,0 0 56 16,17-6-56-16,-17 6 55 0,0 0-61 16,0 0 35-16,0 0-70 0,0 0 19 0,0 0-65 15,-15-6-59-15,15 6-35 0,0 0-83 0,-26-1-33 16,26 1-240-16,-17-3-96 0</inkml:trace>
  <inkml:trace contextRef="#ctx0" brushRef="#br0" timeOffset="9960.57">22180 11155 395 0,'-15'-11'441'16,"4"3"-112"-16,-1-1-54 0,0 1-66 0,2 2-45 16,10 6-24-16,-18-12-23 0,18 12-7 0,-12-8 2 15,12 8-22-15,0 0-9 0,-11-8-14 16,11 8-11-16,0 0-18 0,0 0-7 0,13-7-5 16,-13 7-3-16,24-2-5 0,-6 2-26 0,3 2 30 15,4 0-32-15,2 1 24 0,0-1-26 0,-1 3 26 31,2-1-25-31,-2 3 25 0,-1-1-26 0,0 2 26 0,-4-1-38 0,0 2 42 0,-2-1-26 0,-3 1 26 16,-1 2-24-16,-6-1 48 0,0 3-35 0,0-1 46 16,-4 4-43-16,1 3-6 0,-4-1 63 15,-1 2-59-15,-1 5 8 0,-2 1-1 0,-1 7-3 16,-3 2-1-16,1 1-1 0,-2 2 47 16,2 2-77-16,-2 0 64 0,1 1-58 0,0 3 61 15,0 0-12-15,1 2-51 0,1 0 48 0,1 0-47 16,0 0 47-16,1-1-63 0,1 0 55 0,-1-3-48 15,1 0-1-15,0-1 12 0,0 0 1 0,-1-2 57 16,2-2-63-16,-3-3 55 0,2-3-64 16,0-3 53-16,-1-1-48 0,0-1-7 0,-1-1 18 15,1-1 49-15,-2-3-59 0,1-3 57 0,-1-1-54 16,1-2 54-16,3-15-56 0,-9 24 49 0,9-24-50 16,-11 16 71-16,3-6-47 0,-3-1 67 0,0-1-47 15,-1-3 50-15,-5-2-68 0,-1 1 49 16,0-4-55-16,-8 3 50 0,-1-3-11 0,-2-1-5 15,-2 2-59-15,-7-1 57 0,-2 0-58 0,-1 2 52 16,1-2-67-16,-3 3 41 0,2 1-70 0,0 0 43 16,0 0-77-16,2 1 8 0,3 0-62 0,2 0-72 15,7-1-55-15,0 1-119 0,3-3-214 0,3 3-152 16</inkml:trace>
  <inkml:trace contextRef="#ctx0" brushRef="#br0" timeOffset="11307.57">22320 12189 254 0,'0'0'401'16,"0"0"-119"-16,0 0-54 0,-6-12-24 0,6 12-26 15,0 0-34-15,0 0-19 0,0 0-17 0,0 0-20 16,0 0-14-16,0 0-34 0,0 0 34 0,0 0 11 15,0 0-6-15,0 0 20 0,22 5-42 0,-9 0 27 16,4 4-38-16,1-1-4 0,3 2-5 0,6 2 1 16,1 2-14-16,0 0 59 0,2-1-62 15,1 3 43-15,0 0-57 0,-1 0 45 0,1 1-58 16,1-1 55-16,0 1-61 0,0 0 41 16,-1-1-53-16,1 0 66 0,-5 0-60 15,4 0 49-15,-2-2-51 0,0 1 47 16,-1-3-50-16,-2 1 51 0,-5-4-52 0,2 0 44 0,-3-1-49 15,-2 1 41-15,-2-4-61 0,-2 1 21 0,0-2-48 0,-14-4-28 16,22 9-28-16,-22-9-56 0,16 5-33 16,-16-5-49-16,0 0-41 0,0 0-193 0,20 0 33 0</inkml:trace>
  <inkml:trace contextRef="#ctx0" brushRef="#br0" timeOffset="11865.56">23012 12341 46 0,'0'0'795'0,"-10"-8"-337"16,10 8-53-16,0 0-150 0,-15-8 6 0,15 8-95 15,0 0 9-15,-12-7-137 0,12 7 81 0,0 0-49 16,0 0 53-16,0 0-50 0,0 0 51 0,-9 13-71 16,9-13 43-16,7 17-67 0,0-4 45 15,3 3-65-15,3 0 51 0,-1 1-65 16,2 2 48-16,2 1-55 0,1 1 52 0,-1 0-3 15,-2-4-11-15,-2 1-4 16,2 0-6-16,-3 0-16 0,-2 0 15 0,1-1-7 0,-3 0 0 16,-3-1-1-16,-4-16-52 0,1 28 62 0,-4-13-56 0,-2 4 47 15,-4-2-72-15,-1 0 39 0,-1 0-76 0,-2-3 22 16,-1 0-52-16,0-3-45 0,0 0-42 0,-2-1-68 16,3-4-69-16,-2 1-266 0,2-2-152 0</inkml:trace>
  <inkml:trace contextRef="#ctx0" brushRef="#br0" timeOffset="12536.68">23281 12755 297 0,'0'0'488'0,"10"-18"-143"0,-10 18-44 16,8-16-61-16,-8 16-47 0,0 0-3 0,8-16-36 16,-8 16-26-16,0 0-7 0,0 0-34 0,0 0 47 15,0 0-60-15,0 0 41 0,0 0-64 0,8 17 40 16,-8-17-60-16,0 33 38 0,0-9-75 0,-1 1 63 15,0 4-65-15,1 0 5 0,-1 2-2 0,2-2 54 16,-1 0-66-16,2 0 58 0,0-2-59 16,3-3 50-16,0 0-58 0,2-4 62 0,2 0-68 15,1-2 62-15,3-5-64 0,-1-2-23 16,2-4 20-16,1-3 49 0,-15-4-59 16,31 0 38-16,-13-3-34 0,2-5 25 0,1-3-14 0,-2-1 43 15,-1-6-37-15,1-3 42 0,-4-3-41 0,-2-1 45 16,-4 4-54-16,-3-1 64 0,-1 2-42 0,-1 3 67 15,-3 0-44-15,-1 17 55 0,0-22-61 0,0 22 52 16,0 0-62-16,-6-17 54 0,6 17-60 16,0 0 60-16,-13 9-63 0,6 4 63 0,1 4-58 15,-2 5 53-15,3-1-60 0,0 4 58 0,2-1-67 0,2 1 51 16,1-2-52-16,2 1 54 0,3 1-57 16,0-5 56-16,3 1-63 0,2-4 55 0,1-3-65 15,2-3 58-15,-1-3-65 0,1-2 67 16,-13-6-60-16,27 2 65 0,-10-6-49 0,2-2 51 15,-2-4-72-15,2-3 81 0,-1-5-56 0,1-3 57 16,-1-3-61-16,-4-5 67 0,-2 0-63 0,-1-3 69 16,-4-2-53-16,-2 0 56 0,-3-2-53 0,-3 5 52 15,-1-1-6-15,-1 3 4 0,-1 4 1 0,-3 2-11 16,-3 4-9-16,-1 4-4 0,-2 3-6 16,-1 6-5-16,-1 2-13 0,15 4-15 0,-34 4-70 0,16 4 30 15,-3 0-50-15,3 4 21 0,0 2-59 0,4 1-32 16,0 1-42-16,5 1-25 0,4-1-54 15,1-1 7-15,4-15-219 0,4 29 15 16</inkml:trace>
  <inkml:trace contextRef="#ctx0" brushRef="#br0" timeOffset="12920.77">23933 13075 510 0,'15'5'383'0,"-15"-5"-98"15,25 9-37-15,-25-9-68 0,20 8-31 0,-20-8-17 16,19 12-25-16,-19-12-6 0,17 16-12 0,-17-16-27 15,12 18 6-15,-12-18-9 0,10 21-24 16,-10-21 5-16,8 21-20 16,-8-21 7-16,3 22-15 0,-3-22 14 0,0 20-24 0,0-20 18 15,-2 20-34-15,2-20-14 16,-6 19-5-16,6-19-7 0,-5 12 18 0,5-12-18 0,0 0 14 0,0 0 0 16,0 0 12-16,0 0 0 0,0 0 5 0,0 0 2 15,-5-19 3-15,9 6-2 0,3-6 1 0,3 0 5 16,1-1 7-16,5-4 9 0,0 3 10 15,2-1 3-15,-3 6 22 0,1 0 5 0,0 2-20 16,1 2 10-16,-2 1 28 0,-1 5-49 16,-2-1 21-16,-12 7-32 0,21-7-1 0,-21 7-1 15,0 0 1-15,25 2-37 0,-25-2 75 0,15 9-53 16,-15-9 48-16,13 15-44 0,-13-15 3 0,6 21 31 16,-6-21-32-16,0 26 24 0,-3-9-40 0,-2 2 35 15,-2 1-54-15,-2-1 38 0,0 0-44 0,-2 0-8 16,1-3-25-16,0 1-32 0,-1-2-19 15,3-4-41-15,8-11-51 0,-14 16-47 0,14-16-278 0,-13 8-32 16</inkml:trace>
  <inkml:trace contextRef="#ctx0" brushRef="#br0" timeOffset="13079.76">24250 12870 612 0,'4'-29'486'0,"0"6"-69"0,-2-1-142 15,0 5-16-15,-1 3-104 0,-1 16 20 16,2-26-75-16,-2 26 18 0,0-19-67 0,0 19 22 15,0 0-50-15,0-18 35 0,0 18-56 0,0 0 15 16,0 0-29-16,0 0-51 0,0 0-64 0,0 0-54 16,0 0-69-16,13 8-64 0,-13-8-229 15,9 12-42-15</inkml:trace>
  <inkml:trace contextRef="#ctx0" brushRef="#br0" timeOffset="13504.76">24462 12760 263 0,'0'0'665'0,"0"0"-140"0,0 0-205 15,17 3-16-15,-17-3-110 0,0 0 17 0,0 0-98 16,5 19 26-16,-5-19-64 16,-3 21 58-16,3-21-79 0,-3 30 58 0,-1-8-71 31,0 2 45-31,0 2-70 0,3-1 49 0,-3 2-70 0,0 0 42 0,1 1-54 0,0-1 41 0,-1 1-90 16,1-1 32-16,0 0-48 0,0-1 1 0,0-2-43 15,2-2-34-15,-1-3-19 0,0-1-40 16,0-2-15-16,2-16-8 0,-3 25 4 0,3-25 52 15,-3 14 5-15,3-14 7 0,0 0 41 0,0 0 60 16,0 0 96-16,0 0 15 0,0 0 32 0,0 0 38 0,0 0 38 16,-11-10 3-16,11 10 12 0,2-21 5 0,-2 21-6 15,2-24 15-15,-2 24-49 0,4-25 28 0,-4 25-67 16,8-24 18-16,-8 24-64 16,8-22 31-16,-8 22-66 0,19-24 49 0,-12 14-52 15,3 1 44-15,0 0-51 0,4 3 46 0,-2 0-44 16,4 0 44-16,0 1-48 0,2 4 49 0,-1-1-57 15,-17 2 66-15,30-1-52 0,-30 1 44 0,27 4-52 16,-27-4 53-16,25 10-44 0,-25-10 56 0,18 12-58 16,-18-12 58-16,14 18-56 0,-14-18 52 0,5 23-62 15,-5-23 55-15,0 24-61 0,0-24 53 0,-5 27-62 16,2-13 60-16,-3-1-68 0,1 1 60 0,5-14-95 16,-11 22 38-16,11-22-74 0,-12 19-13 0,12-19-67 15,-10 13-88-15,10-13-66 16,0 0-352-16,0 0-213 0</inkml:trace>
  <inkml:trace contextRef="#ctx0" brushRef="#br0" timeOffset="14378.85">24758 12979 482 0,'7'-13'667'0,"-7"13"-100"0,12-17-200 16,-12 17-15-16,6-15-140 0,-6 15-7 0,0 0-94 16,9-9 33-16,-9 9-82 0,0 0 40 0,0 0-79 15,0 0 59-15,0 0-75 0,0 0 50 0,2 21-70 16,-2-21 10-16,0 20-63 0,0-20 24 15,4 30-65-15,-4-30 11 0,1 30-53 0,-1-10-20 16,1-4-10-16,1 1-17 0,-2-17 23 16,2 27 41-16,-2-27 0 0,4 24 28 0,-4-24 43 15,5 20-7-15,-5-20 47 0,6 14-4 0,-6-14 34 16,0 0 27-16,10 8 45 0,-10-8 15 16,0 0 28-16,0 0 5 0,20 0 42 0,-20 0-72 0,0 0 30 15,18-8-66-15,-18 8 36 0,0 0-70 0,19-7 52 16,-19 7-62-16,0 0 40 0,16-3-53 0,-16 3 43 15,0 0-51-15,0 0 46 0,17 1-55 16,-17-1 44-16,0 0-47 0,13 9 52 16,-13-9-57-16,0 0 49 0,8 12-51 0,-8-12 54 15,0 0-57-15,4 14 52 0,-4-14-63 0,0 0 64 16,0 0-57-16,4 15 57 0,-4-15-51 0,0 0 52 16,0 0-52-16,0 0 52 0,5 13-53 0,-5-13 35 15,0 0-32-15,0 0 55 0,0 0-57 0,23-5 50 16,-23 5-51-16,19-8 49 0,-19 8-50 15,22-9 53-15,-22 9-55 0,24-7 48 0,-24 7-46 0,23-8 54 16,-23 8-54-16,21-2 52 0,-21 2-51 0,22 3 50 16,-22-3-53-16,24 7 48 0,-11-3-62 15,0 3 69-15,0 0-60 0,1 0 48 0,-1 1-56 16,4 0 45-16,0-1-38 0,1 1 42 0,2-2-41 16,-3-3-6-16,3 0 6 0,-2-2 59 0,9 0-49 15,-7-2 40-15,-2 0-42 0,0-2 41 16,0 0-41-16,-3-2 46 0,1 0-45 0,-2-2 39 15,-1-1-36-15,0 0 49 0,-3 0-44 0,1-1 56 16,-11 9-38-16,11-16 61 0,-11 16-43 0,8-14 70 16,-8 14-58-16,7-12 54 0,-7 12-68 0,0 0 63 15,4-15-69-15,-4 15 50 0,0 0-68 0,0 0 56 16,0 0-66-16,0 0 61 0,0 0-62 16,0 0 56-16,0 0-69 0,-10 17 64 0,5-3-59 15,1 4 56-15,-3 3-59 0,1 2 55 0,0 3-20 16,0 8-8-16,1 3 9 0,1 5-2 0,3 4-52 15,2 3 62-15,1 1-57 0,3 9 62 0,1 2-45 16,4-1 81-16,1 3-47 0,0-2 65 0,3-1-64 16,1 1 49-16,1-3-7 0,-3 0-3 15,4-2-11-15,-2 1-62 0,-1-1 53 0,-1 0-56 16,-5-13 64-16,2 12-55 0,-5-13 9 16,-1-3 13-16,-2-2 9 0,-6-2 7 0,-2-3 3 0,-2-2 39 15,-5-2-47-15,-3-2 55 0,-2-4-42 16,-3-1 44-16,-4-3-35 0,-1-3 47 0,-3-4 7 15,-4-4 4-15,-2-4-6 0,2-4 1 16,-7-3-4-16,1-8 0 0,-1-2-19 0,-3-7-18 16,1-4-7-16,3-6-12 0,5-3-11 0,5-5-20 0,2-2-12 15,6-5 11-15,8 6-30 0,2-4 20 16,7-3-52-16,2-1-13 0,8-13-16 0,6 2-60 16,6 0 30-16,6 2-94 0,5 2 18 0,6 1-73 15,3 4 20-15,4 5-53 0,5 2-54 0,1 1-55 16,3 4-381-16,3 2-335 0</inkml:trace>
  <inkml:trace contextRef="#ctx0" brushRef="#br0" timeOffset="15039.41">26461 13150 490 0,'-12'-12'567'0,"-1"0"-170"0,-1 1-62 0,1 0-96 16,0 3-14-16,-1-1-102 0,1 3 32 0,-1 0-83 15,14 6 33-15,-27-5-54 0,27 5 54 0,-30 2-54 16,15 2 52-16,-5 4-59 0,2 2 38 0,0 3-53 15,2 2 47-15,-2 6-51 0,2 2 31 0,3 2-64 16,4-2 55-16,0 0-62 0,4 1 56 16,3-2-62-16,2-1 46 0,4 0 2 0,3 0-66 15,3-4 66-15,0 0-58 0,7-6 46 16,-2 2-62-16,6-4 51 0,3-4-13 0,0-2-69 16,3-3 67-16,0-3 3 0,5-5-48 15,1-1 53-15,-3-5-41 0,1-1 51 16,-4-6-44-16,0-1 54 0,-4-3-50 15,-2-3 47-15,-6-2-41 0,-1-2-2 0,-5-1 17 0,-5-1 6 16,-4 8 68-16,-2 0-50 0,-5 3 51 0,-3 2-67 0,-3 3 46 16,-5 6-52-16,-4 0 49 0,-3 8-56 0,-2 3 54 15,-10 4-57-15,3 4 52 0,-1 4-61 0,2 3 67 16,3 2-65-16,1 1 56 0,5 3-64 0,2 2 64 16,5 1-58-16,8-3 58 0,3 1-57 15,6-3 56-15,4 4-58 0,3-1 55 0,2-2-62 16,9 3 59-16,1-2-61 0,4 0 58 15,4-3-8-15,1-2-50 0,5-1 53 0,-2-1-51 0,3-2 55 16,3-1-60-16,-3-2 61 0,1 0-51 0,-1-1 56 16,-3 0-45-16,-6 0 44 0,0-1-51 0,-3 1 54 15,-2 1-54-15,-1 1 51 0,-4 0-56 0,-3-1 66 16,-1 4-56-16,-3-3 51 0,0 5-54 0,-2-1 55 16,-3 1-58-16,1 0 55 0,-4-14-63 15,4 27-12-15,-4-27-36 0,0 25 75 16,0-25-55-16,2 22-28 0,-2-22-38 0,2 20-44 15,-2-20-79-15,0 0-12 0,3 18-19 0,-3-18-220 16,0 0 29-16</inkml:trace>
  <inkml:trace contextRef="#ctx0" brushRef="#br0" timeOffset="16055.54">26948 13505 529 0,'7'-12'499'15,"-1"0"-64"-15,-6 12-172 0,7-19 6 0,-7 19-87 16,8-15 33-16,-8 15-75 0,0 0 24 0,4-14-79 15,-4 14 40-15,0 0-81 0,0 0 47 0,0 0-55 16,0 0 51-16,0 0-66 0,0 0 47 0,0 0-65 16,0 0 55-16,4 17-67 0,-4-17 54 15,2 23-62-15,-2-23 47 0,5 23-55 0,-5-23 55 16,8 25-61-16,-8-25 57 0,10 20-60 0,-10-20 56 16,11 17-58-16,-11-17 59 0,16 13-62 0,-16-13 68 15,15 4-69-15,-15-4 64 0,19-3-52 16,-19 3 57-16,22-8-56 0,-8-2 57 0,-1-2-65 15,1-2 68-15,-1-2-7 0,-1-3-3 16,-2 0-59-16,-1-2 65 0,-1 0-58 0,-2 1 59 16,-1 0-56-16,-3 4 59 0,-2 16-63 0,2-21 49 15,-2 21-56-15,-4-16 45 0,4 16-68 0,0 0 33 16,-17-8-62-16,17 8-1 0,0 0-47 0,-15 8-37 0,15-8 0 16,-9 11-59-16,9-11 16 0,-7 17-7 0,7-17 6 15,0 20 34-15,0-20 44 16,9 22 23-16,-4-9 18 0,3-2 35 0,-1 2 41 0,5-4 30 15,-3 0 38-15,3 0 31 0,0-3 26 0,-12-6 38 16,23 9-4-16,-23-9 10 0,26 2-22 16,-26-2-7-16,30-5-20 0,-12 1-15 0,0-2-17 15,0-3-17-15,0-1-3 0,-2-1 1 0,0-4-12 16,-3 1-13-16,1-2-3 0,-1-2-2 0,-2-1 1 16,-2-1 7-16,0 3 8 0,-3-1 18 15,-1 4 45-15,-5 14-58 0,3-21 1 0,-3 21-4 16,0 0-2-16,-3-16 40 0,3 16-50 0,0 0 48 15,0 0-58-15,-20 2 39 0,20-2-51 0,-14 14 48 16,7-4-58-16,-1 2 45 0,3 0-51 0,-2 1 47 16,7-13-59-16,-6 23 24 0,6-23-57 15,-1 22 38-15,1-22-36 0,3 22-22 0,-3-22-24 16,9 21-35-16,-9-21-6 0,11 15 1 0,-11-15-9 16,18 10 24-16,-18-10 26 0,22 5 19 0,-22-5 18 15,26-1 25-15,-9-2 34 0,-1-1 35 0,5-1 26 16,-1 1 32-16,-2-3-3 0,0 0 24 15,-1 1 17-15,0 3-21 0,-3-1 20 0,-14 4-43 0,26-5 30 16,-26 5-59-16,20 0 35 0,-20 0-43 0,19 4 40 16,-19-4-62-16,15 8 37 15,-15-8-52-15,13 15 38 0,-13-15-53 0,14 17 34 16,-14-17-67-16,11 17 32 0,-11-17-39 0,12 21-12 16,-12-21-27-16,8 22-19 0,-2-10-28 0,-6-12-11 15,11 21-10-15,-11-21 35 0,12 20-7 0,-12-20 50 16,12 16-10-16,-12-16 47 0,14 14-4 15,-14-14 72-15,19 12 14 0,-19-12 4 0,22 8-8 0,-22-8-4 16,26 2-3-16,-26-2-5 0,29-1 3 0,-10 1 11 16,4-5 18-16,0 0-1 0,2-2-12 15,0 0 0-15,2-3-7 0,-1 1 5 0,-1-2-6 16,-3 2 0-16,-1-3 14 0,-2 2 0 16,-2-2-53-16,-2 2 55 0,-1 1 20 0,-4 1-27 15,-10 8 33-15,15-14-31 0,-15 14 47 0,11-9-49 16,-11 9 46-16,0 0-57 0,11-13 67 0,-11 13-59 15,0 0 54-15,0 0-66 0,0 0 49 0,7-14-69 16,-7 14 53-16,0 0-68 0,0 0 47 0,0 0-58 16,0 0 55-16,0 0-60 0,0 0 58 0,0 0-59 15,0 0 57-15,0 0-61 0,0 0 57 0,0 0-56 16,0 0 59-16,4 19-70 0,-4-19 71 16,-9 25-58-16,4-4 52 0,-4-1-58 0,-3 6 59 15,0 4-65-15,-1-2 10 0,-3 2 19 16,0 1-25-16,-2 0 7 0,3 1-5 0,-3 0-15 15,-1 1 0-15,2-1-12 0,-2-2 28 0,2-1-59 16,-1 0-8-16,-1-4-48 0,2 1-61 0,0-3-97 16,4-5-29-16,-2-1-239 0,1-2-91 0</inkml:trace>
  <inkml:trace contextRef="#ctx0" brushRef="#br0" timeOffset="17193.56">28758 13672 436 0,'0'0'689'0,"-3"-31"-128"0,-1 9-210 0,1 0-11 16,0-4-144-16,0 1-25 15,0-9-99-15,3-3 23 0,0-5-81 0,1-2 33 16,1-5-48-16,2-15-6 0,0-4 7 0,1-3 41 16,-1-2-51-16,3 2 47 0,-2 3-45 0,2 7 53 15,-3 15-34-15,-2 7 46 0,1 3-52 0,-3 10 48 0,-1 3-62 16,-1 5 51-16,2 18-59 0,-6-23 54 16,6 23-57-16,-11-13 54 0,11 13-47 0,-19 2 70 15,7 7-51-15,-3 8 67 0,-3 8-60 0,0 8 64 16,-2 13-64-16,1 4 1 0,1 4-10 0,3 7 5 15,3 2-3-15,4 2 50 0,3 0-63 0,2 3 59 16,4-2-65-16,1 0 56 0,4 1-63 0,-1-3-17 16,2 0 25-16,2-2-3 0,-3-3-8 15,0-1-18-15,-2-12-3 0,-2 0-5 0,-1-3-5 16,-1-2-2-16,-2 0 49 0,-2-4-61 0,-2-4 32 16,-2 0-38-16,-4-3 29 0,3-2-25 0,-3-3-15 15,0-7-15-15,1-2-12 0,-3-2-15 16,4-5 6-16,10-9-2 0,-20 7 25 0,20-7 14 15,-18-5 35-15,18 5 30 0,-18-17 22 0,12 0 12 16,1-5 5-16,4-1 29 0,2-5-13 0,4-4 28 16,2-2 7-16,1 0-4 0,6 1-2 0,0-1-26 15,3 1 9-15,2 2-13 0,1 0-6 16,3 1-7-16,1 2 19 0,3 2-33 0,1 0 24 16,2 2-32-16,2 2 24 0,-1-1-30 0,1 2 30 15,1 2-37-15,-2-1 13 0,0 1-25 16,-1 2 17-16,0-2-12 0,-3 1 16 0,-1 2-23 0,-3 1 42 15,-4 4-26-15,-4 1 24 0,-3 2-15 0,-12 8 31 16,15-12-23-16,-15 12 26 0,0 0-30 16,9-12 38-16,-9 12-33 0,0 0 53 0,0 0-44 15,0 0 58-15,0 0-54 0,-22 4 47 0,22-4-56 16,-18 13-28-16,9-5 79 0,0 4-62 16,-1 0 40-16,3 4-80 0,-1 1 90 0,1 1-63 15,1 2 53-15,3-4-59 0,1 2 50 0,1 0-58 16,2-1 1-16,2 0-7 0,2-2 10 15,0 0-8-15,1-2-42 0,1 0 59 0,0-1-11 16,3-3 11-16,-10-9 3 0,18 12 2 0,-18-12-11 16,21 2 16-16,-21-2-1 0,23-3 6 0,-23 3 24 15,24-11-24-15,-12 2 7 0,-2-1 6 0,1-4 7 16,-2-2 36-16,-4 2-50 0,-2-2 55 0,-1-1-53 16,-2 17 53-16,-3-29-59 0,-1 16 48 0,-3 0-60 15,-2 2 52-15,-1-1-72 0,-1 6 60 16,-2-2-61-16,13 8 55 0,-23-8-68 0,23 8 27 15,-20-4-60-15,20 4 0 0,0 0-42 0,-20-1-12 16,20 1 14-16,0 0-42 0,0 0 4 0,0 0-3 16,0 0 8-16,0 0 19 0,19-2 32 0,-19 2 13 15,29-1 18-15,-29 1 20 0,35-1 22 16,-16 2 17-16,2 2 21 0,-1-1 19 0,0 1 28 0,1 0 12 16,0 2 21-16,0-1 4 0,-2 1 0 0,-2 0-8 15,-3 2-5-15,1 1-8 0,-3 0-2 16,1 0-17-16,-2 2 13 0,-1 3-9 15,-1-2-11-15,-2 2-12 0,-1-1-9 0,-1 2-4 16,-1 1-6-16,-4-15-3 0,5 25-1 0,-5-25-17 16,2 22 12-16,-2-22-4 0,0 21 2 0,0-21-3 15,-1 17-1-15,1-17 0 0,0 0 0 0,1 16 3 16,-1-16-6-16,0 0 14 0,0 0-4 0,0 0 13 16,0 0 2-16,14-8-1 0,-6-3 1 0,2-4-6 15,0-6-72-15,3-1 132 0,3-5-70 0,-2 3 51 16,2-1-61-16,1 2 47 0,-2 1-59 15,-2 3 42-15,0 3-69 0,-2 2 18 16,0 3-62-16,-3 1-52 0,-8 10-46 0,11-14-52 0,-11 14-66 16,0 0 58-16,0 0-299 0,0 0-36 15</inkml:trace>
  <inkml:trace contextRef="#ctx0" brushRef="#br0" timeOffset="17474.57">27762 14245 647 0,'-19'9'530'0,"1"-3"-83"0,3 1-153 0,15-7-13 15,-19 8-112-15,19-8 15 0,0 0-92 0,0 0 21 16,0 0-67-16,14 12 41 0,6-12-65 0,10-3 38 15,11-1-75-15,8-1 77 0,15 0-58 0,5-3 46 16,6 1-59-16,4 0 52 0,2 0-59 16,3 1 49-16,-1 0-75 0,-2-2 27 15,-3 3-69-15,-4 1-90 0,-7 1-68 0,-17 0-86 16,-4-1-1-16,-5 2-224 0,-12 6-58 16</inkml:trace>
  <inkml:trace contextRef="#ctx0" brushRef="#br0" timeOffset="17691.54">27737 14464 575 0,'-20'9'802'0,"8"-2"-230"0,12-7-128 0,-16 13-145 16,16-13-145-16,0 0-87 0,5 12-48 0,-5-12-19 16,31 4 2-16,-4-5 6 0,11 0 27 0,6-5 17 15,8 2 68-15,13-6-63 0,4-1-6 0,6 0-14 16,1-3-7-16,4 2-5 0,-1-2 40 15,3-3-92-15,-3 0 18 0,-3 2-86 0,-3-2-4 0,-2 3-60 16,-4-1-33-16,-4 4 25 0,-1-1 22 0,-2 1-19 16,-2-3-28-16,-1 0-57 0,-4-1-65 15,-1 0-158-15,-10 1 88 0</inkml:trace>
  <inkml:trace contextRef="#ctx0" brushRef="#br0" timeOffset="18252.14">29867 13462 676 0,'14'-15'552'0,"-14"15"-62"16,13-17-161-16,-13 17-2 0,10-12-129 15,-10 12-7-15,9-10-90 0,-9 10 31 16,0 0-77-16,0 0 67 0,13-7-50 0,-13 7 61 16,0 0-58-16,11 11 45 0,-11-11-13 0,5 21-74 15,0-4 42-15,0 4-66 0,-1 1-1 0,2 3-3 16,0-1-1-16,3 6-1 16,0-2-9-16,0 1 8 0,2-3-1 0,3-1-1 0,0-4-3 15,4 0 4-15,-2-5-1 0,1-3 0 0,1 0 0 0,0-4-7 16,3-2 7-16,-2-3 0 0,-1-3 0 15,3-2-6-15,2-3 5 0,-1-2 1 0,0-4 0 16,3-4 1-16,-3-3-10 0,-3 0 2 0,-1-7-14 16,-3 0-10-16,-2-3 42 0,-4-2-69 15,-2 2 58-15,-4 3-64 0,1 0 55 0,-4 5-66 16,-3 1 56-16,0 2-88 0,-2 3 40 0,-2 0-53 16,7 13-21-16,-12-16-35 0,12 16-41 0,-12-9-27 15,12 9-61-15,0 0 72 0,0 0-318 0,0 0-59 16</inkml:trace>
  <inkml:trace contextRef="#ctx0" brushRef="#br0" timeOffset="18547.25">30561 13423 62 0,'25'2'629'0,"-3"2"-135"0,-3-3-146 15,-3 3-39-15,1 0-101 0,-1 1 5 0,-3 2-69 16,-2 0-14-16,1 0-20 0,-3 3-6 16,-1 0-20-16,-8-10 2 0,11 21-17 0,-11-21 0 15,5 25-11-15,-5-25-18 0,-1 29-3 0,-1-12-11 16,-3 4-1-16,-2-2-12 0,0 1-8 0,-1-1-29 15,0-2-18-15,-2 2-17 0,0-2-3 0,-1-1-19 16,0-2-46-16,0-1 10 16,0-2-5-16,11-11 2 0,-17 11-77 0,17-11 27 0,0 0 16 15,-22 1 32-15,22-1 42 0,-11-12 37 16,11 12 50-16,-8-24 8 0,4 7 30 0,0-4 18 0,2-4 12 16,-1 0 27-16,1-1 9 0,2 0 34 15,-1 3-76-15,-1 3 98 0,2 2-79 0,0 18 47 16,-2-24-71-16,2 24 32 0,-3-17-67 0,3 17 40 15,0 0-63-15,-10-9 48 0,10 9-84 0,-15 6 29 16,2 6-69-16,-3 4-82 0,-7 4-97 0,-2 2-201 16,-8 10-168-16,-2 2-149 0</inkml:trace>
  <inkml:trace contextRef="#ctx0" brushRef="#br0" timeOffset="19637.77">29580 14413 656 0,'0'0'458'0,"0"0"-103"0,0 0-99 16,-3-22-49-16,3 22-43 0,-10-7-42 0,10 7-8 16,-17-5-5-16,17 5 5 0,-22-3-5 0,22 3-3 15,-31 4-3-15,11 1-6 0,-1 1-13 0,1 2-19 16,0 1-7-16,1 3-16 0,3-1-15 0,-1 1 1 16,4 2-7-16,0 0-6 0,5-2-6 15,1 2-5-15,7-14-53 0,-7 22 40 16,7-22-27-16,1 19 17 0,-1-19-28 0,11 17 41 15,1-9-48-15,-12-8 45 0,25 9-54 0,-25-9 52 16,31 3-53-16,-12-5 55 0,3-1-50 0,-1-4 64 16,-1 2-48-16,0-5 57 0,-1 1-4 0,-1-4 0 15,-1 2 1-15,-2 0 9 0,-4 1 25 0,-1 1 18 16,-10 9 36-16,14-14 17 0,-14 14-10 0,8-10-15 16,-8 10-20-16,0 0-12 0,0 0-8 0,0 0-15 15,0 0-10-15,0 0-1 0,0 0-7 0,-9 10-6 16,9-10-3-16,-8 17-15 0,8-17-8 15,-5 21-23-15,5-21-26 0,-4 21-34 0,4-21-51 16,0 20 47-16,0-20-41 0,7 20 28 16,-7-20-39-16,11 17 4 0,-11-17 5 0,19 9-51 15,-19-9 16-15,22 2 4 0,-22-2 44 0,28-6 7 16,-12 1 30-16,3-2 22 0,-1-5 47 0,0-1 25 16,-1-1 60-16,0-1 12 0,-2 1 24 0,0-3 25 15,-3 2-1-15,0 0 16 0,-4 1-6 0,-2 2 14 16,-6 12-19-16,6-19-12 0,-6 19-7 0,0 0-6 15,2-19 44-15,-2 19-83 0,0 0 46 16,0 0-77-16,0 0-6 0,0 0-11 16,0 0 4-16,0 0-3 0,0 0-4 0,0 0 1 0,0 0-7 15,5 15 0-15,-5-15-3 0,11 21-3 0,-4-9-19 16,0 0-6-16,3 3-13 0,-1 2-60 16,-1-2 52-16,1 1-49 0,-3-2 49 0,0 0-36 0,-3 0 53 15,-3-14-31-15,6 24 50 16,-6-24-35-16,-4 22 44 0,4-22-49 0,-11 22 47 0,1-11-37 15,-1-1 34-15,-1-3-25 0,-2-1 23 0,0 0-23 16,-2-4 33-16,16-2-22 0,-32-1 28 16,16-3-28-16,-2-5 34 0,2 1-25 0,2-4 36 15,1-4-36-15,3 0 37 0,2-3-31 16,3 0 29-16,4 2 17 0,1 17-3 0,2-32-2 0,1 17 10 16,0 0-15-16,-3 15-4 0,6-22-5 15,-6 22-4-15,9-14 0 0,-9 14-13 0,9-10 17 16,-9 10-26-16,0 0 32 0,0 0-6 0,0 0-1 15,12 7-5-15,-12-7-3 0,0 0-5 0,0 29-10 16,-2-12 10-16,-1-1-6 0,-1 6-48 0,-1-2 36 16,-2 3-51-16,0-2 11 0,0 2-66 0,-1-1-80 15,0-2-59-15,-1 0-20 0,0-2-272 16,2-1-52-16</inkml:trace>
  <inkml:trace contextRef="#ctx0" brushRef="#br0" timeOffset="20209.14">30593 14523 154 0,'0'0'692'0,"0"0"-253"16,-10-15-97-16,10 15-93 0,0 0-53 0,0 0-47 0,-9-11-33 15,9 11-63-15,0 0 15 0,0 0 4 0,0 0-70 16,0 0 56-16,0 0-60 0,0 0 53 0,-18 6-51 16,18-6 42-16,-13 21-51 0,7-6 33 15,-2 1-44-15,0 4 55 0,2 1-58 16,0-1 51-16,2-2-46 0,-1 2 34 0,3-3-46 15,2-17 20-15,-1 26-24 0,1-26 28 16,2 23-43-16,-2-23 5 0,7 14-13 0,-7-14 0 16,13 10 5-16,-13-10-1 0,18 2 15 0,-18-2 13 0,25-12-3 15,-12 6 13-15,3-5 9 0,-2-2 13 16,0-4 11-16,-1-2 25 0,2-4-7 0,-4 3 47 16,-1 0-43-16,1 2 49 0,-3 1-47 0,-1 5 53 15,-7 12-50-15,9-19 42 0,-9 19-60 16,8-13 29-16,-8 13-11 0,0 0-52 0,0 0 56 15,0 0-57-15,0 0 44 0,9 15-48 0,-9-15 42 16,2 24-52-16,-2-24 42 0,4 30-46 0,-1-14 31 16,1 0-49-16,1 0 52 0,2 0-56 0,-1-1 48 15,1-3-44-15,2-1 44 0,-9-11-49 0,16 14 57 16,-16-14-69-16,19 6 80 0,-19-6-48 0,23-5 50 16,-7-2-46-16,1-2 37 0,0-4-37 0,1-2 75 15,0-3-63-15,0-4 58 0,-4-1-39 16,-3 2 53-16,-2 0-58 0,-2 1 43 0,-1 1-46 15,-3 3 36-15,-3 16-45 0,0-23 40 16,0 23-59-16,-10-19 35 0,10 19-65 0,-15-7 35 16,15 7-47-16,-21-1 6 0,21 1-33 0,-27 8-71 0,13-2-36 15,0 2-42-15,2-1 6 0,1 1-271 16,2 2 12-16</inkml:trace>
  <inkml:trace contextRef="#ctx0" brushRef="#br0" timeOffset="20932.68">31018 14567 178 0,'0'0'692'0,"22"1"-284"0,-22-1-46 0,0 0-131 0,24 2-1 16,-24-2-101-16,17-3 24 0,-17 3-80 0,17-4 41 15,-17 4-81-15,21-8 41 0,-8 1-65 0,-2 0 47 16,0-1-62-16,2-1 44 0,-2 0-53 0,1-3 50 16,0 2-62-16,-5-3 48 0,2-2-49 15,0 1 49-15,-3 0-50 0,0 2 52 0,-6 12-14 16,6-17 18-16,-6 17-7 0,0 0 4 0,0 0 0 15,-4-17-52-15,4 17 59 0,0 0-53 16,-24 12 55-16,11-1-49 0,-3 3 28 0,2 3-43 16,-3 4 68-16,2 3-57 0,0 1 51 15,2 1-53-15,1-1 52 0,1 1-61 16,4-2 60-16,2-1-65 0,2 0 65 0,1-6-58 0,4 2 53 16,1-2-58-16,3 2 33 0,2-3-40 0,3-2 46 15,2-2-45-15,1-5 44 0,0 0-48 0,4-5 35 16,1-2-41-16,4-4 29 0,2-1-37 0,3-5 55 15,2-2-28-15,0-3 28 0,0-3-26 0,1-2 42 16,-2-1-27-16,0-4 51 0,3-8-38 16,-1-4 45-16,-2 0-46 0,-1-2 52 0,-3-1-49 0,-5 6 55 15,4-8 12-15,-6 6 1 0,0 1-37 0,-1 0 51 16,-3 3-23-16,-2 1 32 0,-1 4-20 0,-5 6 16 16,0 1-25-16,-3 5 1 0,-3 15-30 0,0-23 8 15,0 23-25-15,-5-14 13 0,5 14-23 16,0 0 17-16,-18-6-19 0,18 6 18 0,-23 10-17 0,8 1 13 15,1 3-3-15,-4 6-3 0,3 3 2 16,-3 3-6-16,4 4-3 0,-1 1 0 0,2 3-5 16,1-1-19-16,1 3 9 0,2-1-37 0,-1 1 0 15,4 0-51-15,1-2-6 0,3-7-47 16,2 2 75-16,0-3-33 0,3-2 59 0,1-3-47 16,0-5 55-16,3-2-27 0,1-3 44 0,-8-11-34 15,18 11 23-15,-18-11-26 16,27-2-2-16,-6-5 1 0,1-3 12 0,5-7 8 15,-1-2 14-15,2-6 12 0,4-9 11 0,1-5 12 0,-4-1 33 0,1-6-23 16,-2-4 54-16,-1-3-45 0,-2 1 60 0,-2-1-55 16,-1 2 72-16,-4 6-23 0,-5 10 51 0,-3 3-16 15,-3 8 9-15,-3 4-33 0,-1 4-16 0,-3 16-15 16,-1-21-7-16,1 21-4 16,0 0 5-16,-13-9 4 0,13 9 8 0,-22 14-19 0,7 0 3 15,-4 7-19-15,-1 4 6 0,2 4-10 0,-2 0-1 16,1 5-8-16,-3 8-6 0,0 3-14 15,1 0-6-15,2 2-51 0,-1 0-41 0,0 1-112 16,1-1 57-16,1-1-31 0,3-7-40 0,-2 0-66 0,0-3-22 16,-2 0-66-16,-1-1-195 0,1-4-98 0</inkml:trace>
  <inkml:trace contextRef="#ctx0" brushRef="#br0" timeOffset="21128.68">31235 15016 723 0,'0'0'565'0,"-17"14"-139"15,17-14-99-15,-12 12-70 0,12-12-67 16,-9 9-50-16,9-9-46 0,0 0-19 0,0 0-5 16,0 0-13-16,14 6-13 0,1-12-5 0,5 0-1 15,9-6-16-15,4-1-5 0,5 1-11 0,1-3 3 16,3 1-41-16,7-3 19 0,-7 5-55 0,1-1 32 16,-2 2-54-16,-2 1 42 0,1 2-51 0,-4 4 3 15,-1-3-43-15,-5 0-60 0,-5 3-18 0,-8 0-105 16,-17 4-186-16,24 0 22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B914E-D827-4123-83C9-9AA8E49EB0F8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CDDEE-0AFA-4340-BBAA-0D88C65F3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77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1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31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77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6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0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8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2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7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8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179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27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2E91113-DBE6-4B86-B65C-2CFE1B7C3AF4}" type="datetimeFigureOut">
              <a:rPr lang="en-US" smtClean="0"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C0828FE-0896-41EC-A72E-2E4E4E79F2B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280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D6630-B862-E471-2FA2-62B237724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224" y="1105351"/>
            <a:ext cx="6353967" cy="3023981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40E80-C469-2FD5-5247-D01F9806A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3224" y="4297556"/>
            <a:ext cx="6353968" cy="143339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Mentor : Rahul Dixit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B8C0-30E1-1BF5-128D-D3A4BD31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Spring Boot vs Spring MVC vs Spring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F701F-0647-8592-D31C-D23C6B27B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49263"/>
          </a:xfrm>
        </p:spPr>
        <p:txBody>
          <a:bodyPr>
            <a:normAutofit/>
          </a:bodyPr>
          <a:lstStyle/>
          <a:p>
            <a:r>
              <a:rPr lang="en-US" dirty="0"/>
              <a:t>Spring Boot vs Spring MVC vs Spring: What's in it? </a:t>
            </a:r>
          </a:p>
          <a:p>
            <a:pPr lvl="1"/>
            <a:r>
              <a:rPr lang="en-US" dirty="0"/>
              <a:t>Spring Framework: Dependency Injection </a:t>
            </a:r>
          </a:p>
          <a:p>
            <a:pPr lvl="2"/>
            <a:r>
              <a:rPr lang="en-US" dirty="0"/>
              <a:t>@Component, @Autowired, Component Scan etc.. </a:t>
            </a:r>
          </a:p>
          <a:p>
            <a:pPr lvl="2"/>
            <a:r>
              <a:rPr lang="en-US" dirty="0"/>
              <a:t>Just Dependency Injection is NOT sufficient (You need other frameworks to build apps) </a:t>
            </a:r>
          </a:p>
          <a:p>
            <a:pPr lvl="3"/>
            <a:r>
              <a:rPr lang="en-US" dirty="0"/>
              <a:t>Spring Modules and Spring Projects: Extend Spring Eco System </a:t>
            </a:r>
          </a:p>
          <a:p>
            <a:pPr lvl="4"/>
            <a:r>
              <a:rPr lang="en-US" dirty="0"/>
              <a:t>Provide good integration with other frameworks (Hibernate/JPA, JUnit &amp; Mockito for Unit Testing) </a:t>
            </a:r>
          </a:p>
          <a:p>
            <a:pPr lvl="1"/>
            <a:r>
              <a:rPr lang="en-US" dirty="0"/>
              <a:t>Spring MVC (Spring Module): Simplify building web apps and REST API </a:t>
            </a:r>
          </a:p>
          <a:p>
            <a:pPr lvl="2"/>
            <a:r>
              <a:rPr lang="en-US" dirty="0"/>
              <a:t>Building web applications with Struts was very complex </a:t>
            </a:r>
          </a:p>
          <a:p>
            <a:pPr lvl="2"/>
            <a:r>
              <a:rPr lang="en-US" dirty="0"/>
              <a:t>@Controller, @RestController, @RequestMapping("/courses") </a:t>
            </a:r>
          </a:p>
          <a:p>
            <a:pPr lvl="1"/>
            <a:r>
              <a:rPr lang="en-US" dirty="0"/>
              <a:t>Spring Boot (Spring Project): Build PRODUCTION-READY apps QUICKLY </a:t>
            </a:r>
          </a:p>
          <a:p>
            <a:pPr lvl="2"/>
            <a:r>
              <a:rPr lang="en-US" dirty="0"/>
              <a:t>Starter Projects - Make it easy to build variety of applications </a:t>
            </a:r>
          </a:p>
          <a:p>
            <a:pPr lvl="2"/>
            <a:r>
              <a:rPr lang="en-US" dirty="0"/>
              <a:t>Auto configuration - Eliminate configuration to setup Spring, Spring MVC and other frameworks! </a:t>
            </a:r>
          </a:p>
          <a:p>
            <a:pPr lvl="2"/>
            <a:r>
              <a:rPr lang="en-US" dirty="0"/>
              <a:t>Enable non functional requirements (NFRs): </a:t>
            </a:r>
          </a:p>
          <a:p>
            <a:pPr lvl="3"/>
            <a:r>
              <a:rPr lang="en-US" dirty="0"/>
              <a:t>Actuator: Enables Advanced Monitoring of applications </a:t>
            </a:r>
          </a:p>
          <a:p>
            <a:pPr lvl="3"/>
            <a:r>
              <a:rPr lang="en-US" dirty="0"/>
              <a:t>Embedded Server: No need for separate application servers! </a:t>
            </a:r>
          </a:p>
          <a:p>
            <a:pPr lvl="3"/>
            <a:r>
              <a:rPr lang="en-US" dirty="0"/>
              <a:t>Logging and Error Handling </a:t>
            </a:r>
          </a:p>
          <a:p>
            <a:pPr lvl="3"/>
            <a:r>
              <a:rPr lang="en-US" dirty="0"/>
              <a:t>Profiles and </a:t>
            </a:r>
            <a:r>
              <a:rPr lang="en-US" dirty="0" err="1"/>
              <a:t>ConfigurationProperties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3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9A3548-2D59-F479-E525-D307AA5F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JPA and Hibernate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86AE8-3018-1C18-5880-A0F2B378A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1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770939"/>
          <a:ext cx="9144000" cy="6104939"/>
          <a:chOff x="0" y="770939"/>
          <a:chExt cx="9144000" cy="6104939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l="1" t="9345" r="-1073" b="3155"/>
          <a:stretch/>
        </p:blipFill>
        <p:spPr>
          <a:xfrm>
            <a:off x="872197" y="1941341"/>
            <a:ext cx="10607040" cy="448056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8A56265-71D8-F7C6-1633-4DA79401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</a:t>
            </a:r>
            <a:r>
              <a:rPr lang="en-US" dirty="0" err="1"/>
              <a:t>jpa</a:t>
            </a:r>
            <a:r>
              <a:rPr lang="en-US" dirty="0"/>
              <a:t> hibernate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770939"/>
          <a:ext cx="9144000" cy="6104939"/>
          <a:chOff x="0" y="770939"/>
          <a:chExt cx="9144000" cy="6104939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9445" b="9445"/>
          <a:stretch/>
        </p:blipFill>
        <p:spPr>
          <a:xfrm>
            <a:off x="1524000" y="2025747"/>
            <a:ext cx="9144000" cy="40791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763083E-7AFF-5DF8-2614-CF88E280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</a:t>
            </a:r>
            <a:r>
              <a:rPr lang="en-US" dirty="0" err="1"/>
              <a:t>jpa</a:t>
            </a:r>
            <a:r>
              <a:rPr lang="en-US" dirty="0"/>
              <a:t> and hibernate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7C63-709B-8DF4-C5D4-1DDD7503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C9A14-6676-4C27-C42D-E9F263096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Spring Boot Project with H2 </a:t>
            </a:r>
          </a:p>
          <a:p>
            <a:r>
              <a:rPr lang="en-US" dirty="0"/>
              <a:t>Create COURSE table </a:t>
            </a:r>
          </a:p>
          <a:p>
            <a:r>
              <a:rPr lang="en-US" dirty="0"/>
              <a:t>Use Spring JDBC to play with COURSE table </a:t>
            </a:r>
          </a:p>
          <a:p>
            <a:r>
              <a:rPr lang="en-US" dirty="0"/>
              <a:t>Use JPA and Hibernate to play with COURSE table </a:t>
            </a:r>
          </a:p>
          <a:p>
            <a:r>
              <a:rPr lang="en-US" dirty="0"/>
              <a:t>Use Spring Data JPA to play with COURSE table</a:t>
            </a:r>
          </a:p>
        </p:txBody>
      </p:sp>
    </p:spTree>
    <p:extLst>
      <p:ext uri="{BB962C8B-B14F-4D97-AF65-F5344CB8AC3E}">
        <p14:creationId xmlns:p14="http://schemas.microsoft.com/office/powerpoint/2010/main" val="166434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8C42-6764-A2F6-D179-67C4FF70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Auto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932F-3FE4-C142-8DAE-8C979A007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added Data JPA and H2 dependencies: </a:t>
            </a:r>
          </a:p>
          <a:p>
            <a:pPr lvl="1"/>
            <a:r>
              <a:rPr lang="en-US" dirty="0"/>
              <a:t>Spring Boot Auto Configuration does some magic: </a:t>
            </a:r>
          </a:p>
          <a:p>
            <a:pPr lvl="2"/>
            <a:r>
              <a:rPr lang="en-US" dirty="0"/>
              <a:t>Initialize JPA and Spring Data JPA frameworks </a:t>
            </a:r>
          </a:p>
          <a:p>
            <a:pPr lvl="2"/>
            <a:r>
              <a:rPr lang="en-US" dirty="0"/>
              <a:t>Launch an in memory database (H2) </a:t>
            </a:r>
          </a:p>
          <a:p>
            <a:pPr lvl="2"/>
            <a:r>
              <a:rPr lang="en-US" dirty="0"/>
              <a:t>Setup connection from App to in-memory database </a:t>
            </a:r>
          </a:p>
          <a:p>
            <a:pPr lvl="2"/>
            <a:r>
              <a:rPr lang="en-US" dirty="0"/>
              <a:t>Launch a few scripts at startup (example: </a:t>
            </a:r>
            <a:r>
              <a:rPr lang="en-US" dirty="0" err="1"/>
              <a:t>data.sql</a:t>
            </a:r>
            <a:r>
              <a:rPr lang="en-US" dirty="0"/>
              <a:t>, </a:t>
            </a:r>
            <a:r>
              <a:rPr lang="en-US" dirty="0" err="1"/>
              <a:t>schema.sql</a:t>
            </a:r>
            <a:r>
              <a:rPr lang="en-US" dirty="0"/>
              <a:t>) </a:t>
            </a:r>
          </a:p>
          <a:p>
            <a:r>
              <a:rPr lang="en-US" dirty="0"/>
              <a:t>Remember - H2 is in memory database </a:t>
            </a:r>
          </a:p>
          <a:p>
            <a:pPr lvl="1"/>
            <a:r>
              <a:rPr lang="en-US" dirty="0"/>
              <a:t>Does NOT persist data </a:t>
            </a:r>
          </a:p>
          <a:p>
            <a:pPr lvl="1"/>
            <a:r>
              <a:rPr lang="en-US" dirty="0"/>
              <a:t>Great for learning </a:t>
            </a:r>
          </a:p>
          <a:p>
            <a:pPr lvl="1"/>
            <a:r>
              <a:rPr lang="en-US" dirty="0"/>
              <a:t>BUT NOT so great for production</a:t>
            </a:r>
          </a:p>
        </p:txBody>
      </p:sp>
    </p:spTree>
    <p:extLst>
      <p:ext uri="{BB962C8B-B14F-4D97-AF65-F5344CB8AC3E}">
        <p14:creationId xmlns:p14="http://schemas.microsoft.com/office/powerpoint/2010/main" val="69742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0197-D69E-9E5D-0B91-8B022A3A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89" y="-9143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Boot + JPA + Hibernate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026CAFF-846E-3250-28ED-C46858BD4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232" b="7379"/>
          <a:stretch/>
        </p:blipFill>
        <p:spPr>
          <a:xfrm>
            <a:off x="412652" y="998805"/>
            <a:ext cx="11029071" cy="5472333"/>
          </a:xfrm>
        </p:spPr>
      </p:pic>
    </p:spTree>
    <p:extLst>
      <p:ext uri="{BB962C8B-B14F-4D97-AF65-F5344CB8AC3E}">
        <p14:creationId xmlns:p14="http://schemas.microsoft.com/office/powerpoint/2010/main" val="104350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9F97-09E6-2AD9-D3EE-980D44C1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 + </a:t>
            </a:r>
            <a:r>
              <a:rPr lang="en-US" dirty="0" err="1"/>
              <a:t>MongoAtlas</a:t>
            </a:r>
            <a:r>
              <a:rPr lang="en-US" dirty="0"/>
              <a:t> + Hibernate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2E35-BA5D-2FDF-BCEA-B9EDA433D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18" y="1617785"/>
            <a:ext cx="11802794" cy="4691575"/>
          </a:xfrm>
        </p:spPr>
        <p:txBody>
          <a:bodyPr>
            <a:normAutofit/>
          </a:bodyPr>
          <a:lstStyle/>
          <a:p>
            <a:r>
              <a:rPr lang="en-US" dirty="0"/>
              <a:t>Steps 1:- Add the dependency :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org.springframework.boot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&gt;spring-boot-starter-data-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mongodb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dirty="0"/>
              <a:t>Step 2:- In place of </a:t>
            </a:r>
            <a:r>
              <a:rPr lang="en-US" dirty="0" err="1"/>
              <a:t>JPARepository</a:t>
            </a:r>
            <a:r>
              <a:rPr lang="en-US" dirty="0"/>
              <a:t> implement </a:t>
            </a:r>
            <a:r>
              <a:rPr lang="en-US" dirty="0" err="1"/>
              <a:t>MongoRepository</a:t>
            </a:r>
            <a:endParaRPr lang="en-US" dirty="0"/>
          </a:p>
          <a:p>
            <a:r>
              <a:rPr lang="en-US" dirty="0"/>
              <a:t>Step 3 :- In Place of @Entity Use @Document</a:t>
            </a:r>
          </a:p>
          <a:p>
            <a:r>
              <a:rPr lang="en-US" dirty="0"/>
              <a:t>Step 4 :- Configure Property File </a:t>
            </a:r>
          </a:p>
          <a:p>
            <a:pPr marL="173736" lvl="1">
              <a:spcBef>
                <a:spcPts val="0"/>
              </a:spcBef>
              <a:spcAft>
                <a:spcPts val="0"/>
              </a:spcAft>
            </a:pP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A.spring.data.mongodb.uri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mongodb+srv</a:t>
            </a:r>
            <a:r>
              <a:rPr lang="en-US" sz="140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://rahul:1234@studentdatabase.gor43mv.mongodb.net/?</a:t>
            </a:r>
            <a:r>
              <a:rPr lang="en-US" sz="140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retryWrites</a:t>
            </a:r>
            <a:r>
              <a:rPr lang="en-US" sz="140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true&amp;w</a:t>
            </a:r>
            <a:r>
              <a:rPr lang="en-US" sz="140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=majority</a:t>
            </a:r>
          </a:p>
          <a:p>
            <a:pPr marL="173736" lvl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spring.data.mongodb.database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Student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#spring.main.allow-bean-definition-overriding=true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spring.autoconfigure.exclude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org.springframework.boot.autoconfigure.jdbc.DataSourceAutoConfiguration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495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FEC8-C3ED-A0EB-8C69-BEDC6D831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 database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A195D-EFCD-0D20-8B51-7B6166568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645920"/>
            <a:ext cx="9720073" cy="4663440"/>
          </a:xfrm>
        </p:spPr>
        <p:txBody>
          <a:bodyPr/>
          <a:lstStyle/>
          <a:p>
            <a:r>
              <a:rPr lang="en-US" dirty="0"/>
              <a:t>Step 1:-  Goto the Mongo Atlas : </a:t>
            </a:r>
            <a:r>
              <a:rPr lang="en-US" dirty="0">
                <a:hlinkClick r:id="rId2"/>
              </a:rPr>
              <a:t>https://www.mongodb.com/</a:t>
            </a:r>
            <a:endParaRPr lang="en-US" dirty="0"/>
          </a:p>
          <a:p>
            <a:r>
              <a:rPr lang="en-US" dirty="0"/>
              <a:t>Step 2:- Create Database </a:t>
            </a:r>
          </a:p>
          <a:p>
            <a:r>
              <a:rPr lang="en-US" dirty="0"/>
              <a:t>Step 3:- Configure the data base in property file : - </a:t>
            </a:r>
          </a:p>
          <a:p>
            <a:pPr lvl="1"/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spring.data.mongodb.uri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spring.data.mongodb.database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tablename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00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770939"/>
          <a:ext cx="9144000" cy="6104939"/>
          <a:chOff x="0" y="770939"/>
          <a:chExt cx="9144000" cy="6104939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10586" b="10586"/>
          <a:stretch/>
        </p:blipFill>
        <p:spPr>
          <a:xfrm>
            <a:off x="1640314" y="2084832"/>
            <a:ext cx="9144000" cy="41452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DD024F8-10B7-C775-E87C-968B78155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10376375" cy="1499616"/>
          </a:xfrm>
        </p:spPr>
        <p:txBody>
          <a:bodyPr/>
          <a:lstStyle/>
          <a:p>
            <a:r>
              <a:rPr lang="en-US" dirty="0"/>
              <a:t>JDBC to Spring </a:t>
            </a:r>
            <a:r>
              <a:rPr lang="en-US" dirty="0" err="1"/>
              <a:t>jdbc</a:t>
            </a:r>
            <a:r>
              <a:rPr lang="en-US" dirty="0"/>
              <a:t> to </a:t>
            </a:r>
            <a:r>
              <a:rPr lang="en-US" dirty="0" err="1"/>
              <a:t>jpa</a:t>
            </a:r>
            <a:r>
              <a:rPr lang="en-US" dirty="0"/>
              <a:t> to spring data </a:t>
            </a:r>
            <a:r>
              <a:rPr lang="en-US" dirty="0" err="1"/>
              <a:t>jpa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2A90260-5C0D-73CD-C270-DE92C311A24B}"/>
                  </a:ext>
                </a:extLst>
              </p14:cNvPr>
              <p14:cNvContentPartPr/>
              <p14:nvPr/>
            </p14:nvContentPartPr>
            <p14:xfrm>
              <a:off x="399960" y="2031120"/>
              <a:ext cx="7704360" cy="2791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2A90260-5C0D-73CD-C270-DE92C311A2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600" y="2021760"/>
                <a:ext cx="7723080" cy="28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2D73F4-C6B9-3D85-5F1D-BC3133B25F18}"/>
                  </a:ext>
                </a:extLst>
              </p14:cNvPr>
              <p14:cNvContentPartPr/>
              <p14:nvPr/>
            </p14:nvContentPartPr>
            <p14:xfrm>
              <a:off x="5328360" y="3932640"/>
              <a:ext cx="6194520" cy="1488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2D73F4-C6B9-3D85-5F1D-BC3133B25F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19000" y="3923280"/>
                <a:ext cx="6213240" cy="150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770939"/>
          <a:ext cx="9144000" cy="6104939"/>
          <a:chOff x="0" y="770939"/>
          <a:chExt cx="9144000" cy="6104939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10046" b="10046"/>
          <a:stretch/>
        </p:blipFill>
        <p:spPr>
          <a:xfrm>
            <a:off x="1411458" y="2025747"/>
            <a:ext cx="9144000" cy="440274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A681DFC-DE1D-E5DA-84C7-127396D4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JDBC TO SPRING JDBC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770939"/>
          <a:ext cx="9144000" cy="6104939"/>
          <a:chOff x="0" y="770939"/>
          <a:chExt cx="9144000" cy="6104939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r="10998"/>
          <a:stretch/>
        </p:blipFill>
        <p:spPr>
          <a:xfrm>
            <a:off x="1524000" y="770939"/>
            <a:ext cx="813816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770939"/>
          <a:ext cx="9144000" cy="6104939"/>
          <a:chOff x="0" y="770939"/>
          <a:chExt cx="9144000" cy="6104939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10586" b="10586"/>
          <a:stretch/>
        </p:blipFill>
        <p:spPr>
          <a:xfrm>
            <a:off x="1447800" y="1720948"/>
            <a:ext cx="9144000" cy="47487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4DB944C-2F19-919E-C934-32FF63AD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Hibernate vs JPA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491A-23BF-ED26-2F2E-FBFC0539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56639-4F24-2469-22DD-7EED9BFA7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7609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1534</TotalTime>
  <Words>518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Consolas</vt:lpstr>
      <vt:lpstr>Tw Cen MT</vt:lpstr>
      <vt:lpstr>Tw Cen MT Condensed</vt:lpstr>
      <vt:lpstr>Wingdings 3</vt:lpstr>
      <vt:lpstr>Integral</vt:lpstr>
      <vt:lpstr>Spring Boot</vt:lpstr>
      <vt:lpstr>Understanding Spring Boot vs Spring MVC vs Spring</vt:lpstr>
      <vt:lpstr>JPA and Hibernate</vt:lpstr>
      <vt:lpstr>Getting started with jpa hibernate</vt:lpstr>
      <vt:lpstr>Learning jpa and hibernate</vt:lpstr>
      <vt:lpstr>Approach</vt:lpstr>
      <vt:lpstr>Spring Boot Auto Configuration</vt:lpstr>
      <vt:lpstr>Boot + JPA + Hibernate</vt:lpstr>
      <vt:lpstr>Boot + MongoAtlas + Hibernate</vt:lpstr>
      <vt:lpstr>Mongo database atlas</vt:lpstr>
      <vt:lpstr>JDBC to Spring jdbc to jpa to spring data jpa</vt:lpstr>
      <vt:lpstr>JDBC TO SPRING JDBC</vt:lpstr>
      <vt:lpstr>PowerPoint Presentation</vt:lpstr>
      <vt:lpstr>Hibernate vs JPA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</dc:title>
  <dc:creator>rahul</dc:creator>
  <cp:lastModifiedBy>rahul dixit</cp:lastModifiedBy>
  <cp:revision>45</cp:revision>
  <dcterms:created xsi:type="dcterms:W3CDTF">2023-01-08T06:28:32Z</dcterms:created>
  <dcterms:modified xsi:type="dcterms:W3CDTF">2023-09-25T11:06:46Z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2023-09-03T12:28:24Z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1e98151f-8b85-4f7e-8f8d-43c09e5a1938</vt:lpwstr>
  </property>
  <property fmtid="{D5CDD505-2E9C-101B-9397-08002B2CF9AE}" pid="7" name="MSIP_Label_defa4170-0d19-0005-0004-bc88714345d2_ActionId">
    <vt:lpwstr>fe7e1904-b2e1-49fd-b168-f27c31512164</vt:lpwstr>
  </property>
  <property fmtid="{D5CDD505-2E9C-101B-9397-08002B2CF9AE}" pid="8" name="MSIP_Label_defa4170-0d19-0005-0004-bc88714345d2_ContentBits">
    <vt:lpwstr>0</vt:lpwstr>
  </property>
</Properties>
</file>