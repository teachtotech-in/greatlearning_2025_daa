
<file path=[Content_Types].xml><?xml version="1.0" encoding="utf-8"?>
<Types xmlns="http://schemas.openxmlformats.org/package/2006/content-types">
  <Default Extension="bin" ContentType="image/unknown"/>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3.xml" ContentType="application/inkml+xml"/>
  <Override PartName="/ppt/notesSlides/notesSlide9.xml" ContentType="application/vnd.openxmlformats-officedocument.presentationml.notesSlide+xml"/>
  <Override PartName="/ppt/ink/ink4.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notesSlides/notesSlide12.xml" ContentType="application/vnd.openxmlformats-officedocument.presentationml.notesSlide+xml"/>
  <Override PartName="/ppt/ink/ink69.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5"/>
  </p:notesMasterIdLst>
  <p:sldIdLst>
    <p:sldId id="256" r:id="rId2"/>
    <p:sldId id="257" r:id="rId3"/>
    <p:sldId id="258" r:id="rId4"/>
    <p:sldId id="269" r:id="rId5"/>
    <p:sldId id="371" r:id="rId6"/>
    <p:sldId id="372" r:id="rId7"/>
    <p:sldId id="373" r:id="rId8"/>
    <p:sldId id="374" r:id="rId9"/>
    <p:sldId id="377" r:id="rId10"/>
    <p:sldId id="389" r:id="rId11"/>
    <p:sldId id="375" r:id="rId12"/>
    <p:sldId id="376" r:id="rId13"/>
    <p:sldId id="390" r:id="rId14"/>
    <p:sldId id="391" r:id="rId15"/>
    <p:sldId id="392" r:id="rId16"/>
    <p:sldId id="393" r:id="rId17"/>
    <p:sldId id="394" r:id="rId18"/>
    <p:sldId id="395" r:id="rId19"/>
    <p:sldId id="386" r:id="rId20"/>
    <p:sldId id="388" r:id="rId21"/>
    <p:sldId id="387" r:id="rId22"/>
    <p:sldId id="396" r:id="rId23"/>
    <p:sldId id="397" r:id="rId24"/>
    <p:sldId id="398" r:id="rId25"/>
    <p:sldId id="378" r:id="rId26"/>
    <p:sldId id="399" r:id="rId27"/>
    <p:sldId id="400" r:id="rId28"/>
    <p:sldId id="401" r:id="rId29"/>
    <p:sldId id="402" r:id="rId30"/>
    <p:sldId id="403" r:id="rId31"/>
    <p:sldId id="404" r:id="rId32"/>
    <p:sldId id="405" r:id="rId33"/>
    <p:sldId id="406" r:id="rId34"/>
    <p:sldId id="407" r:id="rId35"/>
    <p:sldId id="385" r:id="rId36"/>
    <p:sldId id="379" r:id="rId37"/>
    <p:sldId id="380" r:id="rId38"/>
    <p:sldId id="383" r:id="rId39"/>
    <p:sldId id="381" r:id="rId40"/>
    <p:sldId id="382" r:id="rId41"/>
    <p:sldId id="261" r:id="rId42"/>
    <p:sldId id="281" r:id="rId43"/>
    <p:sldId id="370" r:id="rId44"/>
  </p:sldIdLst>
  <p:sldSz cx="12192000" cy="6858000"/>
  <p:notesSz cx="6858000" cy="9144000"/>
  <p:embeddedFontLst>
    <p:embeddedFont>
      <p:font typeface="Candara" panose="020E0502030303020204" pitchFamily="34" charset="0"/>
      <p:regular r:id="rId46"/>
      <p:bold r:id="rId47"/>
      <p:italic r:id="rId48"/>
      <p:boldItalic r:id="rId49"/>
    </p:embeddedFont>
    <p:embeddedFont>
      <p:font typeface="Consolas" panose="020B0609020204030204" pitchFamily="49" charset="0"/>
      <p:regular r:id="rId50"/>
      <p:bold r:id="rId51"/>
      <p:italic r:id="rId52"/>
      <p:boldItalic r:id="rId53"/>
    </p:embeddedFont>
    <p:embeddedFont>
      <p:font typeface="Corbel" panose="020B0503020204020204"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jO4cZSmuOvsU0F1O8Z0nrhYMLQ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9" autoAdjust="0"/>
    <p:restoredTop sz="94660"/>
  </p:normalViewPr>
  <p:slideViewPr>
    <p:cSldViewPr snapToGrid="0">
      <p:cViewPr varScale="1">
        <p:scale>
          <a:sx n="62" d="100"/>
          <a:sy n="62" d="100"/>
        </p:scale>
        <p:origin x="840" y="66"/>
      </p:cViewPr>
      <p:guideLst>
        <p:guide orient="horz" pos="2160"/>
        <p:guide pos="3840"/>
      </p:guideLst>
    </p:cSldViewPr>
  </p:slideViewPr>
  <p:notesTextViewPr>
    <p:cViewPr>
      <p:scale>
        <a:sx n="1" d="1"/>
        <a:sy n="1" d="1"/>
      </p:scale>
      <p:origin x="0" y="0"/>
    </p:cViewPr>
  </p:notesTextViewPr>
  <p:sorterViewPr>
    <p:cViewPr>
      <p:scale>
        <a:sx n="100" d="100"/>
        <a:sy n="100" d="100"/>
      </p:scale>
      <p:origin x="0" y="-1838"/>
    </p:cViewPr>
  </p:sorter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150.06567" units="1/cm"/>
          <inkml:channelProperty channel="F" name="resolution" value="0" units="1/dev"/>
          <inkml:channelProperty channel="T" name="resolution" value="1" units="1/dev"/>
        </inkml:channelProperties>
      </inkml:inkSource>
      <inkml:timestamp xml:id="ts0" timeString="2024-09-29T06:04:23.775"/>
    </inkml:context>
    <inkml:brush xml:id="br0">
      <inkml:brushProperty name="width" value="0.05292" units="cm"/>
      <inkml:brushProperty name="height" value="0.05292" units="cm"/>
      <inkml:brushProperty name="color" value="#FF0000"/>
    </inkml:brush>
  </inkml:definitions>
  <inkml:trace contextRef="#ctx0" brushRef="#br0">10111 11165 110 0,'0'0'303'15,"0"0"-78"-15,0 0-43 0,0 0-44 0,0 0-11 16,0 0-25-16,0 0-31 0,0 0 21 0,0 0-14 16,0 0-4-16,0 0-9 0,0 0 7 0,0 0-23 15,0 0 2-15,0 0-15 0,0 0 6 0,0 0-17 16,0 0 13-16,0 0-8 0,0 0-7 16,0 0 0-16,0 0-1 0,0 0-2 0,0 0-2 15,0 0-9-15,0 0 1 0,0 0-1 16,0 0 4-16,0 0-8 0,0 0 10 0,0 0 0 15,0 0-9-15,0 0 10 0,0 0-2 0,0 0 11 16,0 0-11-16,0 0 7 0,3 10-8 0,-3-10 11 16,3 8-11-16,-3-8 12 0,8 14-14 0,-6-2 18 15,2-2-24-15,0 6 22 0,0 4-11 0,3 0 21 16,-2 2-30-16,1 0 23 0,-1 3-26 0,0 2 22 16,0 4-28-16,2 3 22 0,-1 1-23 0,2-1 21 15,-2 1-18-15,-1 1 7 0,3 1-26 0,-2 0 37 16,2 1 8-16,-3-1 1 0,2 1-13 0,-4-1-24 15,4 1 36-15,-4 0-27 0,3 0 31 16,-4-1-33-16,2 2 33 0,0 0-30 16,-1-3 19-16,-1 0-21 0,2 1 19 0,-3-3-28 15,2-6 39-15,-2 2-51 0,0-1 50 0,2 0-34 16,-2-1 36-16,0-1-38 0,2 2 38 0,-2-4-2 16,-1 3-3-16,3-3-1 0,-2-2-11 0,-1 1 10 15,3-3-2-15,-3-1-4 0,2-1 4 0,-2 0 0 16,0-2-4-16,1-1-1 0,1 0 1 0,-2-2 1 15,1 1-3-15,-1-1 3 0,0 1-1 0,1-1-31 16,2-2 34-16,-3 3-24 0,1-3 29 0,0 2-23 16,-1-2 26-16,0 1-28 0,0-1 33 0,0 0-30 15,2-3 27-15,-2 4-30 0,0-13 26 16,0 19-28-16,0-19 24 0,-2 17-23 0,2-17 24 0,0 17-35 16,0-17 27-16,0 14-16 0,0-14 24 15,0 12-28-15,0-12 25 0,0 11-27 16,0-11 22-16,0 0-24 0,0 12 27 0,0-12-24 15,0 0 20-15,0 0-24 0,-1 11 19 0,1-11-19 16,0 0 26-16,0 0-27 0,-1 11 25 0,1-11-24 16,0 0 23-16,0 0-25 0,0 0 25 0,0 0-23 15,0 0 8-15,0 0-69 0,0 0 21 0,0 0-49 16,0 0 19-16,0 0-42 0,0 0-33 0,0 0-44 16,0 0-60-16,-19-6-52 0,19 6-234 15,-9-14-48-15</inkml:trace>
  <inkml:trace contextRef="#ctx0" brushRef="#br0" timeOffset="4677">10226 11192 147 0,'0'0'336'0,"0"0"-110"0,0 0-46 0,0 0-39 15,0 0-30-15,0 0-20 0,0 0-16 0,0 0-11 16,0 0-11-16,5-7-11 0,-5 7-6 0,0 0-1 16,0 0-7-16,0 0-3 0,0 0 2 0,0 0 7 15,10-8-9-15,-10 8 21 0,0 0-10 0,13-4 8 16,-13 4-6-16,0 0-10 0,14-8 3 0,-14 8-5 16,12-4 9-16,-12 4 4 0,12-5-3 0,-12 5-9 15,13-5 4-15,-13 5-8 0,14-7 5 0,-14 7-9 16,13-5 6-16,-13 5-9 0,17-5 10 0,-17 5-25 15,19-8 24-15,-8 4-15 0,2-1 15 16,2 0-19-16,2 0 10 0,2-1-14 0,-1-2 15 0,4 3-3 16,0-2 0-16,-1 0 0 15,5 0-14-15,-2-1 21 0,4-1-28 0,2-1 37 16,-1 0-24-16,0 1 28 0,1 1-9 0,-1-4 3 16,-5 4-3-16,2 2 0 0,-2-2-5 0,1 1-29 15,0-1 28-15,-2-1-27 0,0 4 18 0,3-2-27 16,-5 0 38-16,4 1-35 0,0 0 34 15,1-1-30-15,1 0 28 0,3-1-31 0,2 3 32 0,0-3-48 16,3-1 52-16,-1 2-29 0,2-1 29 16,1 0-32-16,0 1 20 0,0-1-23 0,2 0 36 15,-2-2-33-15,-1 2 35 0,0 0-39 0,-1 0 37 16,-1 1-33-16,0-1 33 0,-1-1-35 0,-1 4 31 16,-1-2-32-16,-1-1 31 0,2 1-32 0,-1 0 23 15,1 0-23-15,1 1 31 0,0-2-47 0,-1 1 52 16,4-1-35-16,0 1 32 0,1 0-32 15,2-3 31-15,0 2-33 0,-1-2 24 0,2 1-28 16,-1-2 31-16,0 3-22 0,-2-2 39 0,-3 1-42 16,3 1 42-16,-4 0-38 0,-2-1 35 0,0 0-37 15,-7 3 35-15,3 0-38 0,-3 0 34 0,3-1-35 16,-3 0 28-16,3-1-26 0,-2 2 38 0,0 0-42 16,0-1 37-16,6-1-43 0,-5 0 42 15,-1 1-30-15,2 0 29 0,4-1-38 0,-2 2 39 16,-2-1-39-16,0 1 37 0,-3-2-40 0,3 1 41 15,-2 2-42-15,2-2 44 0,-1 0-38 0,1 1 36 16,-3 0-35-16,0 0 43 0,2 1-14 0,-2-2-2 16,2 3-3-16,-2-3-1 0,-1 2-9 0,1 0 0 15,-1-1 9-15,0 2-6 0,-1-1 2 0,2 0 1 16,-1 0 0-16,0 0-1 0,0 1 1 16,2-1-3-16,0 2 1 0,1-2 1 0,2 0-3 15,0 0 1-15,5-2-10 0,0 3 11 0,2-3-4 16,1 1 4-16,-2-1 1 0,4-2-1 15,-2 4-1-15,0-2 0 0,-2 2 0 0,2-3 1 16,-1-1-2-16,-1 4-9 0,1-2 1 0,-2-1 11 16,-1 1-4-16,1 0 4 0,-1-2 1 0,0 3-1 15,-1-2 0-15,-1 2 0 0,1-1 4 0,-4 0 2 16,-2 0 0-16,6-1 9 0,-4 1-16 0,-3 2 8 16,7-5-2-16,-7 4 2 0,7-3 7 0,-6 2-3 15,6 0 1-15,-5 0-1 0,-1-1-1 0,3 4 2 16,-4-4 1-16,2 1 4 0,0 0 7 0,-3 0 0 15,0 2 8-15,-1-2-3 0,-1 2 10 0,2-2 1 16,-1 2 4-16,-3-1 3 0,3-1 2 16,-1 3-10-16,0-1-9 0,-2 1 7 15,3-2-2-15,-7 1-4 0,4 3-2 0,-1-1 0 16,-1-3-5-16,1 4-5 0,0-2-3 0,1 2-5 16,-3-2 1-16,3 1-11 0,3 0 2 0,1-1 8 15,2 1 6-15,0 1 8 0,3-3 6 0,8 3-1 16,2-3-2-16,2 2-4 0,2 1-6 0,0-2-1 15,4 3-5-15,0-2-5 0,2 2-4 0,1-2 4 16,0 2 0-16,3-1-1 0,2 2 2 0,0-2-2 16,-2 2 5-16,16-3-4 0,-3 0 5 0,1 2 5 15,1-4-3-15,-1 3-1 0,3 1-3 0,-2-1-1 16,-1-1-4-16,1 2 1 0,-2-2-4 0,-9 3 6 16,11-2-5-16,-1 0-1 0,-10 1-2 15,9 1-2-15,3 0 1 0,-13 0-2 16,0 0-2-16,1 0 4 0,2 0-4 0,-3 1 2 15,-2 2 3-15,1-2-3 0,-6 2 0 0,2-2 0 16,-1 4-1-16,-2-2 2 0,-1 1-2 0,-2 1-1 16,-1 0 2-16,-1 1-1 0,-1-1 2 0,-1 2-1 15,0 0 0-15,0 0 2 0,-1 1-2 0,0-3 0 16,-1 4-1-16,1-2 1 0,-2 2-1 0,1 0 1 16,-1 2 2-16,-1-2 1 0,1-1-2 0,-2 1 0 15,2 1 2-15,-3-2-2 0,-2 3 31 0,3-2-37 16,-3 2 38-16,1 0-40 0,-1-1 36 15,0 2-42-15,-2-1 42 0,2 0-46 0,0 4 43 16,0-3-44-16,0 0 34 0,0 3 5 16,-1 1-1-16,2 0-41 0,-1 0 40 0,0 2-35 15,0-1 40-15,-2-1-43 0,1 3 42 0,-2 0-40 16,1 1 2-16,-1-1 3 0,-3 3 5 0,-1 0-1 16,2 0 3-16,-4 0 3 0,0 1-2 0,-1 0 4 15,-3 3-1-15,1-2 0 0,-3 1 1 0,1 1-2 16,-2 0 7-16,1-1-3 0,-4 1-1 15,1 2 0-15,0-2 1 0,-2 1 33 0,-1-1-41 0,-2 3 37 16,3-2-18-16,-3 0 8 0,-3 2-3 0,4-1 0 16,-3 1-2-16,0 1-38 15,-2 0 40-15,3 0-39 0,0 1 17 0,-2 1-9 16,-1 0 0-16,-1 1 6 0,1 1 3 0,0-2 0 16,0 3 1-16,-1-3 1 0,1 2-1 0,-1-5 4 15,0 5 0-15,1-2-3 0,-1 2 0 0,1-1 5 16,-2-6-1-16,0 5 33 0,1 1-42 0,-1-4 37 15,1 3-5-15,0 2-6 0,-4-5 5 0,2 4-40 16,3 1 36-16,-2 0-33 0,-1 2 33 0,1-1-34 16,-2-2 1-16,2 3 4 0,-1-1 1 0,1 0 2 15,-2 0-1-15,2 0 7 0,-1 0-5 0,0-1 2 16,0-5 1-16,-1 0 0 0,2 5 0 16,-1 0 3-16,-2-4 0 0,0-2 25 15,2 3-27-15,-2-3 30 0,1 2-34 0,-1-2 34 16,0 2-7-16,1-1-28 0,-1 0 26 0,0 0-25 15,-1 1 23-15,0 1-29 0,1-2 4 0,-2 2 5 16,2 5 1-16,-1-2 1 0,0-3 3 0,-1-1-1 16,1 0 5-16,0 4-2 0,-1 2-4 0,0-8 3 15,0 8 0-15,-1-6 0 0,2 3-3 0,-2-1 1 16,1-3 0-16,-1 2 0 0,0 2 16 0,0 0-33 16,0-6 32-16,-2 7 1 0,3-8-23 0,-2 8 21 15,0-1-23-15,1-3 22 0,-1 3-24 16,2-1 1-16,-1 1 1 0,-2 0-1 15,1 1 5-15,2-1 1 0,-2 1-1 0,0-1-1 0,3-5 4 16,-2 5-1-16,-2-1 2 0,1-4-2 16,0 3-4-16,0 2 4 0,0-6 0 0,0-1-2 15,1-2-1-15,-2 5 1 0,1-4 1 0,2 1 2 16,-2-1-3-16,-1 0 28 0,2 0-36 0,-2-1 23 16,3 1-29-16,-2-2-2 0,1 1 5 0,-1 1 4 15,-1-1 2-15,0 1 1 0,3 0 5 0,-2 0-5 16,0 1 7-16,1 2-6 0,-2-1 6 0,4 1-4 15,-2 1 5-15,1 0-3 16,0 0 2-16,0-1-7 0,2-1 8 0,0 3-4 0,0-2 4 16,2 1-9-16,2-1 11 0,-2-2-7 15,-1 3 12-15,3-2-12 0,-2 0 4 0,2-1-4 16,-1 2 2-16,1-3-1 0,-2 4 3 0,3-3-1 16,0 1 0-16,-1 0 2 0,0-1 2 0,0 2-7 15,0 5 8-15,0-7 1 0,-2 2-4 0,3-1-6 16,0 1 6-16,-2-1-5 0,-1 1 11 0,2-2-12 15,-1 1 5-15,-1 1 4 0,2-2-4 0,-2 2 0 16,-1-2-1-16,1 0 0 0,1 2-8 16,-1-3 16-16,-2 1-15 0,2-1 9 0,-2 2-3 15,0-4 2-15,0 2-4 0,-2-1 5 0,2 1-6 16,-2-1 13-16,0-1-13 0,-1 2 1 0,0-1 2 16,1 0 8-16,-1-1-9 0,-1 2 2 15,0-1-2-15,2 1 6 0,-1-1 5 0,-2 1-12 16,0 1 4-16,1-2 1 0,0 1 0 0,2 1-2 15,-2-1-3-15,0 0 4 0,0 0-1 0,2 0 7 16,-1-1-8-16,-2 0 1 0,3-1 3 0,-2 2-4 16,0-3 1-16,-1 0 1 0,1 0-2 15,-1-1 8-15,-1 3-8 0,0-3-1 0,1 0 2 16,0 0 1-16,-1 1-1 0,-2-2 0 0,2 1 0 16,1-1 0-16,-2 0 3 0,2-1-2 0,-4 0-5 15,4 0 8-15,-1 0-1 0,-1-1 11 0,-2 1 0 16,2-4-2-16,0 1-3 0,-2 1 4 15,3-2-5-15,-4-2 0 0,-1 3-1 0,0-2-1 16,-1-2-2-16,1 2 0 0,-4-2-1 0,0 1 18 16,0-1-25-16,-3 0 18 0,-1 0-19 0,-1 0 20 15,-3 1-23-15,-3 1 23 0,-1-2-24 0,-1 0 21 16,0 0-21-16,0 1 21 0,-1-2-22 0,-1 0 21 16,2 0-22-16,-1-1 18 0,-2 0-22 0,2-1 19 15,-1 3-22-15,-3-4 22 0,1 1-18 0,1 1 20 16,-1-2-20-16,-1 0 23 0,1 0-21 0,-1 0 21 15,-2-1-21-15,2 0 22 0,-2 0-22 0,-1-2 22 16,-1 2-18-16,0-1 17 0,-2 0-18 0,-3 0 32 16,2 1-30-16,1-3 20 0,-3 3-21 15,0-2 21-15,1 0-23 0,0 1 19 0,-1 1-24 16,0-3 16-16,-1 1-30 0,1 2 21 0,-1-3-20 16,-1 2 23-16,1 1-16 0,1-4 20 0,-3 3-19 15,1 0 24-15,0-1-20 0,-1 0 22 0,-2 2-20 16,1-3 21-16,-3 3-19 0,1-1 20 0,-2-2-20 15,-10 4 22-15,9-3-24 0,-7 2 23 0,-1 0-16 16,8-2 18-16,-10 2-19 0,1 3 19 0,0-5-20 16,2 4 20-16,7-4-23 0,-9 3 21 0,0-1-21 15,0 1 21-15,11-2-19 0,-11 1 16 0,0-2-14 16,0 3 19-16,-1-3-19 0,-2 2 19 0,1-2-20 16,0 2 19-16,-3-1-19 0,1 0 19 15,0-1-18-15,1-1 20 0,-4 0-21 0,3 2 20 16,0-3-20-16,0 3 4 0,2-3 18 0,-2 2-21 15,0-1 20-15,0 2-20 0,13-4 19 0,-12 3-20 16,10-3 17-16,-11 3-15 0,10-3 18 0,-10 1-19 16,11 1 20-16,-1-1-15 0,0 0 0 0,0-1 1 15,2 1 3-15,-4 0 0 0,5 1-2 0,-14-1 20 16,12 1-23-16,1-1 14 0,-2-1-21 0,1 2 22 16,0-1-21-16,2 0 20 0,0-1-21 0,1 1 22 15,2 0-21-15,-1-1 22 0,2 1-23 0,0-2 24 16,2 2-24-16,-1-1 26 0,2-1-25 15,-2 1 22-15,4 0-20 0,-2 0 18 0,3-1-23 16,-2 1 28-16,1-2-23 0,-1 2 21 0,2 1-20 16,-3-2 18-16,2 0-19 0,0 1 19 0,1 1-21 15,0-2 20-15,-1 0-20 0,2-1 21 0,1 3-20 16,-1-3 20-16,3 1-20 0,-1 1 21 0,1-1-19 16,5-1 18-16,0 1-20 0,-1-1 22 0,-2 0-23 15,2 0 23-15,-4 0-21 0,4 0 16 0,-4-1-16 16,-3 1 20-16,2-1-23 0,1-1 24 15,-2 1-19-15,1 1 21 0,2-3-20 0,-1 3 21 16,0-2-19-16,0 0 17 0,-3-1-16 0,3 2 22 16,0 0-23-16,0-2 22 0,0 1-25 15,0 1 9-15,5 0-2 0,0 1 2 0,-5-1 0 16,4-1 19-16,-7 2-24 0,2 0 19 0,6 0-21 0,-6-2 14 16,-1 2-22-16,6 0 23 0,-5 0-23 15,5 0 23-15,1 0-22 0,-2 0 24 0,2 0-23 16,0 0 22-16,-1-1-23 0,3 1 25 0,-2 0-1 15,1-1-6-15,0 1-21 0,2-1 23 0,1-1-21 16,1 2 6-16,0 0 7 0,0-2 9 0,3 1 5 16,5 0 4-16,-3 1 3 0,2-3 0 0,2 2-2 15,-1 0 8-15,1-1 2 0,0 1 9 0,0-2 4 16,18 3 5-16,-27-2 3 0,13-1 4 0,14 3 0 16,-25-5 2-16,25 5-1 0,-23-7-1 15,11 2-4-15,12 5-4 0,-19-9-4 0,10 2-4 16,0 2-4-16,0-7 0 0,-1 4 8 0,2-4-5 15,2 2 11-15,-1-4-21 0,1-1 13 0,2-1-21 16,-1 0 12-16,4 0-20 0,-2-2 13 0,3 2-19 16,0-3 14-16,-1 0-19 0,2 0 16 0,-1 1-20 15,0-3 15-15,0 3-17 0,1-3 17 0,1-1-18 16,-1-2 19-16,-1 0-21 0,0 1-8 0,-1-1 11 16,-1-1 15-16,1 0-19 0,-1-2 1 0,-2 1-1 15,0-6-10-15,-4 1-10 0,3-3-31 0,-3 2 28 16,1-4-6-16,-2 2 1 0,0 0 0 15,1-3 3-15,-1 2 4 0,-1 1-9 0,1-2 7 16,3 3 2-16,-4 0 6 0,3-1 1 0,-2 1-2 16,4 1 13-16,-2 2 7 0,0 5-10 0,2 0-2 15,1 2-4-15,0-4-2 0,-1 2-1 0,-1 0 0 16,1 0 0-16,0 0-3 0,-2-2-5 0,2-4-3 16,0 1-10-16,-1-2 16 0,-1 0-6 0,2-2 5 15,1 0 4-15,-1-2-7 0,-1 1 5 16,2-1 2-16,0 0 10 0,2 3 0 15,-2-1 7-15,1 5 5 0,0 1 1 0,2-1 3 0,-1 0 1 16,-1 3-1-16,-1-3 2 0,3 0 1 16,-1 2 2-16,-1 1 1 0,2-1-1 0,-2-2-1 15,3 4-2-15,-1-4 6 0,-2 1-7 0,2-2-4 16,0-3 5-16,-1-2-5 0,1 0 3 0,1 0-6 0,0 3 3 16,0 2 2-16,3-4 4 0,-2 2-9 15,-1 3 5-15,3 0-1 0,-1 3 3 0,1-3 2 16,-2 4-1-16,2-1-1 0,-1 2 0 0,-2 0 4 15,4 2-3-15,-3 1 0 0,-1 1-1 0,0 1 5 16,0 1-6-16,0-1-2 0,0 0-2 0,0 0-3 16,0 1 5-16,0 1-17 0,0-1-2 15,0-2-4-15,0 3-3 0,0-1 0 0,0-1-2 16,0-2-8-16,0 4 3 0,0 0 9 0,0-2-9 16,1 2 2-16,1-1 6 0,-1 2-6 15,0-1 5-15,-1 0-6 0,0 2 5 0,1 1-3 0,1-1 8 16,-2 1-12-16,0 1-1 0,1-1 3 15,-1 0-1-15,0 1 0 0,1-1-3 0,-1 0 2 16,2 1 2-16,-2-1-5 0,0-1 3 0,0 1 0 16,0 2 1-16,0-3-4 0,0 1-3 0,0 0 1 15,0 0 9-15,0 0-1 0,0 1 4 0,0-1-2 16,0 0 4-16,0 2-8 0,1-2 6 0,-1 2 0 16,1 0 6-16,-1 0-2 0,0 2-11 0,0-2 4 15,0-3 8-15,2 3-11 0,-2-2 11 16,0 2-14-16,0-1 11 0,0 0-11 15,0-1 13-15,0 0-8 0,0 0 14 0,0 2 0 16,1-2 9-16,-1 1-5 0,0 1 0 0,0 0 2 16,0 0 1-16,0 0-2 0,0 3 6 0,0-2-5 15,0-1 12-15,0 2-10 0,0-1 1 0,0 1-2 16,-1-2 5-16,1 3-5 0,0-2 2 0,0 11-7 16,0-21 9-16,0 21-2 0,0-18 4 0,0 18-2 15,1-19 1-15,-1 19 0 0,0-19-2 0,0 19 1 16,0-20-3-16,0 20 11 0,0-19-15 0,1 10 22 15,-1 9-26-15,-1-19 8 0,1 19-9 16,0-20 2-16,0 20 6 0,-1-15-2 0,1 15-2 0,-2-17 2 16,2 17-2-16,-2-18-11 15,2 18 10-15,-3-18-2 0,3 18 2 0,-4-17-27 16,4 17 26-16,-2-17-22 0,2 17 30 0,-4-16-24 0,4 16 19 16,-4-15-15-16,4 15 23 0,-4-15-28 15,4 15 30-15,-2-14-16 0,2 14 18 0,-4-12-18 16,4 12 16-16,-4-11-16 0,4 11 19 0,-4-11-17 15,4 11 13-15,-2-12-13 0,2 12 10 0,-3-10-8 16,3 10 14-16,-4-10-12 0,4 10 5 0,-5-12-6 16,5 12 21-16,-4-10-13 0,4 10 9 0,-5-12-14 15,5 12 5-15,-2-13-6 0,2 13 6 0,-7-12-9 16,7 12 6-16,-5-13 9 0,5 13-9 0,-5-12-4 16,5 12 4-16,-5-12 2 15,5 12-6-15,-4-11 11 0,4 11 0 0,-4-11 11 16,4 11-18-16,-5-12 3 0,5 12-2 0,-6-12 2 15,6 12 2-15,-7-15-1 0,7 15-3 0,-3-14 3 16,3 14 0-16,-7-15-3 0,7 15 2 0,-5-15 0 16,5 15 1-16,-6-16-3 0,2 8 0 0,-1-4-4 15,0 3 2-15,1 1 1 0,1-3 4 0,-2 3-4 16,0-2-3-16,1 1 7 0,-1-1 6 0,0 0-6 16,5 10 9-16,-7-14-4 0,7 14 4 0,-6-14 1 15,6 14 5-15,-6-14-4 0,6 14 2 0,-8-12-3 16,8 12 3-16,-6-9 1 0,6 9 0 15,-5-9 0-15,5 9 3 0,0 0-3 16,-7-8 1-16,7 8-4 0,0 0-22 0,0 0-86 16,0 0-94-16,0 0-140 0,0 0 251 0</inkml:trace>
  <inkml:trace contextRef="#ctx0" brushRef="#br0" timeOffset="5992.99">14129 11197 366 0,'0'0'311'16,"-4"-10"-84"-16,4 10-54 0,-8-7-27 0,8 7-29 15,-10-4-17-15,10 4-17 0,0 0-11 0,-22-4-7 16,22 4-9-16,-16 3-14 0,16-3 2 16,-17 8 2-16,6 1-8 0,0 1 2 0,1 5-2 15,-3 3 3-15,4 2-4 0,-2 9 3 0,-1 0-13 16,3 0 9-16,-1 5-5 0,1-2-4 0,0 3 0 15,5-1-16-15,-1 1 12 0,4-4-10 0,1-2 4 16,1-3-9-16,3 2 19 0,2 2-22 16,3-3 21-16,4 0-14 0,1-3 21 0,3-2-22 15,-1-2 21-15,5-3-32 0,0 0 38 0,0-4-33 16,1-3 46-16,1 0-13 0,1-2-5 0,0-1 0 16,4-5-1-16,-2 1-5 0,3-1 5 15,2-4 2-15,6-3-7 0,0-1 13 0,0 0 1 16,-1-6-39-16,0 1 45 0,2-2-15 15,-2 0 27-15,0-4-19 0,-2 0 20 0,1-3-32 0,-3 2 13 16,-3-2-25-16,-1-2 14 0,-2 0-34 16,-3 0 3-16,-5-2-2 0,1 1-4 0,-6-3-2 15,0 0-7-15,-1 0 0 0,-4 3 18 0,-3 0-35 16,0-3 28-16,-4 1-32 0,-1-2 10 0,0 4-18 16,-2-3 37-16,-2 3-26 0,-1-2 30 0,-3 4-39 15,-1-1 37-15,0-2-36 0,-1 5 25 0,-3 1 11 16,-3-3-12-16,1 3 1 0,-5-1 6 0,-2 3-35 15,-1-1 36-15,-4 4-2 0,-1 2-25 0,-1-1 27 16,-4 4-27-16,-2 1 18 0,-1 1 8 16,-2 2 0-16,-3 2-4 0,2 4-2 0,-3 0-1 15,1 2 1-15,-2 4 3 0,4 0-15 0,-1 1 16 16,6 4-52-16,0 0-48 0,5 3-26 0,2 1-65 16,2 3-38-16,3 1-268 0,4 0 18 0</inkml:trace>
  <inkml:trace contextRef="#ctx0" brushRef="#br0" timeOffset="6724.99">14419 12876 258 0,'0'0'428'0,"6"-14"-124"15,-6 14-64-15,4-15-37 0,-4 15-49 0,-1-18-37 16,-2 7 9-16,3 11-27 0,-5-18 20 0,1 9-39 15,-1 0 22-15,0 0-12 0,-3 2-11 0,0-1-10 16,1 4-24-16,-1-3 5 0,8 7-12 0,-20-6-6 16,20 6-7-16,-21-2-1 0,21 2-5 0,-25 4-31 15,11 0 33-15,-4 4-34 0,1 2 26 0,-1 0-22 16,0 7 32-16,-2 0-30 0,-2 7 36 0,4-1-34 16,-1 2 41-16,1 2-35 15,3 2 41-15,-3 2-32 0,5-1 39 0,-1 3-33 16,0-1 32-16,5 2-40 0,-2-1 32 0,4 1-29 15,0-1 28-15,3 1-34 0,1-6 29 0,2 3-4 16,2-4-4-16,3 7-27 0,1-1 21 0,3-2-35 16,2-1 32-16,1-1-16 0,4-2 23 0,1 1-29 15,2-3 27-15,3-1-25 0,0-2 22 0,2-1-22 16,3-2 14-16,-2-4-19 0,4 2 16 0,2-7-12 16,-1 0 26-16,2-2-24 0,-3-4 20 15,1-2-17-15,2-2 22 0,6-2-24 0,0-2 20 16,1-4-15-16,1-2 22 0,-1 0-18 15,3-4 24-15,-3-3-19 0,7-2 27 0,-7 1-8 16,4-6 13-16,-2-2-1 0,-1 1 11 0,-8 1 1 16,0 0 6-16,-2-2 1 0,-4 0-4 0,0-2-7 15,-3 0 15-15,-2 1-7 0,-3-2 7 0,1-1-13 16,-5 1-4-16,-2 0-6 0,-2-2 2 0,-4 7 6 16,-1-3-5-16,-3 1 6 0,-2-3-15 0,-2 2 2 15,-3-6-17-15,-4 1-3 0,-4 3-4 0,-4-3-3 16,-1 2 1-16,-6 3-8 0,-1 1-3 15,-11-4-2-15,3 8 2 0,-9-2-3 0,-2 2-1 16,-2 4-6-16,6 4 17 0,-1 2-45 16,-3 2-20-16,2 3-22 0,-2 1-24 0,1 3 19 15,1 2-92-15,0 2-17 0,0 3-15 0,3 4-2 16,0 4-14-16,0 1-18 0,3 2-11 0,3 3-33 16,3 1-58-16,-1 3-280 0,7-3-151 0</inkml:trace>
  <inkml:trace contextRef="#ctx0" brushRef="#br0" timeOffset="7437">14562 14179 333 0,'0'0'484'0,"0"0"-63"16,0 0-139-16,0 0-20 0,0 0-98 15,0 0 6-15,0 0-68 0,0 0 17 0,2 8-51 0,-2-8 21 16,0 0-39-16,-12 11 37 0,5-3-19 15,-1 0-4-15,1 2-10 0,-6 5-9 0,3 0-42 16,-3 1 34-16,0 3-44 0,3 0 37 0,-5 6-39 16,2-1 29-16,-1 2-31 0,1 4 37 0,-1-1-39 15,1 4 37-15,2-2-40 0,-1 3 39 0,2-2-39 16,1 3 39-16,-1-1-38 0,2 2 31 0,0 0-32 16,3 2 38-16,-2-1-39 0,2 2 39 15,2-1-3-15,2 1-2 0,-1 1-38 0,4-1 18 16,0 0-23-16,2 0 45 0,6 0-37 15,-1-3 37-15,4 0-35 0,4-1 34 0,2-2-35 0,0-3 3 16,5-3-9-16,3-1 15 0,4-4 2 16,1-4 1-16,2-1 2 0,2-3-2 0,1-3 2 15,3-4-3-15,-2-2 6 0,3-2-8 0,0-3 9 16,0-3 2-16,-3-1 0 0,3-4-1 0,-4-2-1 16,-1-2 32-16,-2-5-36 0,0-2 46 0,-4-1-28 15,2-3 48-15,-5-4-23 0,-3-2 25 16,0-3-32-16,2-9 19 0,-4-2-6 0,-2-6-21 15,-1-1 6-15,-2-1 6 0,1-1 29 0,-5-1 15 16,1 0 27-16,-5 9 18 0,-3 1 16 0,-1 1 20 16,-3 1-15-16,-4 1 9 0,-2 1-35 15,-3 2-14-15,-5 1-27 0,-6 2-14 0,-3 3-12 0,-9-5-4 16,-6 5-21-16,-2 1-8 0,-8 3-2 16,1 1-9-16,-6 5-12 0,0 1-14 0,-3 3-18 15,-1 2-20-15,10 5-32 0,-3 1-23 0,4 2-22 16,-3 2-46-16,2 5-14 0,0 0-44 0,0 4 30 15,3 4-27-15,1 2 8 0,0 2-34 16,4 4-49-16,1 5-59 0,-5 2-311 0,9 0-206 16</inkml:trace>
  <inkml:trace contextRef="#ctx0" brushRef="#br0" timeOffset="8128.99">14779 16048 397 0,'0'0'433'0,"0"0"-90"0,1 10-101 16,-1-10-30-16,-2 9-79 0,2-9-19 15,-9 18-28-15,1-6 16 0,-1 4-51 0,0 4 24 0,-2-3-43 16,0 4 32-16,0 4-40 0,-1 2 31 0,2-1-34 16,1 3 27-16,0 0-31 0,3 3 20 15,-1-1 2-15,1 3-25 0,1 2 11 0,1-2-2 16,3 3 2-16,0-1-4 0,2 0-4 0,0 1-1 15,3-1-21-15,1 0 18 0,0 0-18 0,4-2 18 16,2-2-21-16,1 0 20 0,2-4-19 0,3 1 18 16,1-2 26-16,2-4-50 0,3-1 14 0,0-4-12 15,2-4 16-15,1-2-18 0,-1-5 18 0,1-2-23 16,1-5 20-16,3-4-22 0,4-4 20 16,2-4-24-16,-2-2 24 0,5-5-24 0,3-8 20 15,0-1 3-15,-1-2 3 0,-1-1 1 0,-3-1 7 16,-1 0 46-16,-6-2-31 0,2-2 12 0,-4 1 24 15,-5 3 24-15,-4 0 17 0,-1-2 7 0,-1-2 14 16,-4-1 1-16,-2-3-6 0,-2-2-17 16,-4 2-15-16,-1-5-15 0,-1 0-12 0,-6-1-15 15,-1 0-8-15,-5-8 1 0,-5 2-19 0,-5 4 7 16,-7 2-11-16,-4 3-1 0,-9 4-29 0,-5 4-11 16,-10 6-43-16,-7 4-24 0,-7 6-80 0,-5 7-12 15,-5 7-17-15,-2 1-20 0,-1 8-80 0,5 0-99 16,5 4-264-16,6 1-195 0</inkml:trace>
  <inkml:trace contextRef="#ctx0" brushRef="#br0" timeOffset="10974">11340 13471 358 0,'0'0'453'16,"0"0"-115"-16,0 0-80 0,0 0-57 0,0-12-56 15,0 12-19-15,0 0-47 0,0 0 5 0,0 0-28 16,0 0 5-16,0 0-26 0,0 0 9 0,0 0-16 16,0 0 10-16,0 17-17 0,0-9 22 15,0 9-16-15,-1 4-4 0,1 4 5 0,0 7-1 0,-2 6 2 16,-1 3 2-16,2 2 0 0,-1 2-1 0,1 0-3 16,-1 5 1-16,0-3 35 0,-2 1-40 15,3 0 23-15,-2-2-30 0,2-2 35 0,0-1-49 16,0 1 43-16,-2-3-34 0,3-2-1 0,-1 1 1 15,-3-5 0-15,4-4-4 0,0-2 2 16,0 0 0-16,-1-4-4 0,1-1-1 0,-1-5-8 16,1 0 9-16,-2-4-23 0,2-1-22 0,0-3-6 15,2-2-4-15,-2-9-14 0,0 17-7 0,0-17-33 16,0 0-81-16,0 0-57 0,0 0-49 16,0 0-249-16,12-8-36 0</inkml:trace>
  <inkml:trace contextRef="#ctx0" brushRef="#br0" timeOffset="11793.53">11404 13591 434 0,'1'-15'341'15,"-1"3"-80"-15,-1-1-39 0,1 1-34 0,0 3-56 16,0 9-17-16,-1-19-6 0,1 19-9 15,-3-15 17-15,3 15-25 0,0-14 3 0,0 14-29 0,0-12 16 16,0 12-42-16,-2-11 28 0,2 11-42 16,2-12 22-16,-2 12-37 0,8-10 25 15,-2 3-36-15,6 0 18 0,3 0-22 0,4-1 28 16,3 0-32-16,10-1 39 0,3 0-44 0,3 0 29 16,3 1-27-16,5-2 26 0,1 2-32 0,11 0 32 15,2-2-33-15,1 1 8 0,0 1 0 0,1 0 2 16,-1 1 1-16,-1 0 1 0,-10 0 1 0,-3 4-8 15,2-2 11-15,-3 1 22 0,-3-1-27 0,-3 3 30 16,-2-3-32-16,-8 3 2 0,-2 1 3 0,-3-1 1 16,1 2 0-16,-7-3 35 0,-19 3-37 15,32 0 37-15,-32 0-36 0,25 3 35 0,-25-3-34 16,23 2 33-16,-23-2-33 0,21 7 35 16,-21-7-32-16,19 10 38 0,-9-3-35 0,-2 5 40 15,0 0-43-15,-1 1 45 0,0 6-30 0,-2 0 29 16,1 5-38-16,-3-1 32 0,1 5-38 0,-1-1 31 15,-2 7-36-15,2 5 21 0,0-3-23 0,-2 3-6 16,0-3 1-16,0 5 10 0,2-2 0 0,-2-1 1 16,3-1 1-16,-2 1-5 0,0-1 3 0,2-2 29 15,0 0-32-15,-2-1 25 0,2-1-29 16,-1 1 36-16,-1-5-38 0,-1-2 37 0,2 0-37 0,-2 2 38 16,1-3-43-16,-2-1 30 0,1-1-30 0,-2-3 28 15,1-1-33-15,-2-1 41 0,1-1-34 16,1-2 33-16,-3-2-38 0,2-1 39 15,0 1-35-15,-3-3 4 0,4-11 4 0,-4 16-3 16,4-16 25-16,-6 14 7 0,6-14 4 0,-6 12 0 16,6-12-4-16,-13 10-3 0,13-10 17 0,-22 7-17 15,8-2 12-15,-4-2-22 0,-5 1 27 0,-2 0-20 16,-5 0 0-16,-4-1 8 0,-5 3 2 0,-4-3 8 16,-3 4-1-16,-4 0 5 0,-10 0 0 0,2 1-5 15,-2 2-4-15,-1-1-5 0,1-1-4 0,0 3-2 16,-2-3-2-16,1 5 0 0,0-2-3 0,-3-1-1 15,3 4 4-15,-1-2-2 0,1 0 0 16,2-2-3-16,4 1-1 0,8-1 0 0,2-2 0 16,3 2-4-16,4-2-1 0,2 1 2 15,3-4-3-15,6 2-2 0,4-1-1 0,0 1 0 16,8-3-3-16,-2-1 1 0,17-3-2 0,-23 5-9 16,23-5-10-16,-17 6-5 0,17-6-12 0,-14 3-16 15,14-3-17-15,0 0-17 0,-12 5-8 0,12-5-25 16,0 0-3-16,0 0-7 0,0 0-23 0,0 0-61 15,-16-5-72-15,16 5-72 0,-4-8-205 0,4 8-84 16</inkml:trace>
  <inkml:trace contextRef="#ctx0" brushRef="#br0" timeOffset="13774.53">11041 13718 431 0,'0'0'384'0,"-11"-14"-106"16,11 14-28-16,-9-15-45 0,4 7-39 0,-2 0-6 15,0 1-40-15,0-1 18 0,7 8-38 0,-14-12 34 16,14 12-42-16,-11-10 40 0,11 10-52 0,-9-7 19 16,9 7-41-16,-8-7 12 0,8 7-31 0,0 0 13 15,-9-6-41-15,9 6 28 0,0 0-35 0,0 0 25 16,0 0-31-16,0 0 27 0,0 0-30 0,0 0 25 16,0 0-23-16,0 0 21 0,18 9-34 0,-5-3 31 15,1 2-24-15,4-1 24 0,0 2-25 16,2-1 1-16,2 1-4 0,-3 1 7 0,4 0 4 15,-1 2-2-15,-2-1-6 0,-1 0 7 16,0 0 2-16,-2 0-5 0,2 0 5 0,-6 4-1 16,1-5 0-16,-1 3 3 0,-5-2 2 0,0 1-3 15,-1 0-5-15,-3-2 6 0,0 2 3 0,-3 0 1 16,-1-2-1-16,-1 4 1 0,-3 1-3 0,-3 2 2 16,-3 2 3-16,1-2-5 0,-5 4-8 0,-2 1 27 15,-5 0-50-15,3 1 9 0,-5-1-63 0,2 1-2 16,-1 1-56-16,-3-2-39 0,1 0-67 0,-1 2-61 15,-1-3-272-15,2-1-109 0</inkml:trace>
  <inkml:trace contextRef="#ctx0" brushRef="#br0" timeOffset="32537.23">1960 13580 381 0,'0'0'303'0,"0"0"-93"0,-22 0-45 0,22 0-36 16,-18 0-2-16,18 0-28 0,-25 6-7 0,9-1-30 16,1 1 11-16,-2 2-28 0,-2 1 14 0,4 1-25 15,-3 0-4-15,1 3-7 0,-2 1-3 0,3 0 0 16,0 2-8-16,-3 4 3 0,1-1 0 0,-1 5 2 15,1-2 0-15,0 2 4 0,-1 1-2 0,0 1-8 16,-2 2 1-16,1 0 9 0,2 1 1 16,-2 1 30-16,-2 1-39 0,4 1 30 0,-2-2-37 15,-2 2 35-15,4 2-2 0,-1-1-33 0,2 1 30 16,-1-1-34-16,2 0 20 0,2 0-28 16,1 1 6-16,0 0-4 0,3-2 9 0,0 2-1 15,1-1 2-15,1 1-1 0,3-2 3 0,0-1 0 16,0-3 3-16,2-2-1 0,1 2-2 0,0-1-3 15,1-1 3-15,1 0-14 0,3 0 11 0,-2-2 30 16,0 4-35-16,3-2 32 0,2-1-36 16,-1 0 27-16,2 0-28 0,-1-2 31 0,4 6-5 15,1-1-30-15,-1-2 21 0,3-2-22 0,-2 1 24 16,2-2-29-16,4 1 34 0,-3-2-29 0,1 0 31 16,3-2-32-16,0 1 30 0,2-1 9 0,-1-2-17 15,3 0-25-15,0 1 30 0,2-1-26 0,-1-2 30 16,1 1-24-16,3 0 18 0,0-2-13 0,0-1 17 15,2-2-19-15,1 2 18 0,-1 0-19 0,3-3 17 16,-1 0-16-16,-1-1 17 0,1 0 0 0,1-1-7 16,-1-1-14-16,-1 0 10 0,-3-3-8 15,1 2 16-15,-1-5-15 0,0 3 17 0,0-2-16 16,0-2 13-16,1 2-12 0,1-3 12 16,-1 0-15-16,2-4 23 0,4 2-13 0,1-4 13 15,-2 0-6-15,1-2 3 0,1-2-13 0,-1-3 3 16,2 0-1-16,-1-3 10 0,-1 1-11 0,3-3 7 15,3-7-10-15,-6 5 18 0,-1-3-20 0,7-2 12 16,-8 4-4-16,-1-4 1 0,-1 1 4 0,1 1-4 16,-3-1 24-16,2-1-30 0,-4 1-7 0,1-1 2 15,-4-1 12-15,3 2-7 0,-6-1 3 0,2-1 1 16,-2 2 3-16,0-2-1 0,-3-2 1 0,1 2 0 16,-1-3-3-16,-1-3 4 0,-3 1-5 0,1-3 5 15,-1-2 0-15,0 2-2 0,-3-1 9 0,2-1 4 16,-5-1 7-16,2 2 5 0,-1 1 7 0,-3 3 18 15,0-2-16-15,-2 6 5 0,-2 1 0 0,-1 1 8 16,1 1-16-16,-2-1 9 16,-3 3-17-16,2-2-1 0,-2 2-6 0,-1 0-2 15,-2 1-1-15,0-3-2 0,-1 2-3 0,0-2-3 16,-3-1-3-16,-1-1-1 0,2 1-2 0,-3 0-4 16,2 0-5-16,-1 4-2 0,2-1-8 0,0 3-2 15,-2-2 1-15,1 2 3 0,-1 1-6 0,0 1-1 16,0-1 1-16,-1 2-5 0,-1 0 2 0,1 0-4 15,-2 0-2-15,1 1 0 0,-4 1 0 0,3 2-4 16,-2-2-1-16,-2 2-3 0,1 0 4 0,-1 1 1 16,0 0-1-16,-2-1-5 0,1 3 1 0,3-3 5 15,-3 3 5-15,1-2 3 0,1 1-3 16,-1 2-1-16,2-1-6 0,-1 0 9 0,-1 0-5 16,2 2 5-16,2 0-4 0,0 3 2 0,-2-3 0 15,3 5-1-15,-3-4-2 0,2 0 7 0,0 4-6 16,1-1-5-16,-2 0 12 0,16 3-1 0,-29-2 33 15,29 2-39-15,-29-3 33 0,29 3-38 0,-31-1 4 16,31 1 1-16,-28-2 5 0,28 2 1 0,-31 3 0 16,31-3 2-16,-28 4 3 0,10-3-2 0,0 2 2 15,3 1-4-15,-3 1 1 0,3-2 4 0,-2 3-1 16,-1 1 0-16,-1-2 2 0,0 3-19 16,0 0 27-16,-1 1-28 0,0 2 27 0,2-2-29 15,-1 2 34-15,1-1-32 0,1-2 33 0,2 2-32 16,1-3 27-16,2 2-62 0,0-2 8 15,3-1-43-15,9-6-44 0,-17 11-33 0,17-11-21 16,-11 8-304-16,11-8 32 0</inkml:trace>
  <inkml:trace contextRef="#ctx0" brushRef="#br0" timeOffset="34090.48">3331 14395 137 0,'0'0'249'0,"0"0"-65"0,0 0-41 0,0 0-193 16,0 0-142-16</inkml:trace>
  <inkml:trace contextRef="#ctx0" brushRef="#br0" timeOffset="36207.48">3331 14395 748 0,'0'0'180'0,"0"0"-29"0,-3 10-34 0,3-10-9 15,0 0-28-15,0 0-8 0,0 0-35 0,0 0 10 16,0 0-11-16,0 0 15 0,0 0-14 0,0 0 25 15,0 0-28-15,0 0 32 0,0 0-49 0,0 0 26 16,0 0-19-16,0 0 26 0,0 0-34 16,0 0 28-16,0 0-33 0,0 0 25 0,0 0-26 15,0 0 36-15,0 0-41 0,0 0 33 0,0 0-35 16,0 0 25-16,0 0-34 0,0 0 43 0,0 0-43 16,0 0 36-16,0 0-34 0,0 0 31 0,0 0-31 15,0 0 28-15,0 0-35 0,0 0 33 0,0 0-36 16,4-12 20-16,-4 12-24 0,0 0 32 15,0 0-16-15,10-4 24 0,-10 4-32 0,0 0 36 16,16-6-36-16,-16 6 33 0,14-4-32 0,-14 4 31 16,15-4-35-16,-15 4 26 0,15-4-24 15,-15 4 32-15,21-4 7 0,-21 4-8 0,20-3 0 16,-20 3 1-16,27-5-5 0,-10 2 1 0,-2 1-5 16,5-4 3-16,0 3-4 0,-4 0 0 0,3 1-4 15,2-2 11-15,-2 1-19 0,4 0 8 0,0-1-4 16,-2 0 1-16,2-2 4 0,-1 5-1 0,0-3-1 15,0 0 1-15,1-1 0 0,-1 2-1 0,1-1 28 16,-3-2-34-16,2 1 29 0,-2 1-25 0,2-1 14 16,0 0-1-16,-1 0 5 0,0-2-37 0,2 4 34 15,1-2-30-15,0-2 33 0,1 3-40 0,-1-2 11 16,0 0 2-16,2 1 2 0,-1 0 0 16,2 0 1-16,-4 0 2 0,3-2-3 0,-2 4 1 15,-1-2 4-15,1 1-4 0,-1 0 5 16,0 0 0-16,0 2 1 0,0-3-1 0,-2 0 1 15,1 3-2-15,-3-1 1 0,1-2-1 0,-2 1 2 16,1 1-2-16,-1 2 2 0,0-3 6 0,0 0-11 16,1 1-2-16,0 1 2 0,-1-1-3 0,0 0 5 15,0 1 0-15,0-2 0 0,1 1 0 0,-2 1 1 16,-1-1 0-16,1 1 0 0,-1-1-1 0,0-1-1 16,-16 4 2-16,28-3-2 0,-28 3-1 0,27-4-2 15,-27 4-4-15,25-1 10 0,-25 1-8 0,27-4 9 16,-27 4-4-16,27-3 3 0,-27 3-1 0,29-2 0 15,-29 2-2-15,32-2 2 0,-15-1-1 0,1 0 0 16,1 3 0-16,-1-1 2 0,2-2-7 16,-2 3 11-16,4-2-8 0,-2 1-7 0,1 0 8 15,-1 1 1-15,2-1 0 0,-1-1-1 0,0 2 0 16,1 0 1-16,-2-1-2 0,2 1 2 0,-2 0-1 16,2 1-1-16,-1-1 1 0,0 0-2 15,1 0 18-15,2 2-25 0,-3-1 9 0,-1-1-2 16,2 1 2-16,-3-1 1 0,0 1-1 0,0 1 1 15,1-2 1-15,0 0-1 0,0 0 0 0,0 2 0 16,-1-1 3-16,0-1-4 0,3 1 5 0,-2-1-8 16,0 1 1-16,0 1 10 0,0-2-1 15,2 2-1-15,-2-2-1 0,2 0-1 0,-2 1 1 16,1-1-1-16,1 0 0 0,-1 1 0 0,0-2-2 16,1 1 0-16,-1 0-7 0,2 0 1 0,-3 0 4 15,1-1 4-15,0 1 1 0,-1-2-1 0,1 2-1 16,-2-3 0-16,0 3 0 0,3-1-2 0,-2 0 7 15,2-1-8-15,2-1 0 0,-1 2 0 0,1-2 0 16,-2 1 1-16,1-2-20 0,0 2 23 0,0 0 2 16,-4-1-5-16,2 0 1 0,-1 1 1 0,-2-2-1 15,5 2-22-15,-4 0 24 0,0 1 6 16,3-2-13-16,1 1 7 0,-4-1-10 0,4-1 9 16,0 4 0-16,0-3-1 0,-1 1-1 15,2-1 1-15,-1 0-2 0,3 2 1 0,-2-4 0 16,-1 5-2-16,4-2 1 0,-3-1 0 0,3 0 1 15,-2 1-21-15,1 0 24 0,0-1-16 0,1 2 15 16,-2-2 4-16,3 2-5 0,-2 0 1 0,-2-2 0 16,1 2 0-16,0-1 0 0,-3 2-1 0,-2 0-2 15,-1-2 2-15,2 2-8 0,-1 0 1 0,-2 0 9 16,1 0-1-16,0-3 1 0,1 3-1 0,-1 0 1 16,0 0 3-16,0 0 1 0,0-2 3 0,2 1-3 15,3-1 3-15,0-2-2 0,0 4-14 0,1-2 11 16,-1 1 13-16,2-1-1 0,-1-1-5 0,-1 2 3 15,2-2-5-15,-3 1 4 0,3-1-5 0,-2 3 4 16,0-3-2-16,0 3 0 16,2-2 7-16,-3 0-5 0,1 1-2 0,0-1-5 15,1 1 2-15,0 0-1 0,-3 1-2 0,4-5 1 16,-1 5-3-16,-1 0 3 0,2 0-2 0,-2-1 0 16,3 1 1-16,-1-1 0 0,-1 1 1 0,2 0-7 15,-3 0 2-15,3 0 3 0,-1-1 0 0,1 1-1 16,-2 0-1-16,3 0 0 0,-1 0-1 0,1 0 0 15,0 0-3-15,-1 0 2 0,1 0-1 0,-1 0 1 16,0 1 5-16,1-1-6 0,0 1 0 16,-1 0-5-16,1-1 5 0,-1 0 0 0,0 5 1 15,-2-5-1-15,1 1 3 0,-1 0-4 0,1 1-1 16,-2-1 8-16,2-1-6 0,-3 3 3 0,-4-2-1 16,1-1 0-16,1 3-8 0,-3-3 7 0,1 0-2 15,-19 0 1-15,32 0 0 0,-32 0 0 0,32 0-5 16,-32 0 5-16,30 0 4 0,-12 0 0 15,-18 0-4-15,31 1-4 0,-31-1 6 0,31 2 1 16,-31-2-3-16,30 0 1 0,-30 0-1 0,31 1 0 16,-31-1-1-16,33 0 12 0,-33 0-15 0,31 1 5 15,-31-1 2-15,29 2-5 0,-29-2-5 16,30 1 6-16,-30-1 0 0,30 1-1 0,-30-1-1 0,32 0 3 16,-15 3 0-16,1-3 0 0,0 1-1 0,1-1-2 15,1 1 5-15,-3 0-2 0,2-1 4 16,-1 2-5-16,1-2-2 0,0 0 4 0,-19 0 0 15,32 0 1-15,-32 0-1 0,31 0 0 0,-31 0 1 16,32 0-4-16,-32 0-1 0,29 0 8 0,-29 0-3 16,30-3 0-16,-30 3-5 0,30-1 3 0,-30 1 3 15,27-4-3-15,-27 4 1 0,27-2-1 0,-27 2 0 16,26-3-1-16,-26 3 2 0,25-4 2 16,-25 4-1-16,24-3-6 0,-24 3 5 0,25-4 3 15,-25 4-5-15,20-4 3 0,-20 4-3 0,21-4-1 16,-21 4 3-16,20-2 3 0,-20 2-4 0,18-3-4 15,-18 3 4-15,24-5 6 0,-24 5-7 0,26-4 3 16,-26 4-2-16,25-3 0 0,-25 3-3 16,26-2 1-16,-26 2 14 0,25-4-11 0,-25 4-7 15,26-3 1-15,-26 3 4 0,28-3 1 0,-11 1 1 16,-17 2-1-16,28-3 2 0,-13 0-1 0,-15 3-4 16,31-4 4-16,-15 2 3 0,-16 2-2 0,30-3-2 15,-15 2-5-15,-1-2 1 0,-14 3 4 0,28-2 1 16,-28 2-2-16,28-4 2 0,-28 4-4 0,28-4 0 15,-28 4 6-15,26 0 1 16,-26 0-4-16,26-3-4 0,-26 3 5 0,25-2 0 0,-25 2-1 16,27-2-1-16,-27 2 0 0,23-1 1 0,-23 1-3 15,21 0 15-15,-21 0-11 0,21 0-9 16,-21 0 6-16,22 0 1 0,-22 0 1 0,19 1-2 16,-19-1 0-16,21 0 3 0,-21 0-6 0,20 3 2 15,-20-3 3-15,18 1 3 0,-18-1-5 0,19 3-1 16,-19-3 3-16,18 3 1 0,-18-3-1 0,18 4 4 15,-18-4-6-15,18 2 2 0,-18-2-1 0,16 4 0 16,-16-4 6-16,18 4-2 0,-18-4-3 0,19 4-4 16,-19-4 5-16,18 2 1 0,-18-2-1 0,21 3 0 15,-21-3 0-15,24 5 1 0,-24-5 0 0,19 2-4 16,-19-2 0-16,26 1 4 0,-26-1 3 16,27 3-5-16,-27-3-4 0,25 1 6 0,-25-1-2 15,27 0 0-15,-27 0 2 0,27 1-4 16,-27-1 2-16,23 0 0 0,-23 0 2 0,21 0-2 15,-21 0-7-15,22 2 3 0,-22-2 6 0,18 0-2 16,-18 0 0-16,0 0 5 0,23 1-8 0,-23-1 1 16,0 0 7-16,22 0-2 0,-22 0-2 0,0 0-5 15,0 0 6-15,19 0 0 0,-19 0-2 0,0 0 2 16,0 0-2-16,0 0-2 0,22 0 1 0,-22 0 0 16,0 0 2-16,0 0-7 0,0 0 2 0,18 1 5 15,-18-1-2-15,0 0-1 0,0 0-5 0,0 0-2 16,0 0-15-16,0 0-11 0,19-1-4 15,-19 1-14-15,0 0-12 0,0 0 1 0,0 0-3 16,0 0 1-16,0 0-2 0,0 0-8 16,14-4-50-16,-14 4 12 0,0 0-23 0,0 0-17 15,0 0-11-15,1-12-16 0,-1 12 1 0,0 0-34 16,0-11-193-16,0 11 187 0</inkml:trace>
  <inkml:trace contextRef="#ctx0" brushRef="#br0" timeOffset="36584.48">11198 13783 334 0,'-5'-7'269'0,"0"-2"-58"15,-1 1-39-15,-1-1-19 0,1 4-2 0,0-3-32 16,-2 1 2-16,0 2-5 0,8 5-44 16,-11-10 18-16,11 10 9 0,-13-11-7 15,13 11 5-15,-9-8-4 0,9 8-4 0,-9-7 31 16,9 7-48-16,-6-7 42 0,6 7-46 0,-8-7 35 16,8 7-29-16,0 0 22 0,-8-10-27 0,8 10 18 15,0 0-22-15,-6-7 12 0,6 7-14 0,0 0 6 16,0 0-23-16,-5-10 4 0,5 10-24 0,0 0 2 15,0 0-18-15,0 0 12 0,0 0-14 0,0 0 9 16,0 0-17-16,0 0 10 0,0 0-11 0,0 0-1 16,0 0 2-16,15 7-1 0,-15-7 1 0,14 10-2 15,-5-5 1-15,-1 0 0 0,2 2 2 0,-2 0 2 16,2 0-5-16,1 1-1 0,0-1 3 0,-1 3-1 16,0-2-1-16,-1 0 1 0,0 1-1 0,0 0-2 15,0 0 2-15,-4 1 4 16,3-1-5-16,-3 4 0 0,1-4 0 0,-2-1 2 15,0 2-1-15,-4-10 1 0,5 19 1 0,-5-19-4 16,1 17 5-16,-2-5-1 0,-3-3-7 0,-1 1-8 16,-2 0-16-16,-2 2-32 0,-4 0-50 0,-4 0-24 15,0-1-34-15,-3 0-81 0,-7 3-111 0,2-2-341 16,0-4-231-16</inkml:trace>
  <inkml:trace contextRef="#ctx0" brushRef="#br0" timeOffset="39521.48">10858 12593 458 0,'0'0'446'16,"-2"-10"-79"-16,2 10-94 0,0 0-30 0,-5-11-80 16,5 11 15-16,0 0-64 0,-3-8 21 15,3 8-66-15,0 0 27 0,0 0-57 0,0 0 23 16,-3-9-47-16,3 9 29 0,0 0-40 0,0 0 21 16,-2 9 3-16,2-9-11 0,-1 19 2 0,1-5-1 15,0 1-7-15,1 4-22 0,-1 1 25 0,0 4-36 16,2-1 37-16,-1-4-35 0,0 7 43 0,2-4-46 15,-2 0 34-15,1-2-25 0,0-1 25 0,-1-2-46 16,0-1 17-16,0 0-47 0,1-3-3 16,-1-1-24-16,-1-12-17 0,0 18 14 0,0-18 17 15,0 13-7-15,0-13-11 0,0 0-2 0,0 0 16 16,0 0 15-16,0 0 15 0,-19-9 13 0,9-5 16 16,1-4 8-16,-7-8 11 0,3 0 12 15,-2-1 23-15,1-2 22 0,2 2 17 0,-1 2 7 16,0 0 13-16,3 3-10 0,1 4 24 0,2 2-33 15,-2 1-27-15,3 3 17 0,2-1 15 16,-1 5-40-16,1-2 30 0,4 10-46 0,-6-15 30 16,6 15-41-16,-4-14 27 0,4 14-36 0,1-12 27 15,-1 12-33-15,10-15 19 0,-10 15-21 0,17-13 29 16,-7 9-38-16,3 1 35 0,-13 3-30 0,28-6 29 16,-28 6-32-16,32 4 31 0,-13-1-30 0,-1 3 29 15,3 1-1-15,-6 1-3 0,4 2-2 0,-1 0 0 16,-4 0-13-16,0 3 11 0,0 0-1 0,-3 2-1 15,-1-1-2-15,-1 1 1 0,-3-1-2 0,-1 0-28 16,-2 0 25-16,2-2-16 0,-3 2 28 16,-2-2-28-16,2 1 35 0,-4 0-31 0,0-1 37 15,-2 0-35-15,0 3 34 0,-1-2-35 0,1 0 34 16,-4 0-35-16,2-1 32 0,-4-2-36 0,4 3 37 16,-2-3-51-16,-1 0 53 0,3-2-38 0,-1 1 32 15,1-2-35-15,-1 1 21 0,0-1-48 16,7-7-11-16,-9 10-38 0,9-10-53 0,-9 9-58 15,9-9-30-15,0 0-336 0,-12 7-96 0</inkml:trace>
  <inkml:trace contextRef="#ctx0" brushRef="#br0" timeOffset="39727.48">11032 12617 711 0,'7'-8'438'0,"-7"8"-94"0,6-9-94 0,-6 9-80 15,5-9-4-15,-5 9-65 0,0 0 11 0,7-8-51 16,-7 8 15-16,0 0-10 0,0 0-26 16,5 10 1-16,-5-10-11 0,5 15-3 0,-4-5-6 15,2 3 1-15,-2-1-27 0,0 2-49 0,0 1-19 16,1-1-50-16,-1 0-62 0,0 0-39 0,1-2-50 16,0 1-234-16,-2-13 24 0</inkml:trace>
  <inkml:trace contextRef="#ctx0" brushRef="#br0" timeOffset="40306.48">11138 12479 382 0,'0'0'397'0,"-5"-14"-110"0,5 14-63 16,-5-10-51-16,5 10-50 0,-6-8-25 0,6 8-18 15,0 0-20-15,0 0-10 0,-9-4-14 0,9 4-22 16,0 0-24-16,0 0-15 0,1 8-46 0,-1-8-21 15,8 11-6-15,-8-11-3 0,12 13 5 0,-4-6 2 16,1 0 18-16,1 1 19 0,1 0 3 16,0 0 14-16,-2-3 9 0,-1 3 29 0,-1-1 15 15,1-2 23-15,-8-5 18 0,13 10 11 0,-13-10 13 16,10 8 1-16,-10-8-22 0,10 8 19 16,-10-8-18-16,8 7 16 0,-8-7-8 0,9 8-2 0,-9-8-8 15,10 5-1-15,-10-5-7 0,12 9-3 16,-12-9 4-16,11 11-13 0,-11-11 2 0,15 11-11 15,-7-4 8-15,-1 1-13 0,-1-1 8 0,0-1-27 16,2 2 18-16,-3-1-11 0,0 1 16 0,-5-8-24 16,9 14 12-16,-9-14-10 0,5 15 9 0,-5-15-7 15,3 14 7-15,-3-14-17 0,-3 15 8 16,3-15-9-16,-9 14 12 0,9-14-24 0,-13 13 26 16,13-13-23-16,-16 7 3 0,16-7-9 0,-14 1 1 15,14-1-21-15,-18-4 6 0,10-1-2 0,-1-5-6 16,-1-1 6-16,1-6 4 0,1 0 16 0,2-2-3 15,-1 1 14-15,1 2 11 0,3 3 10 0,0 0 14 16,-1 2 15-16,0 3-18 0,4 8 23 16,-2-15-25-16,2 15 8 0,-4-11-19 0,4 11 9 15,0 0-15-15,-6-9 11 0,6 9-15 0,0 0 6 16,-8 6-7-16,8-6 16 0,-7 15-21 0,5-2 16 16,-3 2-14-16,1 4 13 0,-2 2-14 0,-1 1 14 15,2 3-17-15,0 1 11 0,-4 4-13 16,4-2 2-16,-3 3 0 0,3-6-2 0,1-1-9 15,0 0-22-15,2-2-31 0,-2-5-38 0,4 0-39 16,0-2-29-16,0-4-53 0,0-11-245 16,5 15 90-16</inkml:trace>
  <inkml:trace contextRef="#ctx0" brushRef="#br0" timeOffset="40771.47">11321 12432 172 0,'5'-18'507'0,"-1"1"-149"0,0 0-63 0,-1 5-82 15,0 1-45-15,-2 1-12 0,-1 10-31 16,3-16-17-16,-3 16-22 0,4-13-18 0,-4 13-14 16,0 0-11-16,0 0-8 0,0 0-4 0,0 0-14 15,10 14 35-15,-6 0-42 0,1 8 31 0,0 0-40 16,-1 4 29-16,2 8-36 0,0 1 31 0,-1 3-3 16,2 3-37-16,-3 0 36 0,1 3-36 15,-1-2 35-15,1 0-32 0,-1 0 29 0,0 1-30 16,2-4 35-16,-1 0-41 0,0-5 23 0,2-1-31 15,-2-8-5-15,1-1-6 0,-2-3-7 0,0-3 3 16,0-4-10-16,-2-4 6 0,1-1 8 0,-3-9 7 16,5 12-1-16,-5-12-2 0,0 0 6 15,0 0-3-15,5-9 12 0,-3-3 5 0,-5-4 4 16,2-5 2-16,-2-5-2 0,-2-9-4 0,0-1 6 16,-2-4 3-16,2 1 5 0,-2-2 13 0,2 1 12 15,1 2 12-15,1 1 3 0,-1 4 16 16,3 6-24-16,-2 3 16 0,2-1-38 0,1 7 23 0,0 1-23 15,0 2-2-15,3 1-1 0,-2 2 0 0,2-1-2 16,-1 2 5-16,2 1-8 0,1 2 0 16,-1 1-14-16,-4 7 11 0,13-12 2 0,-13 12 1 15,10-5-4-15,-10 5 4 0,0 0 14 0,20 5-20 16,-20-5 18-16,12 12-24 0,-7-3 25 16,-1 1-24-16,0 0 21 0,-2 3-21 0,-3-2 18 15,-3 2-22-15,0 3 0 0,1-2-32 0,-5 4-23 16,0-2-23-16,3-1-61 0,-4-2-22 0,3-2-55 15,1-1-253-15,-2-3 69 0</inkml:trace>
  <inkml:trace contextRef="#ctx0" brushRef="#br0" timeOffset="41238.48">11655 12499 190 0,'9'-10'445'0,"-9"10"-131"0,0 0-72 0,3-13-39 16,-3 13-53-16,0 0-17 0,-1-9-14 0,1 9-16 16,0 0-6-16,-5-9-29 0,5 9-4 0,0 0-19 15,0 0 2-15,-10-3-32 0,10 3-13 0,0 0 18 16,-13 6 13-16,13-6-25 0,-9 11 13 0,9-11-19 16,-9 15 12-16,5-6-15 0,-2 2 13 0,2 0-21 15,0 0 18-15,2 0-15 0,-1-1 12 16,1 2 0-16,0-3-3 0,2-9-12 0,-2 19 8 15,2-19-12-15,2 14 7 0,-2-14-18 0,3 11 21 16,-3-11-14-16,0 0 9 0,9 7-4 16,-9-7 2-16,0 0 0 0,15-4 5 0,-15 4-2 15,16-10 7-15,-9 3-14 0,2-1 16 0,0-3 0 16,-1 0 8-16,1-1-2 0,-2 0 22 0,-2 1-13 16,2 1 21-16,-3 2-9 0,2-2 17 0,-6 10-23 15,6-12 17-15,-6 12-29 0,7-11 32 0,-7 11-39 16,0 0 27-16,6-9-36 0,-6 9 31 0,0 0-34 15,0 0 20-15,0 0-22 0,0 0 33 0,4 11-34 16,-4-11 28-16,1 14-30 0,-2-2 29 16,1-12-5-16,0 20-7 0,0-20-42 0,0 17 4 15,1-5-23-15,2-2-8 0,-3-10-33 16,4 17-14-16,-4-17-29 0,5 12 10 0,-5-12-37 16,6 7 19-16,-6-7-32 0,0 0 8 0,19-3-13 15,-19 3-127-15,13-12 293 0</inkml:trace>
  <inkml:trace contextRef="#ctx0" brushRef="#br0" timeOffset="41448.48">11817 12508 559 0,'3'-24'93'0,"-1"-5"10"0,-1-5-21 0,2-2 1 0,-3 1 15 16,0 2 14-16,1 5 18 0,-2 1 12 0,1 2-1 16,0 6-11-16,0 2 4 0,-3 5-39 15,2-1 1-15,5 4-27 0,-4 9 2 0,-3-16-30 16,3 16 4-16,0 0-21 0,0 0 10 0,0 0-21 16,0 0 13-16,0 0-20 0,4 12-11 0,-1 1 2 15,-1 3 8-15,2 6 0 0,0-1-2 16,-2 1-2-16,1 2 2 0,2 0 14 0,-4 0-23 15,3 1 5-15,-1-2-27 0,-3 1-33 0,2-1-21 16,-2-4-45-16,0-2-5 0,0-1-46 0,0-3 12 16,0-1-29-16,-1 0-213 0,1-12 185 0</inkml:trace>
  <inkml:trace contextRef="#ctx0" brushRef="#br0" timeOffset="42161.48">11862 12514 333 0,'2'-17'348'0,"-2"17"-99"0,1-13-56 16,-1 13-36-16,3-12-32 0,-3 12-29 0,1-12-25 15,-1 12-13-15,4-10-12 0,-4 10-13 0,4-9-3 16,-4 9-4-16,6-11-11 0,-6 11-3 16,12-9-4-16,-12 9-10 0,14-9-15 0,-14 9-9 15,18-11-18-15,-8 5 0 0,3-1 1 0,0 2-3 16,-2-3 11-16,3 1 0 0,-2-2 11 0,-1 1 0 16,1 0 10-16,-1 1 2 0,-2-2 16 0,-1 0 11 15,-2 1 7-15,1 2 18 0,-3-2-2 0,-4 8 21 16,7-15-12-16,-7 15 25 0,3-14-3 0,-3 14-3 15,0-10-4-15,0 10-17 0,-2-10-3 0,2 10-6 16,0 0-6-16,-6-10-9 0,6 10-7 16,0 0 6-16,0 0-14 0,0 0 8 15,-21 5-2-15,15 3-4 0,1 1-1 0,-4 3-2 16,3 0 1-16,-1 2-4 0,-2 4-10 0,3-1 0 16,1-1 15-16,0 1-3 0,2-2-7 0,-1 0 11 15,4-1-7-15,-2-2 6 0,2-1-7 0,1 0 3 16,0-2-4-16,-1-9-1 0,7 15-12 0,-7-15-18 15,10 12-17-15,-10-12-19 0,15 2-27 0,-15-2-27 16,18-5-16-16,-5 1-21 0,-2-6-6 16,5-2-31-16,-5-5 55 0,3 0-8 0,-5-4 55 0,3-6-1 15,-2 0 85-15,-2-2 40 0,-2-1 60 16,-2 4 9-16,0 3 22 0,-2-2 27 16,3 4 3-16,-5 4 0 0,0 2-16 0,0 3-19 15,0 12-14-15,0-20-14 0,0 20-17 0,0-14-13 16,0 14-23-16,0 0 12 0,-3-11-11 0,3 11-13 15,0 0-2-15,0 0-3 0,-7 12-3 0,7-12-4 16,0 21-2-16,-2-9 7 0,2 5-22 0,-2 2 12 16,1-1-2-16,1 3-2 0,0-4 2 0,0 4-2 15,1-1 0-15,1-3-2 0,-1 3 2 0,0-2-2 16,0-2-10-16,1-4 14 0,-1 1-1 0,2-2 6 16,-3-11-7-16,4 18 4 0,-4-18 1 15,7 11 6-15,-7-11 0 0,0 0-12 0,13 5 11 16,-13-5-2-16,15-3 5 0,-15 3-3 15,17-10-1-15,-7 3 7 0,-1 1 2 0,-1-2 3 16,-1 4-8-16,2-3-1 0,-9 7 2 0,13-11-2 16,-13 11 5-16,10-10-6 0,-10 10-3 0,9-5-1 15,-9 5-4-15,0 0 7 0,12-7-12 0,-12 7-5 16,0 0 7-16,0 0-6 0,0 0 7 0,15 4 26 16,-15-4-34-16,6 8 30 0,-6-8-36 0,7 8 21 15,-7-8-50-15,6 13 16 0,-6-13-36 0,9 11-16 16,-9-11-26-16,8 9-16 0,-8-9-19 15,6 8-20-15,-6-8-7 0,0 0-7 0,17 4-14 16,-17-4-228-16,0 0 182 0</inkml:trace>
  <inkml:trace contextRef="#ctx0" brushRef="#br0" timeOffset="42842.47">12476 12331 286 0,'0'0'365'0,"11"-9"-84"0,-11 9-56 16,7-6-32-16,-7 6-39 0,0 0-44 0,9-8-21 15,-9 8 3-15,0 0-8 0,0 0-15 0,0 0-7 16,0 0-9-16,9 4-12 0,-9-4-8 0,5 10-13 15,-5-10 3-15,2 9-6 0,-2-9 3 0,4 11-9 16,-4-11-1-16,7 13 0 0,-7-13 2 16,5 11 0-16,-5-11-10 0,8 10 25 0,-8-10-10 15,6 7 23-15,-6-7-23 0,0 0 25 16,14 7-27-16,-14-7 19 0,0 0-33 0,0 0 15 16,23-4-18-16,-23 4 29 0,14-10-35 0,-10 2 26 15,1 1-28-15,0-3 24 0,0-2-26 0,-1 0 20 16,-3 0-36-16,1-2 32 0,-1 2-15 0,-1-1 23 15,0 3-23-15,-1 0 24 0,1 10-26 0,-5-18 24 16,5 18-24-16,-7-12 23 0,7 12-32 0,-10-5 13 16,10 5 6-16,0 0-2 0,-18 0 0 0,18 0 3 15,-15 9-2-15,7-2 10 0,2 3-5 0,-2-2-16 16,2 1 12-16,1 2 7 0,-1-2-5 16,3 3-3-16,0-3 5 0,0 1 18 0,3-10-24 15,-2 17 18-15,2-17-37 0,5 16 19 16,-5-16-31-16,8 10-13 0,-8-10-10 0,13 10-10 15,-13-10-13-15,16 0-2 0,-16 0 0 0,23-3 5 16,-9-3 11-16,-2 2 4 0,2-4 20 0,1-2 9 16,-1-1 1-16,0 1 19 0,-1-1 19 0,-3 2 11 15,-2 1 30-15,2-1 12 0,-5 1 4 0,3 1 21 16,-8 7-5-16,10-12 3 0,-10 12-8 0,8-9-15 16,-8 9-8-16,0 0-11 0,9-10-9 0,-9 10-6 15,0 0-5-15,0 0-12 0,0 0 8 0,0 0-2 16,10 5-6-16,-10-5 1 0,6 9-2 15,-6-9-1-15,7 14 2 0,-7-14-3 0,5 15 8 16,-3-7-22-16,-2-8 19 0,7 18-10 16,-7-18 2-16,4 15 2 0,-4-15-2 0,5 15 2 15,-5-15 6-15,1 10-4 0,-1-10 2 0,0 0 45 16,2 13-19-16,-2-13 42 0,0 0-42 0,0 0 25 16,0 0-38-16,0 0 38 0,0 0-41 0,0 0 31 15,-3-13-44-15,3 13 33 0,2-20-43 0,-2 3 43 16,4 2-57-16,-1-3 46 0,0 0-48 15,3-3 41-15,0 4-46 0,0 2 31 0,1 1-38 0,-1 2 15 16,1 0-32-16,-2 4 7 0,2 0-45 16,-7 8-29-16,9-13-32 0,-9 13-44 0,0 0-14 15,7-5-73-15,-7 5-204 0,0 0 64 16</inkml:trace>
  <inkml:trace contextRef="#ctx0" brushRef="#br0" timeOffset="43788.48">12843 13584 260 0,'0'0'497'0,"0"0"-151"0,0 0-87 0,0 0-53 16,5-8-61-16,-5 8-16 0,10-13-24 0,-2 0 5 16,2-3-23-16,5-7 33 0,2 0-43 0,4-6 26 15,0-4-42-15,9-9 22 0,-1-2-51 0,2-6 36 16,1-8-43-16,2-4 29 0,1-7-39 0,8-18 24 15,2 2-1-15,-3-4 2 0,3-1-49 0,-4-1 39 16,2 4-39-16,-10 16 35 0,3 1-40 16,-1 4 39-16,-2 6-32 0,-1 3 43 0,-2 7-30 15,-1 6 30-15,-4 4-13 0,-7 11 2 16,1 2-4-16,0 5-4 0,-7 4-4 0,-2 4-4 0,3 0-6 16,-4 3 2-16,-1 2-2 0,-1 3-6 15,-7 6 3-15,13-10-9 0,-13 10 2 0,0 0-12 16,14-3-26-16,-14 3-38 0,9 6 13 0,-9-6-44 15,5 16-5-15,-2-3-21 0,-6 5-57 0,2 3-36 16,-6 2-27-16,-1 9-274 0,-3-2-25 16</inkml:trace>
  <inkml:trace contextRef="#ctx0" brushRef="#br0" timeOffset="44208.48">13582 12200 327 0,'-3'-18'510'0,"2"1"-179"15,-2 0-36-15,1 1-95 0,-1 2-14 16,2 2-58-16,-2-1 9 0,2 3-44 0,-2-2 24 16,2 2-49-16,1 10 23 0,-1-18-18 0,1 18-20 15,1-14-13-15,-1 14 1 0,8-12-48 0,-8 12 38 16,16-7-44-16,-16 7 34 0,23-2-33 0,-3 6 29 16,1 0-32-16,0 3 32 0,3 4-32 0,4 1 23 15,0 0-27-15,-2 5 36 0,-1-2-43 0,-3 2 46 16,0 1-33-16,-2 0 32 0,-7-3-32 0,0 4 30 15,-3 0-31-15,-2 0 31 0,-4 1-38 0,-2-1 40 16,-2 0-34-16,-2 6 27 0,-5-1-38 16,-3 5 5-16,-5 3-53 0,-1-1-56 0,-4 1-54 15,-7 7-105-15,-2-2-286 0,-1 0-102 16</inkml:trace>
  <inkml:trace contextRef="#ctx0" brushRef="#br0" timeOffset="44848.48">13122 13689 390 0,'0'0'475'16,"-8"-5"-137"-16,8 5-56 0,0 0-72 0,-10-9-36 15,10 9-31-15,-7-9 11 0,7 9-58 0,-1-11 7 16,1 11-43-16,4-14 27 0,-4 14-56 16,9-14 35-16,1 4-49 0,4 0 28 0,3-2-39 0,7 0 31 15,3-5-41-15,2 3 35 0,3 1-16 16,5-4 11-16,12-4-8 0,-2 2 0 15,4 1-36-15,3-4 36 0,-2 3-39 0,3 0 28 16,0-1-27-16,0 2 30 0,-1 0-42 0,-4 1 30 16,-7 2-40-16,-3 3 4 0,-3-1-35 0,-1 2-19 15,-2 2-9-15,-6-3-15 0,-4 4 2 0,-2 3-8 16,-4 0 2-16,-4 1 8 0,-14 4 3 0,19-7 15 16,-19 7 4-16,0 0 28 0,9-5 3 0,-9 5 16 15,0 0 0-15,0 0 24 0,-16-8 8 0,16 8 26 16,-22-4 10-16,9 0 17 0,-4 0 22 0,1 0-16 15,-6-1 19-15,4-1-20 0,-1-2 36 16,1 2 1-16,3 0-1 0,1 0 0 16,0 1-10-16,3 0 9 0,11 5-8 0,-17-7 2 15,17 7-10-15,-13-7-7 0,13 7-6 0,-13-6-17 16,13 6-7-16,0 0-15 0,-10-4 1 0,10 4 1 16,0 0-3-16,0 0-3 0,0 0 3 0,0 0 27 15,0 0-35-15,8 10 38 0,-8-10-43 0,19 8 41 16,-8-2-48-16,3-1 38 0,2 0-40 0,-1 3 39 15,-1-1-38-15,0-2 37 0,0 4-42 0,1-1 35 16,-4-1-35-16,0 1 32 16,-1 1-39-16,-1-2 42 0,-4 2-37 0,1 1 36 0,-3-2-38 15,-3 4 24-15,0 0-54 0,-5 2-19 16,-2 1-54-16,-4 2-111 0,-4 0-51 0,-4-1-302 16,-2 2-118-16</inkml:trace>
  <inkml:trace contextRef="#ctx0" brushRef="#br0" timeOffset="45693.48">13053 14270 681 0,'0'0'484'0,"-9"-9"-73"15,9 9-138-15,0 0-31 0,-9-8-77 0,9 8-13 16,0 0-61-16,0 0 14 0,0 0-61 0,0 0 24 15,0 0-45-15,18-2 27 0,-4 6-40 0,5 4 23 16,4 1-32-16,5 3 27 0,4 0-32 0,1 3 33 16,3 0-38-16,0 1 34 0,3 1-35 0,7 6 33 15,0-4-39-15,-1 2 4 16,-8-4 3-16,2 1-7 0,1-2 15 0,-1 1-3 16,-2-2-8-16,2-1-10 0,-3-1-12 0,0 0-1 15,-3-3-4-15,-1 0-11 0,-6-5-7 0,-1 0-42 16,-1 1 19-16,-7-4-30 0,2-1 3 0,-19-1 0 15,31-1-14-15,-31 1-1 0,24-4 3 0,-15-2 27 16,-1 0 7-16,-8 6 25 0,10-14 13 0,-10 14 19 16,1-20 10-16,-6 6 21 0,-1-5 24 0,-3 2 13 15,-3-3 22-15,-2-2 17 0,-5 1 5 0,6 5 20 16,-5 0 2-16,3 0 12 16,-1 3-30-16,0-1 26 0,2 3-42 0,1 3 29 0,3-2-41 15,-3 3 36-15,6 2-50 0,-1-2 35 16,8 7-49-16,-14-8-16 0,14 8 22 0,-10-7 20 15,10 7-44-15,-8-7 28 0,8 7-39 0,0 0 21 16,0 0-26-16,0 0 25 0,0 0-30 0,0 0 33 16,5 12-37-16,4-7 33 0,4 4-35 0,2 3 32 15,2 0-34-15,-2 0 4 0,4 1-7 0,2 4 10 16,0-1 3-16,1 2 2 0,-6-4-1 0,0 1 1 16,-2 0-1-16,0-2 1 0,-2 4 1 15,-1-2-7-15,-3-3 9 0,-3 2 6 16,-2-1-7-16,-2-1-2 0,-1 1-1 0,-4 0-3 0,-4 4-14 15,-4 0-13-15,-3-2-27 0,-5 5 11 0,-4-2-19 16,-3-1-19-16,-6-2-57 0,0 0-19 16,-3-1-26-16,-4-4-45 0,-3 2 10 0,-1-4-247 15,-3-1 88-15</inkml:trace>
  <inkml:trace contextRef="#ctx0" brushRef="#br0" timeOffset="45993.48">12451 14667 128 0,'-14'-5'548'0,"2"-1"-137"15,3 0-89-15,0-2-87 0,9 8-64 16,-10-12-20-16,10 12-33 0,-2-8-22 0,2 8-25 16,0 0 2-16,8-9-9 0,-8 9 0 0,0 0-1 15,30 1 5-15,-15 1 0 0,7 8-1 16,6 1-9-16,0 2 1 0,1 6-1 0,3-1-1 15,2 3-10-15,5 8-3 0,2 0-7 0,1 0 1 16,1 5-1-16,0 2 9 0,-1 3-27 16,0-1 23-16,2 3-28 0,-3 1 9 0,-2 3-17 0,2 2-5 15,-4 1 3-15,3 2 4 0,-2 0-30 0,-1 2-37 16,0 1-15-16,0-1-16 0,3-1 21 16,1 2-43-16,-3 0-37 0,4-3-19 0,0-1-52 0,2-2-19 15,-2-2-74-15,2-3-210 0,-1-4-9 16</inkml:trace>
  <inkml:trace contextRef="#ctx0" brushRef="#br0" timeOffset="46442.48">13545 15995 670 0,'-30'0'501'16,"30"0"-159"-16,-23 0-53 0,23 0-99 0,0 0 3 16,-24 0-74-16,24 0-28 0,0 0 14 0,-14 3-62 15,14-3 35-15,0 0-49 0,0 0-2 0,1 10-1 16,-1-10 32-16,17 9-47 0,-6-5-2 15,7 0-3-15,4 0-11 0,2-1 11 0,4-2-11 16,3 1-10-16,0-5-7 0,6 0-34 0,1-2-19 16,0-4-38-16,-2-3-53 0,1 0-16 15,0-3-23-15,-2-1 29 0,-1-2 11 0,-3-1 61 16,-3 0 48-16,-4 0 69 0,-2 0 60 0,-6 3 48 16,-1 3 16-16,-4 0 5 0,-5 2 7 0,-2 2-46 15,-4 9 31-15,2-12-52 0,-2 12 35 0,-8-9-60 16,8 9 25-16,-18-5-49 0,18 5 30 0,-28 4-49 15,9 1 34-15,-3 3-46 0,-2 4 29 16,-2 4-51-16,3 2 13 0,-1 4-68 0,1 3-57 16,0 3-108-16,2 1-108 0,1 2-235 0,2 1-115 15</inkml:trace>
  <inkml:trace contextRef="#ctx0" brushRef="#br0" timeOffset="50333.48">10947 13508 106 0,'0'0'440'0,"0"0"-161"15,0-12-61-15,0 12-48 0,0 0-17 0,0-13-36 16,0 13-15-16,0 0-13 0,0 0 0 16,0-11 6-16,0 11-18 0,0 0 0 0,0 0-25 15,0 0 11-15,-3-13-23 0,3 13 3 16,0 0-21-16,0 0 8 0,0 0-13 0,0 0 4 15,0 0-17-15,0 0 13 0,0 0-25 0,0 0 32 16,0 0-28-16,-6 8 18 0,6-8-13 0,-3 12 14 16,3-12-9-16,-2 17 8 0,2-5-39 0,0 2 20 15,0 1 18-15,1 2-7 0,-1 9 3 0,3-1-4 16,-1 1 5-16,1 1-3 0,2 7 1 0,-3-1-3 16,2-1-12-16,1 2 3 0,-1-3 7 0,1-3 4 15,-1-2-4-15,1-2 0 0,-1 2 0 0,0-2-1 16,0-2-4-16,-2-2 5 0,2-3-11 0,-1 0 13 15,-1-2-4-15,1-4 2 0,-2 1-1 16,3-2 3-16,-4-10-2 0,2 16 0 16,-2-16 1-16,1 11-36 0,-1-11 40 0,3 11-3 15,-3-11 3-15,0 0-4 0,3 13 2 0,-3-13-1 16,0 0 3-16,0 0 1 0,2 12-17 0,-2-12 10 16,0 0-2-16,0 0 2 0,0 0-1 0,2 10 3 15,-2-10-2-15,0 0 0 0,0 0 0 0,0 0-9 16,0 0 9-16,0 0-3 0,0 0 2 0,0 0 1 15,2 9 0-15,-2-9-1 0,0 0 2 0,0 0-3 16,0 0-7-16,0 0 8 0,0 0-4 16,0 0-8-16,0 0-19 0,0 0-34 0,0 0-44 15,0 0-40-15,-19 1-45 0,19-1-29 16,0 0-273-16,-26 1 45 0</inkml:trace>
  <inkml:trace contextRef="#ctx0" brushRef="#br0" timeOffset="62565.46">14264 10798 361 0,'0'0'295'0,"0"0"-68"0,0 0-44 0,-5-8-43 16,5 8-3-16,0 0-28 0,0 0-5 0,-9-8-18 15,9 8 8-15,0 0-4 0,0 0-20 0,-4-7 21 16,4 7-31-16,0 0-3 0,0 0-16 0,0 0 1 16,0 0-17-16,-6-8 5 0,6 8-15 0,0 0 1 15,0 0-16-15,0 0 18 0,0 0-15 16,0 0 12-16,0 0-13 0,0 0 14 16,0 0-12-16,-3 9 7 0,3-9-9 0,3 17 16 15,-3-17-18-15,4 15 23 0,-2-5-1 0,1 2 6 16,-1-3-10-16,3 3-1 0,-2-2 1 0,1 1-11 15,-2-1 14-15,2 0-5 0,-4-10 1 0,8 15 7 16,-8-15 11-16,10 14 47 0,-10-14-39 0,14 10 37 16,-14-10-43-16,19 2 34 0,-19-2-42 0,29-3 8 15,-9-5-8-15,1-2 5 0,6-3-6 0,0-6-2 16,1-1-32-16,0-4 28 0,0 0-29 0,2 0 24 16,-4-2-30-16,-1 1 31 0,1 3-28 0,-4 0 31 15,-1 3-39-15,-7 5 34 16,-1 2-41-16,-2 3 21 0,-4 1-61 0,-1 2 20 15,-6 6-41-15,13-8 31 0,-13 8-32 0,0 0 9 16,0 0-22-16,10 9-29 0,-10-9-10 0,-1 22-38 16,-2-5-24-16,-1 3-35 0,-1 2-267 0,-2 1 35 15</inkml:trace>
  <inkml:trace contextRef="#ctx0" brushRef="#br0" timeOffset="63050.46">14536 11904 112 0,'0'0'525'0,"0"0"-155"0,0 0-83 15,7-9-54-15,-7 9-65 0,0 0-35 16,0 0-26-16,0 0-25 0,0 0-8 0,0 0-11 16,0 0-16-16,0 0 8 0,0 0-12 0,0 0-11 15,9 6-8-15,-9-6-3 0,2 17-4 0,3-6-3 16,-1 2-45-16,0 4 41 0,2 3-12 0,-2-1 24 15,3 1-25-15,0 1 16 0,-1-1-20 0,1 1 21 16,1-1-21-16,0-3 12 0,1-1-5 0,-1-2 24 16,0-3-23-16,2-1 41 0,0 1-21 15,-2-6 44-15,3 0-38 0,-11-5 43 0,20 2-45 16,-20-2 36-16,28-7-47 0,-9-4 35 0,5-4-14 16,0-3 0-16,1-4-6 0,2-2-6 0,1-2-5 15,4-8-3-15,1 1 40 0,-1-1-58 16,-7 5 50-16,1 4-61 0,-2 1 50 0,-1 2-65 15,-9 6 25-15,-1 3-74 0,1 1-8 0,-6 7-40 16,-8 5-32-16,0 0-53 0,11-4-20 0,-11 4-58 16,0 0-257-16,-6 13-46 0</inkml:trace>
  <inkml:trace contextRef="#ctx0" brushRef="#br0" timeOffset="63933.46">14927 13955 486 0,'0'0'410'0,"0"0"-103"0,0 0-70 0,0 0-65 16,0 0-40-16,0 0-12 0,0 0-36 0,16 3 3 15,-16-3-18-15,0 0 15 0,0 0-30 0,5 7 5 16,-5-7-24-16,0 0 27 0,0 0-42 0,10 8 29 15,-10-8-37-15,0 0 31 0,11 7-35 0,-11-7 37 16,0 0-54-16,18 2 52 0,-18-2-37 0,14-3 31 16,-14 3-39-16,26-9 35 0,-8-2-41 15,0 0 35-15,6-6-39 0,3-2 36 16,1-5-44-16,8-7 42 0,1-1-44 0,0-3 45 16,2 0-13-16,0 1 5 0,-2 0-1 0,-3 2-3 15,-3 6-9-15,-6 4 23 0,-2 2-24 0,-5 5-1 16,-5 1-7-16,-3 7-13 0,-10 7-31 0,13-12-27 15,-13 12-33-15,0 0-28 0,0 0-71 0,0 0-20 16,0 0-74-16,0 0-180 0,-11 12 69 0</inkml:trace>
  <inkml:trace contextRef="#ctx0" brushRef="#br0" timeOffset="64844.46">15387 15736 151 0,'0'0'434'0,"7"-10"-138"0,-7 10-28 16,0 0-43-16,2-13-49 0,-2 13-33 0,0 0-23 16,3-10-17-16,-3 10-22 0,0 0 5 0,0 0-15 15,1-12-7-15,-1 12-10 0,0 0-10 16,0 0-8-16,0 0-9 0,3-8-12 0,-3 8 7 15,0 0-10-15,0 0 6 0,7 7-1 0,-7-7-4 0,8 13 0 16,-4-4 26-16,1 3-47 0,-1-3 44 16,0 5-36-16,2 0 32 0,-2 0-37 15,1-1 33-15,-1-1-34 0,-1-2 29 0,3 0-36 16,-1-1 63-16,-2-1-49 0,-3-8 47 0,11 11-31 16,-11-11 35-16,16 5-40 0,-16-5 40 0,20-3-47 15,-4-6 38-15,2-2-43 0,5-7 34 0,1-3-47 16,2-4 4-16,1-3 7 0,4-7-1 0,0-2 0 15,0 3-6-15,-7 5 3 0,1 0-19 0,-3 3-4 16,-1 2 2-16,-3 4-9 0,-3 7-19 0,-6 3-20 16,-9 10-43-16,9-8-35 0,-9 8-44 15,0 0-46-15,0 0-69 0,-2 11-163 16,-2-1 82-16</inkml:trace>
  <inkml:trace contextRef="#ctx0" brushRef="#br0" timeOffset="106804.97">7690 2900 528 0,'-18'-3'368'0,"1"1"-88"0,3-2-53 0,0 1-63 0,14 3-27 16,-27-4 0-16,27 4-15 0,-22-4-15 15,22 4-1-15,-19-5 21 0,19 5-40 0,-19-4 18 16,19 4 5-16,0 0-23 0,-18-2-5 0,18 2-9 16,0 0-16-16,0 0-8 0,-14-3-12 15,14 3-4-15,0 0-5 0,17-3-3 0,2 2-1 16,9-2-6-16,17 3-2 0,19-5-8 0,8-2-2 15,14 2 5-15,10-3 0 0,30-4 2 0,9 3-6 16,5-4 7-16,7 1 2 0,0 1-10 0,3 1 10 16,-1-4-4-16,2 3 3 0,-3 0-6 15,-5 1 3-15,-9 1-1 0,-6 2-4 0,-28 0-5 16,-6 1 2-16,-4 1 0 0,-8 2-1 0,-8-1-2 16,-8-1 2-16,-17 5-4 0,-7-4-6 0,-12 3-5 15,-1-1-2-15,-8 2-3 0,-21 0 1 0,25-1 2 16,-25 1-27-16,0 0-38 0,0 0-9 0,0 0-14 15,-23 4-20-15,-13 0-33 0,-10-2 8 0,-17 5-21 16,-10-2 8-16,-8 2 25 0,-9-1-7 0,-4 1 19 16,-5 0 6-16,-3-2 19 0,-26 4 12 0,-1-1 31 15,0 0 0-15,-1-1 11 0,1 2 19 0,2 0 11 16,25-1 30-16,-23 1 5 0,26-1 22 16,2-1 13-16,3 0-15 0,0 3 11 15,6-3-9-15,4 0 18 0,5 1-15 0,7-3 27 16,6 2-21-16,15-2 32 0,4-2 8 0,7-1 0 15,10 0 5-15,5 1-6 0,7-2-13 0,18-1-16 16,-22 0-14-16,22 0-1 0,0 0-2 0,9-4-5 16,14 0-4-16,14-2-2 0,12 0-7 0,18-2 8 15,11 0-4-15,9-1 2 0,8 1 0 0,31-1-3 16,3-3-2-16,9 3-4 0,3 2-5 0,1-1 2 16,2 3 6-16,3-3 2 0,2 4 8 0,-1-1 4 15,-1 1 4-15,-7 0-4 0,-2 3 4 0,-6-2-4 16,-29 0 0-16,1 3-1 0,-10-1-3 15,-4 0-3-15,-14-1 2 0,-8 2 5 0,-17-1-13 0,-10 1-11 16,-10 0-5-16,-4 0-3 0,-7 0-1 16,-20 0 1-16,26-2-5 0,-26 2-18 0,0 0-38 15,0 0-42-15,-21-1-22 0,-11 1 5 0,-14-1 0 16,-20 0 9-16,-11-1 11 0,-10 0 15 16,-7 2-26-16,-9 0 36 0,-8 0-18 0,-28 0 40 15,6 4-31-15,-2-1 48 0,2 0-27 0,4 1 31 16,20 2-20-16,-16 0 35 0,25 0-28 0,4 1 35 15,4 0-24-15,7 1 33 0,4-2-33 0,7 0 54 16,5 1-32-16,19-1 46 0,3-3-29 0,6 2 38 16,12-3-22-16,3 1 29 0,4-2-6 15,6 1-6-15,16-2-6 0,-19 2-1 0,19-2-16 16,0 0-6-16,0 0 0 0,0 0 3 0,32 0-6 16,0-1 3-16,13 0-1 0,21-2-2 0,9 0-1 15,8-1 6-15,9 0-2 0,4 2-4 0,6-2 2 16,6 1-6-16,27-2 2 0,-1 1 0 0,3 0 0 15,-7 0-1-15,-21 0-2 0,20 1 7 0,-26-2 4 16,2 2 5-16,-4 1 19 0,-5-4-10 0,-4 3 2 16,-10 0 0-16,-9-1 4 0,-20 2-4 0,-4 0 4 15,-8 1-12-15,-12-2 0 0,-1 3-5 16,-8-1-4-16,-1 1-5 0,-19 0-2 0,21-3-1 16,-21 3-1-16,0 0-2 0,0 0-6 15,0 0-5-15,-27-3-10 0,-3 2 1 0,-17 1 0 16,-7-1 1-16,-19 2 2 0,-4 0 0 0,-6 2 4 15,-5 0-1-15,-5 1 1 0,-3 1-4 0,-4 2 4 16,1 2 2-16,0 1 1 0,1 0 3 0,2-1-3 16,4 3 1-16,1-2-5 0,7 2 4 0,2-2 1 15,9 0-1-15,3 0 0 0,7 0 0 0,16-4-1 16,5-1 5-16,6 0-6 0,7 1 1 0,7-5-2 16,3 2-1-16,19-3 1 0,-22 4 4 0,22-4-1 15,0 0 0-15,0 0-4 0,19-1 3 0,8-2 3 16,14-1 0-16,11-2-1 0,17-1 2 15,11-1 2-15,5-1-1 0,11-1-1 0,27-2 0 16,2 0-3-16,0 1 4 0,-1-2 5 0,4 3 0 16,-3 0-3-16,2 3-3 0,-26-1-4 0,0 0 0 15,-4 2 9-15,-6 1 0 0,-6 1 4 0,-6 0 8 16,-8-2-3-16,-18 4 3 0,-8-1-2 16,-3 1 3-16,-11 0-5 0,-3 1 2 0,-9-1 0 15,0 2-1-15,-19 0-3 0,27-3-6 0,-27 3-5 16,22 0 2-16,-22 0-1 0,0 0-4 0,16-1-15 15,-16 1-24-15,0 0-34 0,0 0-32 16,0 0-2-16,-14 4-12 0,14-4-27 0,-25 5-52 0,7 0-101 16,-5-1-82-16,0 1-167 0,0-2-54 15</inkml:trace>
  <inkml:trace contextRef="#ctx0" brushRef="#br0" timeOffset="115754.29">1905 13796 174 0,'0'0'267'0,"0"0"-77"0,-9-8-27 0,9 8-32 0,0 0 21 15,-8-9-80-15,8 9 12 0,0 0 9 0,-8-9-5 16,8 9-14-16,0 0-12 0,-7-8 4 16,7 8-18-16,0 0-14 0,-9-8 25 15,9 8-24-15,0 0 27 0,-9-6-38 0,9 6 24 16,0 0-30-16,0 0 37 0,-9-6-37 0,9 6 38 16,0 0-38-16,0 0 37 0,0 0-35 0,0 0 21 15,-10-6-24-15,10 6 38 0,0 0-40 0,0 0 38 16,0 0-33-16,0 0 28 0,0 0-32 0,0 0 34 15,0 0-40-15,-8-6 23 0,8 6-26 0,0 0 22 16,0 0-25-16,0 0 13 0,0 0-18 16,0 0 12-16,0 0-19 0,0 0 24 0,0 0-22 0,0 0 20 15,0 0-23-15,0 0 21 0,0 0-23 0,0 0 24 16,0 0-24-16,0 0 22 0,0 0-18 16,8-5 25-16,-8 5-35 0,0 0 22 0,19-3-15 15,-19 3 20-15,19-1-20 0,-19 1 22 0,27-5-22 16,-13 4 22-16,4 0-24 0,-1 0 24 0,2-3-21 15,1 2 16-15,-2-1 4 0,5 1-9 16,0 0 6-16,-5-1-2 0,1 1 0 0,-1-1-3 16,-1 0 2-16,-1 1-3 0,-3-1 3 0,-13 3-4 15,24-2 0-15,-24 2-1 0,17-1-4 0,-17 1 5 16,0 0-7-16,22-2 2 0,-22 2 7 0,0 0 0 16,0 0-2-16,20-2 0 0,-20 2 2 15,0 0-3-15,0 0 0 0,0 0 3 0,0 0-3 16,17 3-3-16,-17-3-2 0,0 0 7 0,0 0-6 15,0 0 1-15,-5 11 4 0,5-11-1 0,-11 8-1 16,11-8-20-16,-16 8 15 0,16-8-14 0,-25 7 26 16,11-5-26-16,-2 3 26 0,-1-5-22 0,-1 1 23 15,0 0-26-15,18-1 23 0,-33-1-20 0,15 1 28 16,-1-1-27-16,1 1 28 0,18 0-29 0,-29-5 30 16,29 5-28-16,-31 0 25 0,31 0-25 15,-24 0 20-15,24 0-18 0,-22 0 11 0,22 0-13 16,-19 0 32-16,19 0-30 0,0 0 30 0,-22 0-29 15,22 0 26-15,0 0-28 0,0 0 27 0,-19 0-28 16,19 0 37-16,0 0-37 0,0 0 21 16,0 0-22-16,0 0 23 0,9-10-21 0,0 5 28 15,2-1-26-15,3 0 27 0,3-2-29 0,1 0 27 16,0 0-2-16,1 1-2 0,-1 0-3 0,-4 2-7 16,1-1-1-16,-2 0 7 0,-1 3-6 0,-1-2 6 15,-11 5-2-15,17-4 7 0,-17 4-9 16,14-5 1-16,-14 5 1 0,0 0 1 0,14-5 0 0,-14 5 0 15,0 0-3-15,0 0-4 0,0 0 5 16,0 0-1-16,0 0-11 0,0 0 12 0,-18-3 0 16,4 6-1-16,0 1 1 0,-7 2-23 0,1 1 24 0,-2-3-22 15,0 4 25-15,1-1-24 0,-1 3 22 16,0-3-16-16,2 1 20 0,-2 1-26 16,3 0 28-16,1 0-22 0,0-2 22 0,4 1-23 15,1-2 23-15,2-1-23 0,2-1 22 0,9-4-27 16,-16 8 28-16,16-8-22 0,-11 7 17 0,11-7-18 15,0 0 18-15,-10 5-18 0,10-5 27 0,0 0-27 16,0 0 25-16,0 0-24 0,0 0 24 0,24-5-22 16,-12 0 21-16,1-2-23 0,6-1 18 0,-2-1-14 15,1-1 21-15,3 1-29 0,-2-1 22 0,-1 2 6 16,0-1-3-16,-3-2-1 0,-1 7-2 0,-2-3 0 16,-3 2-1-16,-9 5-2 0,16-9 2 0,-16 9-2 15,10-5 1-15,-10 5 1 0,0 0-2 16,0 0-8-16,8-5 8 0,-8 5-3 0,0 0 1 15,0 0 0-15,-20 5-20 0,7-1 22 0,0 3-20 16,0-1 23-16,-5 3-21 0,1-1 17 16,0 1-14-16,-1 1 19 0,3-1-25 0,1-1 27 15,2-1-22-15,1 1 22 0,-1-4-23 0,12-4 23 16,-14 11-23-16,14-11 23 0,-10 4-24 0,10-4 23 16,0 0-18-16,-8 8 14 0,8-8-13 0,0 0 13 15,0 0-18-15,0 0 26 0,23-1-23 0,-10-5 23 16,4 2-22-16,2-5 22 0,1 1-22 0,3-4 21 15,0 3-3-15,-2-2-4 0,0 2 0 0,0-1 2 16,-2 2-7-16,-2 0 0 0,-5 1 7 16,1 1-2-16,-13 6 0 0,17-7 0 0,-17 7 0 15,11-6-1-15,-11 6-2 0,0 0-1 0,8-6 0 16,-8 6-5-16,0 0-1 0,0 0 0 0,0 0-19 16,-20 2-14-16,20-2-61 0,-21 6-13 0,10-2-59 15,-1 1-53-15,12-5-37 0,-22 9-246 0,22-9 29 16</inkml:trace>
  <inkml:trace contextRef="#ctx0" brushRef="#br0" timeOffset="122700.62">10966 13655 210 0,'0'0'257'0,"-8"-7"-91"15,8 7-28-15,0 0-31 0,-8-10-14 0,8 10-5 16,0 0-1-16,-6-12-1 0,6 12-11 0,0 0 16 15,-5-10-11-15,5 10 9 0,0 0-13 0,0 0-1 16,-1-12-9-16,1 12-3 0,0 0 10 0,0 0-24 16,0 0-6-16,-4-9-17 0,4 9 7 0,0 0-4 15,0 0 4-15,0 0-14 0,0 0 1 0,0 0-8 16,-3-11 2-16,3 11-7 0,0 0 5 0,0 0-8 16,0 0 7-16,0 0-17 0,0 0 20 15,0 0-8-15,2 14 16 0,-2-14-20 0,1 11 7 16,-1-11-5-16,3 22 17 0,-2-10-11 0,0 4 20 15,-1 5-43-15,1 1 50 0,1 2-24 16,-2 0 20-16,0 3-26 0,0 1 24 0,0-2-28 16,-2 1 24-16,2-1-29 0,0 2 26 0,0-1-38 15,2-1 40-15,-2-2-30 0,2 2 25 0,-1-3-2 16,1 1-4-16,-1-7-2 0,0 2-3 0,0-2-10 16,1 0 9-16,-1-3 0 0,0-2-4 0,1 1 3 15,-1-4-4-15,0 2-1 0,-1-11-1 0,0 18-1 16,0-18-1-16,0 12-9 0,0-12-5 0,3 10-4 15,-3-10-32-15,0 0-40 0,0 0-42 16,1 10-16-16,-1-10-42 0,0 0 12 0,0 0-57 16,0 0-25-16,0-15-124 0,0 15 207 15</inkml:trace>
  <inkml:trace contextRef="#ctx0" brushRef="#br0" timeOffset="123317.62">10901 13629 281 0,'-5'-12'375'0,"1"2"-99"0,-1 0-78 0,-2 0-28 16,2 2-21-16,0 0-24 0,5 8-3 16,-6-14-18-16,6 14-12 0,-8-12-15 0,8 12 10 15,-6-8-32-15,6 8-1 0,0 0-23 0,-7-12 5 16,7 12-29-16,0 0 16 0,0 0-13 0,0 0 10 15,0 0-12-15,0 0 11 0,0 0-16 0,0 0 14 16,0 0-17-16,14 9 9 0,-14-9-7 0,12 13 22 16,-5-6-26-16,4 3 22 0,-1-1-23 0,1 4 20 15,2 1-19-15,0 0 23 0,1 1-38 0,-1 2 25 16,2-4-10-16,-2 3-4 0,0 2 4 0,2-2 0 16,-2 3 2-16,2-4-1 0,-1 1 1 15,0-1-1-15,2-1 1 0,0-1 0 0,0-2-10 16,0 0 12-16,-2-2-2 0,0-2 0 15,-1 1 0-15,2-1 2 0,-2-3-1 0,-2 1 1 16,-11-5 1-16,19 8-16 0,-19-8 18 0,13 4 0 16,-13-4 4-16,11 5-7 0,-11-5 9 0,0 0-6 15,13 3 1-15,-13-3 7 0,0 0 2 0,0 0-7 16,0 0 10-16,12 5-4 0,-12-5 6 0,0 0-11 16,0 0-3-16,0 0 0 0,0 0-3 0,0 0 0 15,0 0 0-15,0 0-1 0,0 0-10 16,0 0 11-16,0 0-6 0,0 0 6 0,-16-2 0 0,16 2-2 15,0 0-1-15,0 0 1 0,0 0-1 16,-14 6-9-16,14-6 10 0,-13 8-5 16,7-1 6-16,-2 0-2 0,-1 1 32 0,-4 2-36 15,4-1 28-15,-5 5-30 0,3-1 0 0,-2 3-9 16,-1-1 38-16,1 0-36 0,-2 1 37 0,2-1-35 16,0 2 28-16,0-3-30 0,2 1 31 0,-2 2-28 15,1-2 16-15,1 1 10 0,1-4-3 0,2 1-3 16,-2-2-3-16,5-3 0 0,-2 1-3 0,2-1-2 15,5-8-14-15,-7 14-4 0,7-14-13 0,-8 11-38 16,8-11-36-16,-5 8-37 0,5-8-19 0,0 0-71 16,-7 8-25-16,7-8-231 0,0 0 62 15</inkml:trace>
  <inkml:trace contextRef="#ctx0" brushRef="#br0" timeOffset="124129.62">10940 13631 272 0,'0'-14'395'15,"0"14"-140"-15,0 0-49 0,2-10-59 0,-2 10-18 16,0 0-37-16,0 0 1 0,0 0-10 0,0 0-3 16,7 7-13-16,-7-7-15 0,8 18 0 0,-4-2-6 15,1 4-8-15,0 4-5 0,-4 0-2 0,6 3-1 16,-2 6-5-16,-1-1-13 0,-1 1 12 0,3-2-2 16,-4-3-5-16,1 1 4 0,-2-3-11 0,3 3 8 15,-2-5-11-15,-2 2 7 0,0-1-25 0,0-5 21 16,1-1-11-16,-1 0 20 0,2-2-15 15,-2-2 15-15,0-1-16 0,0-2 13 16,0-1-15-16,0-11 20 0,1 19-23 0,-1-19 7 16,-1 15-8-16,1-15 20 0,0 11-22 0,0-11 17 15,1 10-14-15,-1-10 22 0,0 0-18 0,0 12 28 16,0-12-35-16,0 0 42 0,0 0-9 0,0 0-30 16,1 10 27-16,-1-10-4 0,0 0-7 0,0 0-1 15,0 0-3-15,0 0-10 0,0 0 9 0,6-8-2 16,-6 8-3-16,2-9-6 0,-2 9-18 0,4-8 29 15,-4 8-29-15,4-9 33 0,-4 9-41 16,6-9 42-16,-6 9-34 0,5-8 51 0,-5 8-44 16,4-7 32-16,-4 7-40 0,8-8 32 0,-8 8-28 15,9-7 28-15,-9 7-36 0,11-10 41 16,-11 10-31-16,13-8 26 0,-13 8-27 0,18-11 26 16,-9 6-27-16,0-1 23 0,3-2-22 0,0 0 23 15,1 1-34-15,-2 0 39 0,2 0-32 0,0-1 11 16,-2 1 1-16,2 0 11 0,-4 2-10 0,1-2 3 15,0 3-2-15,-10 4-9 0,15-9 15 0,-15 9-4 16,11-7 4-16,-11 7 1 0,0 0 2 0,14-9 1 16,-14 9-4-16,0 0 1 0,0 0-11 15,10-5 9-15,-10 5 1 0,0 0 2 0,0 0 0 16,0 0 1-16,0 0-2 0,0-11 0 16,0 11 1-16,0 0-5 0,0 0 5 0,-7-8-4 0,7 8 10 15,0 0-7-15,-9-11 1 0,9 11-1 16,-8-9-32-16,8 9 43 0,-10-11-11 0,3 5 9 15,1-2-4-15,0 0 1 0,-2 1-1 0,2-1 0 16,-1 0-2-16,1-1-1 0,-2 1-1 0,3 0 2 16,-1 0-13-16,-1 0 13 0,1-1-17 0,0 1 21 15,-1 0-5-15,2 0-1 0,0 0 1 0,0 1-3 16,-1 0-2-16,6 7 1 0,-8-15-28 0,8 15 20 16,-8-14-18-16,8 14-41 0,-8-10-46 15,8 10-49-15,-8-11-43 0,8 11-332 0,-11-8-35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7:03:05.197"/>
    </inkml:context>
    <inkml:brush xml:id="br0">
      <inkml:brushProperty name="width" value="0.05292" units="cm"/>
      <inkml:brushProperty name="height" value="0.05292" units="cm"/>
      <inkml:brushProperty name="color" value="#FF0000"/>
    </inkml:brush>
  </inkml:definitions>
  <inkml:trace contextRef="#ctx0" brushRef="#br0">2124 12541 322 0,'-7'-14'411'15,"1"2"-114"-15,-3-2-51 0,1 4-39 0,-1-1-47 0,1 2-21 16,0 0-7-16,0 2 28 0,0-1-54 0,0 2 53 15,-1 0-52-15,9 6 29 0,-15-9-49 0,15 9 37 16,-13-8-38-16,13 8 8 0,0 0-41 16,-16-1 16-16,16 1-20 0,-13 12 30 0,8 0-17 15,0 5 9-15,1 7-23 0,-1 9 8 0,2 2-2 16,1 5-11-16,1 3-21 0,1 5 3 0,3 1-15 16,1 10 12-16,3-2-10 0,1-2-6 0,4-2-4 15,-3-11 15-15,4-1 0 0,1-2-9 0,3-3-12 16,1-2 16-16,1-4-17 0,3-2 16 0,1-6-3 15,1-2-1-15,-1-2-1 0,3-6-2 0,-3-5-6 16,2-3 0-16,3-4 8 0,-1-4-1 0,2-3-15 16,3-2 13-16,-1-8-13 0,-2-4 8 0,0-6-14 15,3-8 17-15,-5-6-18 0,-2-2 15 0,-3-7-20 16,-4 0 9-16,-7-4-7 0,-3-5 2 16,-3-3 57-16,-2 0-62 0,-6-1-12 0,-3 1 33 15,-2 3-19-15,0 4 19 0,-2 12-6 16,-1 1 24-16,-3 5 2 0,1 3 20 0,-1 5-14 15,-3 4 16-15,3 4-14 0,-1 5 11 0,0 4-13 16,2 5 4-16,13 7-11 0,-22-1 5 0,12 6-12 16,-3 7 12-16,0 4-11 0,0 11 11 0,4 3-12 15,0 5 9-15,5 5-4 0,2 2-4 0,2 3 51 16,2 4-66-16,5 8 4 0,3 0 2 16,0-3-8-16,3 2 3 0,2-5-3 0,1-1 9 0,2-4-9 15,1 0 11-15,-4-9-9 0,3-5 9 0,0-1-12 16,2-2 5-16,1-2-11 0,-2-4-10 15,3-2-51-15,0-3-23 0,-7-4-91 0,4-4 17 16,-1-2-57-16,-1-1-56 0,-1-4-18 0,-16-3-112 16,29 0-235-16,-13-3-177 0</inkml:trace>
  <inkml:trace contextRef="#ctx0" brushRef="#br0" timeOffset="232.99">2879 12845 594 0,'-2'-12'481'0,"1"1"-113"0,1 11-103 16,-4-17-52-16,4 17-35 0,-4-14-29 16,4 14-15-16,0 0-24 0,-2-11-12 0,2 11-12 15,0 0-4-15,0 0-54 0,1 12 39 0,0 1-74 16,3 3 54-16,0 5-43 0,1 3 39 0,0 2-58 16,0 5 45-16,2 2-40 0,-1 0 42 0,-1-1-57 15,3-2 25-15,-2 0-68 0,-1-5 18 0,2-2-61 16,-2-4-46-16,1-3-45 0,-2-1-16 0,1-5-32 15,-5-10-61-15,7 12-158 0,-7-12 99 0</inkml:trace>
  <inkml:trace contextRef="#ctx0" brushRef="#br0" timeOffset="400">2812 12414 545 0,'-5'-8'349'0,"5"8"-99"16,-10-5-61-16,10 5-47 0,0 0-43 0,-14 7-36 15,14-7-9-15,-7 14-18 0,6-5-15 0,2 1-21 16,2 4-42-16,2 4-12 0,5 1-19 0,-1 3-40 16,5 3 15-16,4 0-23 0,-2 0-41 0,1 0-151 15,1-3 287-15</inkml:trace>
  <inkml:trace contextRef="#ctx0" brushRef="#br0" timeOffset="1017.99">2981 12755 635 0,'11'16'175'0,"3"2"-35"16,-3-2 36-16,0 1-14 0,-1 2-19 0,-1-2-12 15,0 4 3-15,1-2-15 0,-2 0 15 0,1 0-34 16,-2 0 21-16,0-4-53 0,-2-2 17 15,0 2-36-15,2-2 39 0,-2-2-60 0,0-2 55 16,1 0-60-16,-6-9 52 0,13 10-56 0,-13-10 48 16,12 4-53-16,-12-4 42 0,16-8-56 0,-4-1 43 15,-1-5-50-15,2-2 45 0,-1-4-51 0,-1-6 43 16,-2-3-3-16,3-2-4 0,-6 0-16 16,-1-3 8-16,-1 2 48 0,-3 3-67 0,-2 2 8 15,0 4-1-15,-2 2 13 0,1 3 9 0,-4 4 6 16,0 1-1-16,-2 5-11 0,8 8 9 0,-14-6 1 15,14 6 45-15,-21 6-64 0,9 1 52 0,-3 8-62 16,1 3 1-16,-2 7 1 0,5 2 1 16,-2 5-31-16,4 1 27 0,3 1-16 0,0 3 29 15,5-2-29-15,0-4 29 0,2 3-30 0,4-2 29 16,1-1-30-16,1-7 29 0,2-1-7 0,0-4-3 16,4-1 1-16,0-3-25 0,0-2-21 0,0-8-10 15,-1 0-35-15,-12-5-29 0,28 0 25 0,-14-7-28 16,5-3-15-16,-1-4 8 0,0-5 3 0,0-5 4 15,-2-2 37-15,-1-5 11 0,-4 2 21 0,1-4 7 16,-2 2 53-16,-1 0 23 0,-2 6 27 0,-2 5 48 16,1-1 4-16,-2 7-9 0,-3 1-10 0,-1 13-8 15,5-16-16-15,-5 16-12 0,0 0-3 0,0 0-13 16,0 0 3-16,0 0-7 0,0 0-4 16,3 11-54-16,-3-11 46 0,0 22-42 15,0-8 51-15,0 1-68 0,1 3 67 0,2-2-51 16,-1 2 49-16,0-3-51 0,0 1 47 0,3-4-52 15,-1-2 51-15,0 2-50 0,0-4 48 0,-4-8-53 16,10 13 54-16,-10-13-54 0,11 5 46 0,-11-5-42 16,11-4 50-16,-11 4-58 0,12-14 58 0,-1 3-47 15,-2-3 50-15,0-2-51 0,2 0 51 0,-2-2-47 16,0 1 53-16,1 1 1 0,-2 3 1 0,0 1 3 16,-2 1-3-16,-6 11 0 0,13-11 5 0,-13 11 9 15,0 0-6-15,15-1-6 0,-15 1 5 0,10 9-34 16,-5-1 24-16,-1 2-31 0,0 4 26 15,0-2-32-15,-1 5 26 0,-1-1-38 0,2 0 10 16,-3 1-65-16,3-2 22 0,-2-1-72 0,1-3 23 16,0-1-54-16,-3-10-36 0,6 15-26 0,-6-15-32 15,9 7-3-15,-9-7-288 0,11-6-36 0</inkml:trace>
  <inkml:trace contextRef="#ctx0" brushRef="#br0" timeOffset="1218">3798 12351 543 0,'3'-29'456'0,"2"7"-46"0,-3 5-149 0,-1 4-7 16,-1 13-104-16,3-14 36 0,-3 14-60 0,0 0 52 16,0 0-68-16,7 10 21 0,-6 3-32 0,0 5 9 15,2 7-20-15,-1 4-20 0,2 9-16 0,1 0-7 16,0 3 44-16,0 3-67 0,0 0-10 0,2 0-28 16,-1-1-18-16,3 3-32 0,-2-4-58 0,-1-1 29 15,2-1-47-15,1-2-12 0,-4-5-9 0,1 1-43 16,1-9-21-16,-4-3-28 0,0-6-61 0,-1-4-154 15,-2-12 96-15</inkml:trace>
  <inkml:trace contextRef="#ctx0" brushRef="#br0" timeOffset="1368">3833 12884 204 0,'-7'-18'644'0,"1"2"-193"16,1 0-91-16,-1 7-88 0,3-1-55 16,-2 1-42-16,5 9-37 0,-7-14-31 0,7 14-27 15,-2-9-16-15,2 9-13 0,2-10-12 0,-2 10-6 16,14-11-19-16,-3 4-29 0,0-1-25 0,8 0-75 15,2-1-85-15,-1 1-23 0,3 1-104 0,-1-1-230 16,2 2-69-16</inkml:trace>
  <inkml:trace contextRef="#ctx0" brushRef="#br0" timeOffset="1634">3143 13541 94 0,'0'0'810'0,"0"0"-265"16,0 0-160-16,-13-7-75 0,13 7-68 0,0 0-51 15,0 0-51-15,13-11-53 0,-1 5 1 0,7-3-17 16,6-3-4-16,6-1-13 0,5-2-12 0,11-3-8 15,5-2-8-15,2-1-42 0,4 1-4 0,-2-1-84 16,2 1-9-16,-3 1-39 0,-3-1-67 16,-2 3-20-16,-13 5-52 0,-2-2-293 0,-3 3-118 15</inkml:trace>
  <inkml:trace contextRef="#ctx0" brushRef="#br0" timeOffset="1818">3544 13415 354 0,'-32'15'676'0,"0"1"-163"15,0 0-135-15,2 1-79 0,3 0-58 16,4-1-93-16,8-3-14 0,1-1-42 0,4-1-24 16,5-3 17-16,5-8 25 0,-2 12-24 0,2-12 7 15,13 7-29-15,-13-7 2 0,40 0-31 0,-5-7-5 16,5 0-56-16,16-6-103 0,2-3-44 16,3-2 42-16,1-5-12 0,-1-1-24 0,0 2-78 15,-2-6-112-15,-2 2-251 0,-5-1-139 0</inkml:trace>
  <inkml:trace contextRef="#ctx0" brushRef="#br0" timeOffset="3650.99">4723 14251 187 0,'0'0'192'0,"0"0"-37"0,0 0-56 15,0 0 0-15,-13-5-25 0,13 5-4 0,0 0-17 16,0 0 8-16,0 0-13 0,0 0 2 0,-9-5 1 15,9 5-5-15,0 0-7 0,0 0-2 0,0 0-2 16,0 0-8-16,0 0-2 0,0 0 6 16,0 0 0-16,14-2 8 0,-14 2-14 0,0 0-6 15,22 3 0-15,-22-3-8 0,27 6 3 0,-9-3-14 16,5 0 13-16,2 0-6 0,7-2 5 16,4 3-6-16,5-2-1 0,2-4-4 0,3 2 5 15,4-1-5-15,5-2 4 0,9-1-3 0,3-2 3 16,-1 0-15-16,2-3 20 0,4 2-9 0,-1-2 8 15,2-2-7-15,5 1 5 0,0-3-9 0,4 1 8 16,1-1-5-16,0 0 2 0,2-1-2 0,-2 0 5 16,2 1-7-16,-2-1 9 0,-2 1-7 0,-3 1 7 15,0 1-6-15,-2-1-1 0,-1 3-4 0,-3 1 4 16,-2-1 0-16,-1 1 0 0,-2 1 0 16,-2 1-1-16,0 0 0 0,-1-1-25 0,0 2 37 15,0 0-9-15,-2 0 2 0,0 3-2 0,-8-2-2 16,-2 1 2-16,3 2-1 0,-5-1-1 0,1 2-1 15,-2 0 2-15,-2 0-1 0,-1 0-9 0,-4 1 10 16,-1 0 1-16,-1 0 0 0,-2 0-7 16,-7 1 5-16,1-1-1 0,-1 1 7 0,-1-1 31 15,2 0-39-15,-2-1-7 0,1 1 9 0,-2-1-6 16,0-1 11-16,2 0-11 0,-2 0 1 0,3-1-7 16,-2 1 13-16,1-2-2 0,4 2-2 0,1-1-6 15,-1-2 12-15,-5 1-2 0,6 1-4 0,-6-2 8 16,0 3 1-16,2 0 5 0,-2-2 12 15,-1 2-8-15,1 1 14 0,-2-2-12 0,0 2 28 16,0 2-26-16,0-2 27 0,-1 1-40 0,-3 1 39 16,5 0-38-16,-5-1 27 0,1 2-34 0,0-1 32 15,-1-1-47-15,-1 2 47 0,0 0-52 16,-3-2 49-16,4 1-32 0,0-1 27 0,-1-1-36 16,2 3 34-16,0-2-34 0,0-1 34 0,0 2-49 15,1-1 40-15,3 0-24 0,-3-1 39 0,2 1-41 16,1 0 37-16,-3 1-35 0,4-1 36 0,-1 0-41 15,0 0 46-15,0 2-38 0,0-3 24 16,0 3-32-16,-3-2 50 0,2 1-49 0,-1-1 45 16,-1 0-43-16,-1 1 40 0,1-1-49 0,-2 2 49 15,-2-2-46-15,-2 0 14 0,0-1-8 0,1 0 33 16,0 0-40-16,-1 0 49 0,0 0-46 0,-1-1 43 16,1-1-45-16,-1 0 45 0,-1-1-46 0,2 1 30 15,-4 0-28-15,1-1 44 0,-17 3-47 16,28-2 43-16,-14-1-44 0,-14 3 59 0,26-5-61 15,-26 5 42-15,25-2-50 0,-25 2 55 0,21-4-51 16,-21 4 49-16,19-3-42 0,-19 3 42 0,20-2-36 16,-20 2 34-16,21-2-41 0,-21 2 42 0,16-4-43 15,-16 4 30-15,17-3-25 0,-17 3 40 0,0 0-43 16,18-2 40-16,-18 2-33 0,0 0 34 16,15-3-44-16,-15 3 45 0,0 0-43 0,0 0 29 15,0 0-27-15,16-2 42 0,-16 2-43 0,0 0 69 16,0 0-79-16,0 0 40 0,14-4-44 0,-14 4 37 15,0 0-46-15,0 0 38 0,12-6-33 16,-12 6 29-16,0 0-34 0,16-7 35 0,-16 7-32 16,10-5 33-16,-10 5-28 0,0 0 22 0,17-6-41 15,-17 6 47-15,12-5-25 0,-12 5 13 0,12-6-7 16,-12 6 1-16,14-5-7 0,-14 5 7 0,12-5-2 16,-12 5 10-16,15-7-13 0,-15 7 22 0,13-4-3 15,-13 4 6-15,14-5-4 0,-14 5 8 0,14-3 8 16,-14 3 24-16,18-5-20 0,-18 5 7 15,20-2-25-15,-20 2 25 0,19-4-18 0,-19 4 5 16,18-3-13-16,-18 3 5 0,23-1-10 0,-23 1 13 16,26-2-13-16,-26 2 6 0,27 0-18 0,-27 0 21 15,25-1-4-15,-25 1 6 0,21 1-11 16,-21-1 13-16,22 1-5 0,-22-1 7 0,0 0-6 16,22 1 6-16,-22-1-14 0,0 0 16 0,21 1-7 15,-21-1 2-15,0 0-10 0,17 3 18 0,-17-3-15 16,0 0 5-16,0 0-2 0,15 1 2 0,-15-1-11 15,0 0 15-15,0 0-2 0,0 0-6 16,0 0-1-16,0 0 6 0,18 0-19 0,-18 0-32 16,0 0 1-16,0 0-47 0,0 0 6 0,8-6-38 15,-8 6-194-15,0 0 270 0</inkml:trace>
  <inkml:trace contextRef="#ctx0" brushRef="#br0" timeOffset="3918">10921 13701 413 0,'-5'-11'381'0,"5"11"-93"16,-4-10-47-16,4 10-46 0,0 0-37 0,-4-13-19 16,4 13-39-16,0 0 13 0,-4-9 3 0,4 9-20 15,0 0 33-15,0 0-64 0,-4-7 29 0,4 7-67 16,0 0 39-16,0 0-52 0,0 0 34 16,0 0-46-16,1 10 0 0,-1-10-4 0,6 21 0 15,-4-5 5-15,-1 3-8 0,5 4 12 0,-3 1-6 16,-1 1 2-16,1 2-1 0,0 2 2 0,-2-1 29 15,1 7-37-15,-2-3 42 0,0-2-54 16,0 1 50-16,0 5-54 0,-2-7 52 0,1-2-47 16,-2 1 39-16,3-3-45 0,0-4 16 0,-1-1-43 15,0-3-7-15,0-4-80 0,1 0-82 0,0-13-70 16,-4 17-299-16,4-17-118 0</inkml:trace>
  <inkml:trace contextRef="#ctx0" brushRef="#br0" timeOffset="4802">4394 11725 764 0,'0'0'555'0,"-3"-17"-174"16,3 17-96-16,0 0-62 0,-5-10-37 0,5 10-39 15,-2 9-10-15,-1 4-58 0,-1 9 14 0,2 11-41 16,-2 8 18-16,0 8-47 0,0 16-6 0,2 7-4 15,-2 8 0-15,0 3-1 0,4 3 20 0,0 4-21 16,2 1 15-16,2-1-31 0,2-3 5 0,1-3-54 16,2-7 2-16,3-8-13 0,2-8-2 0,1-10 4 15,-1-12 4-15,1-7-9 0,2-4-4 0,0-7-8 16,-2-6-29-16,0-5-23 0,0-5-51 16,-15-5-53-16,26-6-36 0,-8-6-200 0,-1-9 88 15</inkml:trace>
  <inkml:trace contextRef="#ctx0" brushRef="#br0" timeOffset="5953">4609 12146 372 0,'-1'-21'582'0,"-1"4"-183"16,2 6-60-16,-3 1-123 0,3 10-14 15,-2-12-72-15,2 12 15 0,0 0-71 0,0 0 27 16,0 23-64-16,2 2 27 0,1 10-51 0,0 8 34 16,-1 3-46-16,4 14 29 0,-1 1-35 0,1 4 36 15,2 2-42-15,-2-1 28 0,2 0-54 0,0-3-9 16,-1-4-16-16,1-12-6 0,0-5-11 15,-1-2 5-15,0-5 3 0,3-3 1 0,-4-9-12 16,-1-3-31-16,1-5 27 0,-3-2-7 0,2-4-13 16,-5-9-25-16,0 0-20 0,0 0-5 0,0 0-12 15,11-18 64-15,-11-2-12 0,-2-10 47 0,0-10-18 16,-3-6 41-16,-3-15 49 0,-2-7 45 0,-1-4-36 16,0-5 14-16,0-3-13 0,1 2 25 0,3 0 27 15,2 7 38-15,2 5 32 0,3 17 24 0,2 6 0 16,0 3-28-16,1 7-13 0,-1 8-38 15,1 2-1-15,-1 4-19 0,2 5 0 0,1 1-23 16,-1 3-1-16,1 1-11 0,-5 9 5 16,15-8-12-16,-15 8 10 0,19 3-13 0,-7 6 8 15,1 6-13-15,0 2-19 0,0 8 8 0,-2 4 11 16,-1 2-2-16,-3 3-2 0,-1 1-1 0,-5 0 10 16,1 0-7-16,-5 0-8 0,1-1 1 0,-4-2-2 15,1 0 0-15,-2-6 0 0,0-3 12 0,0-2-24 16,0-2 21-16,3-6-18 0,-1-1 24 0,3-4-43 15,2-8 25-15,-1 11 7 0,1-11-6 0,0 0-2 16,0 0 1-16,12 6 0 0,-12-6 2 0,16-3 1 16,-16 3-10-16,20-3 2 0,-20 3 22 0,24 0 21 15,-24 0-26-15,31 6 22 0,-17-2-22 0,5 5 24 16,-2 0-26-16,-1 1 19 0,0 1-24 16,-2 2 21-16,-2 0-27 0,0 1 21 0,-4 0-32 15,-2-1 28-15,0 0-15 0,-4 1 29 16,-1-1-36-16,-2 0 29 0,-1 2-28 0,-2 0 27 15,-3-1-29-15,2-2 26 0,-4-1-27 0,0 0 29 16,1-5-30-16,8-6 15 0,-15 7-28 0,15-7-2 16,-13-4-19-16,7-4-12 0,-1-6 1 0,1-6 6 15,1-3 14-15,3-7 6 0,2-4 7 0,1-2-1 16,1-2 9-16,7 3 12 0,-1 1-14 0,2 3 44 16,1 2 19-16,1 4 2 0,-1 5-1 0,1 3-1 15,1 3-5-15,0 3-6 0,0 3 4 0,-1 3-11 16,-12 5-5-16,27-2-3 0,-10 5 0 15,0 4-5-15,2 2-15 0,-1 2 1 0,-2 1 11 16,2 5-7-16,0 1 4 0,0 2 28 0,-5-2-37 16,-3 2 31-16,3-2-36 0,-4 1 32 0,-1 1-35 15,-2-1 31-15,-4-3-41 0,0 1 42 0,-2-4-46 16,-2 1 55-16,1-1-51 0,-2-1 40 16,-1-2-36-16,0 0 34 0,4-10-33 0,-7 12 31 15,7-12-35-15,0 0 11 0,0 0-27 0,-19-2 14 16,14-7-16-16,-2-5 14 0,2-4-2 15,0-4 4-15,3-1 11 0,0 0-5 0,2 0 2 0,2-1 3 16,0 0-2-16,1 1 8 0,1 2 0 16,2 0 4-16,-1 2 10 0,4 1-6 0,-1 1-12 15,1 1 3-15,-1 3 8 0,2 3 3 0,1 0 2 16,-2 3-2-16,4 2-2 0,-13 5-2 0,23-3 2 16,-23 3 0-16,24 9-2 0,-8 3 0 0,-4 1-1 15,2 3 5-15,-5 2-19 0,2 1 15 0,-4 1-3 16,2 1 2-16,-2 0 18 0,-2-1-24 0,1 0 19 15,-1 0-20-15,0-4 19 0,-1-1-19 0,1-1 18 16,-1 0-19 15,1-5 25-31,-5-9-38 0,9 16 24 0,-9-16-9 0,8 9 24 0,-8-9-29 32,0 0 22-32,15 1-22 0,-15-1 20 0,14-9-19 15,-5 0 30-15,-1-1-23 0,3-5 20 0,-3 1-24 0,0-5-5 0,-1 1 2 0,1-1 21 0,-3 1-2 0,-1 2 8 0,-1 0 2 16,-1 3 2-16,-2 0 35 31,3 1-43-31,-6 2 37 0,3 10-45 0,-2-18 33 0,2 18-42 16,-7-15-15-16,7 15 13 0,-13-9 29 0,13 9-28 0,-19-3 31 0,19 3-52 0,-27 5 5 0,13 0-7 0,-1 0-6 0,1 1-10 15,0 1-15-15,1 2-18 0,-1 3-20 0,4-2-18 16,-1-1-9-16,5 3-5 0,-1 0 10 0,3-1 9 16,2-1-7-16,0 3 19 0,3-3-20 0,0 1-3 15,2 1-49-15,1-3-148 0,2 1 281 0</inkml:trace>
  <inkml:trace contextRef="#ctx0" brushRef="#br0" timeOffset="6468.99">5696 12387 172 0,'6'-17'442'0,"1"-2"-116"0,-4 3-64 0,0-2-26 16,-2 2-54-16,1 2-12 0,-1 2 18 0,-2 1-56 15,1 11 22-15,1-17-52 0,-1 17 27 0,-1-14-70 16,1 14 18-16,0 0-49 0,0 0 28 0,0 0-54 15,0 0 50-15,-10 8-52 0,10-8 40 0,-3 19-48 16,0-6 41-16,5 1-46 0,-1 0 41 16,0-1-44-16,3 2 42 0,1-2-41 0,0 2 39 15,0-4-50-15,3 2 34 0,0-3-43 0,1-4 29 16,-2 1-45-16,-7-7 38 0,18 4-36 0,-18-4 23 16,18 0-24-16,-18 0 12 0,21-10-16 0,-10 2 8 15,-2-2-5-15,1-3 25 0,-1 1-1 0,-1-1 17 16,-3 1 5-16,1-1 8 0,0 3 6 15,-4 0 8-15,-2 10 31 0,7-15-32 0,-7 15 35 16,2-10-43-16,-2 10 33 0,0 0-60 0,0 0 48 16,0 0-33-16,0 0 33 0,0 0-42 0,0 0 38 15,4 11-35-15,-4-11 33 0,1 13-36 0,-1-13 37 16,3 16-38-16,-3-16 34 0,7 14-34 16,-7-14 32-16,8 14-45 0,-8-14 37 0,12 11-23 15,-12-11 36-15,14 7-43 0,-14-7 39 0,16 4-33 16,-16-4 30-16,22-5-33 0,-9-1 31 0,1-2-32 15,1-2 4-15,1-1 1 0,-5-3 4 0,3-1-11 16,-5-2 7-16,0-1 12 0,-3 0 33 0,0-2-38 16,-3 0 30-16,-1 2-37 0,-2 1 35 0,-3-1-33 15,1 3 35-15,-4 0-28 0,-2 3 24 0,0 0-34 16,-2 5 31-16,-4 1-41 0,2 2 43 0,12 4-37 16,-29-1 22-16,12 3-42 0,3 3-13 15,-3 0-38-15,5 3-47 0,-4 3-30 0,6 1-17 16,1 3-7-16,1-1-74 0,3 0-180 15,2-2 139-15</inkml:trace>
  <inkml:trace contextRef="#ctx0" brushRef="#br0" timeOffset="6719.99">6154 12318 235 0,'18'-1'395'0,"0"-4"-129"16,2-1-70-16,-2-3-39 0,1-1-32 0,-1-2-30 15,1-3-27-15,-2 0-9 0,1-4-11 0,-2-2-12 16,-1-2-8-16,-3 2-10 0,-3 0-22 0,-1-2 19 15,-3-2-26-15,-1 4-4 0,-3 1-17 0,-1 2 27 16,0 1-4-16,-2 5 21 0,-1 0 9 16,3 12 26-16,-10-11-4 0,10 11 13 15,0 0-4-15,-24 8-2 0,12 4-8 0,-2 4-7 16,-1 7-6-16,-1 2-14 0,2 2 4 0,3 1-9 16,-1 0-6-16,2 3 7 0,2-4 2 0,2-3-5 15,2-2-9-15,2-3-26 0,2-4-24 0,2 0-24 16,1 0-17-16,3-4-16 0,0-2-24 0,3-3-74 15,-9-6-224-15,23 1 166 0</inkml:trace>
  <inkml:trace contextRef="#ctx0" brushRef="#br0" timeOffset="7102.99">6625 11970 528 0,'-7'-12'365'0,"7"12"-85"16,-8-8-33-16,8 8-72 0,-6-8-7 15,6 8-40-15,0 0 13 0,-6-7-12 0,6 7-22 16,0 0-15-16,0 0-20 0,0 0-14 0,-7-6-11 16,7 6-21-16,0 0-7 0,0 0 7 0,4 8-5 15,-4-8-3-15,13 15-5 0,-5-3-32 0,2 1 32 16,0 2-31-16,4 1 32 0,-1 2-30 0,0-1 31 16,0 4-32-16,2 1 32 0,-4-3-31 0,0 1 22 15,0-3-22-15,-3 1 36 0,-3-2-42 0,0-2 40 16,-2-2-34-16,0 0 36 0,-3-12-31 15,0 18 43-15,0-18-30 0,-5 15 61 0,5-15-14 16,-7 10 59-16,7-10-8 0,0 0 25 0,-15 1-17 16,15-1 4-16,-16-12-31 0,8-1-1 0,0-4-26 15,2-6-2-15,0-3-12 0,2-6-10 0,3 3-3 16,1-1-6-16,2-5-14 0,3 1 30 0,3 3-81 16,-2 7-25-16,3 3-25 0,0 0-26 0,3 3-16 15,1 3-12-15,-1 2-39 0,4 1-51 0,-3 6 5 16,-2 1-56-16,-11 5-58 15,19-5-190-15,-19 5-33 0</inkml:trace>
  <inkml:trace contextRef="#ctx0" brushRef="#br0" timeOffset="7335.99">6020 12765 737 0,'-11'10'596'16,"4"-2"-133"-16,0-1-128 0,7-7-48 0,-10 10-86 15,10-10-36-15,0 0-36 0,0 0-3 0,0 0-17 16,22-4 6-16,-2-8-14 0,10-1 7 0,4-3-3 16,10-7-15-16,7-3-12 0,1-4-14 0,3 1-15 15,3-2-5-15,-1-2-14 0,2 1-4 0,3 3-13 16,4 0 2-16,2 2-8 0,3-2 4 16,1 0-40-16,0 3-56 0,-2 0-113 15,-5 2 3-15,-3 3-75 0,-8 3-43 0,-14 5-86 16,-4 1-349-16,-13 6-273 0</inkml:trace>
  <inkml:trace contextRef="#ctx0" brushRef="#br0" timeOffset="8922.99">10826 13786 295 0,'1'-13'349'0,"0"2"-66"0,-1 0-81 15,0 11-3-15,0-20-66 0,0 20 1 16,3-17-48-16,-3 17 31 0,1-14-4 0,-1 14-14 15,2-11-16-15,-2 11-1 0,0 0-21 0,0-13-7 16,0 13-10-16,0 0-3 0,0 0-5 0,0 0-2 16,0 0-6-16,0 0-43 0,14 8 44 0,-10 3-2 15,2 2-5-15,-2 2-1 0,1 4-1 0,-1 4-8 16,0-1 0-16,-1 2-1 0,-3 2-4 0,3 1-4 16,0 0 3-16,-3 2-8 0,0-1 8 0,0 0 0 15,0 0 33-15,0-2-43 0,0-1 38 0,-2-1-45 16,1-5 41-16,1 0-42 0,-1-3 27 15,-1-1-30-15,2-2 37 0,0-3-45 16,0-10 24-16,0 16-45 0,0-16 15 0,3 11-40 16,-3-11-35-16,0 0 5 0,0 0-51 0,0 0-2 15,18-5-19-15,-12-5 27 0,-1-2 4 0,6-8 43 16,-5-1 15-16,0-9-6 0,2-3 37 0,0-2 12 16,-2 0 21-16,-1-1 8 0,-1 1 59 0,0 1 32 15,-1 8 2-15,-1 1 5 0,-1 0-21 0,-1 1 36 16,0 7-43-16,2-2 43 0,-2 4-6 15,-2 0-7-15,2 4 3 0,0 11-4 0,0-20-6 0,0 20-10 16,-1-16 36-16,1 16-62 0,0-13 29 16,0 13-57-16,0-10 38 0,0 10-53 0,0 0 33 15,-1-13-49-15,1 13 10 0,0 0 39 16,0 0-18-16,2-10-31 0,-2 10 1 0,0 0-1 16,0 0 8-16,20 8-7 0,-11-3 9 0,3 1 2 15,0 1-1-15,6 5-3 0,-4-2 6 0,2 1 2 16,1 2-3-16,0-1 1 0,-2 2 1 0,2 0-6 15,-2-1 0-15,0 2 13 0,-2 1-17 0,1-3 15 16,-1 2-7-16,-1-2 4 0,-1-2-1 0,-1-1-3 16,1 0 0-16,-1-1-1 0,-1-3-6 0,0-1 10 15,-9-5-9-15,20 6 9 0,-20-6-1 0,20 2-1 16,-20-2-1-16,20-3 1 0,-20 3-2 16,19-5 2-16,-19 5-2 0,15-5 13 15,-15 5 12-15,12-4 35 0,-12 4 17 0,0 0 8 16,13-5-1-16,-13 5-13 0,0 0-16 0,0 0-10 15,0 0-11-15,0 0-1 0,0 0-6 0,-9 10-1 16,2-3-13-16,-4 4-3 0,0 2-2 0,-1 2-1 16,-2 1-1-16,-1 1-6 0,-2 4 2 0,-1 2 1 15,-3-1-3-15,1 3-45 0,0-1-27 0,-3 1-66 16,2 2 0-16,-1 1-79 0,0 1-78 0,-1-3-104 16,2 1-220-16,-5-2-152 0</inkml:trace>
  <inkml:trace contextRef="#ctx0" brushRef="#br0" timeOffset="10387.99">10320 13855 350 0,'0'0'415'0,"0"0"-77"0,0 0-119 0,-15 2-13 15,15-2-106-15,0 0 21 0,0 0-53 0,0 0 31 16,0 0-44-16,0 0 36 0,0 0-48 0,0 0 37 15,21 2-46-15,-21-2 35 0,28 2-43 0,-8-1 24 16,7 1-3-16,1 0-12 0,10 2 2 0,-1-1-18 16,2 0 22-16,3 2 1 0,-1-3-15 0,0 4-5 15,2-3-7-15,-4 2 2 0,1-1-11 0,-1 0 6 16,0-2-2-16,-1-1-3 0,-7 0-1 16,0 1-1-16,-2-2-3 0,-1 1 0 0,-2-2-6 15,-6 1 6-15,2 0-2 0,-3-2-4 16,-19 2-3-16,30-1-2 0,-30 1-4 0,20-1-6 15,-20 1-12-15,0 0 8 0,23-1-10 0,-23 1-50 16,0 0 20-16,0 0-45 0,0 0-1 0,0 0-33 16,0 0-34-16,0 0-12 0,0 0-52 0,0 0-196 15,0 0 152-15</inkml:trace>
  <inkml:trace contextRef="#ctx0" brushRef="#br0" timeOffset="13372.73">12839 13591 140 0,'0'0'423'0,"0"0"-133"0,0 0-76 0,0 0-43 15,0 0-27-15,0 0-9 0,0 0-41 0,0 0 6 16,0-11-19-16,0 11-9 0,0 0 2 0,3-9-10 16,-3 9-10-16,2-9-40 0,-2 9 35 0,5-11-24 15,-5 11 21-15,7-17-24 0,-1 9 17 0,0-3-20 16,1-3 20-16,1 2-22 0,2-4 7 15,-1-1-20-15,2 0 18 0,1-2-4 16,-1 0 4-16,1 1-2 0,3-7 0 0,-3-1 1 16,2 0-19-16,-1 0 2 0,-4 0 20 0,4-2-16 15,-2 3 10-15,0-1 1 0,-2 5-3 0,-1-1-1 16,0 2-1-16,0 0-8 0,-1 4 6 0,-2-1-10 16,2 4 2-16,-2-1 5 0,0 0-2 0,0 2-2 15,0-2-17-15,-1 3 20 0,1 0-7 0,-1-1-1 16,1 2 43-16,-1-1-50 0,1 0 44 0,-1-3-52 15,2 2 46-15,0-2-43 0,1 1 40 16,-1-1-43-16,1 2 40 0,0-2-42 0,0 1 41 16,1 0-47-16,0-1 48 0,-1 2-50 15,3-3 51-15,-3 4-41 0,1-1 40 0,0 1-44 16,-2 2 44-16,2 0-45 0,-2-1 43 0,1 1-46 16,-1-2 45-16,2 4-47 0,-3-2 49 0,3-1-44 15,-1 0 42-15,3-1-40 0,-2 0 40 0,0 1-42 16,1-2 41-16,0 0-45 0,2-1 46 0,0-1-43 15,-1 3 59-15,0-3-45 0,-1 3 47 0,1-2-48 16,-1 2 44-16,-1-2-45 0,2 2 42 0,-1-2-44 16,-1 2 22-16,1 0-29 0,-1 0 45 0,-1-1-36 15,1 3 40-15,-2 0-40 0,2 0 37 16,-3 0-43-16,1 2 35 0,-1-1-35 0,1 1-6 16,-6 7 14-16,11-15 1 0,-5 7 2 15,1-1 0-15,-1 2 2 0,2-2-3 0,-1 0 9 16,1 1-7-16,1-2-9 0,3 0 13 0,-3-2 0 15,0 2-1-15,2 2 3 0,-2-2-9 0,0 0 12 16,1 1 5-16,-2 2 2 0,0-1 6 0,-2 0-3 16,3 2 5-16,-9 6 0 0,9-10 0 0,-9 10 6 15,8-7-3-15,-8 7 5 0,0 0-7 0,9-9 0 16,-9 9-7-16,0 0-7 0,0 0 1 0,10-8 0 16,-10 8-6-16,0 0 3 0,0 0-2 0,7-7-4 15,-7 7 4-15,0 0 3 0,0 0-11 16,8-9 7-16,-8 9-1 0,0 0-1 15,7-7 1-15,-7 7-1 0,0 0-2 0,0 0 6 16,8-6-5-16,-8 6-5 0,0 0 5 0,0 0 0 16,0 0-2-16,7-8 0 0,-7 8-4 0,0 0-4 15,0 0-15-15,0 0 21 0,0 0-36 0,2-11 30 16,-2 11-45-16,0 0 53 0,0 0-43 0,-2-12 41 16,2 12-45-16,-5-8 34 0,5 8-27 0,-12-10 41 15,12 10-37-15,-14-12 48 0,14 12-40 0,-19-8 43 16,19 8-40-16,-22-5 46 0,22 5-43 0,-26-4 43 15,26 4-35-15,-26-3 32 0,26 3-38 16,-28 0 46-16,28 0-41 0,-27 0 45 0,27 0-44 16,-24 2 45-16,24-2-48 0,-20 1 53 15,20-1-47-15,0 0 44 0,-20 0-54 0,20 0 53 16,0 0-45-16,0 0 43 0,-19 0-45 0,19 0 43 16,0 0-47-16,0 0 44 0,0 0-41 0,-16 3 34 15,16-3-36-15,0 0 38 0,0 0-35 0,0 0 42 16,0 0-41-16,0 0 40 0,0 0-41 0,7 10 40 15,-7-10-40-15,23 3 62 0,-23-3-69 0,32 3 55 16,-12-3-34-16,4-2 39 0,2 1-29 0,2 0 37 16,-1-1-33-16,1-1 33 0,-2 0-32 0,0 2 24 15,-2 0-42-15,-5 0 35 0,-19 1-34 16,32 1 29-16,-32-1-31 0,27 2 25 0,-27-2-30 16,22 8 7-16,-14-1 6 0,0 1-1 15,-2 3-2-15,-2 1 4 0,0 2 1 0,-3 3-1 16,-2 2-1-16,-4 3 0 0,0 3-4 0,-3 4-8 15,-1 2-18-15,-2 0-65 0,2 3 18 0,-3 2-61 16,1 0-57-16,2 3-80 0,2 0-46 0,1 2-271 16,0 2-126-16</inkml:trace>
  <inkml:trace contextRef="#ctx0" brushRef="#br0" timeOffset="14172.73">13074 13607 133 0,'0'0'408'0,"-18"-1"-138"16,18 1-42-16,-15-2-58 0,15 2-2 0,-15-3-22 16,15 3-36-16,0 0 10 0,-21-4-7 15,21 4-6-15,0 0-11 0,-16-2 11 0,16 2-25 16,0 0-4-16,0 0 26 0,-17-3-45 0,17 3 39 15,0 0-56-15,0 0 39 0,0 0-53 16,0 0 43-16,-15-2-47 0,15 2 32 0,0 0-43 16,0 0-4-16,0 0 2 0,0 0 2 0,0 0-7 15,0 0-5-15,0 0 8 0,0 0 30 0,0 0-39 16,13-11 27-16,0 5-31 0,3 0 28 0,6-3-34 16,1 2 31-16,5-2-39 0,3-1 43 0,3 0-36 15,-1 0 32-15,2-1-35 0,1 2 38 0,0-1-39 16,1 0 38-16,1 2-34 0,-1-2 32 15,1-1-46-15,0 1 47 0,-1 2-38 0,1-2-18 16,-1 0 31-16,-1 0 28 0,0-1-39 0,-4 3 32 16,0-2-21-16,-2 1 17 0,0 0-28 15,-6 2-2-15,-2-2 9 0,0 2 0 0,-1-1 2 16,0 0-1-16,-7 4 3 0,1-3 1 0,-3 4-7 16,-12 3 8-16,19-8 2 0,-19 8 4 0,14-6-1 15,-14 6-3-15,0 0 9 0,16-5 3 0,-16 5-3 16,0 0-8-16,11-5 4 0,-11 5-3 15,0 0-11-15,0 0-14 0,0 0-19 0,0 0-19 0,0 0 34 16,0 0-42-16,0 0-7 0,-12-4-10 0,12 4-21 16,0 0-37-16,0 0-27 0,0 0-6 15,0 0 0-15,0 0-11 0,0 0-22 16,-16-5-48-16,16 5-113 0,0 0 223 0</inkml:trace>
  <inkml:trace contextRef="#ctx0" brushRef="#br0" timeOffset="14473.73">13956 13233 122 0,'0'0'342'16,"0"-11"-73"-16,0 11-51 0,0 0-2 0,-3-10-58 15,3 10 11-15,0 0-64 0,-5-11 27 0,5 11-6 16,-5-9-14-16,5 9 9 0,-10-9-17 0,10 9 1 16,-13-8 17-16,13 8-2 0,-14-8 1 0,14 8-4 15,-19-8-1-15,19 8-13 0,-23-4 1 0,23 4-5 16,-23-3-4-16,23 3-11 0,-18-1-11 16,18 1-12-16,0 0-12 0,-23 0-10 15,23 0-10-15,0 0-6 0,0 0-6 0,-19 0 0 16,19 0-5-16,0 0 0 0,0 0-4 0,6 14 0 15,-6-14 1-15,19 12-3 0,-2-5 23 0,4 1-31 16,1 1 2-16,2-2 1 0,6 3-2 0,2-2 2 16,-3-1-1-16,-3 1-1 0,6-1 12 0,-8 0-15 15,-3 0 8-15,0-1-8 0,0 2 13 0,-8-3-15 16,2 3 10-16,-4-2-11 0,-2 0 14 0,0 1-14 16,-4 1 13-16,-2 1-14 0,-3-9-1 0,-3 21-29 15,-4-8-44-15,-3 7-102 0,-7-1 49 16,-2 3-39-16,-6 1-30 0,0 1-30 15,-2 0-44-15,-1 0-73 0,-2 1-251 0,-7 5-136 16</inkml:trace>
  <inkml:trace contextRef="#ctx0" brushRef="#br0" timeOffset="15189.73">12779 14336 513 0,'0'0'383'16,"0"0"-99"-16,0 0-46 0,-10-6-49 0,10 6-39 16,0 0-31-16,0 0-43 0,-8-8 20 15,8 8-6-15,0 0 32 0,3-11-58 0,-3 11 44 16,5-10-60-16,-5 10 45 0,7-9-69 0,-7 9 45 16,13-9-49-16,-13 9 45 0,18-4-37 0,-18 4 40 15,27-2-36-15,-27 2 24 0,33 4-41 0,-9 1 46 16,0 1-26-16,5 2-6 0,3 1-3 15,0 3-6-15,4 0-4 0,-1 1 3 0,3-1-9 16,1 2-5-16,1 1 1 0,3-1 1 0,6 2-3 16,-4-3 0-16,6 2-6 0,-6-4 2 0,1-1 9 15,0 0-7-15,0 0-4 0,0-4 5 16,1 2-1-16,-1-2 0 0,-2 0-2 0,-1-1 2 16,-2 1-4-16,-2-2 19 0,-1 1-14 0,-6-1-6 15,-3-1-3-15,-2-1 6 0,-3 1 0 0,1-1-1 16,-6-1 2-16,-2 0-4 0,-17-1 5 0,30 2 3 15,-30-2-11-15,23 1 6 0,-23-1 2 0,19 3-2 16,-19-3 0-16,0 0-7 0,20 1 5 0,-20-1 2 16,0 0-13-16,0 0-23 0,17 2-9 15,-17-2-22-15,0 0-7 0,0 0-6 0,0 0-18 16,8 7 4-16,-8-7-49 0,0 0-19 16,0 0-31-16,0 0-37 0,-2 11-4 0,2-11-273 15,0 0 21-15</inkml:trace>
  <inkml:trace contextRef="#ctx0" brushRef="#br0" timeOffset="15606.73">14064 14320 245 0,'0'0'319'16,"-18"-8"-79"-16,18 8-54 0,-19-6-50 0,19 6 14 16,-19-5-6-16,19 5-26 0,-18-3 4 0,18 3-15 15,-15-2 2-15,15 2-9 0,0 0 6 0,-19-2-30 16,19 2 24-16,0 0-48 0,0 0 30 16,-16-2-53-16,16 2 31 0,0 0-42 0,0 0 40 15,0 0-38-15,-9 9 43 0,9-9-47 0,7 15 41 16,-4-6-54-16,4 3 44 0,1 2-54 15,1 2-18-15,3 0 23 0,-1 3-13 0,1 0 20 16,-1-1-1-16,0 0 0 0,1 0-2 0,-2-1 0 16,-1-1-2-16,1 1-2 0,-4-3-2 0,0-2 6 15,-1 1-1-15,-3-4 2 0,0 1-1 0,-1 1-1 16,-1-11 0-16,-3 21 0 0,-1-11-8 0,-3 2 9 16,-1 1-3-16,-3-1-7 0,-4 2-10 15,0-1-12-15,0 0-42 0,-4 1 2 0,-4 1-68 16,1 0-28-16,0 1-40 0,0 2-9 0,0-2-31 15,3-3-216-15,2 3 109 0</inkml:trace>
  <inkml:trace contextRef="#ctx0" brushRef="#br0" timeOffset="16323.73">12705 14877 313 0,'-10'-5'310'0,"-1"0"-103"0,-1 0-43 0,-1 0-39 15,0-1-15-15,0 1-27 0,2 0 17 0,11 5-20 16,-25-8 20-16,14 4-27 0,-1-2 29 0,12 6-41 16,-18-7 59-16,18 7-45 0,-15-8 38 15,15 8-13-15,0 0-13 0,-14-7-12 0,14 7-16 16,0 0-7-16,-11-5-17 0,11 5 3 0,0 0 0 15,0 0 8-15,0 0-4 0,4 9-8 0,4-2 14 16,3 4 4-16,2 6 12 0,6 4 9 16,2 2 9-16,2 5 15 0,0 1-20 0,9 7 12 15,0 4-26-15,3 1-12 0,-1 5-7 0,5 1 0 16,0 4-18-16,5 2 5 0,-2 0-16 0,5 2 4 16,1-1-9-16,-1 0-3 0,-1-2-3 0,3 0 9 15,-3-4-9-15,0-1 10 0,-4-2-13 16,0-2 0-16,-2-3-3 0,-2 0-1 0,-3-2-3 15,-3-2 2-15,-8-6 8 0,0 0-12 0,-4-2-1 16,-1-1-23-16,-4-2-10 0,0-1-29 0,-3-4-20 16,-2-3-13-16,-2 0-14 0,-3-3 9 0,0-3-34 15,-1-3 35-15,-4-8-59 0,9 14-13 16,-9-14-52-16,3 9-60 0,-3-9-272 31,0 0-80-31</inkml:trace>
  <inkml:trace contextRef="#ctx0" brushRef="#br0" timeOffset="16740.73">13557 16101 370 0,'-7'-9'511'0,"7"9"-118"15,-11-15-85-15,3 8-75 0,8 7-48 16,-9-13-37-16,9 13-21 0,-10-10-18 15,10 10 1-15,-5-7-7 0,5 7-22 0,0 0 6 16,-8-10-3-16,8 10-5 0,0 0-5 0,8-10-9 16,-8 10-10-16,12-4-6 0,-12 4-14 0,22-3-9 15,-22 3-4-15,30-1-4 0,-10 1-12 0,1 0-22 16,0 0-23-16,0 1-18 0,6-1-18 0,-2 0-12 16,2 2 6-16,-1-4 0 0,-1 2-36 0,-2-1 41 15,-2 1-55-15,0-2 48 0,-3 0-34 16,0 0 25-16,-2-3-13 0,0 1 19 0,-2-2 1 15,-1-2 26-15,-1 0-2 0,-3-1 62 0,1-1 7 16,-3-1 59-16,-1 2 18 0,-1-2 10 0,0 1 9 16,-3-1 14-16,0-1-6 0,-2 12 15 15,2-19 13-15,-2 19-9 0,-1-15-6 0,1 15-18 16,-3-10-18-16,3 10-16 0,-7-7-19 0,7 7-7 16,0 0-6-16,-18 7-11 0,8 1-7 0,-3 6-4 15,-1 1-7-15,-4 6-21 0,-1 4-48 0,-1 1-48 16,-1 3-32-16,2 2-36 0,1 2 16 15,1-1-67-15,2 3-75 0,-2-5-84 0,4 3-165 16,-1-5-52-16</inkml:trace>
  <inkml:trace contextRef="#ctx0" brushRef="#br0" timeOffset="18224.73">14536 16265 510 0,'0'0'340'0,"0"0"-86"0,0 0-51 16,0 0-55-16,0 0-28 0,0 0-28 0,0 0-21 16,0 0-11-16,0 0-14 0,0 0-6 0,0 0-8 15,0 0-3-15,0 0-6 0,13 4-1 0,-13-4-3 16,0 0-13-16,0 0 7 0,0 0-13 0,12 4 15 16,-12-4-1-16,0 0-4 0,7 8 4 0,-7-8 4 15,0 0-2-15,5 11 2 0,-5-11-5 0,3 10 51 16,-3-10-52-16,1 13 40 0,-1-13-42 15,-2 12 35-15,2-12-34 0,-4 18 37 16,1-9-36-16,-1 0 35 0,-1 3-29 0,0-2 29 16,-2 1-23-16,-1 1 22 0,0 0-17 0,-1 0 25 15,-4 2-1-15,-1 0-4 0,2-2-2 0,-4 3-2 16,0-1-9-16,-2 0 3 0,-5 2-3 0,0 0 9 16,-3 2 2-16,2-2 7 0,-5 1 14 0,-1 0 4 15,-1 0 5-15,-2 0 12 0,-1 3 12 0,-4-4-14 16,-8 5 9-16,0-1-22 0,-1-1 12 0,-2-1-29 15,-4 1 2-15,-3 0 2 0,-5 1-31 0,-6-1-19 16,-4 1 13-16,-4-3-18 0,-6 1 3 0,-7-3-45 16,-7-1-41-16,-25 3-14 0,-4-3 5 15,0-2 27-15,-1-3 3 0,-3-3 20 0,18-5 1 16,-26-3 24-16,3-3 5 0,-2-4 33 0,3-2 3 16,-1-4 18-16,-4-4-17 0,1-1 12 0,3-3-11 15,0-4 2-15,-2 1 4 0,1-3 0 0,-1-1-1 16,-1-1-1-16,2-3 10 0,1 2 6 0,-1-2 3 15,-2-3 0-15,2 1-4 0,-1 0 19 0,3-3-27 16,1 2 20-16,3-3-39 0,0 0-2 0,4-1 20 16,-5-2-26-16,4 2 15 0,4-3-32 0,-4 2 0 15,5-2 0-15,2 1 3 0,2 2-1 0,0 0 3 16,2 0-9-16,4 2 9 0,0 1-3 16,4 2 1-16,2 1-1 0,3 3 0 0,19 7 4 15,-2 0 4-15,-3 2-2 0,1 1-5 0,-1 1 10 16,0 0-1-16,1 4-3 0,3 1 1 15,0-1-2-15,1 4 1 0,4 0-4 0,0 0-2 16,3 1 2-16,2 1 0 0,0 0-1 0,5 1-1 16,3 0-1-16,1 0 7 0,2 0-9 0,4 0 1 15,-1 0 0-15,14 1 0 0,-3 1 1 0,3 0-1 16,-1 0 2-16,2-1-4 0,2 3 2 0,1-1 2 16,2-1-4-16,0 2 4 0,2 0 1 0,1-2-1 15,3 2 14-15,6 1 5 0,1 0-6 0,1-1 1 16,1 1 0-16,-2-2-5 0,2 1-2 15,0 0-4-15,1 0 1 0,-2-2 0 0,4 1-2 16,-2-2 0-16,-1 0-16 0,-2-1 18 0,-1-2-17 16,-1 0 16-16,0 1-9 0,1 0 18 0,-1 0-23 15,1 0 26-15,-1-1-14 0,2 2 3 0,2 1 4 16,-2 2-6-16,2-1-2 0,0 2 2 0,0 1 13 16,1 0 2-16,1 3 1 0,3 0-5 0,0 1-3 15,19 1-2-15,-29 0 17 0,29 0 6 0,-29 3-39 16,29-3 23-16,-26 5-26 0,26-5 31 0,-27 6-34 15,27-6 27-15,-20 7-28 0,20-7 25 16,-21 9-26-16,12-4 26 0,9-5-26 0,-19 9 24 16,19-9-26-16,-14 7 24 0,14-7-4 15,-13 9 2-15,13-9-35 0,-11 8 14 0,11-8-12 16,-9 8-14-16,9-8-13 0,-8 8-8 0,8-8-13 16,-9 6-23-16,9-6-32 0,0 0-34 0,-6 9-30 15,6-9-40-15,0 0-14 0,0 0 14 0,0 0-3 16,0 0 8-16,0 0-9 0,2 10-18 0,-2-10-29 15,0 0-70-15,16-6-182 0,-16 6-29 0</inkml:trace>
  <inkml:trace contextRef="#ctx0" brushRef="#br0" timeOffset="18525.73">4863 14834 402 0,'4'-20'526'0,"-1"3"-72"0,-2 3-67 15,-1 2-74-15,0 12-58 0,0-17-50 16,0 17-55-16,-5-8-33 0,5 8-26 0,-12 5-15 15,2 3-18-15,-5 9-12 0,-4 4-8 0,-4 5-11 16,1 3-6-16,-9 9 22 0,-1 1-22 0,0-1 12 16,0 3-29-16,0 1-4 0,0-2 0 0,2-3 4 15,0 1-1-15,8-11-1 0,2-2 0 0,3-1-2 16,3-8 0-16,4-1 2 0,1-4-8 0,3-2 4 16,6-9 4-16,-4 14 4 0,4-14 1 0,4 7-7 15,-4-7-4-15,15 8 1 0,-15-8 4 0,28 9-1 16,-5-4 2-16,8 2 0 0,2 3-2 15,0 3-8-15,3 1 12 0,0 2-7 0,9 6 3 16,-2 2-1-16,0 1 7 0,-1 1-37 0,-3 2-43 16,1-1-37-16,-10-3-8 0,0 2-26 0,-2 0-45 15,-1 2-48-15,-1-4-90 0,-1 1-262 0,-5 0-121 16</inkml:trace>
  <inkml:trace contextRef="#ctx0" brushRef="#br0" timeOffset="19558.74">5265 16798 322 0,'0'0'403'0,"-18"-6"-115"0,18 6-13 0,-19-7-100 0,19 7 8 16,-18-9-69-16,18 9 31 0,-14-7-32 15,14 7 25-15,-13-7-24 0,13 7 8 16,-9-6-36-16,9 6-1 0,0 0-34 0,-5-8 0 15,5 8-19-15,0 0 2 0,10-6-14 0,-10 6 5 16,25 2-6-16,-6 0 1 0,4 4-16 0,6 3 1 16,3 2-5-16,-2 2 11 0,0 1-12 0,0 2 10 15,-1-1-11-15,-1 1 11 0,-5 0-11 0,0 1 5 16,-6-4-8-16,-2 0 10 0,-2-1-16 0,-3 0 20 16,-1-3-15-16,-2 0 9 0,-2-1-9 0,-5-8 15 15,4 11-10-15,-4-11 1 0,0 0-5 0,0 0 23 16,-11 5-5-16,11-5 3 0,-23-11 5 15,9-1 4-15,-2-3 7 0,-5-5 2 0,2-2-4 16,0-2-9-16,1 1-8 0,1-2 7 0,3 0-8 16,4 3-1-16,1 1-20 0,3 1-26 0,-1 0-26 15,6 4-11-15,-3 2-45 0,4 3 20 0,4-1-44 16,-2 2-4-16,4 2-41 0,1 1 2 16,-7 7 0-16,18-9-15 0,-18 9-37 0,23-2-195 15,-23 2 165-15</inkml:trace>
  <inkml:trace contextRef="#ctx0" brushRef="#br0" timeOffset="19891.73">5607 16690 429 0,'0'0'424'0,"7"6"-70"16,-7-6-109-16,0 0-31 0,10 9-75 15,-10-9 12-15,0 0-58 0,8 8 16 0,-8-8-46 16,0 0 15-16,7 9-27 0,-7-9-4 0,7 7-9 16,-7-7 19-16,10 4-9 0,-10-4-8 0,13 4-13 15,-13-4-6-15,0 0-3 0,28-2-3 0,-28 2-3 16,23-8-2-16,-10 3-5 0,0-2-3 0,-2-7-22 15,0 4-4-15,-1-1 4 0,-4 0-8 16,-1-3-4-16,-1 1-40 0,-4 0 52 0,0 0-30 16,-1 2 46-16,-2 1-34 0,-2 1 42 15,0 2-25-15,5 7 28 0,-14-9-19 0,14 9 46 16,0 0-36-16,-24 0 38 0,24 0-6 0,-19 11-5 16,9-2-3-16,0 3-35 0,4 2 4 0,1 6 34 15,1 0-36-15,1-2 30 0,3 3-30 0,4 3 19 16,1-2-20-16,4-1 23 0,3-2-28 0,-1-2 17 15,5-2-42-15,0-4 35 0,3-2-57 0,0-2-16 16,0-6-15-16,0-1-16 0,3-3-25 0,1-4-54 16,-2-3-68-16,4-3-191 0,-2-4 132 0</inkml:trace>
  <inkml:trace contextRef="#ctx0" brushRef="#br0" timeOffset="20275.73">6025 16596 594 0,'-8'-13'388'0,"2"3"-34"15,-1 2-102-15,1-1-16 0,-1 2-70 0,7 7-10 16,-8-12-52-16,8 12-4 0,-6-7-42 15,6 7 11-15,0 0-32 0,0 0 11 16,6-9-29-16,-6 9 11 0,0 0-22 0,26 5 15 16,-9-1-18-16,1 3 12 0,2 2-11 0,-1 2 5 15,-1 1-2-15,2 0-7 0,-5 2-5 0,0 1-13 16,-3 1-3-16,-2 0-35 0,-2 2 43 0,-6-4-50 16,0 2 43-16,-4-2-41 0,0-1 50 0,-6 2-45 15,-2 0 12-15,0-1 6 0,-6-3-1 0,0-2 12 16,0-4-3-16,-2-4 35 0,18-1-47 0,-40-4 21 15,19-3-45-15,-1-3 42 0,-5-5-37 0,3-4 44 16,2-2-20-16,3-2 42 0,1-2-24 0,5 2 41 16,3 2-21-16,3 0 48 0,2 2-39 15,1 2 47-15,1 2-47 0,2 3 31 0,-1 3-42 16,2 9 52-16,2-14-56 0,-2 14 48 0,0 0-41 16,0 0 44-16,0 0-39 0,20 10 39 0,-11 3-36 15,2 4 23-15,1 10-1 0,1 1-4 0,1 6-23 16,-2 4 25-16,0 2-32 0,4 10 28 0,-2 0-39 15,1 1 2-15,-5-9 2 0,1 1 3 0,1-2 3 16,-1-1 20-16,3-5-56 0,0-4 13 16,0-3-77-16,1-4-41 0,-3-8-21 15,4-5-64-15,-5-7-307 0,-11-4-29 0</inkml:trace>
  <inkml:trace contextRef="#ctx0" brushRef="#br0" timeOffset="20775.74">6030 16126 256 0,'-7'-22'664'0,"1"0"-144"0,0 5-138 16,1 3-79-16,-1 3-60 0,3 2-59 0,3 9-52 15,-6-11-31-15,6 11-21 0,0 0-15 0,0 0-12 16,9 20 5-16,2 0-10 0,5 11 5 0,6 14-13 16,6 5-18-16,0 5 8 0,3 5-14 0,0 2 1 15,2 5-1-15,0 2-3 0,3 4-7 0,-8 0 0 16,5 1-5-16,-1-3 2 0,-5-5-17 15,-1-2-33-15,-1-5-32 0,1-7-3 0,-6-6-21 16,-4-12 25-16,-2-5-34 0,-5-8 51 0,0-3-29 16,-3-7 44-16,-6-11-56 0,5 8 39 0,-5-8-53 15,0 0 9-15,-11-21 25 0,2 1 29 0,-8-8 11 16,-1-6 7-16,-6-12 25 0,-3-2 14 0,0-1 52 16,-1-1-42-16,1 2 65 0,2 0-10 15,0 0-35-15,1 3 28 0,6 8-40 0,2 2 32 16,2 1-35-16,3 3 25 0,2 2-23 0,5 4 27 15,-2 4-22-15,6 2 12 0,0 2-24 0,6 1 13 16,-2 3-20-16,7 2 14 0,0 2-19 0,1 1 12 16,0 6-9-16,-12 2 1 0,29 0-10 15,-13 5 18-15,1 4-19 0,-1 2 16 0,-3 3-15 16,1 2 16-16,-5 2-2 0,-2 0-1 0,-1 2 3 16,-5-2-1-16,-1 2-2 0,0-1-2 0,-4 3-1 15,-1-1-8-15,0-1 5 0,-1-1-6 0,-4-2 0 16,3-4-18-16,-2-2 5 0,1-1-34 0,1-4 19 15,7-6-48-15,-16 7 29 0,16-7-66 0,0 0 7 16,-16-5-40-16,16 5 13 0,-6-14-24 0,6 14-21 16,1-20 31-16,3 5-23 0,3-4-25 15,2-2-129-15,5-4 260 0</inkml:trace>
  <inkml:trace contextRef="#ctx0" brushRef="#br0" timeOffset="21075.73">6412 16448 532 0,'13'-17'191'0,"-3"1"-7"0,-2-1-35 0,-2 5-9 15,1 1 15-15,-3 2-18 0,-4 9-21 0,6-14-13 16,-6 14-2-16,3-11 34 0,-3 11-56 0,0 0 33 15,0 0-50-15,0 0 39 0,0 0-46 0,0 0 14 16,0 0-28-16,-4 10 19 0,2 1-21 0,2 2 11 16,0 0-15-16,0 6 4 0,3-1-2 0,1 4-8 15,0 0-4-15,2 0-6 0,0-2 1 0,3 0-6 16,-1-3 2-16,2 0-9 0,0-2-2 0,2-3 2 16,-1-2-5-16,-2-2-2 0,2-3-8 0,-11-5-9 15,18 5-6-15,-18-5 36 0,16-5-47 0,-6 0 2 16,-3-4 2-16,4-4 6 0,-5 1 3 15,-4-3 5-15,1 0-23 0,-6 1 34 0,3-2-30 16,-4 1 40-16,-2 1-30 0,-1 1 33 16,0 2-27-16,-3 3 28 0,1 1-35 0,-2 3 23 15,11 4-32-15,-23-4 27 0,23 4-52 0,-21 1 23 16,21-1-67-16,-18 3-22 0,18-3-46 0,-16 2 27 16,16-2-4-16,0 0 10 0,0 0-17 0,0 0-75 15,-9-5-111-15,9 5 248 0</inkml:trace>
  <inkml:trace contextRef="#ctx0" brushRef="#br0" timeOffset="21558.73">6554 16369 304 0,'9'-8'327'0,"-2"1"-56"0,1 0-2 16,0 1-81-16,-8 6 7 0,13-9-90 0,-13 9 36 16,13-6-83-16,-13 6 30 0,0 0-42 15,15-3 33-15,-15 3-52 0,0 0 36 16,15 6-50-16,-15-6 38 0,12 9-48 0,-7 0 41 16,0-1-48-16,1 2 27 0,-2 0-40 0,0 0 53 15,3 2-49-15,-3-1 42 0,-1 1-45 0,1-1 45 16,1-1-49-16,0 0 44 0,-1-1-43 0,-4-9 31 15,8 12-27-15,-8-12 36 0,8 8-48 0,-8-8 48 16,0 0-43-16,0 0 44 0,21-7-48 0,-14 1 55 16,2-1-56-16,0-4 33 0,1 0-36 0,1-2 54 15,-2-1-46-15,3-1 46 0,-2 0-50 0,0-1 2 16,-1-1-2-16,1 1-2 0,-1-3 12 16,0 2-17-16,-2 0 20 0,2-1 10 15,-2 1 51-15,0 3-44 0,-2 0 51 0,-1 3-35 16,-2 1 50-16,-2 10-12 0,5-16 30 0,-5 16-2 15,3-12 28-15,-3 12 9 0,0 0-6 0,0 0 3 16,-3-11-17-16,3 11-4 0,0 0-22 0,0 0-7 16,0 0-19-16,0 0 4 0,-14 5-26 0,14-5 3 15,0 0-15-15,-1 11 5 0,1-11-14 0,8 9 6 16,1-3-11-16,1-1 8 0,3 0-12 0,3 0 9 16,5 3-5-16,-1-3-5 0,2 1-7 0,-2 2-3 15,1-1-8-15,-2 1 10 0,-2 0-8 0,-1 2 8 16,-4-1-7-16,-1 1 7 0,-3 1-6 15,-3 2 14-15,-2-1-2 0,-3 1 6 0,-3 3-11 16,-2 1 9-16,-4 1-8 0,-5-2 10 16,0 0-8-16,-8 2 8 0,3-4-20 0,0-3-22 15,-3-2-35-15,1-3-57 0,4-3 4 0,17-3-47 16,-34-3 20-16,19-2-50 0,1-5-28 0,1-5-55 16,4-4-303-16,4-1-125 0</inkml:trace>
  <inkml:trace contextRef="#ctx0" brushRef="#br0" timeOffset="21711.74">7003 16152 119 0,'0'0'606'16,"10"-6"-221"-16,-10 6-40 0,0 0-99 0,0 0-23 16,0 0-38-16,0 16 8 0,-5-6 3 15,-1 3-12-15,-2 0-16 0,0 4-25 0,-1 1-18 16,-1 3-31-16,1-3-12 0,0 4-23 16,2 0-6-16,0-1-16 0,2 2-2 0,1-1-28 15,4-2-46-15,0-1-75 0,3-2-36 0,2 0-34 16,3 1-70-16,3-3-69 0,-2-6-393 0,6-2-243 15</inkml:trace>
  <inkml:trace contextRef="#ctx0" brushRef="#br0" timeOffset="22293.73">7327 16035 524 0,'1'-13'778'0,"-1"2"-172"0,-1 1-120 15,-1 0-115-15,2 10-93 0,-1-16-57 16,1 16-44-16,-2-14-35 0,2 14-29 0,-2-10-19 15,2 10-19-15,0 0-15 0,0 0-12 0,0 0-10 16,0 0-11-16,14 4-31 0,-14-4-38 0,18 8-42 16,-18-8-35-16,20 9-26 0,-8-5-12 0,1 0 1 15,-13-4 9-15,28 3 23 0,-28-3 17 0,24-1 18 16,-24 1 16-16,25-5 16 0,-15 1 10 0,-10 4 0 16,17-11 17-16,-17 11 14 0,9-14 16 0,-9 14 18 15,3-15 49-15,-3 15-34 0,0-14 60 0,0 14-16 16,-6-13 46-16,6 13-7 0,-13-8 11 15,13 8-19-15,-20 2-9 0,3 4-13 0,0 4-18 16,-7 6-12-16,-1 4 1 0,-1 4-28 16,-1 4-12-16,-5 8-62 0,3 0-56 0,2 3-49 15,6-6-32-15,1 2 32 0,3 1-33 0,0 1 48 16,1 1-38-16,3-1 13 0,-1 2-21 0,2-1 17 16,-3 2 30-16,1-1 28 0,-4 6 44 0,2-7 26 15,-6 4 32-15,0 0 31 0,2-8 18 0,-6 5 9 16,-2 0 17-16,1-3 12 0,-1 0 13 0,3-5 5 15,-6 5 17-15,0-1-2 0,4-6-8 0,0-2 27 16,3-1 22-16,1-2 28 0,5-5 23 0,3-4 13 16,3-3 0-16,2-2 23 0,1-2-31 15,9-8 28-15,-5 7-56 0,5-7-11 0,0 0-41 16,18-5 7-16,1-5-29 0,11-7 9 0,14-11-28 16,6-3-3-16,7-5-32 0,8-5 3 0,19-11-25 15,3-1-15-15,1-3 9 0,2 1-6 0,1 1-16 16,3 1 12-16,2 3-17 0,0 4 12 0,-5 3-17 15,-21 11 7-15,0 3-32 0,-10 3-4 0,-7 3-58 16,-13 7-32-16,-6 3-38 0,-12 5-44 0,-1 0 22 16,-7 5-19-16,-14 3-16 0,16-3-49 0,-16 3-38 15,0 0 22-15,0 0-22 0,-2 16 45 16,-10-2-91-16,-3 0-56 0,-7 6-286 0,-3 1-220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7:04:59.132"/>
    </inkml:context>
    <inkml:brush xml:id="br0">
      <inkml:brushProperty name="width" value="0.05292" units="cm"/>
      <inkml:brushProperty name="height" value="0.05292" units="cm"/>
      <inkml:brushProperty name="color" value="#FF0000"/>
    </inkml:brush>
  </inkml:definitions>
  <inkml:trace contextRef="#ctx0" brushRef="#br0">27249 8702 110 0,'1'-12'365'0,"1"-3"-80"0,0 0-70 0,0-3-5 15,0 1-29-15,2 0-25 0,-1 0-18 16,-1 1-19-16,3-1 13 0,-4 1-29 16,2 2 32-16,-2 3-43 0,1 1 53 0,-2 10-55 15,2-17 61-15,-2 17-21 0,0-13 7 0,0 13-33 16,0 0 12-16,-2-12-31 0,2 12 1 0,0 0-32 16,-13-9 0-16,13 9-22 0,-18-4 11 0,18 4-28 15,-30 1 15-15,10 2-22 0,-5 1 14 0,-2 1-22 16,-7 0-4-16,0 2 2 0,-3 2 20 0,-2 1-17 15,1 1 7-15,-5 0 5 0,-9 6-4 0,5 1-4 16,-3 3 2-16,1 1 1 0,2 3-8 0,0 3 5 16,0 1 1-16,2 5-2 15,-1 4-5-15,1 1 5 0,0 3-17 0,0 2 20 16,1 5-19-16,0 1 14 0,-2 1-14 0,0 2 23 16,-1 2-4-16,-2 4-7 0,-11 13 60 0,-1-1-63 15,-1 4 0-15,2 0 3 0,0 4 1 0,0-1 20 16,1 2 7-16,2 4 16 0,-1-3 2 0,4 1 47 15,2 1-50-15,0 2 5 0,3 4-16 0,0 2-9 16,3 0-1-16,0 6-2 0,5-2 8 0,-1 1 6 16,6 0 42-16,-1 3-54 0,4 1 11 0,2 1-3 15,2 0-5-15,3-1 0 0,6-14-10 0,-1-1 4 16,5 2 40-16,0 1-45 0,2 0 0 16,4 3 0-16,2-1 8 0,2 3-11 15,2-2 9-15,2-1-9 0,4-1 1 0,3 0 31 16,5 1-33-16,2 0 1 0,7 18-2 0,3-2 4 15,5-4 0-15,2-2 4 0,6-2-7 0,2-5 17 16,2 0-4-16,6-3 5 0,1 0-5 0,5-3-1 16,2-2 3-16,3-2-2 0,4-4 14 0,3-2-8 15,4-3-6-15,1-3 0 0,5-2-1 0,3-5 6 16,3 0-4-16,3-4-3 0,1-3-5 0,2-2 11 16,5-3-13-16,2-4 2 0,6-2 32 15,0-5-37-15,7-6 25 0,0-1-36 0,3-5 28 16,3-3-34-16,2-3 3 0,1-4 29 0,1-3-36 15,-14-5 32-15,23-2-24 0,-19-3 23 16,3-5-40-16,25-1 3 0,0-5 32 0,1-4-29 16,0-2 27-16,-1-4-31 0,3-3 40 0,-4-3-38 15,1-4 39-15,2-4-40 0,-2 0 35 0,0-8-31 16,1 0 3-16,-6-2 7 0,4-2 6 0,-4-3 6 16,0-3 13-16,0 0-7 0,-2-3 2 0,-3-1 24 15,-3-4-31-15,-2-3 27 0,0 0-37 0,0-3 29 16,-3-2-30-16,-3-2 26 0,-1 1-26 0,-1-2-5 15,-2 1 12-15,-3-2-1 0,0-4-2 16,-2 0 26-16,-1-1-34 0,0-2 26 0,-3-1 5 16,-1-1-5-16,-2-1-45 0,-7 1 34 15,1 0-29-15,-6 1 9 0,-2-4 28 0,-5 2-30 16,-3-2 30-16,-4 0-4 0,-5-1-3 0,-3 0-3 16,-5 0 0-16,-3 2-28 0,-5-3 31 0,-10 15-26 15,-2-3 26-15,-5-3-20 0,8-15 22 0,-8 14-25 16,-1-2 25-16,-3-1-24 0,-2 0 23 0,-1-3-22 15,1 1 8-15,-5 1 3 0,1-2 6 0,-2 1 27 16,-2-2-20-16,-4 2 25 0,3-2-21 0,-5 1 22 16,-1 0-30-16,-3 2 21 0,-2-1-27 0,-3 3 3 15,-3 0-1-15,-4 2 21 0,-3 0-29 0,-3 0 29 16,-6 3-31-16,-4 1 23 0,1-1-30 0,-6 4 24 16,-4 2-32-16,0 0 20 0,-4 1-27 15,-2 3 8-15,-2 0 2 0,-1 4 26 0,-4 0-29 16,1 1 28-16,-4-1-30 0,1 4 31 0,-2 1-31 15,2 0 30-15,-4 0-31 0,3 2 28 0,-6-1-29 16,3 2 1-16,-6 0 4 0,0 4 0 0,0 0 7 16,-3 2 2-16,-1 0 4 0,-2 2 4 0,-2 0-2 15,-1 3 2-15,-1 0-2 0,-3 2 1 0,0 2 0 16,-1 0 5-16,-1 3 2 0,-2 1 0 0,1 2-5 16,-3-2 4-16,2 4-5 0,-3 0 5 0,2 0-7 15,0 3 0-15,-1-1 2 0,2-1-1 0,0 5 1 16,2-3 1-16,0 2-1 0,0-1 2 0,1 3-4 15,0 0 6-15,-2 0-7 0,3-1 2 16,-3 5-1-16,-1-4 1 0,2 3-1 0,0 0 3 16,1 0-32-16,-4 3 34 0,3-1-18 0,1 1 22 15,1 0-30-15,-1 2 34 0,2 0-31 0,-2 2 31 16,4-1-29-16,2 1 29 0,1 1-30 0,11 2 32 16,-3 1-23-16,5 0 23 0,-1 0-31 0,3 3 1 15,1-1 7-15,2-1 1 0,2 2 0 0,1 0 3 16,-2 1 0-16,4 0-10 0,-1 0-7 0,2 1 34 15,0 0-35-15,0 2 33 16,0-1-33-16,-1 1 33 0,1 2-30 0,-2-3 31 0,1 3-30 16,0 0 32-16,-1 1-33 0,-2 1 42 0,0-2-10 15,3 2-31-15,-3-1 33 0,3 3-33 16,-1 0 31-16,0-2-29 0,0 2 29 0,2 1-28 16,0 0 31-16,0 2-31 0,-1-3 35 0,2 4-10 15,0-1-2-15,0-2 0 0,3 3-2 0,-2-2 0 16,1 0-2-16,-2 3 1 0,3-3-1 0,-2 1 0 15,1-1 3-15,2 3 0 0,-1-2-3 0,1 1 1 16,1-1-7-16,0 1 3 0,2-1-2 0,1 1 2 16,1-1 0-16,1 2 0 0,-1-2 0 0,3 2 4 15,2-3-5-15,3 1-27 0,0-2 33 16,-3 1-26-16,4 0 30 0,-1 0-27 0,0 1 4 16,1 0 3-16,-1-1 2 0,0 3 9 15,1-3-1-15,-3 2-7 0,3-2 0 0,-1 2 5 16,0-1 1-16,0-1 0 0,-2 1 2 0,2-1-4 15,0-1 3-15,0 1 2 0,0 0 6 0,-1-2 0 16,1 1-11-16,4-1 0 0,-2-2 5 0,3 1 0 16,0-2 0-16,3 1-2 0,-2-3-27 0,1 2-23 15,12-6-25-15,-19 8-30 0,19-8-16 0,-23 7-50 16,23-7-118-16,-22 2-32 0,22-2-83 0,-26 2-62 16,26-2-85-16,-27 4-284 0,27-4-414 0</inkml:trace>
  <inkml:trace contextRef="#ctx0" brushRef="#br0" timeOffset="1633.99">15359 16263 277 0,'0'0'392'0,"0"0"-229"0,1 13 57 0,-1-13-147 15,0 0 82-15,6 7-129 0,-6-7 97 0,0 0-128 16,16 4 65-16,-16-4-73 0,0 0 92 0,30-2-100 15,-12-2 101-15,4-1-97 0,0-1 92 0,9-3-92 16,2-1 75-16,0-1 1 0,3-2-3 0,3-2-13 16,12-3-5-16,1-4-8 0,3 0-5 0,2-3-18 15,5-3 15-15,2 1-5 0,7-6 48 16,20-9-43-16,6-3 45 0,2-1-43 0,3-3 38 16,5-1-41-16,2-3 35 0,8-2-31 0,4-1 6 15,6-2-3-15,2-2 25 0,4-1-32 0,1 0 24 16,3 1-9-16,5 0-16 0,-1 0-16 0,3 0 22 15,1 0-5-15,-2 1-4 0,5-1-5 16,2 1-16-16,1 0 14 0,0-3-21 0,0 2 21 16,1-1 0-16,4 0-3 0,3-1 0 0,0 2-3 15,3 1 33-15,-1-1-28 0,2 1-12 0,4 0 2 16,-1 2 1-16,0-1-2 0,-2 1 2 16,2 0 1-16,-2 1-2 0,-3 3-2 0,-1 1-6 15,-7 3 14-15,-2 0 41 0,-2 2-54 0,-5 3 46 16,-2 1-51-16,-9 2 48 0,-1 1-49 0,-8 4 49 15,-4 0-55-15,-1 1 50 0,-4 1-49 16,-6 1 46-16,-2 3-48 0,-21 5 47 0,-4 0-49 0,1 0 50 16,-5 1-39-16,-2 1-9 0,-5 0-1 15,-4 4 13-15,-6-1-19 0,-2 1 25 0,-8 4 1 16,-11 2 0-16,-7 4 3 0,-1-1-2 0,-9 3 5 16,-4 1 13-16,-3 2-6 0,-4 0 25 15,-12 4-1-15,20-7 3 0,-20 7-11 0,16-4 3 16,-16 4-4-16,12-4-6 0,-12 4-13 0,0 0 5 15,16-3-1-15,-16 3-4 0,0 0 0 0,0 0-3 16,13-6 0-16,-13 6 4 0,0 0-14 0,0 0 9 16,0 0 2-16,9-5-3 0,-9 5-4 0,0 0-3 15,0 0-2-15,0 0 2 0,5-11-3 0,-5 11-13 16,0 0 9-16,-5-10-2 0,5 10 0 0,0 0 0 16,-5-11-5-16,5 11 0 0,-8-11 0 15,8 11-1-15,-9-13-4 0,5 6 15 16,-4-2 1-16,1 0 3 0,1 1-22 0,-2-1 27 15,-2-1-6-15,2 3 9 0,-2-2-6 0,-2 1 16 16,2 1 2-16,0-1 8 0,-3 1 2 0,4 2 5 16,-3 0 3-16,1-2 22 0,1 4-6 0,-3-2-10 15,3 1 3-15,-2 0 1 0,12 4-2 0,-20-9-2 16,20 9-2-16,-17-3-5 0,17 3 4 0,-15-4-10 16,15 4-6-16,0 0-4 0,-16-5-4 0,16 5-7 15,0 0 1-15,0 0-7 0,0 0 3 0,0 0 5 16,0 0-6-16,-7 8 1 0,16-4 3 15,1 5 6-15,4 0 2 0,4 4 3 16,4-2-3-16,2 3 2 0,3 1 1 0,-1-2-3 16,-1 3-2-16,-1-1-5 0,-7-2 1 0,2 1-2 15,-6 1-1-15,-3 1-4 0,-5 0 3 0,-3 3 1 16,-8 5-12-16,-5 6-55 0,-7 1-75 0,-11 9 2 16,-6 0-83-16,-7 2-89 0,-4-1-62 0,-4 2-330 15,0-4-226-15</inkml:trace>
  <inkml:trace contextRef="#ctx0" brushRef="#br0" timeOffset="2200.98">19022 15463 573 0,'-7'-8'468'16,"2"-1"-137"-16,5 9-64 0,-10-9-89 0,10 9-30 15,0 0-35-15,-13 9-19 0,7 3-20 0,2 11-16 16,1 4-9-16,3 12 3 0,3 6-28 0,2 11 25 16,5 7-37-16,3 2 24 0,2 4-32 0,2 2 1 15,1 0-5-15,0-1-6 0,1-1-5 16,1-3-19-16,0-3-13 0,0-5 18 0,-3-4-61 15,-1-4-11-15,-3-11-30 0,0-3-10 16,-3-2 11-16,-1-3-47 0,-1-7-70 0,-3-3 10 0,0-6-114 16,-4-3 242-16</inkml:trace>
  <inkml:trace contextRef="#ctx0" brushRef="#br0" timeOffset="2501">18912 15869 48 0,'-12'-43'527'16,"2"-1"-158"-16,0 0-81 0,1 1-47 0,0 0-65 15,1 2-40-15,3 1-19 0,4 1-23 16,-2 2 14-16,4 0-58 0,2 4 24 0,3 2-44 16,3 2 30-16,3 1-52 0,1 3 40 0,2 3-43 15,4 3 35-15,3 2-39 0,1 5 30 0,0 3-32 16,1 5 27-16,3 2-34 0,0 5 32 0,5 3-33 16,0 4 31-16,-3 2-20 0,-1 5 13 15,-2 2-32-15,-3 2-5 0,-5 1 10 0,-1 1 3 16,-7-3 3-16,-1 0 0 0,-3 1 9 0,-5-2 12 15,-2-1 19-15,-5 5-35 0,-3-2 30 16,-3 4-33-16,-6-1 28 0,0-2-33 0,-2 0 30 16,-4-2-29-16,1-3 19 0,1 2-22 0,3-7 29 15,0-2-43-15,2-1 19 0,2-1-57 0,2-3-6 16,13-5-46-16,-19 6-43 0,19-6-51 0,0 0-22 16,-13-4-266-16,13 4 44 0</inkml:trace>
  <inkml:trace contextRef="#ctx0" brushRef="#br0" timeOffset="3200.99">19263 15276 522 0,'8'-14'443'0,"-4"0"-116"0,1 4-42 0,-1 2-65 15,-4 8-39-15,5-15-27 0,-5 15-26 0,4-10-36 16,-4 10-8-16,0 0-12 0,0 0-16 0,0 0 24 16,14 6-8-16,-8 9-4 0,2 7-19 0,3 11-7 15,0 5-6-15,4 13-11 0,0 2 20 0,2 4-39 16,1 0 0-16,1 1 5 0,-2-1-1 0,2-1-6 15,-4-2 1-15,3-4-5 16,-1-1-11-16,-4-12 5 0,-1 0-6 0,1-5 2 16,-3-2 1-16,2-4-2 0,-7-4 4 0,3-4 9 15,-3-4-10-15,-1-3 2 0,0-1 3 0,-4-10-8 16,6 13-1-16,-6-13-14 0,0 0-3 0,0 0-14 16,5-9 15-16,-5-5-14 0,0-4 27 0,0-8-16 15,1-2 28-15,3-7 4 0,-1 0-2 0,2 1-22 16,0 2 27-16,2 2-15 0,0 6 15 0,-2 2-18 15,3 3 21-15,-3 4-18 0,0 1 11 0,0 5-13 16,0 0 20-16,-5 9-18 0,12-8 20 16,-12 8-18-16,0 0 14 0,16 3-15 0,-16-3 13 15,12 14-13-15,-7-3 18 0,2 3-12 0,-1 0-43 16,-1 2 19-16,0-1-62 0,-1 0 29 0,1 0-49 16,1 0-18-16,2-2 6 0,-2-1 10 15,2-2 3-15,1-2 11 0,-1-2 11 0,-8-6-4 16,14 5 7-16,-14-5-3 0,15-5 5 0,-6 0 19 15,0-4 16-15,0-3 25 0,0-4 18 0,-3-5 14 16,1-1 35-16,-3 0 14 0,-1-3 14 16,0 0 15-16,-2 0-5 0,-1 1 5 0,-1 5 6 15,0 0 7-15,-1 7 13 0,1-1 0 0,1 3-10 16,0 10-16-16,-4-16-12 0,4 16-20 0,-4-9-16 16,4 9-4-16,0 0 18 0,-6 8-35 0,6-8 18 15,-3 21-30-15,2-6 16 0,2 4-29 0,2 5 31 16,1-1-6-16,0 1-3 0,3-2-25 0,1 1 21 15,1-1-20-15,0 1 19 0,2-3-28 16,1-1 29-16,2-3-23 0,-1-1 23 16,-2-3-21-16,2-3 23 0,-3-1-6 0,-1-3-5 15,-9-5 5-15,18 3 12 0,-18-3-15 0,19-5 21 16,-11-2-26-16,1-4 24 0,-2-2-10 0,0-6-4 16,-1-1-14-16,-2-1 11 0,-1-2-10 0,-3 2 11 15,-1-1-15-15,-3 2 15 0,-1 2-21 0,-4 3 11 16,1 5-25-16,-5 1 15 0,-2 2-37 0,-1 5-5 15,16 2-7-15,-30-3-29 0,12 8-3 16,1-1-24-16,2 2-27 0,1 0 18 0,1 1-41 16,4-2-22-16,9-5-43 0,-13 7-179 0,13-7 186 15</inkml:trace>
  <inkml:trace contextRef="#ctx0" brushRef="#br0" timeOffset="3868">19977 15619 14 0,'13'-17'571'0,"1"1"-186"0,-3 1-72 16,0 1-79-16,-4 3-58 0,3 2-39 0,-4 2-26 15,-6 7-24-15,10-10-13 0,-10 10 12 0,0 0 10 16,18-3 8-16,-18 3-34 0,14 10 3 16,-4 1-26-16,-1 5 1 0,0 1-24 0,0 2 12 15,-1 2-26-15,-2 0 15 0,2 2-19 0,-2-2 14 16,2 0-7-16,-3 1-8 0,1-3-12 0,1 0-13 16,-1-4 7-16,-2-1-6 0,1-2-4 15,-1-2-29-15,0-1 33 0,-4-9-41 0,5 14 43 16,-5-14-42-16,0 0 54 0,11 4-38 0,-11-4 51 15,10-10-40-15,-4 0 44 0,0-3-42 0,3-6 46 16,0 2-36-16,-1-5 41 0,-2-1-38 16,3 0 44-16,1-4-38 0,-1 6 23 0,0 2-13 15,0 1 29-15,-1 1-28 0,-3 4 32 0,0 3-37 16,0 0 29-16,-5 10-33 0,9-12 33 0,-9 12-18 16,0 0 20-16,0 0-22 0,18 1 21 0,-18-1-27 15,11 13 21-15,-4-3-26 0,-2 2 9 0,1 2-46 16,2 0 33-16,-2 0-56 0,1-1 19 0,1 0-52 15,0-2 1-15,1-1-19 0,3-3 5 16,-2 0 12-16,-10-7-3 0,21 5 10 16,-21-5 14-16,24-5 17 0,-10-3 16 0,0-2 17 15,0-4 25-15,0 1 27 0,-1-3 15 0,-2-3 23 16,1 0 5-16,-4-2 4 0,0-1-5 0,-1 3 16 16,-2-2 1-16,-1 8 13 0,-1 0 0 0,-1 2 26 15,2 2-21-15,-4 9 8 0,5-14-27 0,-5 14-6 16,0 0-18-16,2-10-18 0,-2 10-8 0,0 0 7 15,7 8-19-15,-7-8 6 0,5 15-15 16,-1-5 12-16,-1 0-9 0,3 1-4 16,1 2-13-16,0-3 15 0,2 1-15 0,0-1 8 15,1-1-17-15,-1-3 5 0,0 0-15 0,1-2 5 16,-10-4-15-16,17 5 18 0,-17-5-18 0,15-3 25 16,-15 3-7-16,17-12 12 0,-8 2-25 0,-2-1 9 15,-1-4 4-15,-3 0 4 0,0-3 25 0,-2 2-16 16,1 1 22-16,-2 2-4 0,-3 1 8 0,2 2-12 15,-3 1 17-15,4 9-22 0,-9-10 22 0,9 10-30 16,0 0 15-16,-23 4-17 0,10 3 4 0,-1 7-11 16,0 2 2-16,-3 4-37 0,2 4-13 15,1 2-13-15,-2 1-39 0,1 1-16 16,2 1-22-16,-1 2-28 0,3 2-35 0,-3-4-62 0,1 3-172 16,-1-2 136-16</inkml:trace>
  <inkml:trace contextRef="#ctx0" brushRef="#br0" timeOffset="4135">19638 16626 467 0,'-19'14'467'0,"1"-3"-66"16,6-4-124-16,1 1-47 0,1-2-58 0,10-6-23 16,-13 9-46-16,13-9-3 0,0 0-4 0,0 0 28 15,22-1-9-15,7-9 4 0,8-4 11 0,19-6-7 16,10-4 1-16,4-3-10 0,8-3-22 0,20-10-16 15,1-1-12-15,0 0-13 0,-4 0-7 16,-1 0-11-16,-5 0-6 0,-16 7-5 16,-5 2-3-16,-4-1-6 0,-4 2-6 0,-4 1-11 15,-7 2-25-15,-3 4-6 0,-12 5-22 0,-4 1-23 16,-5 3-23-16,-5 2-26 0,-2 2 6 0,-3 0-5 16,-5 2-35-16,-2 2 11 0,-8 7-47 0,9-12-56 15,-9 12-24-15,4-10-303 0,-4 10-113 0</inkml:trace>
  <inkml:trace contextRef="#ctx0" brushRef="#br0" timeOffset="20192.39">23801 12746 53 0,'-9'-5'578'0,"9"5"-193"0,-18-11-99 16,18 11-44-16,-19-9-63 0,19 9-26 0,-13-7-22 15,13 7 18-15,-11-7-54 0,11 7 30 16,-10-5-55-16,10 5 33 0,0 0-62 0,-12-5 34 15,12 5-59-15,0 0 41 0,0 0-48 0,-14-5 35 16,14 5-47-16,0 0 37 0,0 0-43 0,0 0 30 16,0 0-29-16,0 0 35 0,0 0-31 0,0 0 39 15,0 0-39-15,6 14 5 0,2-8 4 0,1-1 4 16,5 3 2-16,1 0-3 0,3 1-6 0,0 0 10 16,4 1-4-16,1 0 4 0,-4 0-1 0,4 0-7 15,-1 0 1-15,-3 3 3 0,3-2-10 0,-2 0 7 16,-2 1-11-16,0-1 10 15,1 3-6-15,-5 0 8 0,3 0-6 0,-3 0 10 16,-2 0-7-16,0-1-1 0,-1 1 2 0,-4-2 5 16,2 1-7-16,-2-2 5 0,-2 2-7 0,-1-2 6 15,-2 2 2-15,2-1-4 0,-4 1-4 0,0-1 3 16,0 3-4-16,-4 0 5 0,-1 4-1 0,-3-1-1 16,-1 3 13-16,-2 0-7 0,-6 2-14 0,-1 1 7 15,-2-1-2-15,1-1 1 0,-3 2 29 0,2-3-46 16,0-1 15-16,1-1-68 0,6-4 26 0,-1-2-52 15,4-3-7-15,4-3-42 0,-1 1-44 16,7-8-31-16,-10 7-53 0,10-7-285 0,0 0-72 16</inkml:trace>
  <inkml:trace contextRef="#ctx0" brushRef="#br0" timeOffset="20592.39">23969 12923 58 0,'-8'-11'403'16,"0"0"-113"-16,-1 0-77 0,-1 2-32 0,1-1-45 16,-1 1 12-16,-2 2-58 0,3 0 24 0,0 1-42 15,9 6 44-15,-16-9 2 0,16 9-14 0,-13-7-6 16,13 7-12-16,-11-5-12 0,11 5-11 16,0 0-17-16,-12-7 1 0,12 7-16 0,0 0 1 15,0 0-7-15,-10-6-3 0,10 6-6 0,0 0-4 16,0 0-8-16,0 0-13 0,0 0 15 0,0 0 6 15,0 0-2-15,0 0-1 0,5 8 7 16,-5-8-8-16,14 9-3 0,-5-4 4 0,4-2-4 16,0 5 8-16,2-2 9 0,3 2-5 0,0-2 1 15,1 0 0-15,-1 2-18 0,0-1 16 0,-2 1-9 16,0-2-1-16,-2 2-14 0,-2-3 21 0,0 3-19 16,-2 1 16-16,0 1-18 0,-1 1 33 0,-2 0-35 15,-2 3 16-15,-1 1-13 0,-2 2 14 16,-4 1-14-16,-2 2 16 0,-4 4-16 0,-1 2 16 15,-3 3 0-15,-3-2-2 0,0 1-2 0,2-2-12 16,-1 2-11-16,0-2 23 0,3-1-55 16,-1-5-17-16,5 0-70 0,-1 0-73 0,0-2-6 15,-2 2-91-15,5-3-224 0,0-4-19 0</inkml:trace>
  <inkml:trace contextRef="#ctx0" brushRef="#br0" timeOffset="21126.39">23800 12816 293 0,'-8'-12'599'0,"-1"0"-215"0,2 1-41 0,0 0-115 16,1 0 7-16,-2 4-69 0,8 7 22 0,-9-12-57 16,9 12-17-16,-6-11-27 0,6 11 17 15,-7-8-46-15,7 8 14 0,0 0-40 0,-7-10 14 16,7 10-31-16,0 0 18 0,0 0-37 15,0 0 27-15,0 0-21 0,7 18 0 0,0-6-2 16,0 6 6-16,2 5-1 0,4 4 2 0,-3 5 3 16,3 0-9-16,-1 2 4 0,-2 1 4 0,1 0-6 15,1 2 1-15,-2-1-2 0,2-2-4 0,-2 3 9 16,0-2-6-16,-1-1-37 0,0-2-17 0,-1 1-78 16,-2-2-87-16,-1 0-74 0,-4-7-444 0,3 1-261 15</inkml:trace>
  <inkml:trace contextRef="#ctx0" brushRef="#br0" timeOffset="23293.21">23984 13295 126 0,'4'-16'64'0,"1"1"93"0,-2-1-136 15,0 1 108-15,0 3-123 0,-2-2 92 16,4 2-107-16,-4-1 108 0,2 1-12 0,-2-1-112 15,2 1 125-15,-3 0-10 0,1 0 10 0,1-1-39 16,0 1 1-16,-2-1 0 0,1 2-17 0,2-2 5 16,-2 2-6-16,1 2-4 0,0-3 2 15,-2 2-13-15,4 0 10 0,-4 10 1 0,4-17-2 16,-4 17 2-16,2-17 6 0,-2 17 0 0,3-9-5 16,-3 9-19-16,0 0 5 0,1-13-5 0,-1 13-6 15,0 0 1-15,0 0 0 0,0 0-2 0,0 0-11 16,0 0 14-16,-3 14-8 0,3-14 1 0,-2 19-4 15,-2-6-1-15,2-1 0 0,-1 5-2 0,2-4-8 16,-2 0 8-16,3 0-3 0,-1-2 1 0,1 0 2 16,0-11-3-16,-3 18 0 15,3-18 1-15,0 13-10 0,0-13 3 0,-1 12 10 16,1-12-1-16,0 0 6 0,0 12 15 0,0-12 15 16,0 0 39-16,0 0-56 0,0 0 33 0,0 0-42 15,0 0 34-15,0 0-48 0,0 0 69 0,0 0-81 16,0-16-3-16,0 6 7 0,0 10-6 0,-1-23 6 15,0 11-2-15,-1-1-6 0,1 2 9 0,0 0 40 16,-2-2-53-16,3 13 41 0,-3-16-45 0,3 16 9 16,-1-11-1-16,1 11-2 0,0 0-1 15,-5-11 3-15,5 11-5 0,0 0 13 0,0 0 0 16,-13 6 3-16,13-6 4 0,-10 14-2 0,3-4 0 16,0 1 3-16,-1 3-4 0,2 0 2 15,-2-1 4-15,2 1 32 0,1 0-38 0,1-2 34 16,-1 0-40-16,1-2 35 0,4-10-47 0,-5 15 46 15,5-15-36-15,-5 13 34 0,5-13-36 0,-4 9 37 16,4-9-36-16,0 0 14 0,-4 11-1 0,4-11 44 16,0 0-32-16,0 0 34 0,0 0-46 15,0 0 36-15,0 0-43 0,0 0 23 0,0 0-30 16,0-12 33-16,0 12-39 0,3-21 0 0,-2 7 0 16,-1 0 5-16,1 0-3 0,-1 0-7 0,0 3 12 15,0 0-9-15,0 11 14 0,0-17 2 0,0 17-1 16,2-13-1-16,-2 13-5 0,-3-9-10 15,3 9 9-15,0 0 7 0,0 0 0 0,0 0 4 16,-13 5-1-16,7 4 2 0,-2 4 0 0,2-1 2 16,-3 5 37-16,1 2-40 0,-2-1 31 0,2-1-36 15,2 1 35-15,1-3-38 0,-2 0 34 16,5-4-36-16,-2-1 34 0,4-10-37 0,-4 16 36 16,4-16-35-16,-4 14 39 0,4-14-23 0,-2 9 32 15,2-9-14-15,0 0 24 0,0 0-37 0,0 0 30 16,0 0-45-16,5-13 35 0,-3 2-46 0,2-5 24 15,0-3-30-15,1-4 36 0,0 0-45 0,-2-2 4 16,-1-2 36-16,1 0-42 0,-2 1 38 0,2 1-44 16,-2 0 43-16,-1 0-39 0,0 6 32 15,0 0-25-15,0 4 33 0,0 3-30 16,0-1 31-16,0 13-37 0,0-17 41 0,0 17-37 16,0-13 18-16,0 13-13 0,0 0 23 0,0 0-18 15,0 0 24-15,-14 13-31 0,4 4 40 0,1 5-27 16,-3 6-52-16,-3 7-62 0,2 4-20 0,-9 7-323 15,7 1 90-15</inkml:trace>
  <inkml:trace contextRef="#ctx0" brushRef="#br0" timeOffset="24379.21">19591 15241 686 0,'-24'-9'463'0,"-1"4"-88"0,-3 4-115 16,-9 5-40-16,-1 6-54 0,-11 11-36 15,-2 9-32-15,-4 6-10 0,-5 8-25 0,-15 15-21 16,0 2 0-16,1 2 5 0,0 3 7 0,1 0 3 16,1 2-6-16,6-1-9 0,14-13-13 15,1 2-18-15,7-2-6 0,4-4 13 0,8-4-68 0,5-4-14 16,12-10-42-16,6-4 12 0,6-6-92 0,7-7 73 16,5-3-119-16,9-3 80 0,5-6-134 15,8-7 77-15,7-9-225 0,17-10 159 0</inkml:trace>
  <inkml:trace contextRef="#ctx0" brushRef="#br0" timeOffset="24595.21">19800 15320 443 0,'17'-9'413'0,"-3"3"-117"0,-5 1-60 16,-9 5-55-16,0 0-37 0,19-2-20 0,-19 2-20 16,7 13-18-16,-7-13-9 0,-2 24-43 0,-1-2 14 15,-5 7-24-15,-5 2 14 0,-1 6-7 16,-9 7-7-16,-4 4-1 0,-2 2 3 15,-3 2 5-15,-3 1-3 0,-2 1 21 0,-3-1-43 16,0 1 5-16,-1-3-2 0,1-1-7 0,2-5-35 16,6-3 4-16,10-11-61 0,4-4 37 0,4-3-134 15,6-6 89-15,6-7-124 0,2-11 62 0,11 10-111 16,-11-10-126-16,36-13 195 0</inkml:trace>
  <inkml:trace contextRef="#ctx0" brushRef="#br0" timeOffset="24778.21">20339 15398 654 0,'13'-8'456'0,"-6"1"-68"0,-7 7-101 0,11-8-60 16,-11 8-45-16,0 0-35 0,0 0-26 15,-4 15-17-15,-4 1-26 0,-6 9-8 0,-4 5-21 16,-6 10-13-16,-7 5-6 0,-2 5-4 0,-3 6 9 16,-5 5-6-16,-15 21-9 0,0 2-20 0,-3 2-30 15,1 0-52-15,7-1-87 0,0-1-7 16,15-16-157-16,4-2-291 0,4-4-155 0</inkml:trace>
  <inkml:trace contextRef="#ctx0" brushRef="#br0" timeOffset="25578.21">21582 16924 584 0,'-4'-20'346'15,"2"2"-34"-15,-2 2-53 0,3 3-55 0,-2 1-28 16,2 0-29-16,1 12-21 0,-4-17-12 0,4 17-16 16,-1-12 4-16,1 12-33 0,0 0-13 0,0 0 15 15,0 0 15-15,0 0-7 0,9 11 22 0,-2 9-50 16,2 10 23-16,3 4-12 0,-2 5-15 0,-1 3-1 15,0 2-14-15,0 1-39 0,-3-1 34 0,1 0-37 16,-1-2 4-16,-2-1 6 0,1-5-5 0,0-2 2 16,-1-7 30-16,-3-3-37 0,2-6 36 15,-2-2-40-15,0-3 41 0,2-2-43 0,-3-11 40 16,0 11-40-16,0-11-3 0,0 0-6 0,0-14-4 16,-3-5 4-16,1-9 36 0,-2-12-39 15,0-9 43-15,-2-18-3 0,-1-5-41 0,2-6 41 16,1-3-36-16,3-2 11 0,1 3 6 0,4 2 47 15,1 7-18-15,2 7 53 0,0 7-22 0,1 16 30 16,-3 6-46-16,-1 8 22 0,-2 4-46 0,1 6 22 16,2 2-35-16,1 6 60 0,-6 9-29 0,17-6 37 15,-17 6-38-15,32 11 28 0,-13 2-40 16,5 7 30-16,1 5-36 0,0 3-4 0,6 9 3 16,-2 2-3-16,1 4-2 0,-2 1-2 15,0 1 1-15,-1 0 28 0,1 2-41 0,-2 0 29 16,-2-2-59-16,-1 0 6 0,-1-3-62 0,-7-6 4 15,2 0-104-15,-3 0-10 0,-1-4-33 0,-4 0 50 16,-3-1-91-16,-2-6 70 0,-3 0-105 0,-1-7 90 16,-1 0-66-16,-4-3-177 0,-2-2 98 0</inkml:trace>
  <inkml:trace contextRef="#ctx0" brushRef="#br0" timeOffset="26045.21">21930 17141 117 0,'-17'-14'570'0,"-1"3"-149"0,1-1-47 0,1-1-121 16,1 2-8-16,2 1-87 0,4 1 8 0,-1 3-73 15,2-1 28-15,2 1-67 0,6 6 15 0,-11-12-54 16,11 12 21-16,-2-18-41 0,6 7 18 0,1-3-23 16,5-1 8-16,4-2-30 0,6-2-13 15,2-1 1-15,4 1-2 0,-2-1-12 0,3 3 3 16,3-2 3-16,-2 1 8 0,0 2 9 0,-1 1 14 16,-2 0 3-16,0 1 5 0,-7 3-3 0,1 0 4 15,-5 2 3-15,1 3 1 0,-6 0 8 0,0 1 4 16,-9 5-3-16,14-8 2 0,-14 8 8 0,13-3 11 15,-13 3 11-15,14 4 7 0,-6 1 0 0,-1 5 1 16,5 7-5-16,-3 0-7 0,0 3 5 0,1 2-16 16,0 6 8-16,-2 2-18 0,1 0 9 0,1 0-13 15,-2-1 10-15,1-1-14 0,-4-4 11 0,4-1-16 16,-3-2 21-16,1-1-19 0,-2-1 11 0,1-5-16 16,-2-3-14-16,1-1-1 0,-5-10-14 15,5 15 15-15,-5-15-2 0,0 0 14 0,0 0-14 16,0 0 22-16,12-14-24 0,-11-4 25 0,0-7-21 15,3-8 26-15,-3-6-23 0,2 0 29 0,-1 0 5 16,2 1 21-16,3 3 8 0,-2 1 20 16,0 9-21-16,1 2 5 0,-1 2-25 0,-1 5-6 15,-1 4-6-15,1 2-4 0,-4 10 2 0,9-13 33 16,-9 13 9-16,0 0-8 0,20 4-6 0,-11 3-6 16,5 6-6-16,-4 4-8 0,3 2-2 0,0 6 29 15,0 3-68-15,-2-1 3 0,2 2-53 16,-2 1-24-16,1-2 1 0,-3 0-108 0,1-6 53 15,-1 0-126-15,-1-2 80 0,1-4-101 0,-2-3-157 16,1-4 120-16</inkml:trace>
  <inkml:trace contextRef="#ctx0" brushRef="#br0" timeOffset="26379.22">22761 16680 465 0,'4'-15'509'0,"-4"2"-104"15,1 3-101-15,-1 10-73 0,3-15-53 0,-3 15-51 16,0 0-23-16,0 0-21 0,0 0-2 15,0 0-29-15,0 0 3 0,8 19-29 0,-6-3-6 16,2 2-4-16,0 3-4 0,1 0-1 0,4 2 2 16,0-2-4-16,0 0-3 0,1-2-8 15,0-2-11-15,3-2-5 0,-1-2-3 0,-1-3-9 16,1-2-2-16,-12-8 5 0,20 4 3 0,-20-4 5 16,19-7 0-16,-3-3 0 0,-3-5 4 0,0-4 3 15,2-5 1-15,0-2 24 0,-4-2-10 0,2-1 40 16,-1 2-19-16,-6 6 23 0,3 3 4 0,-3 5 4 15,0 3 0-15,-3 1-10 0,-3 9-4 0,0 0 15 16,0 0 0-16,12 6-5 0,-9 11-10 0,-1 6-9 16,-2 8-8-16,0 10-4 0,-1 5-8 0,-2 4 36 15,2 13-55-15,-2-1 9 0,2 1-106 0,1-11-30 16,0-1-7-16,1-2-26 0,2-3-39 0,1-2-25 16,1-3-84-16,0-6-224 0,0-3-35 15</inkml:trace>
  <inkml:trace contextRef="#ctx0" brushRef="#br0" timeOffset="26949.21">23384 16236 528 0,'9'-16'585'0,"-4"4"-139"0,-5 12-141 16,7-12-67-16,-7 12-50 0,0 0-40 0,3 19-26 15,-1-2-24-15,-1 9-31 0,-1 3-14 16,0 9-7-16,0 2-13 0,0 3-4 0,1 1 1 15,1 2-8-15,-1 1-8 0,2-1-4 0,-1 0-3 16,0-2 0-16,1-3 25 0,-3-2-3 0,1-10-47 16,-1-2 3-16,2-3 3 0,-4-7 3 0,2-2-2 15,0-2 7-15,0-13-7 0,-1 13-35 0,1-13-25 16,0 0-6-16,-10-5 6 0,6-9 8 0,-2-8 14 16,-1-10-1-16,1-7 18 0,-2-10 41 0,3-15-38 15,1-8-5-15,0-6-3 0,4-5 8 0,2-1 2 16,4 0 16-16,1 6 40 0,5 3-24 15,1 7 39-15,0 8-35 0,0 9 2 0,-3 14-8 16,0 6 3-16,-4 6-1 0,2 4-2 0,-3 2-2 16,3 8 6-16,-3 2 13 0,-5 9-5 15,13-8-6-15,-13 8 10 0,0 0 22 0,22 6-23 16,-16 3 14-16,2 3-14 0,-1 7 8 0,-3 3-13 16,1 5-2-16,-2 6-6 0,-2 5-1 0,-2 1-1 15,-2 2 1-15,-2 0-4 0,2 2 9 0,-3-2-11 16,2 0 4-16,-1 0-1 0,3-2 2 15,-3-1-3-15,3-2 2 0,0-1 12 0,-1 1-15 16,3-8 17-16,0-2-11 0,3-1 8 0,-1 0-18 16,2-1 14-16,0-2-16 0,1-1 16 0,2-1-20 15,3 1 20-15,-3-4-18 0,4 0 17 0,0-1-31 16,1-1-14-16,-2-2-16 0,5-1-8 0,-4-2-16 16,0-3-14-16,-1-1-18 0,-1-2-30 15,-9-4 4-15,22 6-46 0,-22-6-77 31,20-3 44-31,-8 0-198 16,1-5 182-16</inkml:trace>
  <inkml:trace contextRef="#ctx0" brushRef="#br0" timeOffset="27645.73">23875 16470 382 0,'6'-15'476'0,"-2"1"-90"0,-1 3-66 0,-3 11-25 0,5-15-35 0,-5 15-32 16,4-11-51-16,-4 11-42 0,1-10-31 16,-1 10-18-16,0 0-19 0,0 0-11 0,0 0-14 15,0 0-6-15,0 16-8 0,0-6-4 0,-1 0-7 16,1 4-1-16,0-2-4 0,0 3-3 15,1-1-1-15,1-1-2 0,-1 0 7 0,0 0-15 16,3-1 3-16,-3-1-19 0,3-2-13 0,-4-9-25 16,5 15-18-16,-5-15 23 0,7 9-3 0,-7-9 22 15,0 0-14-15,14-4 18 0,-8-3-10 0,3-5 17 16,0-5-10-16,0-4 5 0,1-8 2 0,-3-5 6 16,-1-2 0-16,-1-3 5 0,-1-1-4 0,1 3 23 15,-3 0-6-15,0 10 33 0,-1 3 58 16,-1 5 30-16,0 4-9 0,-1 3-24 0,-2 2-14 15,3 10-19-15,-11-8-7 0,11 8-10 0,-18 9-7 16,4 6-6-16,-3 7-6 0,-2 6-3 0,1 4 1 16,1 4-8-16,1 2 5 0,2 1-9 0,0 0-2 15,4-1 6-15,2 0-7 0,4-2 3 16,0-2-6-16,4-7 4 0,4-2-13 0,0-1-13 16,2-2-15-16,3-3-27 0,3-2-35 0,-1-3-7 15,4-5 0-15,1-3 5 0,0-4 4 0,2-4 3 16,5-5 8-16,4-4 4 0,1-5 69 0,0-6-32 15,2-1 8-15,2-10 3 0,-3-3 8 0,-2-4 6 16,1-3 6-16,-3 1 6 0,-2 0 12 0,-2-2 16 16,-4 7 16-16,-3 4 25 0,0 3 41 15,-5 2 37-15,0 8 21 0,-5 4 11 16,-2 3-26-16,-2 13-8 0,0-18-30 0,0 18-19 16,-5-9-19-16,5 9-14 0,0 0-9 0,-24 6-11 0,10 7-8 15,0 2 26-15,-5 7-39 0,1 3-6 16,0 3-2-16,1 1-1 0,2 0 3 0,2 2-5 15,3-3 1-15,1 1-3 0,3-5-7 0,3-3-12 16,2-3-11-16,2 0-23 0,-1-3-8 0,4-2-20 16,0-2-4-16,1-1-17 0,1-3-8 0,-6-7 31 15,18 4-7-15,-18-4 23 0,24-7-1 16,-7-5 25-16,0-1-9 0,3-6 14 0,-2-2 17 16,0-2 26-16,-3 2 36 0,-1 2 28 0,-2 3 22 15,-2 2 17-15,-1 3 16 0,-4 2 7 16,-5 9-4-16,9-12-18 0,-9 12-15 0,0 0-13 15,0 0 15-15,0 0-29 0,14 11-13 0,-14 3-12 16,0 3-7-16,0 6-10 0,0 3-5 0,-2 1-18 16,-1 7 13-16,1 1-16 0,-1 0 6 0,2 0 1 15,-2 0-21-15,2 0-22 0,1-6-28 0,-1 0-31 16,-1-2-27-16,2 0-47 0,0-2-43 0,0-4-13 16,2-4-5-16,-2-2 10 0,0-1-112 0,1-4 30 15,-1-10-77-15,1 11-165 0,-1-11-38 0</inkml:trace>
  <inkml:trace contextRef="#ctx0" brushRef="#br0" timeOffset="28413.74">24589 16186 534 0,'6'-16'623'0,"-2"4"-120"16,0 2-84-16,-4 10-90 0,5-13-74 0,-5 13-66 16,0 0-35-16,0 0-33 0,0 0-22 0,0 11-20 15,-1 1-9-15,-2 7-12 0,1 4-11 0,-1 3-8 16,2 0-8-16,-2 3-4 0,3 1-6 0,0-1-5 15,0 0-8-15,0-2 5 0,4-2-10 16,-1-1 7-16,1-3-10 0,-1-5 4 0,1-1-16 16,1-1 1-16,2-5-18 0,-7-9 6 0,10 10-3 15,-10-10-5-15,12-4-8 0,-1-5 6 0,1-6-2 16,-1-4 12-16,3-8-4 0,-1-6 3 16,0-3-7-16,-2-6-15 0,0-1-17 0,1-8-2 15,-3 8-7-15,-2 2 19 0,0 6-5 0,-2 8 26 16,-1 4-27-16,-3 6 18 0,1 6-21 0,-2 11 25 15,-2-13-13-15,2 13 26 0,0 0-35 0,-10 5-10 16,10-5-3-16,-9 15-8 0,8-5 3 16,0 0-5-16,1-10 23 0,2 21 13 0,2-10 16 15,2 3-1-15,2 3 8 0,1-3 5 0,3 3 8 16,-3-1 11-16,1 0 7 0,0 0 12 0,0 1 10 16,1-2 1-16,-1 0 3 0,-1-3 6 0,0 0-8 15,-2-1 2-15,2 0-4 0,-1-2-1 16,-3-2-3-16,4-1-12 0,-9-6 7 0,13 9 13 15,-13-9-19-15,14 3-14 0,-14-3-9 0,19-6-11 16,-7-5-10-16,3-2-5 0,-1-5-6 16,1-5-14-16,-2-6 1 0,0-4 14 0,2-1 5 15,-6-2 21-15,0 1-6 0,0 2 55 0,-1 0-32 16,-4 9 70-16,-2 3-38 0,1 3 49 0,-4 6-18 16,1 12-1-16,-4-16-6 0,4 16-1 0,-11-5-12 15,11 5 22-15,-19 12-7 0,5 3-8 0,-1 8-15 16,-2 3-3-16,2 4-8 0,1 1-3 0,-1 3-5 15,3 0-3-15,0-2 4 0,2 1-11 0,4-3 2 16,1-5-4-16,2-2-2 16,3-2-4-16,0-3-13 0,5 0-46 0,-2-3-6 0,3-3-28 15,4-2-7-15,-1-5-11 0,-9-5-28 16,28 3-8-16,-7-9-31 0,8-7-94 0,2-5 99 16,1-4-53-16,10-9 104 0,-1-4-31 0,-1-3 128 15,-2-1-63-15,-1-1 152 0,-2 1 25 0,-6 2 30 16,-6 9-4-16,-5 3 57 0,0 1-54 0,-6 7 48 15,-2 5-9-15,-4 2-2 0,-6 10-5 0,4-10-1 16,-4 10 1-16,0 0-4 0,0 0-20 16,-18 14-13-16,8-1-12 0,-7 4-26 0,2 4-14 15,-3 3-14-15,1 1-10 0,2 1-8 16,2 0-8-16,-1 0-2 0,4 2-7 0,1 0-2 0,3-5-5 16,-1 1-9-16,3-2-33 0,3-3-54 15,0 0-39-15,2-1-27 0,-1-2 27 0,3-3-57 16,-1-1 7-16,5-1-31 0,-1-5-41 0,2 1-17 15,-8-7-281-15,17 1-49 0</inkml:trace>
  <inkml:trace contextRef="#ctx0" brushRef="#br0" timeOffset="28946.73">25840 15758 672 0,'0'0'446'0,"0"0"-84"0,-21 2-117 16,21-2-42-16,0 0-64 0,-10 5-6 0,10-5-43 16,-2 10-2-16,2-10-14 0,2 13-14 0,2-1-15 15,1-1-12-15,3 3-27 0,2 2 20 0,0 0-22 16,2 3 16-16,-1-3-21 0,2 2 16 0,1 1-14 15,-1-2 12-15,0 0-24 0,-2 1 22 0,0-2-19 16,0 0 20-16,-5-3-20 0,2 1 1 16,-5-3 10-16,-1-1-1 0,-2-10 24 0,-1 20 11 15,-3-10 18-15,-2-1 6 0,-1-2 0 16,-5 2-6-16,-1-3-7 0,-4-1-9 0,2-1-3 16,-4-3-9-16,19-1-10 0,-34-2-3 0,15-5-36 15,0-1-43-15,2-3-38 0,3-2 19 0,2-3-55 16,5-2 8-16,3 1-43 0,3-1-2 0,2 1 18 15,4-1 25-15,1 0 28 0,1 3 26 0,-2 1 25 16,0 4 24-16,-1 0 48 0,-4 10 13 16,5-14 41-16,-5 14-25 0,5-10 64 0,-5 10-31 15,0 0 49-15,0 0 0 0,0 0-1 16,0 0 17-16,-12 12-10 0,4 1 4 0,-5 4 4 16,-4 7-10-16,1 2-12 0,-2 2-4 0,-4 3-17 15,3 3-16-15,-7 6-17 0,2 1-12 0,-1 2-7 16,0-1-12-16,2-1-8 0,3-6-17 0,-1-1-34 15,5-3-72-15,2 0-100 0,2-4-5 0,4-4-68 16,2-4-17-16,2-5-87 0,4-4-324 0,0-10-222 16</inkml:trace>
  <inkml:trace contextRef="#ctx0" brushRef="#br0" timeOffset="29163.73">26062 15467 659 0,'10'-20'629'15,"-1"6"-141"-15,-3 4-91 0,-1 2-87 0,-5 8-83 0,6-10-61 16,-6 10-29-16,0 0-32 0,0 0-20 16,13 10-16-16,-12-2-10 0,2 5-10 15,-1 5-7-15,0 4-11 0,-2 3-5 0,2 3-8 16,-2 0-9-16,2 9-16 0,-2-1-51 0,0 1-38 16,0 0-29-16,0 0-8 0,-2-1-26 0,1 0 26 15,-2-2-38-15,2-5-15 0,-3-1-5 0,3-3 1 16,-2-2-75-16,1-5 98 0,0-3-56 0,1-3 84 15,1-12-54-15,-3 14-116 0,3-14 294 0</inkml:trace>
  <inkml:trace contextRef="#ctx0" brushRef="#br0" timeOffset="29313.73">26059 15904 256 0,'-3'-27'551'0,"0"4"-89"16,2-2-14-16,1 1-38 0,0 5-29 0,0 0-54 16,0 3-57-16,0 2-43 0,0 0-40 0,1 2-40 15,1 1-29-15,0-1-24 0,3 3-19 0,2 0-9 16,3-1-22-16,0 2-18 0,3 1-43 0,1-2-76 15,3 2-111-15,-1-1-71 0,5 0-22 0,-3 1-109 16,2-1-421-16,2-2-397 0</inkml:trace>
  <inkml:trace contextRef="#ctx0" brushRef="#br0" timeOffset="30114.73">27015 15922 158 0,'-19'-7'557'0,"-3"-1"-206"16,-1 1-25-16,0-1-100 0,4 3-14 0,-3-1-43 16,4 1 1-16,4 1 5 0,14 4 1 0,-24-6-25 15,24 6-25-15,-18-4-12 0,18 4-22 0,-14-4-10 16,14 4-11-16,0 0-11 0,0 0-17 0,-6-7-1 15,6 7-14-15,28-9 0 0,-3 2-10 0,11-2 0 16,5-1-6-16,15-4 3 0,3 0-9 0,5-2 6 16,1 1-3-16,3-1-3 0,2 0-1 0,-2-2 0 15,0 1-9-15,-3-1-33 0,-3 0-44 0,-5 0-43 16,-3-1-12-16,-7 0-1 16,-11 4 3-16,-3-1-9 0,-6 0 2 0,-5-2-1 15,-7 6-98-15,-3-3 140 0,-7 3-78 0,-4 1 148 16,-5 0-74-16,-3 0 128 0,-9 0-58 0,-2 1 109 15,-5 1 0-15,-7-1 2 0,0 2 4 0,-4 2-2 16,6 3 2-16,-2-1-3 0,5 1-5 0,0 1 9 16,7-1-3-16,18 3-11 0,-28-1-21 0,28 1-8 15,-20-3-9-15,20 3-6 0,0 0 3 0,-16 4-17 16,16-4 2-16,0 0-1 0,6 18 1 16,5-8 7-16,6 3 7 0,6 4 12 0,1-2 17 15,6 2-6-15,2-1 6 0,1-1 3 16,2 2 6-16,-1-1-4 0,-4-1-1 0,2 1-4 15,-4-1-4-15,-2-1-13 0,-1 1-3 0,-8-3-11 16,-1 1-11-16,-4 2-1 0,-5-3 5 0,-5 1-12 16,-2 2 8-16,-6 4-4 0,-7 1 4 0,-3 3-11 15,-7 2-11-15,-4-2-51 0,0 2-68 0,-2-1-22 16,0-1-57-16,4 2-53 0,0-2-126 0,2 0-307 16,9-7-220-16</inkml:trace>
  <inkml:trace contextRef="#ctx0" brushRef="#br0" timeOffset="30914.73">28600 15417 359 0,'-2'-25'523'15,"-2"-1"-158"-15,0 1-75 0,-3 0-50 0,2 3-57 16,-3 1-13-16,1 3-40 0,0 4 4 0,2 0-18 16,-3 3-5-16,3 2-26 0,0 0-20 0,5 9-5 15,-11-8-10-15,11 8-11 0,0 0-3 16,-26 12-13-16,13 6 1 0,-6 7-12 15,1 6-4-15,-1 4-2 0,-4 9-3 0,4 2 0 16,1 1 0-16,6-7-2 0,0-1 1 0,5 0-4 16,6-3-28-16,2-1 5 0,7-2-13 0,5-3 7 15,2-4-26-15,6-4 6 0,3-3-30 0,1-3-1 16,2-4 5-16,4-3-14 0,-4-7-3 0,1-2 35 16,0-4-19-16,2-3-6 0,0-5 39 0,-2-2 15 15,-1-3 17-15,-5-3 22 0,-3-2 18 16,-2 0 10-16,-7 1 6 0,-1 2 13 0,-3 0 4 15,-3 3 22-15,-2 1 13 0,-2 3-2 0,0-1-18 16,-6 2-9-16,2 1-11 0,-2 3-9 16,-1 0-3-16,8 7-15 0,-21-6-8 0,21 6-3 0,-21 4-3 15,9 2-5-15,-1 3 1 0,1 3-5 16,1 4 8-16,1 1-11 0,5 0-3 0,1 1-4 16,4-3-4-16,3 1-6 0,3 3 18 0,4-2-18 15,1-2 22-15,4-1-25 0,0-3 6 0,3-1 1 16,0-2 7-16,-1-4-5 0,-2-2 13 15,-15-2-11-15,28 0 10 0,-13-4-2 0,-2 1 2 16,3-4-12-16,-5-1 3 0,-1-2 2 0,1-1 5 16,-6-2-5-16,0-1 0 0,-4 1 10 0,-1 0-11 15,-4-2 0-15,-1 1 2 0,-6-1 3 0,-1 1-5 16,-6 6-1-16,0-1-16 0,-5 3-33 16,2 3-13-16,1 2-14 0,1 2-94 0,1 0 60 15,18-1-132-15,-25 7 108 0,25-7-101 0,-13 5 76 16,13-5-83-16,0 0-131 0,0 0 216 15</inkml:trace>
  <inkml:trace contextRef="#ctx0" brushRef="#br0" timeOffset="31363.73">28882 15551 297 0,'20'-9'338'0,"-1"3"9"15,-4 0-72-15,-1-1-45 0,-3 3-56 0,-11 4-29 16,19-8-26-16,-19 8-32 0,14-6-7 0,-14 6 6 16,16-1 4-16,-16 1-8 0,18 2 3 0,-8 3-18 15,-1 0 2-15,2 4-10 0,-1 1-15 0,-1 1-9 16,0 1-6-16,1 3-5 0,-2 2-5 15,-1-3-5-15,-1-1-3 0,0 1 7 0,-1 0-11 16,-1-3-5-16,0-1 2 0,-4-10-3 16,5 15 0-16,-5-15 0 0,4 13 0 0,-4-13 5 15,2 11 24-15,-2-11 22 0,0 0 1 0,0 0-12 16,0 0-10-16,0 0-1 0,0 0-11 0,10-10-4 16,-10-3 2-16,4-2-10 0,1-5-1 0,2-2-1 15,-1-2-5-15,4 3 2 0,-1-1 1 0,3 2 0 16,-2 4 6-16,-1 0 27 0,-1 4-43 0,-1 1 0 15,-2 3-2-15,-5 8-1 0,13-9 6 16,-13 9 52-16,0 0-27 0,19 5 29 16,-11 1-37-16,0 4 28 0,-1 1-41 0,2 6 33 15,-2 0-39-15,-1 1-1 0,-1-1 10 0,3 2-6 16,-2 0 4-16,-2-4-4 0,0 0 2 0,0-2 2 16,-1-3-1-16,-1 1-2 0,-2-11 2 0,4 16 5 15,-4-16 0-15,2 12 8 0,-2-12 28 0,0 0 17 16,3 11-12-16,-3-11-4 0,0 0-14 0,0 0-3 15,-5-10-7-15,5 10-1 0,-5-21-9 16,2 4 24-16,1-6-60 0,0-2 17 0,2-2-58 16,0-1 18-16,3 0-55 0,1 1-15 0,1 1-1 15,0 0-3-15,0 5-1 0,0 0-11 16,-1 8-5-16,1 1-139 0,0 4 82 0,-5 8-88 16,10-12 63-16,-10 12-265 0,11-6 57 0</inkml:trace>
  <inkml:trace contextRef="#ctx0" brushRef="#br0" timeOffset="31698.73">29605 15421 457 0,'0'0'347'0,"10"9"-35"0,-10-9-57 0,5 7-61 15,-5-7-43-15,6 10-37 0,-6-10-19 0,3 9-5 16,-3-9-24-16,4 10-11 0,-4-10-12 0,4 9-10 16,-4-9-5-16,6 7-6 0,-6-7-10 15,7 9 4-15,-7-9-4 0,9 5-2 0,-9-5 1 16,0 0-14-16,20 1-7 0,-20-1-7 0,12-5 5 0,-12 5-7 15,15-15-4-15,-9 4-1 0,1-3-1 16,-5-1-13-16,2-2 24 0,-1 1 3 16,-2 2 18-16,1 0 13 0,-4 4 6 0,1-1 1 15,1 11-4-15,-7-15-3 0,7 15 0 0,-9-8-8 16,9 8 8-16,-17 6-1 0,4 2-1 0,-4 4-1 16,3 5 2-16,-2-1-8 0,0 5-8 0,0 3-5 15,5-4 12-15,2 1-2 0,2-1-2 0,2 0 0 16,3-4-2-16,1-1-1 0,2 2-4 0,4-3-16 15,1-2-12-15,2-1-11 0,3-2-16 16,0-3-28-16,5-1-43 0,-16-5-126 16,33 1 73-16,-10-4-75 0,2-4-156 0,0 0 186 15</inkml:trace>
  <inkml:trace contextRef="#ctx0" brushRef="#br0" timeOffset="32214.73">30011 15372 65 0,'10'-20'358'15,"-3"5"23"-15,-3 0-95 0,0 4-38 0,-3 0-49 16,2 2-35-16,-3 9-28 0,-1-16-13 0,1 16-18 15,-3-13-13-15,3 13-20 0,-5-8-13 16,5 8-8-16,0 0-18 0,0 0 3 0,-22 4-10 16,13 5-7-16,0 4-4 0,-2 2-3 0,1 3 0 15,1 1-4-15,1 1-6 0,0 1 4 16,3 1-2-16,1-1 0 0,0-4-1 0,4 1-1 0,0-2 2 16,4 0-13-16,-1-1-10 0,2-1-12 15,3-4-6-15,-2-2-4 0,3-2-6 0,-9-6-16 16,23 5-106-16,-23-5 93 0,31-5-110 0,-12-4 134 15,1-2-115-15,5-7 132 0,-1-3-97 16,-2-2 128-16,-1-6-116 0,1-4 144 0,-1-8-132 16,0-5 150-16,-1-2-22 0,-4-1 7 0,3-1-11 15,-4 1 54-15,-1 11 42 0,-2 3 23 16,0 4 27-16,-5 8 5 0,0 2 23 0,-1 6-8 0,-2 1-33 16,0 3-39-16,-4 11-23 0,4-13-23 0,-4 13-13 15,0 0-15-15,0 0-4 0,-6 14-7 16,2 0 4-16,-3 5-9 0,1 3-1 0,-2 7-11 15,-1 3-1-15,3 1-3 0,-1 1-2 16,2-1 0-16,-1 2-2 0,0 0 0 0,0-1 1 16,1 0 6-16,0-2-12 0,-1 0-40 0,-1-7-37 15,2-2-18-15,-1 0-9 0,-1-3-91 0,2-3 67 16,-1-3-98-16,1-3 122 0,0-2-89 0,5-9 102 16,-7 9-95-16,7-9 144 0,0 0-72 0,-6-8 159 15,6 8-82-15,2-18 146 0,2 1-86 0,3-2 102 16,0-3-70-16,4 1 66 0,-2 1-8 0,2 0-16 15,2 0-15-15,0 2-18 0,-1 1-12 16,3 1-9-16,-2-1-5 0,2 5-17 16,0-1-40-16,0 1-2 0,1 2-20 0,-4 3-68 15,0 0-42-15,-1 2-110 0,0 0-208 0,-11 5 86 16</inkml:trace>
  <inkml:trace contextRef="#ctx0" brushRef="#br0" timeOffset="32730.73">26877 16175 425 0,'1'-10'467'0,"-1"10"-125"15,4-18-68-15,-4 18-80 0,4-15-33 0,-4 15-33 16,5-15-26-16,-5 15-19 0,7-12-8 0,-7 12 18 16,12-13 20-16,-12 13 10 0,23-6-11 0,-23 6-3 15,35 1 7-15,-11 6-4 0,8 5-16 16,6 4-10-16,7 8-10 0,5 5-12 0,0 3 18 15,4 2-45-15,2 4-8 0,0 2-6 0,4-1-6 16,0 0-15-16,1 1-23 0,-1-3-32 16,-4 1-17-16,0-4-40 0,-3 0-38 0,-4-3 23 15,-4-2-62-15,-4-3-9 0,-9-6-59 0,-5-2-156 16,-3-1-156-16,-6-6-85 0</inkml:trace>
  <inkml:trace contextRef="#ctx0" brushRef="#br0" timeOffset="32964.72">27564 16617 418 0,'-23'-2'475'0,"5"0"-103"0,-1 0-108 0,19 2-38 16,-27-1-71-16,27 1-5 0,-19-3-58 0,19 3 7 16,0 0-42-16,-20 4 13 0,20-4-42 0,0 0 19 15,2 12-22-15,6-4 19 0,8 1-30 16,3 0 20-16,9 3-29 0,3-3 23 0,7 0-30 15,-2-2 16-15,5 1-35 0,-4-5-13 0,3 1-16 16,-3-1-7-16,-6-3-12 0,-1 0-17 0,-3-2-32 16,0-1-36-16,-1-1-35 0,-2-1-19 0,-2-5-52 15,-3 0-145-15,0-3 187 0</inkml:trace>
  <inkml:trace contextRef="#ctx0" brushRef="#br0" timeOffset="33114.72">28080 16474 374 0,'3'-12'494'15,"-2"2"-99"-15,-1 10-28 16,2-17-56-16,-2 17-56 0,1-13-49 0,-1 13-34 0,0 0-52 15,0 0-22-15,0 0 23 0,0 0-14 0,0 0-16 16,-8 19-18-16,4-4-12 0,-1 6-8 16,-1 1-20-16,0 2 12 0,-1 7-25 0,-1 0 1 15,-2 1-36-15,1 0-91 0,-1 2-64 0,-5 3-40 16,-1 0-31-16,-8 4-183 0,1 2-235 0,-4-3-187 16</inkml:trace>
  <inkml:trace contextRef="#ctx0" brushRef="#br0" timeOffset="33665.72">28770 16712 103 0,'0'0'914'0,"-9"-6"-277"16,9 6-153-16,0 0-97 0,0 0-112 16,-13-7-78-16,13 7-53 0,0 0-35 0,0 0-23 15,0 0-18-15,0 0-11 0,0 0-9 0,6-11-12 16,-6 11-3-16,17-7-10 0,0 2-4 0,3-1-10 16,5-2-35-16,5 1-56 0,2-1-59 0,0 1-26 15,0-2-12-15,-2 1 2 0,-5 1-13 0,1 2-113 16,-5-1 80-16,-4 0-94 0,-2 3 96 15,-2-3-252-15,-13 6 89 0</inkml:trace>
  <inkml:trace contextRef="#ctx0" brushRef="#br0" timeOffset="34282.72">29047 16548 441 0,'0'0'441'0,"-18"-1"-86"16,18 1-83-16,0 0-70 0,-20 0-40 0,20 0-35 16,-13 7-25-16,4-1-17 0,2 5-22 0,-2 1 17 15,0 6-48-15,1 2-6 0,0 4-4 0,2 4-5 16,1 4 1-16,-1 3-3 0,3-1-4 0,0 3-19 15,3-1-16-15,0 0-75 0,0 0 43 0,2-1-119 16,0-7 86-16,3 5-121 0,-1-6 121 0,-1 0-107 16,-1-2 95-16,2-4-83 0,-1-3 91 15,-1-2-48-15,-2-3 89 0,2-2-42 16,-2-11 147-16,2 20-68 0,-2-20 140 0,-1 11-111 0,1-11 134 16,-7 8-90-16,7-8 108 0,-14 7-81 0,14-7 60 15,-14 4-45-15,14-4 29 0,-18 3-27 16,18-3-9-16,-14 3 2 0,14-3-21 0,0 0-4 15,-16 2-24-15,16-2 2 0,0 0-23 0,0 0-14 16,0 0-5-16,0 0-20 0,0 0 7 0,0 0-18 16,5-12 19-16,6 4-29 0,7-2 29 0,0-1-50 15,1-2 51-15,4-2-75 0,0 0 64 16,-2-1-84-16,0-2 8 0,-5 3 16 0,0-1 14 0,0 0 13 16,-2-1 10-16,-3 1 86 0,1 0-54 0,-2 1 84 15,-3 1-46-15,-1 2 47 0,-2 2-11 16,0-1 4-16,-4 11 3 0,2-17-8 0,-2 17 16 15,0-14-22-15,0 14-8 0,3-11-8 0,-3 11-12 16,0 0-6-16,1-12-8 0,-1 12-7 0,0 0 0 16,0 0 24-16,0 0-34 0,0 0 25 0,2 10-31 15,-2-10 29-15,2 18-32 0,0-7 29 0,0 1-31 16,0 2 22-16,1-1-23 0,-1 0 29 0,2 0-27 16,0-1 22-16,0 0-29 0,1-3 26 0,-1 1-34 15,-2-1 11-15,-2-9-16 0,8 14-2 0,-8-14 5 16,5 8 3-16,-5-8 0 0,0 0 10 0,0 0-4 15,22-5 7-15,-13 0 3 0,2-4 1 0,3-3 3 16,-1 0 0-16,1 0-2 0,1 1 7 0,-4 2 1 16,0 0 2-16,0 1-4 0,-1 3 2 15,-10 5-3-15,15-9 3 0,-15 9-1 0,0 0 4 16,22 0-7-16,-22 0 9 0,13 7-5 0,-6-1 2 16,0 3-10-16,-2-2-15 0,1 3-15 0,-2 0-71 15,2 0-34-15,0 0 70 0,0 0-140 0,-1-1 110 16,3 0-118-16,-1-2 89 0,2-1-93 0,-9-6-148 15,20 7 223-15</inkml:trace>
  <inkml:trace contextRef="#ctx0" brushRef="#br0" timeOffset="34498.74">29647 16835 500 0,'0'-16'427'16,"-1"2"-101"-16,-5-1-67 0,1 2-70 0,-2 3-37 0,-1 1-21 15,-2 3-20-15,10 6-12 0,-16-7-15 16,16 7-12-16,0 0-9 0,-27 2-14 0,18 5-8 15,-1 1-7-15,1 3-7 0,1 6 21 0,0 0-37 16,1 3 38-16,3 1-50 0,1 2 27 0,1 0-34 16,0-4 33-16,4 4-36 0,1-2 31 0,1 1-29 15,0-3 6-15,5 0-41 0,-1-3-42 0,1-1 15 16,2 2-93-16,-1-9 42 0,2 0-103 0,3-3 100 16,-1-3-126-16,-14-2 66 0,39-5-245 0,-17-2 168 15</inkml:trace>
  <inkml:trace contextRef="#ctx0" brushRef="#br0" timeOffset="34684.74">29958 16741 163 0,'5'-11'534'0,"-1"2"-141"16,-4 9-90-16,3-15-77 0,-3 15-49 0,-2-10-35 15,2 10-28-15,0 0-24 0,-11-4-14 0,11 4-14 16,-14 6-11-16,5 1-9 0,-2 3-10 0,0 4-5 16,1 1-6-16,-1 1-4 0,1 1-3 0,4 2 2 15,-1 0-4-15,2-4 17 0,1 1-25 0,2-1 8 16,2-3-18-16,2 2-6 0,0-3-24 0,0-1-65 15,2 1 43-15,1-4-103 0,-5-7 79 0,13 9-159 16,-13-9 88-16,19 0-91 0,-6-4-192 0,2 0 155 16</inkml:trace>
  <inkml:trace contextRef="#ctx0" brushRef="#br0" timeOffset="35032.72">30062 16802 333 0,'9'-17'302'0,"-1"-2"-152"0,-4 4 81 16,0-1-18-16,-4 2-33 0,-1 0-35 0,-2 2-26 15,-1-3-16-15,-1 2-10 0,-3 1-16 0,-1 2-16 16,-1 0-11-16,0 4-3 0,-2 0-5 0,1 2-8 15,-3 1-6-15,14 3-7 0,-28 1-8 0,11 2 1 16,1 1-2-16,0 2-18 0,1 0 11 0,-2 3-2 16,6 0-2-16,-1-1 0 0,5 1 6 0,-1 0-3 15,4 1-3-15,-1-2 3 0,4 2-2 0,1-10-10 16,1 18 0-16,3-7-54 0,1-1 64 0,4 1-60 16,0 1 63-16,1-2-64 0,4-2 70 0,-1 1-75 15,2-2 78-15,0-1-77 0,2-3 71 16,-1 1-68-16,2-2 88 0,1-2-86 0,-1-2 85 15,1 0-73-15,2-2 65 0,-1-1-73 0,-1-3 75 16,-1 1-76-16,-1-2 91 0,-5 0-89 0,0-1 90 16,-1 1-9-16,-3-4-9 0,-1 1-2 0,-2-2 2 15,-2 0-4-15,-1 0 1 0,-2 1-86 16,-2 1 100-16,-4-2-92 0,-2 2 103 0,-1 0-100 16,-2 3 94-16,-2 0-92 0,0 1 87 0,-3 4-116 15,0 0 75-15,-1 1-120 0,17 3 96 16,-31 0-135-16,31 0 122 0,-30 4-133 0,30-4 6 15,-20 6-121-15,20-6 84 0</inkml:trace>
  <inkml:trace contextRef="#ctx0" brushRef="#br0" timeOffset="35432.72">30057 16606 48 0,'0'0'338'0,"0"0"29"16,-7-8-202-16,7 8 66 0,-11-4-126 0,11 4 76 15,-16-6-42-15,16 6-22 0,-18-1-16 0,18 1-17 16,-18 1-17-16,18-1-10 0,-25 8 1 16,11-2-14-16,2 3-6 0,-1 2-8 0,0 3-6 0,0 2-2 15,1 3-2-15,3 0-6 0,1 2-1 16,2 1-24-16,-1 1 33 0,4 1-22 16,0 1 20-16,3 0-22 0,3-1 26 0,0-1-26 15,3-1 20-15,0 0-6 0,3-2 17 0,0-3 15 16,3-1-22-16,3-2 19 0,-1-4-13 0,0-2 21 15,1-3-34-15,-15-5 25 0,34 0-31 0,-12-5 19 16,2-3-29-16,3-5 18 0,2-3-26 0,-3-5 26 16,-1-1-28-16,-2-3 5 0,-2-3-2 0,-2 0 4 15,-4 0-1-15,-3-1 2 0,-5 6 21 0,-3-1-18 16,-2 2 6-16,-4 2 5 0,-2 2-12 16,-5 0 1-16,-5 2-5 0,-2 2-4 0,-3 4-3 0,-3 2-8 15,0 3-6-15,-2 1-12 0,-2 3-17 16,3 3-2-16,0 1-18 0,3 0-25 0,3 3-33 15,0 4-18-15,3-3-105 0,5-1 67 0,3 1-268 16,6-7 116-16</inkml:trace>
  <inkml:trace contextRef="#ctx0" brushRef="#br0" timeOffset="35732.72">30254 16632 550 0,'0'0'434'16,"21"-3"-111"-16,-21 3-85 0,0 0-71 0,21 0-39 0,-21 0-20 15,13 4-18-15,-13-4-19 0,10 9-12 0,-10-9-11 16,12 14-7-16,-6-4-8 0,1 3-7 16,1 0-3-16,-2 1-6 0,2 2-9 0,0 2 4 15,1-2-10-15,-4-2 8 0,2-1-9 0,0 0 6 16,-1-1-9-16,1-1 6 0,-2-3-7 0,-5-8 6 16,7 14 19-16,-7-14-21 0,4 10 5 0,-4-10-4 15,0 0-5-15,0 0 5 0,0 0-6 0,0 0-2 16,9-7 6-16,-9 7-3 0,-1-20 1 0,0 7 5 15,1-4-1-15,-2-4-1 0,2-4 4 0,0 0-8 16,2 0-9-16,0 0-11 0,-2 1-58 16,4 2 32-16,-1 5-95 0,0 1 70 0,-1 3-151 15,2 3 87-15,-1 0-91 0,1 3-10 16,-4 7-112-16,13-12 241 0</inkml:trace>
  <inkml:trace contextRef="#ctx0" brushRef="#br0" timeOffset="36066.74">30619 16585 311 0,'6'13'391'16,"-6"-13"-127"-16,4 13-43 0,-4-13-35 0,3 16-46 16,-3-16-29-16,3 14-21 0,-3-14-14 15,2 16-25-15,-2-16 4 0,4 14-13 16,-4-14-2-16,6 14-3 0,-6-14-10 0,10 10-5 0,-10-10-3 16,13 7-16-16,-13-7 5 0,13 3 0 0,-13-3-3 15,17-1-2-15,-17 1-6 0,17-10-8 16,-9 2-15-16,1-2 17 0,-3-1-2 0,0-2 5 15,0-1-78-15,-2-1 107 0,-3 3-70 0,1-1 94 16,-2 13-33-16,0-19 40 0,0 19-21 0,-3-17 29 16,3 17-4-16,-7-13-2 0,7 13-2 15,0 0-1-15,-15-4-6 0,15 4-8 0,-15 9-3 16,7-3-5-16,-1 5-7 0,0 1 15 0,-1 4-27 16,4 2-3-16,-2 1-1 0,2 1 1 0,0 0-4 15,0 1-2-15,5-2-1 0,1 0 0 16,0 0 0-16,1-2 0 0,3 0-20 0,1 0-21 0,2-3-31 15,-4-1-82-15,5-1 68 0,0-1-142 16,1-5 78-16,1 0-124 0,-10-6-207 0,20 2 76 16</inkml:trace>
  <inkml:trace contextRef="#ctx0" brushRef="#br0" timeOffset="36499.72">30942 16490 343 0,'0'0'470'0,"-4"-9"-157"0,4 9-41 16,0 0-91-16,-5-9-22 0,5 9-52 0,0 0-3 16,0 0-38-16,-4-9-1 0,4 9-26 15,0 0 11-15,0 0-29 0,0 0 17 0,0 0-24 16,2 11 14-16,-2-11 18 0,7 17-33 0,-3-7-3 16,-1 0-4-16,3 1 1 0,-3 3-3 0,3-1 1 15,-4 3-2-15,1-1-3 0,0-3-6 0,-3 2-10 16,0 1-10-16,-2-1-44 0,-1 2 48 0,0-1-83 15,-3 0 86-15,0-1-90 0,0-1 102 0,-3 0-93 16,1-2 107-16,0-1-91 0,1-3 104 0,-1 0-92 16,8-7 105-16,-14 7-86 0,14-7 73 0,-15 4-42 15,15-4 90-15,-16-4-64 0,6-1 80 0,0-1-5 16,-1-2-6-16,0-5-2 16,0-1-4-16,-1-2 1 0,-1-2-9 0,3-2 4 15,-2-5-15-15,-2-1-5 0,5 0-10 0,0-3-4 16,1 1 2-16,2 1 2 0,4 2-14 0,1 0 35 15,1 0-50-15,2 2 38 0,2 0-2 0,3 3-18 16,1 0-39-16,3 2 36 0,1 3-33 0,1 3 29 16,0 1-38-16,0 3 41 0,1 3-42 0,-14 5 14 15,25-2-25-15,-25 2-28 0,26 5 2 0,-13 0-95 16,-1 2-38-16,-1 3-36 0,-4 0 3 16,2 3-4-16,-4-2-224 0,1 3 122 0</inkml:trace>
  <inkml:trace contextRef="#ctx0" brushRef="#br0" timeOffset="36950.72">31114 16558 158 0,'0'0'504'0,"0"0"-212"0,0 0-14 0,0 0-103 16,0 0-4-16,0 0-80 0,0 0 14 16,0 0-57-16,0 0 24 0,0 0-45 0,0 0 38 0,0 0-53 15,0 0 40-15,0 0-11 16,0 0-12-16,10 8-7 0,-10-8 2 0,12 4-4 16,-12-4-6-16,0 0 2 0,20 2-5 0,-20-2-6 15,17-1 11-15,-17 1-15 0,21-5-29 0,-12 0 39 16,2-1-37-16,-2-1 40 0,1-1-14 0,-1-2 11 15,-1-1-46-15,-2-3 47 0,-1 0-46 0,-1-1 49 16,-2-1-46-16,0 2 5 0,-2 0 14 0,-1 2 3 16,0 0 12-16,-1 2 13 0,2 10-3 0,-5-15-1 15,5 15 0-15,-9-7 8 16,9 7-9-16,0 0-1 0,-22 6 24 0,13 3-20 16,-3 5 12-16,0 2-16 0,0 1 11 0,2 3-14 0,1 2 0 15,0 0 8-15,2-1-3 0,2 1-3 16,1-2 4-16,3-3-8 0,1-2-1 0,1 0-3 15,1-1-11-15,4-3-69 0,1 0 51 0,0-3-122 16,2-2 71-16,-9-6-156 0,23 7 74 0,-23-7-74 16,32-2-184-16,-11-5 175 0</inkml:trace>
  <inkml:trace contextRef="#ctx0" brushRef="#br0" timeOffset="37350.74">31527 16376 130 0,'5'-13'380'0,"1"4"-90"0,-6 9-44 0,5-16-24 16,-5 16 3-16,5-12-87 0,-5 12 1 15,5-9-45-15,-5 9 0 0,0 0-47 0,0 0 22 0,0 0-39 16,0 0 20-16,0 0-36 0,8 6 27 16,-8-6-34-16,3 13 13 0,3-4-18 0,-3 1 26 15,3 0-36-15,2 2 23 0,0 1-28 0,0-2 22 16,0 1-32-16,0 1 31 0,1-1-35 0,-2-2 36 16,-1 0-44-16,0-2 46 0,-6-8-34 15,10 14 37-15,-10-14-44 0,3 10 46 0,-3-10-40 16,0 0 44-16,-3 9-41 0,3-9 41 0,0 0-36 15,-22 3 28-15,22-3-34 0,-23-3 43 0,9-1-42 16,0-1 43-16,0-3-41 0,-2-1 37 16,2-2-39-16,0-2 45 0,5 1-48 0,1-2 41 0,2 1-54 15,2 0 55-15,0 2-47 0,2 0 50 16,-2 2-56-16,4 9 58 0,-2-15-55 0,2 15 56 16,-4-11-57-16,4 11 62 0,0 0-37 15,0 0 44-15,0 0-9 0,0 0 16 0,0 0-12 16,-5 10 7-16,3 1 5 0,-2 0-8 0,0 5 5 15,-1 2-17-15,-3 2-5 0,1 0-2 0,-1 1-4 16,1-1-4-16,-2 0 0 0,2 0 2 0,1-1-2 16,2-3-2-16,0-1-22 0,0-2-26 0,1-2-22 15,1 0-24-15,2-11-143 0,0 19 89 16,0-19-126-16,3 13-221 0,-3-13 57 0</inkml:trace>
  <inkml:trace contextRef="#ctx0" brushRef="#br0" timeOffset="37733.72">31811 16161 445 0,'0'0'384'0,"2"-14"-62"0,-2 14-32 16,-3-10-60-16,3 10-42 0,-5-10 18 0,5 10-68 15,-9-8 43-15,9 8-65 0,-12-7 27 0,12 7-65 16,-19 1 39-16,10 5-40 0,-7 2 33 0,-1 5-49 16,2 2 28-16,-5 6-15 0,3 1-12 0,0 3-48 15,2 2 35-15,2 0-44 0,2 1 34 0,3-1-40 16,1-3 35-16,3 1-41 0,1-1 3 0,1-2 1 15,2-2 1-15,2-1 1 0,-2-2 2 0,3 1-1 16,3-3 0-16,-3 0 3 0,4-2-1 16,3-2-7-16,-1-3-32 0,1-1-37 0,6-3-47 15,-16-4-37-15,29 2-3 0,-6-5-72 0,-1-3 75 16,3-3-147-16,3-3 96 0,2-3-88 0,-2-4-197 16,1-2 52-16</inkml:trace>
  <inkml:trace contextRef="#ctx0" brushRef="#br0" timeOffset="37983.72">32166 15957 58 0,'0'0'526'0,"-11"-11"-136"0,11 11-93 0,-7-9-63 16,7 9-63-16,-9-5-35 0,9 5-25 0,0 0-24 15,-13-3-15-15,13 3-20 0,-10 4 8 0,10-4 2 16,-9 15 0-16,4-3 24 0,1 4-17 0,1 2 35 15,2 0-75-15,0 6 40 0,2 0-19 0,-1 1-49 16,3 0 42-16,-1 1-52 0,1-1 49 0,2-1-47 16,-3-1 45-16,2 0-51 0,-1 0 44 0,-1-2-59 15,1-4-9-15,-2 1-46 0,-1-5-73 0,0 2 22 16,-1-2-149-16,-2-1 110 0,1 1-110 0,2-13-208 16,-12 18 56-16</inkml:trace>
  <inkml:trace contextRef="#ctx0" brushRef="#br0" timeOffset="38134.72">31929 16358 219 0,'0'0'613'16,"-7"-7"-136"-16,7 7-173 0,0 0-6 0,0 0-139 15,2-13-9-15,-2 13-75 0,9-7 9 0,-9 7-44 16,17-9 12-16,-6 4-37 0,3 1-15 0,1-1-27 16,-1 2-64-16,3-1-41 0,-2 0-52 0,-15 4-44 15,26-2-15-15,-26 2-224 0,20-1 99 0</inkml:trace>
  <inkml:trace contextRef="#ctx0" brushRef="#br0" timeOffset="38567.72">29182 17322 236 0,'-35'8'454'0,"2"-1"-153"16,0 1-57-16,1-1-55 0,1 1-46 0,4-2-37 0,5 1-16 16,-1 0-22-16,4-1-12 0,4-1-5 15,3-1-8-15,12-4 16 0,-16 6 12 0,16-6 28 16,0 0 9-16,0 0 13 0,11 6-16 0,8-6-16 15,12-2-3-15,11-2 0 0,20-5-3 0,7 0-3 16,10-4 0-16,7-2 22 0,7-2-43 0,26-5-3 16,5-2 21-16,3 2-45 0,3-3 22 15,3 0-42-15,0 0 33 0,-4-1-41 0,1-1 30 16,-2-2-19-16,-8 2-49 0,-3-2-46 0,-7 2-72 16,-25 4 19-16,-5 2 1 0,-1-2 6 0,-11 4 27 15,-4-1 9-15,-5 2 22 0,-9 2-26 0,-12 2 42 16,-4 3-53-16,-5 1 58 0,-10 2-81 15,-3 1 74-15,-16 7-132 0,14-9 113 0,-14 9-146 16,0 0 110-16,0 0-115 0,-24-2-169 0,-1 4 199 16</inkml:trace>
  <inkml:trace contextRef="#ctx0" brushRef="#br0" timeOffset="38800.72">29434 17483 575 0,'0'0'468'0,"0"0"-96"16,-2 9-96-16,2-9-50 0,17 3-51 0,2-4-34 15,8-2 3-15,11 0 12 0,7-2 14 0,20-4 4 16,4-2 7-16,4-1-3 0,7-1-18 0,3-1-18 16,6 0 13-16,4-2-64 0,-1 1-24 0,1-3-11 15,-2 2 29-15,-2-5-60 0,-3 3 7 0,-6 0-88 16,-4 0-28-16,-7-4-110 0,-8 4-46 15,-6 1 6-15,-16 2-85 0,-6-1-61 0,-3-1-28 16,-8-2-211-16,-8 2-150 0</inkml:trace>
  <inkml:trace contextRef="#ctx0" brushRef="#br0" timeOffset="39900.74">28048 15342 21 0,'10'-16'292'0,"-1"0"-198"16,2 2 81-16,-5 0-147 0,3 3 98 0,1-2-139 0,-1 2 111 15,3-3-125-15,-1 2 106 0,2-1-111 16,0 1 118-16,2-1-111 0,-2 2 144 0,1 0 4 16,-2 1 1-16,-2 1-14 0,2 1 5 0,-5 3-9 15,1-2 0-15,-8 7 32 0,11-9-54 0,-11 9 24 16,0 0-54-16,7-6 18 0,-7 6-39 15,0 0 35-15,-15 8-40 0,4 0-3 0,-8 6-4 16,-3 5-4-16,-5 4-1 0,-2 2-3 0,-7 8-8 16,3 2 4-16,0 0 1 0,3 0-27 0,6-5 25 15,4-1-23-15,3 0 21 0,2-1-21 0,4 1 18 16,6-4 7-16,1-1-2 0,6 1-2 16,1 0 1-16,5 2-3 0,4 1 1 0,4-2-5 15,5 2 33-15,2-2-33 0,2-1 31 0,4 0-35 16,1 1-2-16,6 3 4 0,-7-4-1 15,-2 0-5-15,0 1 8 0,-3-1-11 0,-3 2 14 16,-2-1-13-16,-5 1 15 0,0 1-4 0,-5-1-5 16,-4-2-3-16,-1 0 18 0,-4 0-19 0,-1 0 13 15,-3 0 4-15,-4 5 30 0,-1-2 28 0,-1 0-27 16,-3 0-2-16,-1-2 3 0,0 1 1 0,-1-2-5 16,-2-2-8-16,4 0-4 0,1-4-3 0,0-1 2 15,2 0-11-15,0-1-4 0,3-3 7 16,2 1-11-16,0 0 5 0,2-2-3 15,3 2 1-15,2-2-8 0,2 3-1 0,3 3 1 0,2 0-1 16,4 1 1-16,2 1-2 0,3 1 0 16,0 0 1-16,1-1 0 0,0 0-1 0,-2 1 39 15,0-1-44-15,-2 0 39 0,0 1-46 0,-4-2 47 16,-3-1-44-16,-2 1 38 0,0 1-41 0,-5-4 39 16,1 2-41-16,-2-2 36 0,-2 3-45 0,1 1 45 15,-3 0-43-15,-1 0 51 0,0 0-54 0,1 0 54 16,-1-1-55-16,0 0 9 0,1 1 2 0,-2-2 7 15,3-1 1-15,2-1 2 0,1 1 1 0,0 0 1 16,3 0 3-16,2 3 0 0,2-1 3 16,2 1-2-16,0-2 2 0,8 4-2 0,-4-6-3 15,6 5 3-15,-1-3 1 0,1 1 1 0,0-1 2 16,-5-4 35-16,3 0-48 0,-2 1 40 0,-1-2-45 16,-2 0 43-16,-1 0-46 0,-2-2 46 0,-1 1-51 15,-3-1 47-15,-2-1-47 0,-1 2 49 0,-3-1-47 16,-2 2 49-16,0 3-7 0,-4 0 59 0,-2 2 1 15,-2-1-2-15,-1 0 4 0,-2 1-1 0,-3 1-9 16,2-4-12-16,1 0-12 0,0-1-9 0,2 0-6 16,3-2-9-16,-1-2-2 0,5-1-7 0,1 0-4 15,3 0-3-15,1-10-38 0,1 16 37 16,6-7-57-16,0-1 8 0,2-1-89 0,3-1-10 0,4 0-48 16,0-2-29-16,2 0 39 0,1-2-108 0,0 1 68 15,-1-3-133-15,-18 0 10 0,33-1-154 16,-15-3 52-16</inkml:trace>
  <inkml:trace contextRef="#ctx0" brushRef="#br0" timeOffset="40567.72">28258 17049 179 0,'7'-16'472'0,"0"2"-222"16,-1 2 41-16,-3 2-85 0,1 0-5 0,-4 10-35 15,5-16-17-15,-5 16-19 0,-7-13-5 0,7 13 16 16,-16-7 15-16,16 7 8 0,-40 1 6 0,9 5-2 15,-10 3 0-15,-13 6 20 0,-4 2-35 0,-8 5 32 16,-3 2-38-16,-7 1 36 0,0 2-48 16,-4 2 0-16,-16 6-1 0,20-5-2 0,0-1-14 15,0-1-17-15,5 0-41 0,5 0 16 0,0-2-42 16,5-1 21-16,3-1-37 0,6-2 24 0,2-2-11 16,13-4-3-16,4-1-8 0,3-1-7 0,9-4-19 15,1-1-46-15,5-3-36 0,4-1-37 0,11-5 5 16,-19 9-62-16,19-9-2 0,-11 5-33 0,11-5-9 15,0 0-10-15,0 0-1 0,0 0 25 0,0 0 26 16,13-3 27-16,-13 3 17 0,18-8 15 0,-18 8 17 16,19-9-12-16,-10 2 9 0,0 1 18 0,-1-1 11 15,3-2 13-15,-2-1-88 0,2 0 131 16,1-4-96-16,1-2 128 0,0 0-96 0,0-2 120 0,3-3-98 16,-2-2 123-16,1 1-85 0,1-2 116 0,-1 0-65 15,-1 1 87-15,-5 4-26 0,4 2 29 16,-5 0 29-16,-2 6-3 0,1 1 25 0,-1 2 46 15,-6 8-59-15,6-13 13 0,-6 13-58 0,0 0 11 16,0-12-53-16,0 12 19 0,0 0-39 0,-17 4 29 16,5 4-34-16,-5 3 29 0,-1 2-32 0,-3 5 21 15,-2 1-38-15,3 1 29 0,0 1-39 0,2-1 0 16,5-1-4-16,3-3 6 0,-1 2-6 0,3-2 0 16,4-1 0-16,1-1 0 0,3 0 1 0,3-2 3 15,2 3 2-15,6 1 33 0,2-1-39 16,4-1 34-16,4-2-39 0,5 1 30 0,3-2-33 0,1-1 2 15,1-1-11-15,1-2-39 0,-3 1-73 16,-2 0-72-16,-4-1-18 0,0 1-21 0,0 2-137 16,-5-1 38-16,-4 2-307 0,0 0-176 0</inkml:trace>
  <inkml:trace contextRef="#ctx0" brushRef="#br0" timeOffset="43036.01">22334 18298 40 0,'0'0'278'0,"-1"-12"-53"0,1 12-43 16,0 0-26-16,-1-14-35 0,1 14-5 0,0 0 3 16,-3-11 2-16,3 11-3 0,0 0-18 0,0 0-4 15,-1-10-5-15,1 10-10 0,0 0 25 0,0 0-54 16,0 0-5-16,-3-9-10 0,3 9-7 0,0 0-4 15,0 0-2-15,0 0 4 0,0 0 16 0,3 14-14 16,-1-1 4-16,2 6-4 0,1 5-1 0,3 8-6 16,0 1-3-16,-2 5 6 0,3 1-4 0,0 1-4 15,0 1-12-15,0-3-5 0,2 0 3 0,1-1 5 16,-2-3-1-16,4-1 2 0,-1-4-3 0,1-2 12 16,0-3 7-16,0-6 0 0,-1-1 3 15,1-3-26-15,1-3 46 0,0-4 0 0,2-3 11 16,-17-4-4-16,31-3-9 0,-9-5-8 0,1-6-5 15,0-6 0-15,-2-6 9 0,1-4 15 0,-4-3 9 16,4-11 12-16,-8 5 7 0,0 0-8 0,-5-4 0 16,0 0-39-16,-3 4 50 0,-2-1-36 0,-3 2 42 15,-2 2-8-15,-1 3-13 0,-3 7-14 0,-2 1-15 16,-2 1-12-16,1 5-17 0,-2-1-14 0,3 3-17 16,-1 5-23-16,0 2-24 0,-1-1-31 0,3 4-45 15,6 7-63-15,-9-7-43 0,9 7-16 0,0 0 1 16,0 0-31-16,0 0-30 0,-17 7 34 0,17-7 13 15,-2 15-196-15,2-15 95 0</inkml:trace>
  <inkml:trace contextRef="#ctx0" brushRef="#br0" timeOffset="43787.02">23066 18441 73 0,'2'-9'565'0,"-2"9"-213"0,4-15-46 0,-4 15-66 15,1-13-55-15,-1 13-24 16,-1-13-32-16,1 13 4 0,-4-10-34 0,4 10 35 16,-2-9-61-16,2 9-1 0,0 0 7 0,-4-10-54 15,4 10 32-15,0 0-51 0,0 0 30 0,0 0-36 16,0 0 36-16,0 0-41 0,0 0 35 0,0 0-45 16,10 8 37-16,-3 1-9 0,3 0 11 0,0 2-6 15,2 5-5-15,3-4 3 0,-2 3-7 0,3-1-6 16,1 0 0-16,-1 1-2 0,1-3 0 0,1 1 1 15,0-1-3-15,0 1 3 0,-3-2-2 16,-3-2-3-16,-2-2-5 0,0 1-2 0,-10-8 2 16,13 10 0-16,-13-10 2 0,9 11-3 0,-9-11 9 15,0 0-1-15,-1 15 1 0,1-15 0 0,-12 11-1 16,3-5 1-16,-5 1-1 0,0-1 0 0,-6-1 0 16,-1-1-1-16,3-1-2 0,-1-2-9 0,-2-1-30 15,2-1-48-15,-4-2-47 0,1-2-42 0,1-4-30 16,-1-1-21-16,4-4-13 0,3-2 13 0,2-1 12 15,4-2-140-15,3-1 230 0</inkml:trace>
  <inkml:trace contextRef="#ctx0" brushRef="#br0" timeOffset="43953.02">23044 18376 10 0,'0'0'483'0,"3"-13"-218"0,-3 13 30 0,0 0-125 16,0-11 33-16,0 11-95 0,0 0 27 0,0 0-56 16,-11-5 30-16,11 5-40 0,0 0 20 15,-16 8-34-15,16-8 7 0,-13 12-28 0,5 0-5 16,0 1-7-16,0 5-4 0,1 1-3 0,-1 1-2 15,3 3-4-15,-1 1 0 0,1 2-1 0,2 1-3 16,2 3-17-16,4-2-50 0,-2 0-54 0,3-2-65 16,2 4-44-16,2-8 0 0,-2 0-213 0,7-6 149 15</inkml:trace>
  <inkml:trace contextRef="#ctx0" brushRef="#br0" timeOffset="44337.02">23328 18410 256 0,'2'-11'544'0,"-2"11"-162"16,4-12-88-16,-4 12-69 0,1-10-64 0,-1 10-37 15,0 0-31-15,3-10-20 0,-3 10-15 0,0 0-12 16,0 0-8-16,9 6-6 0,-9-6-12 0,8 17-1 16,-2-6-2-16,2 3-2 0,1 2-8 0,1-2-17 15,1 1-23-15,1-3 8 0,2 1-17 0,-4-4-12 16,3-2-8-16,-1-2-14 0,-12-5-6 0,22 5 0 15,-22-5 5-15,22-1 5 0,-22 1 9 0,22-11 6 16,-12 4 8-16,0-4 4 0,-2 0 10 16,-1-3 98-16,-2 0-95 0,-3-2 102 0,0 0-77 15,-4-4 91-15,0 0-74 0,-2 1 85 0,-1 0-40 16,-3 0 47-16,-2 4-1 0,1 3-18 0,1 0 1 16,-2 4-24-16,1 2 3 0,9 6-20 0,-18-3 11 15,18 3-31-15,-23 9 8 0,9 2-16 0,0 4 10 16,4 3-29-16,-2 4 27 0,3 6-7 0,3 0-5 15,2-1-1-15,3 0-1 0,2 1-2 0,4 1 11 16,4 2-60-16,2-6-26 0,5-1-33 0,-2-8-36 16,3-1-35-16,3-4-27 0,-1-3-8 0,6-3-10 15,-5-4-14-15,2-6-144 0,4-3 218 0</inkml:trace>
  <inkml:trace contextRef="#ctx0" brushRef="#br0" timeOffset="44637.02">23793 18382 263 0,'0'0'564'0,"0"-15"-158"15,0 15-82-15,-3-10-82 0,3 10-50 0,0 0-39 16,-4-12-37-16,4 12-22 0,0 0-20 0,0 0-12 16,0 0-15-16,0 0-8 0,10 7-12 15,-5 1 33-15,4 4-49 0,4 3 54 0,-2 2-75 16,2 0 35-16,5 3-32 0,-1 0-37 0,-2-4 9 16,-1 1 4-16,0-1-14 0,-2-3 3 0,-2-1 2 15,-4-5 8-15,-1 0 2 0,-5-7 16 0,8 12 3 16,-8-12 2-16,0 0 3 0,0 0 9 0,0 0 10 15,0 0 16-15,-24-5 23 0,14-4-20 16,-3-3 37-16,-1-3-54 0,0-3 34 0,-3-2-46 16,3-2-1-16,-1-1-1 0,4 2-7 0,2 0-10 15,4-2-8-15,0 3-10 0,4 3-30 0,1-1 5 16,4 2-68-16,2 2 60 0,4-1-131 0,3 3-1 16,2-1-14-16,2 3-3 0,5 2-10 15,0 0-131-15,2 2 233 0</inkml:trace>
  <inkml:trace contextRef="#ctx0" brushRef="#br0" timeOffset="44822.03">24355 18101 702 0,'0'0'599'0,"0"0"-165"0,6-6-99 0,-6 6-71 16,0 0-54-16,0 0-56 0,0 0-34 0,-2 17-22 15,-2-6-18-15,0 3-51 0,-1 5 30 0,-3 1-47 16,3 1 1-16,0 2 33 0,0 2-45 0,1 0 35 15,0 1-29-15,1 0-80 0,1 0-62 0,2 0-53 16,0-1-34-16,2-2-61 0,-1-4-13 0,1 0 22 16,1-7 6-16,-2-2-167 0,-1-10 156 0</inkml:trace>
  <inkml:trace contextRef="#ctx0" brushRef="#br0" timeOffset="44988.01">24313 18007 504 0,'-4'-24'497'15,"0"3"-77"-15,0 4-98 0,-1 2-59 0,1 2-62 16,-1 2-56-16,0 2-48 0,5 9-45 0,-6-14-23 16,6 14-10-16,0 0-6 0,0 0-47 0,0 0-56 15,0 0-54-15,0 0-38 0,5 16-33 0,4-3-5 16,1 2 12-16,3 0-29 0,3 0-122 0,1-1 232 16</inkml:trace>
  <inkml:trace contextRef="#ctx0" brushRef="#br0" timeOffset="45304.02">24476 18060 422 0,'0'0'254'0,"12"9"-36"15,-12-9-33-15,9 5-26 0,-9-5-7 0,10 8-6 16,-10-8 11-16,9 8-50 0,-9-8 10 0,13 8-37 16,-3-2 1-16,-10-6-29 0,17 12 8 0,-6-5-29 15,-1 1 6-15,2 1-20 0,1-1 10 0,-2 1-8 16,2 1-4-16,-1 2-6 0,-1-3-15 0,-1 0-7 16,-1 1-13-16,0 0-7 0,-4-3-10 0,2 3-5 15,-7-10 7-15,7 13-89 0,-7-13 93 0,3 10-97 16,-3-10 112-16,0 0-109 0,-4 9 164 0,4-9-170 15,0 0 117-15,-16-4-108 0,16 4 135 16,-17-17-122-16,4 4 158 0,0-3-121 0,0-4 161 0,-1-3-110 16,0-1 61-16,4 6 53 0,0 0 25 0,0 3 45 15,2 4 29-15,3 3-31 0,5 8 19 16,-8-14-33-16,8 14-25 0,-8-9-30 0,8 9-25 16,0 0-11-16,-10 9-45 0,7 0 42 0,-1 8-53 15,-2 3 40-15,1 4-43 0,1 0 0 0,2 2 5 16,-2 2-4-16,0 6 2 0,3 0 2 0,0-4-59 15,1 1-69-15,0 0-64 0,0 6-76 0,0-1-14 16,-1-1-236-16,3-6-2 0</inkml:trace>
  <inkml:trace contextRef="#ctx0" brushRef="#br0" timeOffset="46488.02">25030 17763 395 0,'0'0'365'0,"3"-11"-98"0,-3 11-52 0,0 0-38 16,0 0-43-16,-2-10-27 0,2 10-22 0,0 0-8 15,0 0-13-15,0 0-13 0,0 0-9 0,0 0-10 16,0 0-5-16,0 0 27 0,0 0 8 0,8 12-8 15,-3 0-6-15,2 5-6 0,0 4-6 0,2 1 20 16,-2 1-23-16,2 7-7 0,0-2-3 0,-2 2-12 16,2-2-7-16,-1-3 7 0,-3-3-16 15,0 1 17-15,0-2-12 0,-1-5 7 0,-1 2-9 16,-1-6 10-16,2-1-11 0,-4-11 9 0,4 18-9 16,-4-18 11-16,2 14-9 0,-2-14 16 0,4 11-4 15,-4-11-1-15,0 0-1 0,0 0 13 0,0 0-24 16,0 0 15-16,-10-18-19 0,6 3 14 0,0-7-3 15,-1-3-3-15,0-7 3 0,1-5-14 0,-1-3-8 16,-1-4-14-16,3 0 1 0,-1-2 9 0,3 0 2 16,1 4 11-16,1 1 14 0,2 3 18 0,-2 4 16 15,3 8-2-15,-3 2 0 0,3 7-16 0,-3 3-1 16,1 1-10-16,0 2-2 0,-2 11-3 16,7-14 0-16,-7 14 1 0,14-2 2 0,-14 2 3 15,24 11 38-15,-5 2 35 0,1 6-50 0,1 3 34 16,-2 3-10-16,-1 4-13 0,1 2 12 0,1 0-29 15,-4 1-6-15,2 4-3 0,-2-1-4 16,-1 0-1-16,-1 0-3 0,0-1-57 0,-4 0 14 16,3 0-62-16,-3-3-5 0,-2 0-17 0,-2-6 3 15,-2-2-4-15,0-2-24 0,1-3-26 0,-4-2-134 16,-1-2 147-16,2-3-99 0,-2-11 75 0,-2 16-256 16,2-16 162-16</inkml:trace>
  <inkml:trace contextRef="#ctx0" brushRef="#br0" timeOffset="47121.01">25259 18057 322 0,'-13'-9'323'0,"2"2"-74"16,1-1-56-16,1 2-37 0,9 6-28 0,-16-10-28 15,16 10-21-15,-10-7-12 0,10 7-11 0,-8-6-3 16,8 6-11-16,0 0-15 0,-7-9-7 0,7 9-18 16,3-9-20-16,-3 9-13 0,12-13-12 0,-4 6-10 15,4-2-6-15,4-2-6 0,-1 0 1 0,2-1 1 16,-1 0 3-16,1-1 1 0,0 0 32 0,-2 0-8 15,0-1 7-15,0 2 9 0,-3-1 2 16,-3 2 8-16,0 2 22 0,-1 1 26 0,-1 1 26 0,-7 7 18 16,9-11 12-16,-9 11-7 0,8-8-5 0,-8 8-7 15,7-8-12-15,-7 8-14 0,0 0-9 16,8-6-10-16,-8 6 7 0,0 0 10 0,9 5 8 16,-9-5-9-16,12 16 1 0,-6-5-2 0,1 4-7 15,-1 3 16-15,-1 1-24 0,2 2-5 0,0 1-5 16,-2-1-6-16,1 1-11 0,0-1 2 0,-1-3-2 15,1 2 1-15,-2-6-3 0,0-1 8 0,0-2-12 16,-1-1 4-16,-3-10-16 0,5 16 13 0,-5-16-25 16,5 12 25-16,-5-12-26 0,0 0 27 0,0 0-39 15,0 0 41-15,15-7-44 0,-10-2 8 0,4-5 6 16,1-4 4-16,-2-2 4 0,1 0 4 16,0-1 5-16,1 1 2 0,1 1 10 15,-1 1 5-15,0 1 2 0,-1 2-7 0,-1 3-1 16,0 0 3-16,-1 4-3 0,-1 0-3 0,-6 8 3 15,11-11 0-15,-11 11 1 0,12-9 1 0,-12 9 1 16,12-4-1-16,-12 4 0 0,0 0-2 0,22 0 5 16,-22 0-7-16,16 4 2 0,-16-4-1 0,26 5-2 15,-26-5-16-15,20 6-18 0,-20-6-18 0,23 6-12 16,-23-6-13-16,27 3-14 0,-27-3-13 0,23 1-5 16,-23-1 9-16,23 0 8 0,-23 0 7 0,22-1 13 15,-22 1 23-15,19-2 4 0,-19 2 12 0,21-6 12 16,-21 6 22-16,16-4 19 0,-16 4 29 0,14-5 14 15,-14 5 7-15,11-4 6 0,-11 4 0 16,10-5 0-16,-10 5-10 0,0 0-6 0,11-9-11 16,-11 9-8-16,8-6-7 0,-8 6-9 0,10-8-6 15,-10 8-3-15,12-7-10 0,-12 7-6 0,16-7-24 16,-16 7-19-16,18-8-23 0,-18 8-30 0,18-5-21 16,-18 5-30-16,18-2-3 0,-18 2-157 0,0 0 298 15</inkml:trace>
  <inkml:trace contextRef="#ctx0" brushRef="#br0" timeOffset="47521.02">25336 18302 510 0,'-14'8'418'0,"2"-2"-113"0,1-1-54 0,11-5-74 16,-16 9-33-16,16-9-28 0,-12 6-22 0,12-6-4 16,-12 5-7-16,12-5 30 0,0 0-21 0,0 0-11 15,0 0-10-15,0 0-8 0,0 0-16 0,23-3-6 16,0-3-8-16,9-4-7 0,4-1-3 16,5-3-6-16,13-4-3 0,4 0-6 0,5-1-1 15,1-1 41-15,1 0-49 0,1 2 38 0,-1-3-55 16,0 2 58-16,-5 1-95 0,0 2 6 0,-3-2-21 15,-5 3-16-15,-12 4 22 0,-5 1-42 0,-1 1 2 16,-9 2 10-16,-2 0 8 0,-4 3 17 0,-3-2 14 16,-16 6 9-16,23-6 15 0,-23 6 16 0,14-5 7 15,-14 5 3-15,0 0 4 0,11-5-1 0,-11 5-1 16,0 0 1-16,0 0 9 0,0 0-26 0,0 0-26 16,0 0 56-16,-19-2-157 0,19 2 77 0,0 0-130 15,-13 6 7-15,13-6-200 0,-12 5 203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150.06567" units="1/cm"/>
          <inkml:channelProperty channel="F" name="resolution" value="0" units="1/dev"/>
          <inkml:channelProperty channel="T" name="resolution" value="1" units="1/dev"/>
        </inkml:channelProperties>
      </inkml:inkSource>
      <inkml:timestamp xml:id="ts0" timeString="2024-09-29T06:09:23.720"/>
    </inkml:context>
    <inkml:brush xml:id="br0">
      <inkml:brushProperty name="width" value="0.05292" units="cm"/>
      <inkml:brushProperty name="height" value="0.05292" units="cm"/>
      <inkml:brushProperty name="color" value="#FF0000"/>
    </inkml:brush>
  </inkml:definitions>
  <inkml:trace contextRef="#ctx0" brushRef="#br0">12236 3159 946 0,'0'0'315'0,"0"0"-48"15,0 0-86-15,0 0 13 0,5-9-78 0,-5 9 8 16,0 0-53-16,0 0 33 0,0 0-70 0,0 0 41 16,0 0-46-16,0 0 22 0,0 0-38 0,0 0 25 15,0 0-33-15,0 0 26 0,0 0-31 0,1 13 24 16,-1-1-30-16,2 2 18 0,-1 6-26 0,-1 5 39 16,0 0-38-16,0 3 35 0,1 2-33 0,-1 0 31 15,0 2-31-15,2-2 30 0,-2-1-32 16,0 1 30-16,0-3-30 0,2 0 32 0,-1-1-34 0,-1-3 31 15,0-2-37-15,2-6 40 0,-2-1-40 0,1-1 40 16,-1-2-32-16,0-11 32 0,0 16-36 16,0-16 63-16,1 14-11 0,-1-14 45 0,0 0-36 15,0 0 19-15,0 0-36 0,0 0 17 0,0 0-37 16,-11-22 25-16,8 3-32 0,-2-8 19 16,1-9-22-16,-1-3 27 0,1-8-30 0,2 0 20 15,-2-3-26-15,4 1 34 0,4 2 0 0,-1 0-31 16,3 4 25-16,1 3-25 0,1 3 24 0,3 3-27 15,0 2 20-15,-1 3-22 0,1 4 4 0,0 5 1 16,-2 2 4-16,1 2-5 0,-1 3 4 16,-2 4-6-16,2 1 1 0,-9 8 9 0,17-7 24 0,-17 7-29 15,18 0 29-15,-8 5-46 0,4 3 46 16,0 6-28-16,-1 1 23 0,1 4 3 0,1 5-2 16,1 2-1-16,-3 2-9 0,-1 3-20 0,1 2 27 15,-2 2-36-15,0 1 31 0,-4 1-21 0,1-2 27 16,2-1-28-16,-6 2 28 0,3-3-35 0,-2 0 16 15,-1-7-49-15,-2 1 24 0,3-5-57 0,0 2 1 16,-2-2-29-16,-1-5-27 0,1-1-70 0,-2-6-73 16,1 1-21-16,-2-11-229 0,0 11-22 0</inkml:trace>
  <inkml:trace contextRef="#ctx0" brushRef="#br0" timeOffset="532.01">12467 3422 359 0,'-7'-8'455'0,"-1"2"-137"15,2-1-57-15,6 7-52 0,-11-12-54 0,11 12-6 16,-12-8-39-16,12 8 16 0,-9-7-46 0,9 7 18 16,0 0-49-16,-9-10 20 0,9 10-51 0,0 0 21 15,0 0-24-15,0 0 24 0,-3-11-36 0,3 11 28 16,12-4-34-16,-12 4 24 0,21-10-30 0,-7 6 29 16,4-1-32-16,0-4 29 0,4 5-28 0,0-4 25 15,-2 3-37-15,1-2 36 0,0 2-29 0,-3-3 29 16,3-1-28-16,-2 4 26 0,-3-2-24 0,0 0 26 15,-3 1-28-15,-1 0 31 0,-2 0-30 0,-10 6 30 16,17-8-27-16,-17 8 33 0,13-6-40 16,-13 6 37-16,10-5-34 0,-10 5 37 15,0 0-35-15,10-6 30 0,-10 6-28 0,0 0 29 16,0 0-29-16,12 8 28 0,-12-8-29 0,2 13 29 16,-2-13-30-16,4 21 22 0,-4-9-19 0,2 1 39 15,-2 3-54-15,2 1 42 0,-2 0-30 0,3 0 29 16,-1-1-29-16,2 0 29 0,-2-1-29 0,1-4 32 15,2 1-32-15,-1-2 32 0,1 0-30 0,0-2 26 16,-5-8-24-16,13 11 41 0,-13-11-39 0,13 6 44 16,-13-6-39-16,15-3 38 0,-5-2-43 0,2-2 46 15,1-3-34-15,0-2 40 0,-1-4-34 16,1-4 37-16,2-2-34 0,-2-3 29 0,0 2-32 16,-3 4 27-16,-1-1-23 0,0 3 29 0,-1 4-17 15,-2 1 19-15,-1 3-28 0,-5 9 10 0,7-15-29 16,-7 15 27-16,5-9-32 0,-5 9 25 0,0 0-29 15,0 0 23-15,0 0-30 0,0 0 11 0,-5 14-58 16,5-14 11-16,-4 18-50 0,1-9 10 16,3-9-37-16,0 18-30 0,0-7-35 0,4-2-19 15,-4-9 12-15,9 12-17 0,-9-12 26 16,15 8-25-16,-15-8 10 0,23-2-125 0,-10-1 258 0</inkml:trace>
  <inkml:trace contextRef="#ctx0" brushRef="#br0" timeOffset="1199">13224 3185 531 0,'13'-23'216'16,"-6"3"1"-16,1-6-20 0,-2-1-12 0,-2 1-23 15,0 1-19-15,-1 1 11 0,-1 2-18 0,-1 4 19 16,1 0-10-16,-1 5-53 0,-1 1 38 0,0 12-61 16,3-19 19-16,-3 19-56 0,0-12 25 0,0 12-46 15,0 0 40-15,0 0-44 0,0 0 26 0,0 0-40 16,1 14 36-16,0-1-42 0,-1 5 33 0,0 3 4 16,0 5-9-16,0 0-42 0,0 2 39 0,0 2-46 15,0 0 10-15,0-1-40 0,0 2-1 0,-1-2-31 16,0-2-33-16,-1 1-15 0,1-3-11 15,1-6-2-15,0-1 10 0,-1-4 11 0,1-2 30 16,-2 0 13-16,2-12 30 0,-1 14 9 16,1-14 42-16,0 0 31 0,0 11 25 0,0-11 16 15,0 0 12-15,0 0-1 0,0 0 10 0,-1-11-2 16,1 11 9-16,0-12-7 0,0 12 6 0,1-14-23 16,-1 14 8-16,0-19-28 0,0 19 7 0,3-19-29 15,-2 7 11-15,3 1-25 0,2-3 7 0,-3 3-15 16,2-3 18-16,1 1-30 0,-1-2 8 0,4-2-19 15,-1 1 12-15,1-2-13 0,0 3 6 0,2-4-2 16,-2 3 7-16,0-2 2 0,1-1 15 16,-2 2-21-16,1 0 20 0,-1 4 5 0,-2 0 30 0,-2 3-14 15,1 0 40-15,-5 10-36 0,5-17 57 16,-5 17-38-16,5-11 23 0,-5 11-49 0,5-9 26 16,-5 9-40-16,0 0 29 0,0 0-37 0,0 0 28 15,0 0-31-15,0 0 39 0,0 0-47 16,9 13 41-16,-10-3-8 0,1 4-4 0,0 1 1 15,-1 3-1-15,-1 2-5 0,1 2-37 0,1 2 40 16,-1 1-38-16,-1-2 40 0,2 0-38 0,0-1 44 16,2-4-45-16,-2 1 38 0,1-2-37 0,0 0 31 15,1-5-32-15,0 1 42 0,0-1-44 0,-2-12 46 16,5 15-37-16,-5-15 38 0,4 10-37 0,-4-10 34 16,0 0-34-16,0 0 35 0,0 0-39 0,20-5 36 15,-15-2-34-15,3-2 39 0,-2 0-34 16,3-3 27-16,-3 3-30 0,2-4 43 0,2 4-49 15,-5-1 41-15,2 3-33 0,-2-1 36 0,-5 8-40 16,10-9 36-16,-10 9-38 0,12-8 37 0,-12 8-37 16,0 0 35-16,0 0-36 0,18 1 39 0,-18-1-40 15,10 8 33-15,-10-8-31 0,6 14 36 0,-6-14-34 16,5 17 23-16,-2-7-54 0,-2 1 24 0,0 1-47 16,2 0-7-16,-3 0-37 0,3-2-44 0,0 0-25 15,-3-10-14-15,4 15-2 0,-4-15-9 16,9 8 13-16,-9-8-54 0,0 0-92 0,19 4 251 15</inkml:trace>
  <inkml:trace contextRef="#ctx0" brushRef="#br0" timeOffset="1872">13699 3317 532 0,'10'-10'188'0,"-2"-1"-1"16,0 1-15-16,-1-1-9 0,2-1-1 0,-2 1-27 15,-1 1-12-15,-1 2 0 0,-1 0-32 0,-4 8 32 16,10-14-37-16,-10 14 5 0,5-10-37 0,-5 10 10 16,7-7-35-16,-7 7 6 0,0 0-17 0,0 0 21 15,0 0-36-15,0 0 27 0,16 1-30 0,-16-1 23 16,5 9-25-16,-5-9 24 0,7 12-27 0,-7-12 24 15,5 13-24-15,-5-13 25 0,5 12-47 0,-5-12 46 16,5 10-16-16,-5-10 36 0,5 8-30 0,-5-8 27 16,0 0-36-16,0 0 28 0,13 3-34 0,-13-3 31 15,9-7-34-15,-9 7 28 0,14-14-30 16,-9 6 31-16,3-5-33 0,-3 1 19 0,1-4 9 16,-3 1-3-16,1 1 6 0,-3 1 0 15,0 1 3-15,-1 12 6 0,2-18-32 0,-2 18 34 16,-3-12-2-16,3 12-5 0,-5-8-7 0,5 8 1 15,0 0-2-15,-17 7-4 0,10-2-35 0,-2 7 40 16,-3 0-39-16,3 3 32 0,0 1-30 0,-1 0 41 16,2-3-43-16,2 1 44 0,2 0-35 0,2-2 32 15,0-3-37-15,2 4 35 0,0-13-40 16,4 16 33-16,-4-16-50 0,10 11-2 0,-10-11-18 0,18 6 26 16,-18-6-25-16,30-4 14 0,-10 0-15 0,2-5 2 15,0 1 2-15,-2-3 10 0,4-3 8 16,-3 2 9-16,-2 1 4 0,-2-3 21 0,-2 2 14 15,-5 4 26-15,0-2 1 0,-1 3 53 0,-1 1 5 16,-8 6 7-16,10-11-19 0,-10 11-20 0,9-7-14 16,-9 7-5-16,0 0-8 0,10-8-1 0,-10 8-13 15,0 0-3-15,0 0-7 0,0 0 0 0,8 6-2 16,-8-6-41-16,0 0 47 0,3 13-33 16,-3-13 36-16,1 11-38 0,-1-11 34 0,1 12-37 15,-1-12 40-15,4 14-32 0,-4-14 35 0,3 11-42 16,-3-11 39-16,3 14-40 0,-3-14 36 0,4 8-34 15,-4-8 39-15,0 0-39 0,0 0 38 0,0 0-34 16,0 0 26-16,19-3-29 0,-19 3 43 16,13-13-45-16,-8 4 38 0,2 1-2 0,0-3 1 15,1 1 2-15,-2 2-2 0,1 1 2 0,-1 0 1 16,-6 7-5-16,10-13 0 0,-10 13-5 0,11-11-3 16,-11 11 1-16,9-5 1 0,-9 5-11 0,0 0 3 15,0 0 4-15,19 1 5 0,-19-1-11 0,9 6 2 16,-9-6 10-16,9 10-1 0,-9-10-5 0,8 13-2 15,-8-13 2-15,7 13-24 0,-7-13-6 0,5 13-29 16,-5-13-42-16,6 9-36 0,-6-9-40 16,0 0-22-16,10 7-27 0,-10-7-3 0,0 0 3 0,17-7-14 15,-9 0-173-15,3-2 183 0</inkml:trace>
  <inkml:trace contextRef="#ctx0" brushRef="#br0" timeOffset="2245">14412 3087 654 0,'9'-20'198'0,"1"-1"12"0,-1 2 14 15,0 1-8-15,-4 5-16 0,1 1 6 0,-3 2-50 16,-3 10 18-16,8-15-66 0,-8 15 14 0,5-13-60 15,-5 13 17-15,0 0-53 0,5-9 19 0,-5 9-33 16,0 0 34-16,0 0-46 0,9 9 32 0,-9-9-36 16,4 17 34-16,0-6-8 0,-2 1-2 0,1 3-1 15,-2 2-1-15,2 0-5 0,-1 0-2 0,0 2-27 16,-1-2 29-16,0 1-39 0,3-2 42 0,-4-1-41 16,3-2 43-16,-1-1-40 0,-2-3 29 0,0-9-31 15,4 17 42-15,-4-17-45 0,1 12 46 16,-1-12-38-16,0 0 35 0,0 0-38 0,0 0 39 15,17-4-38-15,-17 4 38 0,10-12-37 0,0-1 29 16,-1 4 6-16,0-2-4 0,5-2 2 0,-5 2-14 16,0 1 2-16,1 2 9 0,-1-1-4 0,-2 3-2 15,-7 6 5-15,14-10-2 0,-14 10-3 0,11-8 1 16,-11 8-3-16,0 0 2 0,17-4-1 0,-17 4 2 16,0 0 0-16,15 5-1 0,-15-5 10 15,13 10-12-15,-13-10-5 0,11 11 1 0,-5-3-37 16,-1 0 48-16,0 2-33 0,0 0 40 0,-5-10-36 15,4 16 37-15,-4-16-48 0,2 18 12 0,-2-18-48 16,0 15-19-16,0-15-54 0,-2 10-55 16,2-10-37-16,0 0-37 0,0 0-16 0,0 0-181 15,0 0 98-15</inkml:trace>
  <inkml:trace contextRef="#ctx0" brushRef="#br0" timeOffset="2394.98">14752 3045 94 0,'0'-24'484'0,"1"5"-134"15,1 1-57-15,-2 0-43 0,-2 3-62 0,2 1-29 16,0 2-27-16,0 1-24 0,0 11-22 0,-1-18-27 15,1 18-5-15,0-12-11 0,0 12-14 0,0 0-3 16,0 0-8-16,0 0-13 0,0 0-20 0,0 0-44 16,0 0-49-16,-6 13-56 0,6-13-56 0,-3 20-78 15,3-8-152-15,1 0 132 16</inkml:trace>
  <inkml:trace contextRef="#ctx0" brushRef="#br0" timeOffset="3357">14959 3060 80 0,'9'-7'398'0,"1"-1"-103"0,0-2-50 0,-2 3-34 16,-1-1-10-16,-1 0-21 0,0 1-24 0,-6 7 15 15,9-11-48-15,-9 11 14 0,4-10-52 16,-4 10 15-16,0 0-51 0,5-9 22 0,-5 9-48 16,0 0 16-16,0 0-31 0,0 0 28 0,0 0-39 0,-9 12 34 15,9-12-6-15,-9 18-16 0,0-4 13 16,3 0-5-16,0 3-32 0,-1-4 31 0,3 4-32 15,-2-2 34-15,2 0-36 0,2 0 33 0,0-3-39 16,2-2 18-16,3 2-25 0,1-1 19 16,2-4-34-16,-1 1-9 0,-5-8-33 0,21 7-27 15,-21-7-6-15,29-1-33 0,-9-5 11 0,2 1 2 16,0-4 13-16,2 0 6 0,3-6 45 0,0-2-13 16,-3 3 66-16,0-6 32 0,-2 4 28 0,-4-2 19 15,-4 3 18-15,0 1 22 0,-5 0 18 0,0 1 1 16,-4 3 16-16,0 1-26 0,-5 9 18 0,4-15-55 15,-4 15 30-15,0-9-38 0,0 9 22 0,0 0-43 16,-9-10 26-16,9 10-58 0,0 0 44 16,-20 3-42-16,20-3 32 0,-22 10-6 0,12-4-7 15,-3 2 0-15,3 1 2 0,1 2-2 0,0-2-8 16,3 1 2-16,-1-1-6 0,5 1-6 0,-1-1-2 16,3-9-16-16,-3 14-7 0,3-14 6 0,6 14-15 15,-6-14 5-15,9 9-7 0,-9-9-4 0,0 0-3 16,21 0 0-16,-21 0 5 0,22-4 9 0,-12-1 5 15,4-1-6-15,-5-1 12 0,1 0 14 16,-2 2 12-16,2-2 8 0,-10 7-19 16,13-8 52-16,-13 8-4 0,10-8 3 0,-10 8-11 0,0 0-9 15,9-6-9-15,-9 6-4 0,0 0-5 16,0 0-5-16,0 0-2 0,0 0-2 0,7 10-1 16,-7-10-1-16,0 10-15 0,0-10 7 0,2 11 0 15,-2-11 5-15,4 12-12 0,-4-12 1 0,9 12-1 16,-9-12-4-16,10 8-6 0,-10-8-8 0,16 7-4 15,-16-7-10-15,23 0-10 0,-10-4-8 0,4 1-6 16,1-5 6-16,-1-1-4 0,-1-1 25 0,0-2-12 16,0-2 18-16,-3-1-2 0,0-4 20 0,-3-1-9 15,5-4 5-15,-4-2 13 0,-1-1 5 0,-1 5 14 16,0 0 5-16,-3 0 10 0,2 1 17 16,-1 4 46-16,-3 2-34 0,0 3 7 0,-1 2-3 0,-1 1-2 15,-2 9-5-15,4-15-14 0,-4 15-11 16,5-10-4-16,-5 10-13 0,0 0-3 0,0 0-1 15,0 0-2-15,0 0 21 0,0 0-33 0,5 10 31 16,-5-10-28-16,3 24 23 0,-3-12-35 16,1 6 28-16,-1 2-22 0,0-1 29 0,-1 5-31 15,1 1 25-15,-3-2-6 0,2 2-5 0,1-4-3 16,-1-1-5-16,-2-1-3 0,3-2-5 0,-2 0 1 16,-1-3-4-16,3-4 0 0,-1 0 4 0,1-10 7 15,-3 16-9-15,3-16 3 0,0 0 6 0,3 10-1 16,-3-10 1-16,0 0 1 0,0 0 1 0,15-10-2 15,-7 3 0-15,1-2-1 0,1 1 0 0,3-2-34 16,-2 0 40-16,3-1-28 0,-2 3 29 16,-2-1-22-16,3 1 34 0,-3 3-44 0,0-2 41 15,-1 2-26-15,-9 5 31 0,16-5-33 0,-16 5 37 16,15-3-34-16,-15 3 31 0,0 0-16 0,18 3 16 16,-18-3-5-16,11 8 0 0,-11-8-3 0,9 9-2 15,-9-9-6-15,8 10 6 0,-8-10-4 0,2 11-5 16,-2-11-9-16,4 11-46 0,-4-11 17 0,0 0-25 15,0 15-35-15,0-15-50 0,0 0-46 0,0 0-79 16,-4 10 5-16,4-10-41 0,0 0-185 16,0 0 47-16</inkml:trace>
  <inkml:trace contextRef="#ctx0" brushRef="#br0" timeOffset="3496.99">15918 2868 322 0,'1'-18'461'0,"0"4"-119"0,-1 1-60 0,1 3-71 15,-1-2-45-15,0 12-34 0,-1-17-26 0,1 17-22 16,0-13-17-16,0 13-15 0,-4-9-6 0,4 9-37 15,0 0 10-15,0 0 3 0,0 0-16 0,-10 5-29 16,10-5-41-16,-4 12-31 0,4-12-34 0,-4 17-30 16,4-17-12-16,0 20-16 0,0-20 3 0,3 21-203 15,-2-10 205-15</inkml:trace>
  <inkml:trace contextRef="#ctx0" brushRef="#br0" timeOffset="3811.99">15948 2909 542 0,'17'5'184'0,"-17"-5"-8"0,0 0-19 15,20 3 0-15,-20-3 5 0,0 0-31 0,18-3-9 16,-18 3 12-16,0 0-26 0,19-5 27 15,-19 5-43-15,0 0 14 0,12-4-44 0,-12 4 13 16,0 0-40-16,0 0 29 0,11 5-44 0,-11-5 23 16,0 0-6-16,3 12-17 0,-3-12-5 0,0 15 8 15,0-15-6-15,0 13-1 0,0-13-5 0,1 16-1 16,-1-16 1-16,3 14-5 0,-3-14 33 0,5 14-40 16,-5-14 34-16,9 11-37 0,-9-11 37 0,12 7-40 15,-12-7 3-15,17 1-7 0,-17-1 10 0,23-1-1 16,-23 1 1-16,27-8 2 0,-13 1 2 0,0 2-52 15,-2-3 73-15,0-1-26 0,0 1 54 0,-4 1-24 16,-1-2 42-16,-2 2-32 0,-5 7 27 16,5-14-39-16,-5 14 23 0,-4-13-39 0,4 13 26 15,-13-14-36-15,2 8 26 0,-1 0-29 0,0 0 23 16,-1 4-46-16,2-3 13 0,11 5-47 0,-23-7 16 16,23 7-47-16,-20-3-17 0,20 3-43 0,-15-6-56 15,15 6-50-15,-9-7-12 0,9 7-37 0,-5-9-169 16,5 9 89-16</inkml:trace>
  <inkml:trace contextRef="#ctx0" brushRef="#br0" timeOffset="4158.99">16183 2779 270 0,'23'-3'424'0,"-23"3"-127"0,23-1-61 15,-23 1-34-15,23 1-44 0,-23-1-24 16,28 4-18-16,-10 0-7 0,-2-2-22 0,1 3-3 16,1-1 8-16,2 2-47 0,-5 1 25 0,-1-2-46 15,1 4 30-15,-2-1-38 0,1 1 26 0,-4 2-34 16,-2-2 25-16,-2 1-32 0,1-1 37 0,-7-9-39 15,2 18 38-15,-2-18-1 0,-6 21-1 0,2-13-2 16,-1 1-4-16,-1 0-14 0,-2-1-1 0,-1 0 10 16,9-8 2-16,-13 9 6 0,13-9 9 0,-13 7 11 15,13-7-6-15,0 0-9 0,0 0-6 0,-23 0-7 16,23 0-33-16,-5-12 29 0,4 1-32 16,2-3 26-16,0-3-31 0,7-4 29 0,1-2-31 15,5-2 32-15,0 0-40 0,4 3 4 16,0 1 14-16,-3 4 6 0,1 2 8 0,2 2 31 15,-3 2-34-15,2 2 24 0,-3 2-29 0,2 4 24 16,-16 3-31-16,30-2 29 0,-15 4-39 0,3 2 37 16,0 4-26-16,-3 2 27 0,2 2-37 0,-3 2 23 15,0 0-50-15,-3 3-5 0,1 4-73 0,-3-2-70 16,-3 3-93-16,-1-1-414 0,-5 1-228 0</inkml:trace>
  <inkml:trace contextRef="#ctx0" brushRef="#br0" timeOffset="9184.31">12303 4355 601 0,'0'0'429'0,"0"0"-119"0,0 0-46 16,0 0-90-16,0 0-2 0,0 0-57 0,0-12 8 16,0 12-61-16,0 0 24 0,0 0-46 15,0 0 22-15,0 0-42 0,0 0 27 16,0 0-40-16,0 0 27 0,2 16-35 0,-2-16 28 16,3 20-35-16,-3-4 34 0,2 1-34 0,-2 2 27 15,0 0-11-15,0-1 9 0,0 1-4 0,0 0 0 16,-2-1-2-16,2-4-1 0,0 1 32 0,0-1-42 15,0-2-1-15,0-1 3 0,0-11 0 0,0 18 3 16,0-18 8-16,0 12 11 0,0-12 20 0,0 0-6 16,-2 10 2-16,2-10 29 0,0 0-61 0,0 0 13 15,2-17-29-15,-2 5 21 0,2-5-33 0,-2-9 39 16,3-4-36-16,-2-6 33 0,3-4-26 0,0-2 39 16,-1 0-28-16,4 2 37 0,-1-1-28 15,3 4 32-15,0 5-23 0,-1 2 20 0,1 8-23 16,-3 1 14-16,1 2-27 0,-1 5 12 0,-1 2-23 15,3 4 27-15,-8 8-27 0,14-7 18 0,-14 7-19 16,18 3 25-16,-7 6-25 0,4 4 25 0,0 4-26 16,2 6 26-16,0 2-26 0,0 4 26 0,-3 2-20 15,2 1 18-15,-2 2-4 0,2 0-2 16,-3 1-16-16,-1 0-14 0,1 0-18 0,-3-1 26 16,2-4-68-16,-2 0 0 0,-2-3-58 0,-2-4-39 15,3-5-44-15,-4-3-37 0,0-2-78 0,-2-1-210 16,-3-12-52-16</inkml:trace>
  <inkml:trace contextRef="#ctx0" brushRef="#br0" timeOffset="9904.29">12476 4475 543 0,'-9'-5'413'0,"9"5"-99"16,-11-9-78-16,11 9-41 0,-8-8-62 0,8 8-7 15,-6-7-46-15,6 7-1 0,0 0-31 0,-3-12 5 16,3 12-21-16,5-9 5 0,-5 9-22 0,13-14 11 15,0 6-47-15,-2 0 38 0,6-2-11 0,0 1 16 16,0-1-24-16,4 0 12 0,-2-1-17 16,1-1 12-16,0 3-15 0,0-5 5 0,1 3 1 15,-5-2-1-15,2 2 3 0,-2-1 5 16,-1 2-8-16,-5 2 17 0,-1 1 46 0,-9 7-31 16,13-10 27-16,-13 10-42 0,10-7 28 0,-10 7-40 15,0 0 31-15,13-5-35 0,-13 5 28 0,0 0-30 16,0 0 26-16,10 10-28 0,-10-10 19 0,4 16-28 15,-3-5 39-15,2 3-36 0,-2-2 37 0,3 4-34 16,-2-1 29-16,1 3-31 0,1-3 30 0,-2 1-29 16,3 0 32-16,0-3-32 0,2 2 30 0,-1-4-29 15,1 1 21-15,-1-4-27 0,2 0 38 0,-8-8-36 16,16 8 38-16,-16-8-33 0,17 1 29 16,-3-6-32-16,-2 0 31 0,3-4-32 0,-1-5 36 15,-2 1-32-15,0-1 39 0,-2-2-24 0,0 0 27 16,-2 2-5-16,-3 1 48 0,-1 2-25 0,0 1 28 15,2 1-25-15,-6 9 12 0,5-14-37 16,-5 14 1-16,6-9-17 0,-6 9 17 0,0 0-24 16,0 0 16-16,0 0-26 0,0 0 25 0,11 7-28 15,-11-7 15-15,10 16-15 0,-6-5 25 0,4 1-24 16,0 0 22-16,-1 1-18 0,2-4 20 0,0 3-27 16,1 0 20-16,2-4-16 0,-2 0 22 0,3-2-22 15,-3-1 24-15,-10-5-26 0,20 4 23 0,-20-4-24 16,24-3 23-16,-9-1-28 0,2-3 24 0,-1-5-20 15,-2-1 23-15,0-3-21 0,-1-1 19 16,2-8-23-16,-6 0 18 0,0-4-25 0,-3 0 32 16,-2-5-28-16,-2 0 27 0,-4-3-7 0,1 1-3 15,-2 9 0-15,1-2 1 0,-2 5 3 0,2 1 1 16,-1 5-2-16,0 3 8 0,2 3-7 0,0 2-6 16,1 10 1-16,-4-14-3 0,4 14-5 0,0 0 4 15,0 0 7-15,0 0-3 0,-4 7 0 0,4 6-20 16,0 1 24-16,0 6-23 0,3 5 26 0,-2 3-28 15,3 6 27-15,-2 1-31 0,1 2 15 0,2 0-56 16,-1 1-2-16,-2-2-30 0,2-1 24 16,-2-6-33-16,-1-2-2 0,0-1-16 0,0 0-51 15,-1-6 8-15,0-3-51 0,2-2 17 16,-2-5 1-16,0-10-24 0,0 16-198 0,0-16 172 16</inkml:trace>
  <inkml:trace contextRef="#ctx0" brushRef="#br0" timeOffset="11027.32">13325 4466 612 0,'10'-12'214'0,"-10"12"8"0,5-17 0 16,-5 17-20-16,2-20-37 0,0 11-28 0,-1 0-10 15,0-2-37-15,-1 11 3 0,2-18-32 0,-2 18 4 16,2-18-27-16,-2 18 8 0,2-17-27 0,-2 17 12 16,5-18-19-16,-3 10 1 0,2-2-24 0,3-3 3 15,0 2-28-15,2-3-6 0,0 0-8 0,2 0-4 16,1-3 0-16,0 1 9 0,0-2 1 0,-1 2 17 16,1-4 6-16,-3 4 3 0,0-2 27 15,0 1 9-15,-1 0-10 0,-2 2 52 0,-2 3 8 16,1 3 31-16,-2-1 3 0,-3 10-5 15,7-15-17-15,-7 15-17 0,4-11-15 0,-4 11-11 16,0 0-6-16,5-10-7 0,-5 10-5 0,0 0-1 16,0 0-36-16,4 14 36 0,-4-14-33 0,4 20 22 15,0-5-21-15,0 2 33 0,-2 4-39 0,3-1 39 16,-1 3-33-16,-1 1 32 0,-1-2-40 0,2 2 41 16,-1 1-33-16,-1-4 34 0,1-3-36 0,-1-1 34 15,3-2-33-15,-3-3 34 0,0 1-34 0,1-2 23 16,-3-11-22-16,6 14 31 0,-6-14-35 0,5 8 40 15,-5-8-41-15,0 0 40 0,17-4-36 16,-11-4 35-16,3-2-37 0,4-2 37 0,-1-4-35 16,-1 0 36-16,0 0-32 0,1 1 35 0,1 0-26 15,-3-2 37-15,2 5-34 0,-2 2 24 0,-1-1-24 16,-3 3 25-16,-6 8-48 0,14-10 41 0,-14 10-33 16,12-7 43-16,-12 7-46 0,0 0 37 0,15 3-35 15,-15-3 32-15,14 9-30 0,-14-9 34 0,14 12-38 16,-6-4 32-16,-2-1-47 0,2 0 31 15,-2 1-44-15,3 0 29 0,-1 1-40 0,-1-5 14 16,3 1-31-16,-10-5-14 0,19 7-20 0,-19-7-9 16,24 0-2-16,-11-3 1 0,2-2 9 0,2-3 18 15,-1-5 18-15,1 3 15 0,-2-4 12 16,-2 0 21-16,0-1 24 0,-3 1 17 0,-4 2 33 16,2-1 15-16,-4 2 17 0,0 2-1 0,-4 9 10 15,2-17-35-15,-2 17 25 0,0-11-35 0,0 11 19 16,-2-10-30-16,2 10 9 0,0 0-32 0,0 0 20 15,0 0-26-15,-16 4 20 0,16-4-26 0,-7 10 19 16,7-10-22-16,-7 15 12 0,2-3-21 0,4-2 36 16,-3 2-29-16,4-1 31 0,0-2-34 0,0 3 29 15,4 0-27-15,-3-2 38 0,4 2-39 0,-2-3 29 16,-3-9-27-16,9 12 29 0,-9-12-29 16,11 10 21-16,-11-10-31 0,14 4 39 0,-14-4-37 15,17-2 37-15,-17 2-35 0,17-12 34 16,-8 7-29-16,-2-2 33 0,-1-2-32 0,0 1 31 15,-2-2-32-15,-2 0 39 0,-2 10-43 0,3-18 27 16,-3 18-23-16,-3-14 30 0,3 14-41 0,-9-13 36 16,9 13-34-16,-13-9 30 0,13 9-42 0,-15-5 16 15,15 5-35-15,-13-3-4 0,13 3-56 0,0 0-20 16,-13-5-18-16,13 5-14 0,0 0-3 0,0 0-2 16,4-10 22-16,-4 10 19 0,17-11 19 0,-6 3 30 15,5 0 32-15,-3 2 34 0,6-2 27 0,-4 3 24 16,2-2-7-16,-3 2 36 0,2 2-10 0,-3-1 15 15,-13 4 4-15,26-2-2 0,-26 2-6 16,23 0-12-16,-23 0-5 0,24 6-10 0,-24-6-17 16,20 8 9-16,-8-4-1 0,-3 4-9 0,-1-3 4 15,0 4-13-15,-1-1 7 0,-1 1-16 0,-1 1 0 16,-1-2 0-16,1 2 12 0,0-1-17 16,-5-9 5-16,5 16-9 0,-5-16 10 0,6 14-12 15,-6-14 4-15,2 11-4 0,-2-11 19 0,0 0-9 16,4 12 17-16,-4-12-32 0,0 0 29 0,0 0-22 15,15-7 20-15,-15 7-27 0,9-12 22 0,-1 2-24 16,1 1 20-16,0-3-22 0,0-3 22 0,0 2-19 16,2 0-6-16,-2 0 18 0,0 1 25 0,1 3-35 15,-1-3 39-15,0 4-29 0,0 0 30 16,-1 2-35-16,1 0 28 0,-9 6-4 0,18-10 2 16,-18 10-8-16,15-5-6 0,-15 5 8 0,19-3-6 15,-19 3-28-15,18 3 27 0,-18-3-33 0,19 7 29 16,-19-7-22-16,17 11 31 0,-11-3-30 0,1-1 29 15,-4 2-31-15,-3-9 31 0,7 17-31 0,-7-17 30 16,1 14-31-16,-1-14 23 0,0 16-25 0,0-16 13 16,-5 15-56-16,5-15-13 0,-4 8-46 0,4-8-40 15,0 0-39-15,0 0-29 16,0 0 31-16,-17-4-25 0,17 4-23 0,-6-19-88 0,2 3 257 16</inkml:trace>
  <inkml:trace contextRef="#ctx0" brushRef="#br0" timeOffset="11147.31">14660 3850 265 0,'0'-20'394'0,"-1"2"-107"15,-1 6-70-15,1-3-42 0,1 6-38 0,0 9-47 16,-1-17-22-16,1 17-10 0,-3-9-14 0,3 9-14 16,0 0-26-16,0 0-40 0,0 0-46 0,0 0-56 15,0 0-100-15,0 0-135 0,5 13 217 0</inkml:trace>
  <inkml:trace contextRef="#ctx0" brushRef="#br0" timeOffset="11734.31">14822 3855 464 0,'0'0'382'0,"0"0"-96"0,18 4-47 16,-18-4-59-16,0 0-37 0,14-1-27 0,-14 1-30 16,0 0-6-16,18-5-24 0,-18 5-4 0,0 0-25 15,20-1 5-15,-20 1-1 0,0 0 6 0,22 6-13 16,-22-6-11-16,18 8 1 0,-11-2-15 0,-1 2 11 16,3-1-7-16,-4 3 8 0,0 2-12 0,-2-3 9 15,-2 3-9-15,3-1 8 0,-3 1-18 0,-1-1 22 16,1 1-11-16,1-1 14 0,-2-11-17 0,1 21 8 15,-1-21-8-15,3 17 11 0,-3-17-13 0,5 17 15 16,-5-17-14-16,6 15 9 0,-6-15-10 0,9 10-3 16,-9-10-21-16,15 4 3 0,-15-4-15 0,20-1-21 15,-20 1-8-15,25-11-28 0,-6 3 11 16,-2-1-30-16,1-5 31 0,-2-1-10 0,2 2 39 16,-1-3-20-16,-2-1 40 0,-3 0 5 0,-1 1 56 15,-2-1 17-15,-1 2 44 0,-3 5 8 16,-1-2 4-16,-4 12 0 0,1-14-8 0,-1 14-2 15,-5-14-1-15,5 14-4 0,-10-10-7 0,10 10-7 16,-12-5-3-16,12 5-26 0,0 0-1 0,-20 0-4 16,20 0-6-16,-16 5-9 0,16-5 9 0,-16 13-17 15,8-5-4-15,2 0 0 0,-2 1 2 0,3 3 1 16,1-3-2-16,0 2 0 0,2-2-4 16,-1 3-8-16,3-12 1 0,3 17 2 0,-3-17-28 15,5 13 33-15,-5-13-8 0,10 11-1 0,-10-11-3 16,17 5-8-16,-17-5-4 0,15-2-5 0,-15 2 5 15,23-7 4-15,-13 4 1 0,-1-5 4 0,0 2-3 16,0-2 3-16,-1-2 13 0,-2 3 18 0,0 0 6 16,0-1 6-16,-6 8 6 0,10-11 2 0,-10 11 31 15,5-9-49-15,-5 9-7 0,5-7-4 0,-5 7-3 16,0 0-2-16,0 0 34 0,0 0-44 0,0 0 3 16,0 0-1-16,9 7 2 0,-9-7-11 0,1 12 9 15,-1-12 1-15,2 12-6 0,-2-12-13 16,2 13-18-16,-2-13-20 0,4 11-33 0,-4-11-33 15,2 9-7-15,-2-9-39 0,0 0 4 16,9 5-39-16,-9-5 32 0,0 0-23 0,16-5-24 16,-16 5-112-16,14-12 261 0</inkml:trace>
  <inkml:trace contextRef="#ctx0" brushRef="#br0" timeOffset="12075.3">15355 3880 559 0,'7'-20'148'0,"-5"-2"10"16,2 1-32-16,0-4 24 0,-2 0 14 0,2 0 0 16,0 1-15-16,0 2-10 0,0 1-7 0,-2 5 10 15,2-1-43-15,-3 6 6 0,2 1-48 0,-3 10 14 16,5-15-41-16,-5 15 19 0,0 0-42 0,10-6 34 15,-10 6-34-15,0 0 24 0,11 9-33 0,-6 0 27 16,1 3-34-16,-1 0 31 0,0 3-31 0,2-1 29 16,-2 2-4-16,0 0-1 0,0 1-4 0,-1-2-2 15,0 1-9-15,-2 0-2 0,3 0 11 16,-3-4-3-16,0-2-1 0,2 2-2 16,-4-12 1-16,6 17-1 0,-6-17 10 0,3 11 2 15,-3-11 4-15,5 7 2 0,-5-7-1 0,0 0 1 16,0 0-1-16,22-2-1 0,-22 2-1 0,15-8 8 15,-3 3-20-15,-2-2 6 0,1 1 12 0,2-1 9 16,-3 0-6-16,-1 2-2 0,-9 5 2 0,18-9-6 16,-18 9-4-16,17-7-5 0,-17 7-2 0,16-4-3 15,-16 4-1-15,0 0-1 0,21 0-1 16,-21 0-1-16,14 4 5 0,-14-4-11 0,13 7 2 0,-13-7 3 16,12 9 0-16,-12-9-15 0,9 9-8 15,-9-9 33-15,8 12-70 0,-8-12-20 0,6 11-33 16,-6-11-46-16,0 0-41 0,2 12-77 0,-2-12 10 15,0 0-47-15,0 0-165 0,0 0 83 0</inkml:trace>
  <inkml:trace contextRef="#ctx0" brushRef="#br0" timeOffset="12568.31">15759 3597 520 0,'0'-12'392'16,"0"-1"-102"-16,-1 4-59 0,1 9-65 0,-3-20-36 15,3 20-37-15,-4-12-19 0,4 12-7 0,0 0-12 16,-5-10-11-16,5 10-12 0,0 0-7 0,0 0-8 15,-10 13-10-15,10-13-23 0,-2 16-5 16,0-3-17-16,2-1-7 0,2 1-8 0,-1 0-2 16,0 3 8-16,5 0 1 0,-3-3-12 0,2 1 28 15,0-2-14-15,-1 0 20 0,1-1-8 0,-1-3 25 16,4 2-17-16,-8-10 25 0,9 12-17 0,-9-12 28 16,11 9-3-16,-11-9 21 0,0 0-6 0,17 4 22 15,-17-4-12-15,0 0 5 0,0 0-8 0,23-1 9 16,-23 1-2-16,0 0 7 0,14-5 8 0,-14 5 2 15,0 0 23-15,12-7-17 0,-12 7 14 0,0 0-39 16,0 0 30-16,0 0-44 0,0 0 27 16,0 0-34-16,0 0 27 0,13 7-14 0,-13-7-3 15,-5 11-6-15,5-11-5 0,-4 16-5 16,4-16 2-16,-6 16-30 0,6-16 21 0,-3 16 11 16,3-16-2-16,2 14-2 0,-2-14-2 0,6 13 5 15,-6-13-9-15,9 9-1 0,-9-9 1 0,13 4 30 16,-13-4-36-16,20-2 3 0,-20 2-2 0,23-5 5 15,-14-1-6-15,5 1 5 0,-4-1 19 0,-1-1-19 16,-1 0 24-16,2-1 7 0,-5 0-1 0,1-1 2 16,-3 3 4-16,-3 6-9 0,4-17-5 15,-4 17-8-15,-2-15-38 0,2 15 37 0,-5-13-41 0,5 13 37 16,-11-9-45-16,11 9 17 0,-14-8-35 0,14 8 9 16,-14-7-48-16,14 7-42 0,-14-4-36 15,14 4-39-15,0 0-48 0,-14-5-24 0,14 5-197 16,0 0 83-16</inkml:trace>
  <inkml:trace contextRef="#ctx0" brushRef="#br0" timeOffset="12903.31">16021 3609 222 0,'18'-3'494'0,"-18"3"-162"15,0 0-91-15,20-2-25 0,-20 2-57 0,0 0-11 16,26 3-37-16,-26-3-5 0,17 5-29 0,-6-1 5 16,-11-4-30-16,17 10 17 0,-7-3-31 0,-3-1 26 15,1 2-39-15,-1 0 18 0,0 1-14 0,0 1 7 16,-2 0-7-16,-1-2-6 0,-2 1-4 0,-2-9-6 15,4 17-1-15,-4-17-2 0,3 16-1 16,-3-16-1-16,3 11-1 0,-3-11 0 0,0 0 3 16,0 14 12-16,0-14 4 0,0 0 0 0,0 0-1 15,0 0-16-15,0 0 3 0,0 0 10 0,0 0-4 16,10-9-9-16,-4-2-39 0,0-1 49 0,4-5-42 16,-1 0 43-16,0 0-37 0,4 0 47 0,-2 0-19 15,1 2 47-15,1 0-32 0,0 3 32 0,-2 0-20 16,-1 4 21-16,2 0-23 0,-1 2 14 15,1 0-28-15,-12 6 11 0,23-1-18 0,-23 1 24 16,23 1-15-16,-12 5 22 0,2-1-13 0,0 2 2 16,0 2-20-16,-1 1 9 0,-3 2-3 0,2-1-2 15,-3 2-1-15,0-3-10 0,-2 4-31 16,1-1-38-16,-3-3-56 0,-2 2-69 0,2-1-159 16,-4-11-126-16,-4 18-219 0,4-18-218 0</inkml:trace>
  <inkml:trace contextRef="#ctx0" brushRef="#br0" timeOffset="16169.31">12420 5311 286 0,'0'0'281'0,"5"-8"-66"0,-5 8-44 15,0 0-45-15,9-12-25 0,-9 12-20 0,8-13-6 16,-3 5-1-16,0 0-1 0,0-2 2 0,1 0 1 16,-1 1-10-16,2-4 2 0,-3 3-7 0,0-1 1 15,0-2 0-15,-2 2-9 0,2-2 8 16,-3 1-14-16,-1 3 9 0,0-4-28 0,-1 4 26 16,-3-1-17-16,3 1 9 0,1 9-21 15,-8-17 19-15,8 17-30 0,-10-11 26 0,10 11-30 16,-15-6 22-16,15 6-27 0,-18 0 29 0,18 0-33 15,-21 8 26-15,7-3-40 0,3 4 29 0,-1 2-22 16,2-1 28-16,1 1-34 0,4 2 30 0,0-4-27 16,1 2 18-16,3 3-20 0,1-2 29 0,2 0-30 15,2 1 28-15,4 1-4 0,2 3-1 0,3-2-12 16,0-2 0-16,2 1 10 0,0 0 0 0,3-2-3 16,-3 2-1-16,3-2-2 0,-1 0 0 15,-2-1 32-15,-2 0-41 0,1 1 33 0,-2-4-35 16,-2 1 31-16,-1 1-35 0,-3-1 30 0,1 0-30 15,-1-2 36-15,-2 2-34 0,-4-9 36 0,2 17-53 16,-2-17 66-16,-2 17-47 0,-2-8 2 0,-2 2 2 16,-2-2 0-16,-1 2 0 0,-3-1 1 0,2-2 0 15,0 0 0-15,-3-2 0 0,13-6-4 0,-20 9-37 16,20-9-8-16,-18 1-36 0,18-1-61 0,-16-7-79 16,9 2-20-16,-1-7-308 0,3 0-64 15</inkml:trace>
  <inkml:trace contextRef="#ctx0" brushRef="#br0" timeOffset="16995.3">12679 5099 610 0,'7'-9'438'0,"-1"1"-124"0,-6 8-58 16,11-12-83-16,-11 12-9 0,7-9-56 0,-7 9-1 16,0 0-41-16,9-9 11 0,-9 9-58 0,0 0 51 15,0 0-47-15,10 8 25 0,-10-8-26 0,9 18 26 16,-4-4-48-16,-1 6 37 0,1 3-37 0,0 0 26 15,1 3-2-15,0 6-7 0,-1 1-4 0,-1-3 31 16,0 6-39-16,1-2 33 0,-1 2-43 0,1-2-6 16,-2 0 1-16,3-3 11 0,-4-4 0 0,2-1 3 15,0-1-2-15,-2-1-2 16,1-2 2-16,0-5 0 0,0-1 5 0,-1-5-9 16,-1 3 0-16,0-6 4 0,-1-8-1 0,3 13-6 15,-3-13-2-15,0 0 11 0,0 0-9 0,0 0 10 16,0 0 1-16,0 0-7 0,-13-9 4 0,9-2-2 15,-2-7-1-15,-2-4 37 0,2-2-43 0,-4-8 38 16,3 1-42-16,1-3 1 0,2-2 3 0,1 4 2 16,3 3-30-16,0 3 37 0,3 1-28 0,2-1 32 15,0 4-24-15,2 3 27 0,0-2-34 0,2 5 46 16,1 0-39-16,1 6 29 0,-1 0-31 0,-1 5 33 16,-9 5-30-16,24-7 29 0,-24 7-30 15,24 3 25-15,-11 1-24 0,1 3 34 0,-2 1-39 16,-1 1 38-16,-1 3-30 0,-1-2 30 0,-1 1-3 15,-3 0-4-15,1 0 1 0,-2-3-2 0,-4-8-1 16,4 18-3-16,-4-18 0 0,0 16-1 0,0-16 1 16,-1 15 0-16,1-15-1 0,-3 10 1 0,3-10-10 15,0 0 1-15,0 0 9 0,0 0-1 16,0 0-4-16,0 0 0 0,-11-10 0 0,11 10-30 16,1-22 35-16,2 5-30 0,2-2 34 0,1-2-31 15,0 1 22-15,4 1-24 0,0 1 38 0,-3 1-37 16,1 5 37-16,0 0-30 0,1 1 34 0,-3 3-38 15,-1 1 38-15,-5 7-33 0,14-8 32 16,-14 8-31-16,14-3 31 0,-14 3-33 0,13 3 33 16,-13-3-32-16,14 8 20 0,-6-1-19 0,-2-2 31 15,-2 4-37-15,4-1 38 0,-5 1-37 0,1 1 39 16,-4-10-32-16,5 15 29 0,-5-15-31 0,4 16 32 16,-4-16-33-16,4 10 34 0,-4-10-33 0,0 10 23 15,0-10 0-15,0 0 8 0,5 9-38 0,-5-9 36 16,0 0-32-16,0 0 33 0,0 0-39 0,8-12 37 15,-6 3-30-15,4 0 30 0,0-6-31 0,-1 2 33 16,5-4-33-16,0 0 34 0,0 4-33 0,1-2 23 16,-1 0-21-16,0 0 34 0,0 4-36 0,1 1 40 15,-2 2-47-15,2 0 48 16,-2 2-32-16,-9 6 29 0,21-9-35 0,-21 9 34 16,18-2-36-16,-18 2 36 0,19 0-35 0,-19 0 34 15,20 6-38-15,-20-6 26 0,17 10-22 0,-17-10 31 16,14 12-37-16,-8-4 42 0,-1 1-44 0,-1 0 43 15,0 0-35-15,-4-9 34 0,4 20-6 0,-4-20-8 16,-1 17-15-16,-3-6-25 0,1 0-31 0,-2-1-67 16,-1-1-38-16,6-9-10 0,-14 11-34 0,14-11-34 15,-13 7-256-15,13-7 32 0</inkml:trace>
  <inkml:trace contextRef="#ctx0" brushRef="#br0" timeOffset="17141.3">13350 4957 550 0,'2'-12'365'15,"-2"12"-93"-15,2-17-59 0,-2 17-66 0,4-12-33 16,-4 12-28-16,1-12-23 0,-1 12-14 16,0 0-15-16,0 0-9 0,0 0-22 0,0 0-20 15,0 0-33-15,14 4-35 0,-14-4-30 0,9 12-34 16,-5-4-49-16,1 1-186 0,0 1 207 0</inkml:trace>
  <inkml:trace contextRef="#ctx0" brushRef="#br0" timeOffset="17828.3">13477 5029 226 0,'0'0'333'0,"11"8"-85"0,-11-8-49 15,13 8-18-15,-13-8-31 0,9 6-6 0,-9-6-28 16,9 8-9-16,-9-8-10 0,10 8-16 0,-10-8 0 16,8 11-25-16,-8-11-4 0,6 12-17 0,-6-12 1 15,7 12-22-15,-7-12 16 0,7 13-12 0,-7-13 10 16,3 11-15-16,-3-11 1 0,2 10-12 0,-2-10 11 16,4 9-13-16,-4-9 11 0,0 0-3 0,1 8 19 15,-1-8-11-15,0 0 13 0,0 0-28 0,0 0 30 16,0 0-29-16,0 0 26 0,12-8-30 15,-8-1 18-15,1-1-21 0,1-4 19 0,2 1-20 16,0-4 18-16,3 1-20 0,-2 0 21 0,3 2-30 16,-1 2 29-16,-2 0-15 0,0 3 29 0,0 1-35 15,-1 1 27-15,-8 7-36 0,12-5 36 16,-12 5-26-16,0 0 25 0,20-4-28 0,-20 4 26 16,12 6-25-16,-12-6 24 0,13 8-35 0,-13-8 29 15,14 10-17-15,-14-10 28 0,13 14-30 0,-13-14 25 16,11 9-24-16,-11-9 24 0,13 10-23 0,-13-10 22 15,16 8-22-15,-16-8 17 0,16 5-29 0,-16-5 7 16,19 0-33-16,-19 0 5 0,25-7-4 0,-11 1 4 16,0-1 10-16,0-2-9 0,1 0 11 0,-3 1 5 15,-1-3 9-15,-1 3 11 0,-2 0 11 0,0-1 15 16,-2 1 5-16,-6 8 30 0,10-10-33 0,-10 10 35 16,7-11-24-16,-7 11 26 0,6-7-42 15,-6 7 26-15,0 0-40 0,0 0 29 16,8-6-34-16,-8 6 28 0,0 0-33 0,0 0 29 15,2 11-33-15,-2-11 21 0,2 15-31 0,0-4 40 16,-1 2-34-16,3 3 36 0,0 4-34 0,3 3 30 16,-1 2-29-16,1 3 27 0,1 4-28 0,1 2 27 15,0 1-4-15,0 2-3 0,0 0 29 0,1 1-37 16,-1 0 27-16,1-1-43 0,0 0-4 0,1 0 3 16,-2-4 4-16,1-4-4 0,-1 2-1 0,-1-10 8 15,-2 1 3-15,3-3 2 0,-3 1-2 16,-2-6 4-16,0-3 0 0,0 0 2 0,-2-1-5 0,-2-10 17 15,3 13 12-15,-3-13 2 0,0 0-4 16,0 12-4-16,0-12-1 0,0 0 8 0,0 0 5 16,0 0 4-16,-19-2 7 0,19 2 2 0,-19-10 5 15,7 2-2-15,-2-4-7 0,0-2-5 0,-1-1-6 16,1-1-5-16,0 1 44 0,1-4-65 0,1 0 47 16,-2-4-41-16,5-1 34 0,-1 2-71 15,5-2-3-15,0 1-16 0,2-2-14 0,3-2-8 16,2 1-44-16,1-1-24 0,5-5-44 0,2-1-64 15,3 3-61-15,2-2-257 0,1 3-82 0</inkml:trace>
  <inkml:trace contextRef="#ctx0" brushRef="#br0" timeOffset="18497.3">14637 4749 28 0,'0'0'504'0,"4"-12"-169"0,-4 12-88 16,0 0-34-16,-1-10-33 0,1 10-34 0,0 0-17 15,-7-10-11-15,7 10-10 0,0 0-16 0,-9-6-17 16,9 6-13-16,0 0-8 0,0 0-15 0,-24 2-17 16,24-2 12-16,-15 11-6 0,6-5-5 0,0 2-24 15,0 4-5-15,-1-2-4 0,2 2 31 0,0 1-25 16,3-2 28-16,0 0-30 0,0 1 21 0,4-3-15 15,1-9 16-15,0 21-25 0,1-12 23 0,3 1-23 16,1 1 24-16,1 1-26 0,3-2 24 0,0 0-34 16,3-1 36-16,-1 1-25 0,1-3 29 0,2 1-29 15,-1 1 23-15,-1-2-26 0,1-1 28 16,0 2-27-16,-4-4 25 0,0 2-24 0,-9-6 23 16,15 8-22-16,-15-8 22 0,10 7-32 0,-10-7 43 15,5 8-44-15,-5-8 57 0,0 0-37 16,-1 14 29-16,1-14-32 0,-9 12 29 0,0-4-32 15,-5 0 27-15,1 0-30 0,-3 0 27 0,-1 0-41 16,2-4 24-16,1 1-32 0,0-1-2 0,14-4-43 16,-22 5-66-16,22-5-38 0,-15-6-56 0,15 6-305 15,-8-11-39-15</inkml:trace>
  <inkml:trace contextRef="#ctx0" brushRef="#br0" timeOffset="18887.3">14764 4775 545 0,'0'0'462'0,"12"-12"-106"16,-12 12-98-16,8-10-61 0,-8 10-42 0,8-7-32 16,-8 7-25-16,0 0-22 0,10-6-12 0,-10 6-22 15,0 0-8-15,0 0 5 0,0 0-7 0,15 6-5 16,-15-6-9-16,8 13-3 0,-8-13-2 16,10 12-26-16,-10-12 24 0,10 15-26 0,-10-15 36 15,9 14-35-15,-9-14 17 0,9 11-18 16,-9-11 29-16,9 9-31 0,-9-9 34 0,4 7-29 0,-4-7 28 15,0 0-26-15,0 0 32 0,0 0-13 16,0 0 0-16,0 0-5 0,18-2 2 0,-18 2-4 16,2-12-8-16,-2 12 0 0,0-13 6 0,0 13 2 15,-2-19-2-15,0 9-1 0,2 10 0 0,-4-17 8 16,4 17-10-16,-7-12 7 0,7 12-1 0,-6-8-1 16,6 8 4-16,0 0-25 0,-14-3 20 0,14 3 10 15,-16 7 1-15,7 1-2 0,-2 4-3 0,2 1-25 16,-1 2 30-16,-2 1-22 0,3 2 24 0,2 0-26 15,0-1 33-15,2-2-31 0,0-1 32 0,2 2-30 16,2-3 18-16,1-1-19 0,3-1 25 0,-1-2-37 16,5 3 12-16,0-7-28 15,4 0-10-15,-11-5-59 0,25 3-67 0,-6-4-45 16,2-7-73-16,3-1-219 0,3-1 19 0</inkml:trace>
  <inkml:trace contextRef="#ctx0" brushRef="#br0" timeOffset="19622.3">15137 4691 181 0,'0'0'577'0,"2"-14"-206"16,-2 14-77-16,0 0-83 0,-4-9-38 0,4 9-38 16,0 0-17-16,0 0-29 0,0 0-8 0,-16 3-9 15,16-3-8-15,-8 8-9 0,8-8 7 0,-8 14-17 16,8-14-2-16,-6 17-11 0,6-17 2 0,-5 16-15 16,5-16-4-16,-1 17-2 0,1-17-8 15,1 16-3-15,-1-16-8 0,6 12-1 0,-6-12-8 16,10 9-13-16,-10-9-2 0,12 3 8 0,-12-3 3 15,18-1 2-15,-18 1-5 0,17-8 7 16,-7 1 5-16,-1 1 4 0,-3-2 9 0,2 0 1 16,-2-1 36-16,2-2-21 0,-3 3 36 0,-1-4-33 15,1 2 46-15,-1 1-46 0,-4 9 59 0,6-16-42 16,-6 16 0-16,4-15-6 0,-4 15-2 0,1-10 1 16,-1 10-9-16,0 0-5 0,3-13-5 0,-3 13-9 15,0 0-10-15,0 0-5 0,1-11-22 0,-1 11-14 16,0 0-15-16,0 0-8 0,0 0-31 15,0 0-27-15,0 0-54 0,0 0 8 0,0 0-29 16,0 0 33-16,0 0-19 0,0 0 47 0,0 0-14 16,0 0 54-16,22-1-8 0,-22 1 66 0,0 0 9 15,19-3 65-15,-19 3 0 0,17-6 58 0,-17 6 4 16,15-7 37-16,-15 7-12 0,15-4 6 0,-15 4-5 16,16-8-21-16,-16 8-4 0,14-5-23 0,-14 5-4 15,11-5-26-15,-11 5 8 0,0 0-35 0,19-3 26 16,-19 3 1-16,0 0-6 0,16 3-5 15,-16-3-6-15,14 4-2 0,-14-4-6 0,11 9 1 16,-11-9-4-16,14 13 0 0,-7-5-2 16,-7-8-7-16,10 14-2 0,-6-6 13 0,-4-8-3 0,6 16 3 15,-6-16-6-15,5 13-2 0,-5-13 1 16,4 10 0-16,-4-10-1 0,3 11 0 0,-3-11-3 16,0 0 8-16,2 9 4 0,-2-9-6 0,0 0-11 15,0 0 9-15,0 0-4 0,0 0 0 0,0 0-1 16,7-9 28-16,-7 9-35 0,6-14-2 0,0 5-3 15,-2 1 0-15,2-2 5 0,2 1-1 0,-4 1 1 16,5 0 1-16,-3 2-31 0,2-2 30 0,0 0-14 16,-1 1 33-16,2 1-35 0,-9 6 35 0,14-11-28 15,-14 11 28-15,16-8-29 0,-16 8 31 0,14-5-29 16,-14 5 26-16,0 0-26 0,20-1-14 0,-20 1 13 16,0 0 28-16,19 5 7 0,-19-5-1 15,11 8-4-15,-11-8-4 0,10 9-4 16,-10-9 0-16,6 8-4 0,-6-8 0 0,5 10 0 15,-5-10-2-15,1 11-3 0,-1-11 12 0,-1 11-56 16,1-11-39-16,-6 9-37 0,6-9-41 0,0 0-13 16,-13 9-53-16,13-9-11 0,0 0-222 0,-16-5 112 15</inkml:trace>
  <inkml:trace contextRef="#ctx0" brushRef="#br0" timeOffset="19770.3">15572 4467 39 0,'-2'-16'493'0,"-1"-1"-148"0,-1 1-71 16,3 5-37-16,-1-3-65 0,0 5-11 0,2 9-37 15,-3-18 2-15,3 18-50 0,-3-14-4 0,3 14-25 16,-3-10-5-16,3 10-20 0,0 0-5 0,0 0-5 16,0-12-30-16,0 12-34 0,0 0-53 0,0 0-51 15,0 0-59-15,0 0-286 0,0 0 35 0</inkml:trace>
  <inkml:trace contextRef="#ctx0" brushRef="#br0" timeOffset="20154.3">15768 4324 81 0,'0'0'613'0,"0"0"-181"16,9-8-123-16,-9 8-60 0,0 0-76 0,0 0-11 15,0 0-66-15,6-7 15 0,-6 7-53 16,0 0 20-16,0 0-54 0,0 0 24 0,9 8-29 16,-9-8 27-16,4 13-47 0,1-1 36 0,-2-3-36 15,0 2 30-15,1 4-35 0,0 0 31 0,0 0-8 16,0 0-3-16,-1 0-2 0,-1 1-11 0,3-1-2 15,-4-1 6-15,2-1-7 0,-2 1-7 0,-1-2-20 16,3-2-26-16,-3-10-28 0,1 19-14 16,-1-19-24-16,0 12 9 0,0-12-43 0,0 12 3 15,0-12-29-15,0 0 36 0,0 0-19 0,0 0 70 16,-3 8 12-16,3-8 81 0,0 0 15 0,0 0 65 16,0 0 10-16,-7-10 46 0,7 10-8 15,0 0 9-15,-8-11 12 0,8 11-44 0,-5-8 19 16,5 8-36-16,-4-10 23 0,4 10-16 0,-5-8-17 15,5 8-53-15,0 0 35 0,-3-11-45 0,3 11 19 16,0 0-32-16,3-15 29 0,-3 15-38 0,5-8 27 16,-5 8-38-16,9-9 9 0,-9 9-29 0,12-12-14 15,-12 12-37-15,11-9-53 0,-11 9-19 0,13-8-27 16,-13 8-25-16,15-9-51 0,-15 9-170 16,12-8 159-16</inkml:trace>
  <inkml:trace contextRef="#ctx0" brushRef="#br0" timeOffset="20740.3">16025 4442 285 0,'0'0'508'0,"-5"-10"-177"0,5 10-50 15,0 0-87-15,-4-11-22 0,4 11-69 0,0 0 27 16,-5-9-38-16,5 9 11 0,0 0-52 0,0 0 15 16,0 0-36-16,0 0 20 0,0 0-36 0,0 0 24 15,0 0-33-15,5 18 26 0,-5-18-7 0,6 19-14 16,-3-9-2-16,1-1 8 0,-2 1 13 0,5 0-18 16,-1 1-5-16,0-3-2 0,1 0 0 15,-1-2-1-15,2 0-5 0,-8-6-3 0,14 9-7 16,-14-9-6-16,15 2-26 0,-15-2 12 0,15-2 22 15,-15 2 7-15,16-7-13 0,-16 7 33 0,15-11-20 16,-7 4 36-16,-3-2-22 0,2 0 42 16,-1 1-31-16,-1-2 49 0,-5 10-26 0,8-12 44 15,-8 12-33-15,6-11 33 0,-6 11-16 0,6-9-17 16,-6 9-38-16,0 0 23 0,0 0-8 0,0 0-8 16,0 0 4-16,12 7-2 0,-12-7-7 0,2 16 2 15,0-4 9-15,0 2 5 0,-2 1 49 16,2 3-58-16,-1-1 42 0,0 3-51 0,0 2 36 15,1 3-72-15,-2-2 18 0,1 2-102 0,-1-5-2 16,1 3-107-16,-2 2-100 0,0 0-38 0,1-7-397 16,0 1-271-16</inkml:trace>
  <inkml:trace contextRef="#ctx0" brushRef="#br0" timeOffset="21919.31">16596 4333 411 0,'0'0'304'0,"0"0"-73"0,0 0-48 0,0 0-24 16,5-8-19-16,-5 8-31 0,0 0-4 0,9-7-12 16,-9 7-6-16,8-7-8 0,-8 7-20 15,11-9 3-15,-4 2-20 0,-1 0 8 0,5-2-16 16,0-3 8-16,0-2-16 0,3-1 10 0,-3-2-32 15,2 0 20-15,2-7-10 0,0 2 16 0,-2-4-24 16,-2-1 14-16,3-2-4 0,-5 0 1 0,0-1-2 16,-1 0 18-16,-4 5 12 0,-1 1 5 0,0 2 12 15,0 2-20-15,-3 2 3 0,0 3-29 16,0 2 40-16,-3 0-35 0,2 2 29 0,1 11-33 16,-3-15 28-16,3 15-38 0,-6-8 21 0,6 8 2 15,0 0-7-15,-14 11-4 0,9 4 3 0,-2 5-4 16,2 3-4-16,-1 9-5 0,2 2-34 0,0 5 36 15,3 2-33-15,1 3 39 0,0 1-36 0,1 1 28 16,2 1-25-16,1-1 28 0,-2 1-2 0,3-1 5 16,0 1-2-16,-1-3 41 0,1 0-56 0,-2-5 42 15,1 1-61-15,0-2 36 0,-1-4-54 0,0-7-1 16,-1-3-4-16,0 0-11 0,-1-7-7 0,0-4-19 16,-1-1-4-16,0-12-7 15,0 18-18-15,0-18-13 0,-4 10-17 0,4-10 27 16,0 0-4-16,0 0 36 0,-10-4 19 0,4-4 34 15,2-4 0-15,-1-4 19 0,-3-4 7 0,3-2 21 16,0-3-2-16,0-1 16 0,2 0 4 0,1-1-3 16,-1 1 16-16,3 2-10 0,-1-1 4 0,1-1-14 15,1 2 0-15,3 1-10 0,-1 0 6 0,2 2-14 16,1 0 2-16,3 2-12 0,-1 0 6 0,1 2-7 16,1 0 5-16,0 2-7 0,-1-2 7 15,2 3-8-15,0 2 4 0,-2-1-8 0,1 2 5 16,-1 3-5-16,0-2 20 0,-3 3-19 0,2-2 9 15,-8 9-4-15,9-11 19 0,-9 11-6 0,6-9 21 16,-6 9-22-16,0 0 16 0,12-10-25 0,-12 10 18 16,0 0-23-16,0 0 14 0,0 0-24 0,0 0 37 15,0 0-30-15,11 7 20 0,-11-7-28 16,3 12 28-16,-3-12-20 0,4 16 21 0,-2-4-23 16,1-3 40-16,-1 3-45 0,3 0 21 0,-1-3-31 15,1 2 35-15,-1-2-21 0,1 0 28 0,-1-1-22 16,-4-8 34-16,13 12-27 0,-13-12 31 0,11 8-25 15,-11-8 33-15,0 0-38 0,18 3 37 0,-18-3-37 16,14-3 27-16,-14 3-28 0,17-12 34 0,-11 5-42 16,3-2 31-16,-5 0-36 0,4 0 35 0,-3-2-43 15,-1 3 39-15,-2-1-45 0,-2 9 21 16,1-18-49-16,-1 18 1 0,-1-15-36 0,1 15-37 16,-8-14-26-16,8 14-38 0,-10-11-18 0,10 11-42 15,-9-11-240-15,9 11 62 0</inkml:trace>
  <inkml:trace contextRef="#ctx0" brushRef="#br0" timeOffset="22739.32">17112 4049 167 0,'13'-7'496'0,"-13"7"-180"0,0 0-68 0,15-4-46 0,-15 4-45 16,0 0-34-16,0 0-16 0,22 4-22 0,-22-4 0 16,14 5-22-16,-14-5 2 0,14 12-22 15,-6-4 5-15,-2 0-23 0,1 1 8 0,-1 2-28 16,2-1 24-16,-2 2-20 0,-1 0 19 0,2-3-26 15,-4 2 13-15,1-1-18 0,0-2 19 0,1 0-18 16,-5-8 15-16,5 14-17 0,-5-14 17 0,5 11-21 16,-5-11 40-16,6 9-36 0,-6-9 34 0,0 0-28 15,0 0 23-15,0 0-28 0,15-4 21 0,-15 4-26 16,10-10 26-16,-5 2-20 0,2-1 16 0,0-1-25 16,1 1 21-16,0-4-34 0,-2 4 33 0,4-3-17 15,-4 4 26-15,2 0-32 0,-1-1 27 16,-1 2-24-16,-6 7 25 0,11-9-24 0,-11 9 21 15,11-9-23-15,-11 9 23 0,0 0-22 16,14-5 15-16,-14 5-24 0,0 0 36 0,0 0-30 16,15 5 28-16,-15-5-20 0,13 9 21 0,-13-9-24 15,10 9 24-15,-10-9-25 0,13 10 22 0,-6-3-21 16,-7-7 20-16,15 8-31 0,-15-8 25 0,16 8-14 16,-16-8 28-16,16 4-35 0,-16-4 29 0,0 0-25 15,24 0 24-15,-24 0-23 0,17-5 20 0,-7 0-34 16,-10 5 30-16,15-11-27 0,-6 2 39 0,-3 0-28 15,-1-1 29-15,1-1-8 0,-4 0-2 0,2-2-2 16,-3 2-2-16,-1 0 4 0,0 0-2 0,0 11 9 16,-2-20-6-16,2 20 3 0,-4-14-12 0,4 14 2 15,-8-11 8-15,8 11 1 0,-9-5-2 16,9 5-4-16,0 0 0 0,-23 7-2 16,15-1-23-16,0 2 28 0,-1 0-27 0,0 3 30 15,-1 2-38-15,3-1 34 0,1-1-17 0,2 0 31 16,0 1-38-16,0-3 33 0,4-9-29 0,0 20 32 15,0-20-32-15,1 14 27 0,-1-14-34 0,7 12 23 16,-7-12-18-16,10 5 5 0,-10-5-24 0,0 0 7 16,23-4-31-16,-14-1-19 0,4-3-1 0,-3-1-15 15,2-3 13-15,0-2-17 0,-4-2 32 0,1-2-14 16,0-1 27-16,-3-2 3 0,-2-1 18 0,0-3-20 16,-3-3 31-16,1 0-17 0,-2 1 35 15,0-2 20-15,-2 3 69 0,2 0-4 0,-2 4 22 16,0 4 10-16,1 0-30 0,0 4 26 0,1 3-57 15,-1 1 20-15,1 10-33 0,-2-15 19 0,2 15-48 16,-1-10 27-16,1 10-33 0,0 0 26 16,0 0-31-16,0 0 26 0,0 0-32 0,0 0 31 15,0 0-34-15,-3 9 31 0,5 2-33 0,-2 2 20 16,2 0 8-16,0 4-9 0,0 2 11 0,1 2-5 16,-1 1-2-16,1 3-2 0,-1-1-3 0,1 1 0 15,2 1-2-15,-4-2 1 0,3 2-5 0,-1-1-2 16,-1 1-38-16,-1-2 6 0,2 1-31 15,1-4-17-15,-1-1-27 0,-1-6-57 0,4 1-9 16,-3-3-32-16,1-2-67 0,2-3-193 0,-6-7 105 16</inkml:trace>
  <inkml:trace contextRef="#ctx0" brushRef="#br0" timeOffset="23315.31">17850 3943 103 0,'2'-9'551'0,"-2"9"-175"0,1-17-66 0,-1 17-68 16,3-13-42-16,-3 13-22 0,1-12-29 0,-1 12-31 16,0 0-27-16,3-10-17 0,-3 10-18 15,0 0-7-15,0 0 20 0,0 0-46 0,0 0 4 16,0 0-13-16,10 11-1 0,-10-11-14 0,4 16 9 16,-4-16-2-16,4 19 3 0,-2-6-3 0,1-4 0 15,-2 3-2-15,2 0 0 0,-1-2 3 0,0-2-5 16,-2-8-1-16,2 17-1 0,-2-17 2 0,1 12-8 15,-1-12-6-15,3 11 23 0,-3-11 7 0,0 0 4 16,2 10-3-16,-2-10-8 0,0 0 2 0,0 0-2 16,0 0-2-16,4-12-2 0,-4 12-4 0,8-17-2 15,-4 5-5-15,1-2-2 0,2-3 0 0,1 0 40 16,0-1-48-16,0 3 3 0,-1 2 6 0,1 1-11 16,-2 3 11-16,-2 1 3 0,-4 8-3 15,8-15 2-15,-8 15-1 0,9-8 3 16,-9 8-1-16,0 0-1 0,0 0 3 0,0 0 0 15,0 0 3-15,14 4-1 0,-14-4 0 0,4 8-24 16,-4-8 29-16,3 11-1 0,-3-11-4 0,4 14 1 16,-4-14 1-16,3 12-2 0,-3-12 2 0,2 13-3 15,-2-13-1-15,2 9 1 0,-2-9 2 0,0 0 1 16,2 12 1-16,-2-12-4 0,0 0-1 0,0 0 2 16,0 0 5-16,0 0-2 0,0 0 0 15,14-7-1-15,-14 7-1 0,12-14-2 0,-6 4 4 16,1-1-1-16,0-1-5 0,3 0 3 0,-3 0-1 0,0 3-3 15,1 0-6-15,-3 1 10 0,-5 8-5 16,9-12 3-16,-9 12 1 0,9-9-2 0,-9 9-31 16,0 0 36-16,9-6-1 0,-9 6 0 0,0 0-1 15,0 0 0-15,13 4-1 0,-13-4-22 0,0 0-6 16,8 10-33-16,-8-10-28 0,7 9-48 16,-7-9 6-16,8 10-74 0,-8-10 6 0,10 6-48 15,-10-6-7-15,14 5-172 0,-14-5 170 0</inkml:trace>
  <inkml:trace contextRef="#ctx0" brushRef="#br0" timeOffset="23656.3">18317 3777 119 0,'9'-9'509'0,"-9"9"-162"0,0 0-88 15,9-9-48-15,-9 9-64 0,0 0-25 16,0 0-19-16,0 0-14 0,0 0-17 0,0 0-2 16,14 7-24-16,-14-7 5 0,5 9-20 0,-5-9 3 15,7 10-3-15,-7-10-8 0,6 15-4 0,-6-15-2 16,8 12-3-16,-8-12-2 0,9 13-5 0,-9-13 1 15,9 9 12-15,-9-9-5 0,6 7-7 0,-6-7-5 16,0 0-2-16,0 0-5 0,0 0-6 16,19 0-3-16,-19 0-5 0,9-7 1 0,-9 7-16 15,8-13 8-15,-8 13 7 0,7-16-17 0,-7 16 2 16,4-17-3-16,-4 17 11 0,0-17 8 0,0 17 25 16,1-12 4-16,-1 12 7 0,-1-12-8 15,1 12-2-15,0 0 8 0,-4-9-11 0,4 9 20 16,0 0-12-16,-15 5 23 0,15-5-20 0,-12 12 13 15,5-5 6-15,1 2-10 0,-1 0-4 0,3-1-5 16,-1 4-2-16,3-3-5 0,2-9-12 0,-3 16-6 16,3-16 1-16,1 12-10 0,-1-12-9 0,5 12-26 15,-5-12-20-15,12 4-6 0,-12-4-54 0,0 0-11 16,27 2-47-16,-16-6-1 0,3-1-259 0,3-4 128 16</inkml:trace>
  <inkml:trace contextRef="#ctx0" brushRef="#br0" timeOffset="23980.3">18619 3713 457 0,'7'-7'432'0,"-7"7"-108"0,11-10-32 16,-11 10-111-16,7-5-16 0,-7 5-50 0,0 0-4 16,0 0-43-16,0 0 7 0,0 0-33 0,0 0 14 15,12 5-40-15,-12-5 26 0,2 10-5 0,-2-10-6 16,0 11-9-16,0-11-5 0,2 11-2 0,-2-11-4 16,2 14 0-16,-2-14-3 0,0 10-4 0,0-10 0 15,3 10-6-15,-3-10-9 0,0 0 2 0,5 8 8 16,-5-8 3-16,0 0-9 0,0 0 1 0,0 0 1 15,15-7-16-15,-15 7 23 0,10-9-12 0,-3 0 15 16,-1 0-44-16,2 0 51 0,-2 0-19 0,1 1 18 16,-1-1-21-16,1 1 42 0,-7 8-31 0,11-11 44 15,-11 11-44-15,8-11 30 16,-8 11-39-16,0 0 30 0,11-8-32 0,-11 8 31 16,0 0-33-16,0 0 32 0,15 4-39 0,-15-4 39 15,9 4-36-15,-9-4 36 0,12 8-25 0,-12-8 29 16,10 8-39-16,-10-8 26 0,12 9-39 0,-12-9 3 15,10 6-33-15,-10-6-28 0,9 7-30 0,-9-7-58 16,0 0 2-16,0 0-32 0,19-3-19 0,-19 3-28 16,11-10-119-16,-11 10 220 0</inkml:trace>
  <inkml:trace contextRef="#ctx0" brushRef="#br0" timeOffset="24823.31">18947 3499 81 0,'7'-28'483'0,"0"7"-124"0,-2 1-59 15,-1 3-43-15,0 0-50 0,-1 8-47 0,-1-3 1 16,1 4-63-16,-3 8 12 0,4-17-49 15,-4 17 13-15,0 0-41 0,6-8 23 0,-6 8-40 16,0 0 28-16,8 11-36 0,-8-11-4 0,5 22-6 16,-1-8 36-16,-2 5-41 0,3 0 40 0,-1 4-40 15,0-2 30-15,0 3-32 0,-1-1 27 0,1 0-27 16,2-1 27-16,-3 0-30 0,2-2 27 0,-1-4-34 16,-1 1 24-16,1-5 8 0,-2 0-1 15,1-2-7-15,-3-10-2 0,2 15-5 0,-2-15-29 0,0 0 18 16,4 9-27-16,-4-9 16 0,0 0-11 15,0 0 20-15,12-4-23 0,-12 4 24 0,6-10-10 16,-6 10 28-16,8-15-20 0,-4 7 5 0,-1-1-5 16,4 1 8-16,-2 0 0 0,1-1 5 0,-2 0-2 15,3 2 2-15,1-1 0 0,-8 8-2 0,13-14-6 16,-13 14-6-16,12-12-13 0,-3 8-18 16,-9 4-7-16,16-11-10 0,-6 4-9 0,2 0-6 15,0-1-4-15,0 2 2 0,1-1 2 0,0-1-3 16,-2-2 20-16,1 3 7 0,-1-2 29 0,-4 2 17 15,-1-2 22-15,2 2 39 0,-8 7 13 0,9-12 17 16,-9 12-3-16,5-11 3 0,-5 11-7 0,0 0-13 16,1-11-6-16,-1 11 7 0,0 0-10 0,0 0-8 15,-8-9-4-15,8 9-10 0,0 0-4 16,-15 9-5-16,15-9-2 0,-12 13 2 0,6-5-10 16,1 0 1-16,1 4-12 0,-1-3 14 0,3 0 23 15,2-9-37-15,-4 18 22 0,4-18-28 0,0 15 23 16,0-15-41-16,5 15 22 0,-5-15-21 0,6 9-3 15,-6-9-10-15,14 8-22 0,-14-8-12 0,0 0 7 16,22-3-11-16,-22 3-2 0,22-9 8 16,-12 5 11-16,3-1 10 0,-3-3 11 0,3 0 9 15,-3 0 9-15,-2 2 10 0,-1-1 19 0,-7 7 24 16,13-8 12-16,-13 8 3 0,9-8-2 0,-9 8-3 16,10-7-6-16,-10 7-1 0,0 0-7 15,0 0-2-15,0 0-5 0,0 0-1 0,14 3-16 16,-14-3 15-16,0 0-9 0,8 9 9 0,-8-9-11 15,5 8 10-15,-5-8-7 0,9 10 10 0,-9-10-12 16,10 10 11-16,-10-10-15 0,13 4 7 0,-13-4-12 16,17 3 17-16,-17-3-28 0,20-2 0 0,-20 2-2 15,23-5 3-15,-9 0-2 0,2-2 3 0,-1-2 0 16,0-2 1-16,0-1-10 0,0-2 3 0,0-3 12 16,-1-4-4-16,1-4-2 15,-4 0-8-15,1-3-6 0,-3-2 4 0,-1 1 0 16,-3 4 12-16,1-2 8 0,-3 2 33 0,-2 2-18 0,-1 3 36 15,0 2-29-15,0 0 31 0,-1 4-37 16,0 2 26-16,-3 1-36 0,0 0 25 0,4 11-32 16,-8-13 24-16,8 13-32 0,-9-8 27 0,9 8-31 15,0 0 23-15,-20 4-6 0,12 2 9 0,-1 5-35 16,-1 2 37-16,1 3-32 0,0 0 29 0,3 3-29 16,1 0 24-16,2-1-34 0,3 1 7 0,0-2-36 15,3 0-24-15,1 2-32 0,3-1-25 0,2-3-32 16,4-1-16-16,0-5-54 0,-2-1-234 0,6-4 99 15</inkml:trace>
  <inkml:trace contextRef="#ctx0" brushRef="#br0" timeOffset="25045.3">20133 3166 28 0,'18'-4'464'15,"-18"4"-146"-15,0 0-98 0,0 0-28 0,17 2-46 16,-17-2-18-16,6 7-22 0,-6-7-17 0,1 14 1 15,-1-14-8-15,0 15-11 0,0-15-18 0,-5 19-7 16,5-8-8-16,-2 0-6 0,-1 0-3 0,-1 0-9 16,3 0-2-16,-2-1-14 0,3-10 2 0,-6 16 7 15,6-16-8-15,-5 13-21 0,5-13-31 0,-8 10-34 16,8-10-34-16,0 0-32 0,-9 8-8 0,9-8-27 16,0 0-5-16,0 0-29 0,-9-5 46 15,9 5-92-15,-4-9 80 0</inkml:trace>
  <inkml:trace contextRef="#ctx0" brushRef="#br0" timeOffset="25173.31">20108 3287 634 0,'0'0'152'0,"-2"-17"15"15,2 17 24-15,-2-12 11 0,2 12-8 0,-2-13-44 16,2 13 3-16,0 0-39 0,-2-11 1 0,2 11-47 16,0 0 6-16,0 0-34 0,0 0 15 0,-13-4-32 15,13 4 17-15,-13 7-30 0,6 1 21 0,0-1-40 16,-2 1 25-16,-1 6-25 0,0-1-13 0,-2 2-47 16,2 0-51-16,1 2-51 0,0-1-37 0,2 1-322 15,-1 0-15-15</inkml:trace>
  <inkml:trace contextRef="#ctx0" brushRef="#br0" timeOffset="25294.31">19960 3560 361 0,'0'0'471'16,"0"0"-138"-16,0 14-37 0,0-14-97 0,0 0 1 15,0 0-55-15,2 10 5 0,-2-10-51 16,0 0 7-16,0 0-55 0,0 0 21 0,0 0-51 16,0 0-5-16,0 0-64 0,0 0-106 0,15 0-128 15,-15 0-304-15,0 0-118 0</inkml:trace>
  <inkml:trace contextRef="#ctx0" brushRef="#br0" timeOffset="30740.57">14803 5510 26 0,'0'0'725'0,"5"-11"-282"0,-5 11-56 0,0 0-142 15,2-8-13-15,-2 8-99 0,0 0 22 0,0 0-69 16,0 0-3-16,0 0-31 0,0 0 22 0,-2 10-53 16,2-10-2-16,-1 17-4 0,0-3-3 0,1-1-4 15,0 1 1-15,0 4-1 0,1 1-3 0,0 2-2 16,-1-4-1-16,2 1-25 0,0 1 30 15,-2-2-2-15,3-3-2 0,-2 0-2 0,0-2 1 0,-1-2-2 16,2 1 1-16,-2-11 0 0,2 13 1 0,-2-13 3 16,1 13-1-16,-1-13 1 0,0 0 7 15,0 0-32-15,0 0 26 0,0 0-2 0,4-15 0 16,-2 3-3-16,-2-8 1 0,2-4-1 16,-1-2 1-16,-1-3-1 0,1-9 43 0,2 3-42 15,2 1 5-15,-1 3 1 0,1 4 2 0,-1 3-2 16,4 2-7-16,-3 1-3 0,1 3 7 0,-1 2-3 15,2 1-3-15,-2 6 5 0,1-1-3 0,1 3 0 16,-7 7-3-16,11-8 2 0,-11 8 0 0,0 0 0 16,19-2 0-16,-19 2 0 0,12 9 2 0,-5-1 7 15,-3 2-18-15,0 2 50 0,-3 0-44 0,-1 4 45 16,0-3-59-16,-1 4 10 0,1 0 0 0,-3-1 2 16,2 1 1-16,0-4 0 0,-2-1-1 15,3 0 1-15,0-12 1 0,-2 19 1 0,2-19 0 16,2 16 2-16,-2-16-2 0,4 16-7 0,-4-16 11 15,9 16 1-15,-2-8-3 0,0 1 1 0,5-1 6 16,-2 2 2-16,-1 1-3 0,4-2 1 0,-2 2 0 16,-1-1-1-16,1 1-3 0,0 0-36 0,-2 0 46 15,-1 1-4-15,-2-1-7 0,-2-2 0 0,1 3 5 16,-2-2-22-16,-2 2 20 0,1-3 1 16,-4 3 5-16,1-1-3 0,-2 0-1 0,-1-1-3 15,-1 0 1-15,1 0-1 0,-1-1-1 0,5-9-6 16,-11 11-17-16,11-11-44 0,-11 8 7 15,11-8-41-15,0 0-36 0,-14-2-69 0,14 2-7 16,-7-15-21-16,4 2-6 0,5 0-261 0,0-4 42 0</inkml:trace>
  <inkml:trace contextRef="#ctx0" brushRef="#br0" timeOffset="31497.56">15259 5492 489 0,'11'-13'384'0,"-1"2"-92"0,0 1-50 15,-2 2-57-15,-2 1-17 0,-6 7-31 0,9-10-14 16,-9 10-29-16,10-9-5 0,-10 9-12 0,0 0 20 15,0 0-47-15,5-8 31 0,-5 8-45 0,0 0 22 16,0 0-44-16,-7 12 28 0,0-2-37 0,2-2 29 16,0 3-37-16,-1 0 36 0,-1 3-50 0,1-2 41 15,-2 0-32-15,3 0 31 16,0-1-33-16,1 2 30 0,2-4-35 0,-1-1 2 0,3-8 2 16,-3 17-10-16,3-17 0 0,2 15 11 15,-2-15 1-15,6 6-1 0,-6-6-4 0,0 0 1 16,16 2 3-16,-16-2 0 0,17-8 1 0,-8 2 2 15,3-3-2-15,-2 0 26 0,-1-1-33 0,1-2 38 16,-1 0-27-16,-1 3 43 0,0-2-41 0,-2 1 52 16,0 3-32-16,-6 7 47 0,8-12-52 0,-8 12-2 15,5-8 1-15,-5 8 38 0,5-8-50 0,-5 8 38 16,0 0-47-16,0 0 41 0,9-6-44 0,-9 6 43 16,0 0-46-16,0 0 39 0,9 8-49 15,-9-8 52-15,9 14-42 0,-4-7 45 0,3 1-51 0,-2-1 40 16,3 3-47-16,0-1-4 0,1-1 22 15,1 1-27-15,1 0-4 0,-3-3-12 0,0-1 1 16,-9-5 4-16,23 7-7 0,-23-7-12 0,19 2 5 16,-19-2 4-16,17-4 11 0,-17 4 8 15,19-8 15-15,-10 0-1 0,-1 0 7 0,-2 0 10 16,3-2 18-16,-4-2 20 0,3-2 13 0,-3 2 10 16,3 0 2-16,-5 0 3 0,3 2 0 0,-1-1-1 15,-1 3-18-15,-1-2 3 0,4 2-10 0,-7 8-7 16,6-15-6-16,-6 15-2 0,10-9-3 15,-10 9-2-15,12-9-6 0,-12 9 1 0,0 0-2 0,19-4-10 16,-19 4 53-16,17 3-52 0,-17-3 43 16,14 5-53-16,-14-5 41 0,16 12-41 0,-16-12 38 15,9 12-37-15,-9-12 35 0,3 17-39 0,-3-4 41 16,-3-4-44-16,-2 6 32 0,-1-3-48 0,-4 5-12 16,-2-2-2-16,-2-2-10 0,1 0-17 0,-2-3-22 15,2-1-6-15,3-4-23 0,-3 1 6 0,13-6-35 16,-18 2 20-16,18-2-17 0,-16-5 50 15,16 5-1-15,-12-12 36 0,8 2-5 0,2-2 67 0,-2 0 1 16,4-2 57-16,0 2 6 0,0-3 35 16,0 2 1-16,1 1 13 0,2 0 8 15,-1 1-4-15,-2 11 9 0,0-18-8 0,0 18-7 16,1-14-18-16,-1 14-14 0,2-10-14 0,-2 10-11 16,0 0-10-16,1-10-45 0,-1 10 44 0,0 0-8 15,0 0 2-15,0 0-12 0,0 0 28 0,4 11-41 16,-4-11 33-16,1 16-47 0,-1-6 50 0,0 2-43 15,-1 5 37-15,0-1-47 0,-1 2 37 0,1-1-47 16,0 2-19-16,-2 1-33 0,3-1-53 0,0-2-49 16,0-1-72-16,3-6-31 0,1 1-253 0,-4-11-25 15</inkml:trace>
  <inkml:trace contextRef="#ctx0" brushRef="#br0" timeOffset="31692.56">15903 5379 309 0,'8'-12'574'15,"-3"3"-165"-15,0 0-94 0,-5 9-79 0,9-15-47 16,-9 15-42-16,7-9-41 0,-7 9-12 0,0 0-20 16,0 0-12-16,9-5 25 0,-9 5-58 0,5 7 28 15,-5-7-46-15,5 15 30 0,-5-15-37 0,2 21 31 16,1-9-39-16,-2 3 28 0,-1 2-51 0,3 0-1 16,-2 0-56-16,0-5-36 0,-1 2-62 0,0-2-50 15,0 0-2-15,0-12-313 0,0 13-52 0</inkml:trace>
  <inkml:trace contextRef="#ctx0" brushRef="#br0" timeOffset="31828.56">15956 5378 322 0,'-5'-26'429'0,"2"3"-134"15,-2 0-67-15,2 3-36 0,1 4-54 0,-1 3-24 16,1 1-25-16,2 12-20 0,-3-20-19 16,3 20-14-16,-2-9-8 0,2 9-12 0,0 0-4 15,0 0-46-15,0 0-24 0,0 0-45 0,0 0-29 16,0 0-78-16,7 5-232 0,-7-5 149 0</inkml:trace>
  <inkml:trace contextRef="#ctx0" brushRef="#br0" timeOffset="32052.56">16164 5225 124 0,'6'-8'571'0,"-6"8"-203"16,8-13-69-16,-8 13-68 0,7-10-40 0,-7 10-30 15,3-10-15-15,-3 10-27 0,3-9-5 0,-3 9-17 16,0 0-13-16,0 0-12 0,0 0-18 0,0 0-9 15,0 0-7-15,0 0-5 0,-9 7-4 0,5 2-5 16,0 1-7-16,-1 5-12 0,0-2 49 0,0 3-51 16,1 1 43-16,2 0-55 0,-1 0 53 15,2-3-55-15,1 1 43 0,1-3-49 0,3 0 40 16,2 0-54-16,3-5 4 0,5 0-89 16,3-4-111-16,5-6-152 0,10-5-264 0,6-5-175 15</inkml:trace>
  <inkml:trace contextRef="#ctx0" brushRef="#br0" timeOffset="34875.57">16762 5196 39 0,'0'0'704'0,"9"-12"-250"16,-9 12-104-16,5-10-90 0,-5 10-55 0,0 0-18 16,5-13-61-16,-5 13-28 0,0 0-21 0,0 0-16 15,0 0-25-15,0 0 2 0,0 0-6 0,0 0-7 16,14 9-5-16,-14-9-4 0,4 16-37 0,0-3 39 16,-4-3-2-16,0 2-3 0,1 0 36 0,-2 2-47 15,1-2 40-15,-2 0-49 0,0 1 38 0,0-5-43 16,2-8 42-16,-3 16-46 0,3-16 45 0,-2 12-43 15,2-12 41-15,0 0-42 0,-7 9 40 0,7-9-42 16,0 0 42-16,-8-5-45 0,8 5 11 0,-7-20-3 16,2 7-25-16,1-7 31 0,-1-2 1 15,1-5 3-15,1-7 6 0,-2-1-10 16,1-1 6-16,3 0 9 0,1 5 11 0,0 1 15 16,4 3-1-16,-3 4 1 0,4 2-8 0,-3 2-3 15,0 5-14-15,2 1-3 0,-1 4 3 0,2 1-3 16,-5 8-5-16,11-7-2 0,-11 7 7 0,16 3-1 15,-9 2-1-15,7 4-1 0,-1 5-1 0,2 1 2 16,-2 3-3-16,4 5-1 0,-3 2-51 16,1-3 61-16,-1 3-7 0,-1 0 0 0,-3 0-22 0,-1-2-4 15,1 0-15-15,-3-3-11 0,-2 1 12 16,-1-1-45-16,-2-4-4 0,0-2-22 0,-2-2-38 16,0 0-24-16,0-12-23 0,-2 17 24 0,2-17-18 15,-5 12 25-15,5-12-27 0,-4 8 37 0,4-8 4 16,0 0 93-16,-15 2 22 0,15-2 76 0,-13-4 7 15,13 4 51-15,-13-10 1 0,3 3 39 0,4 1-3 16,-2-1-1-16,2-2 7 0,-3 4-11 16,2-3-13-16,2 1-15 0,0-1-20 0,5 8-5 15,-10-14-32-15,10 14 9 0,-6-12-20 0,6 12-11 16,-4-16-8-16,4 16-3 0,0-14-4 0,0 14-4 16,4-16-3-16,-1 7-3 0,6 0-7 15,-1-1-9-15,2 0-4 0,2 2 6 0,0-4 2 0,0 3-1 16,5-1-3-16,-6 2-18 0,3 1 28 15,-2 0-21-15,-1 3 29 0,-2-1-23 0,-9 5 25 16,16-8-24-16,-16 8 26 0,12-4-34 0,-12 4 38 16,0 0-34-16,14-5 41 0,-14 5-23 0,0 0 26 15,14 5 0-15,-14-5-5 0,4 9 3 0,-4-9-1 16,7 10-4-16,-7-10-5 0,5 15-7 0,-5-15 6 16,5 16-1-16,-4-6 1 0,3 0-4 0,0-1 0 15,-1 0-1-15,1 2-1 0,1-4-2 16,-5-7 3-16,12 14-1 0,-12-14-2 15,15 8-10-15,-15-8 4 0,17 4 9 0,-17-4 0 16,22-3-5-16,-11-1-1 0,2-3 2 0,-1 0-1 16,1-4 2-16,-1-3-2 0,1 0 1 0,-3-1-1 15,-2-1-8-15,-2 1 8 0,2 0 13 0,-3 3 11 16,-1-1-8-16,-2 2 20 0,-2 11 1 0,5-15-3 16,-5 15 3-16,4-11-10 0,-4 11-2 0,0 0-9 15,3-12-2-15,-3 12-1 0,0 0-6 0,0 0 1 16,0 0-60-16,5 15 64 0,-5-15 3 15,2 15-8-15,1-4-1 0,-1-1 10 0,1 2-11 0,2-1-1 16,0-1-3-16,1 0-3 0,1-3-2 0,-2 1 0 16,-5-8 1-16,13 11-1 0,-13-11 0 15,13 5-1-15,-13-5-10 0,0 0 11 0,18-4-2 16,-18 4 1-16,14-13 4 0,-9 3 1 16,1-4-1-16,-2-3 2 0,1-2-2 0,-1-3-2 15,-3-5 2-15,0-1-1 0,1-2-10 0,-2-6 46 16,-3-2-37-16,2 2 44 0,1 6-53 0,0 3 10 15,0 2 6-15,0 6 8 0,0 2 1 0,0 3-5 16,0 3-2-16,0 11-3 0,0-17-1 0,0 17-1 16,0 0 0-16,0 0 1 0,0 0-8 0,0 0 51 15,0 0-47-15,6 13 47 0,-4 0-60 0,0 6 6 16,-1 3 4-16,2 4-2 0,-2 0-7 0,-1 3-6 16,2-1-14-16,-2 4-24 0,0-3-34 15,0 0 1-15,-2-3-21 0,2-1-39 0,-1-1 29 16,0-7-2-16,-1-4 44 0,1 0 3 0,1-13 34 15,0 17 7-15,0-17 26 0,0 0 12 0,-2 8 31 16,2-8 24-16,0 0 8 0,0 0 22 16,0 0-20-16,-7-8 17 0,7 8-38 0,-5-9 26 15,5 9-20-15,-2-13 1 0,2 13-9 0,-2-16-1 16,2 16-19-16,2-18 3 0,0 10-14 0,0-3-4 16,2-1-5-16,3-2-6 0,-1 1-8 0,2-4-19 15,5 1-3-15,-2-1-17 0,0-3-15 0,1 4-16 16,0-5-6-16,0 1 7 0,0 2 17 15,0-3 15-15,-2 4 12 0,-1 1 18 0,-3 2 22 16,1 0 24-16,-1 5 22 0,-2 0 9 0,-4 9 8 16,6-16 11-16,-6 16 0 0,5-14-4 0,-5 14-8 15,3-10-14-15,-3 10-11 0,0 0-12 0,4-10-6 16,-4 10-6-16,0 0 1 0,0 0 30 0,0 0-47 16,0 0 36-16,7 11-42 0,-7-11 39 0,5 16-55 15,-2-2 52-15,-2-1-44 0,3 5 5 16,-1 0 0-16,0 3 3 0,0 2 2 0,0-2 1 15,0 0-2-15,0-2 3 0,-1-1-7 16,1-1 8-16,-2-2-11 0,2-1 3 0,-2-3 12 0,0-3 0 16,-1-8-3-16,3 17 4 0,-3-17 2 15,3 11-1-15,-3-11-1 0,0 0 0 0,0 0-3 16,0 0 0-16,0 0 0 0,21-6-2 0,-13 1 9 0,0-2-20 16,-1-2 2-16,2 1 11 0,-1 0-2 15,0 2 0-15,0-1 5 0,0 0-3 0,1 1-1 16,-9 6-2-16,14-9 2 0,-14 9-2 0,14-4-1 15,-14 4 7-15,14-6-14 0,-14 6-14 0,0 0 7 16,18 2-10-16,-18-2-20 0,0 0-15 0,15 5-24 16,-15-5-34-16,8 8-1 0,-8-8-29 0,9 7 22 15,-9-7-9-15,0 0 36 0,14 6-13 0,-14-6 45 16,0 0-9-16,0 0 45 0,17 1-2 0,-17-1 31 16,11-5-4-16,-11 5 32 15,9-7-8-15,-9 7 27 0,9-11 3 0,-4 3 8 16,2 1-7-16,-1-2 5 0,-1 1 4 0,-5 8 10 15,8-13 10-15,-8 13 4 0,6-12 1 0,-6 12-16 16,5-9 0-16,-5 9-14 0,0 0-9 0,7-8-2 16,-7 8-16-16,0 0 0 0,0 0 6 0,0 0-2 15,0 0-4-15,0 0-12 0,13 7 1 0,-13-7-2 16,0 0-4-16,7 11-2 0,-7-11 0 0,5 8-1 16,-5-8-9-16,7 8 2 0,-7-8 8 0,0 0 3 15,13 6-7-15,-13-6 3 0,0 0-2 0,0 0-1 16,21 1 0-16,-21-1-5 0,9-5-3 15,-9 5-1-15,14-9-10 0,-14 9-12 0,9-10-1 16,-9 10 8-16,8-17 7 0,-8 17-3 0,5-17 6 16,-5 17 13-16,2-18-10 0,-2 18 21 15,0-14-13-15,0 14 27 0,-1-13-21 0,1 13 24 16,0 0-39-16,-5-10 32 0,5 10-20 0,0 0 28 16,0 0-36-16,-11 5 23 0,11-5-22 0,-9 12-1 15,5-5 1-15,-3 2 5 0,4 1-4 0,0-2-6 16,3-8 0-16,-4 18 17 0,4-18-15 0,0 15 5 15,0-15-4-15,7 13-15 0,-7-13-12 0,8 9-16 16,-8-9-16-16,13 4-33 0,-13-4-10 0,0 0-35 16,24-4 16-16,-12 0-17 0,2-2 39 15,-1-5-8-15,2 1 54 0,-1-1 3 0,-1-3 47 16,1 2-5-16,0-3 37 0,0 1 46 0,-4 2-4 0,2 0 29 16,-3 2-2-16,-1 2 8 0,-2 1-4 15,-6 7-2-15,11-11-16 0,-11 11-16 0,8-9-7 16,-8 9-4-16,0 0-2 0,0 0-10 15,0 0-4-15,0 0 11 0,14 6-20 0,-14-6 12 16,4 8-28-16,-4-8-3 0,1 10 2 0,-1-10 0 16,3 11-7-16,-3-11 0 0,2 10 0 0,-2-10-2 15,4 9 0-15,-4-9 0 0,0 0-2 0,7 10-5 16,-7-10-10-16,0 0 1 0,0 0 2 0,0 0-6 16,21-4 2-16,-21 4 4 0,13-7 5 15,-4 2 6-15,-1-3-3 0,-2 0 8 0,3-1-3 16,1 2-2-16,-3-2 13 0,0 2 12 0,0 0-1 15,-7 7-1-15,11-11-2 0,-11 11-1 0,10-5 2 16,-10 5-2-16,0 0-1 0,13-4-3 0,-13 4-9 16,0 0 33-16,0 0-32 0,18 4 33 0,-18-4-39 15,0 0 23-15,13 8-27 0,-13-8 26 16,10 5-29-16,-10-5 23 0,10 9-28 0,-10-9 24 16,14 3-55-16,-14-3-17 0,0 0-20 0,22 0-28 15,-22 0-18-15,19-7-9 0,-10 2 2 0,3 0 8 16,-1-5 43-16,0 1-6 0,1-4 43 15,-2-1-2-15,1-1 50 0,0-6 2 0,-2 1 31 16,4-5-5-16,-3-2 32 0,0-1 8 0,2-1 14 16,-1 3 16-16,1 0-13 0,-1 4 16 0,-2 4-30 15,0-1 22-15,0 4-41 0,-1 1 11 0,-2 4-33 16,-2 3 24-16,-4 7-48 0,11-10 45 0,-11 10-49 16,0 0 36-16,0 0-41 0,17 0 31 0,-17 0-34 15,9 13 31-15,-4-2-44 0,-1-1 33 0,0 1 8 16,0 4-6-16,0 0-3 0,1 2-2 15,-1-3-3-15,2 1-6 0,-2 2-6 16,1-2-14-16,-1 2-29 0,1-3-25 0,-1 2-43 16,0-3-20-16,-1-1-59 0,1-1-9 0,-4-11-74 15,4 15-206-15,-4-15 69 0</inkml:trace>
  <inkml:trace contextRef="#ctx0" brushRef="#br0" timeOffset="35239.56">18989 4163 469 0,'8'-18'454'16,"-3"4"-119"-16,0 3-36 0,-1 1-78 0,1 0-46 16,-5 10-26-16,8-12-27 0,-8 12-24 0,0 0-9 15,7-9-20-15,-7 9-12 0,0 0-8 16,10 6-38-16,-10-6 30 0,8 12-38 0,-3 0 32 16,1 0-37-16,-1 4 30 0,0-1-41 15,-1 4 41-15,3 2-37 0,-4 2 32 0,1 0-34 0,0 0 27 16,-2 0-13-16,-1 2-26 0,-1-2-37 15,0-4-42-15,-1 1-26 0,0 0-17 0,0-3-35 16,-1-4 29-16,0 0-20 0,2-13 31 0,-3 17 3 16,3-17 53-16,-1 10-4 0,1-10 73 0,0 0 30 15,0 0 70-15,0 0 22 0,0 0 26 0,0 0 24 16,1-10-23-16,-1 10 29 0,1-11-4 0,-1 11-10 16,2-11-4-16,-2 11-17 0,2-12-36 0,-2 12 6 15,4-12-12-15,-4 12-20 0,5-13-14 0,-5 13-11 16,8-13-16-16,-1 5-15 15,3-1-23-15,0 1-41 0,5-4-66 0,-1 2-56 16,4-2-80-16,-3 0-160 0,6 0-200 0,-1 0-147 16</inkml:trace>
  <inkml:trace contextRef="#ctx0" brushRef="#br0" timeOffset="35363.57">19591 4221 333 0,'0'0'718'0,"21"-1"-210"0,-21 1-130 16,17-5-78-16,-17 5-61 0,20-8-61 0,-9 2-46 15,3 0-44-15,0-1-46 0,2-3-44 0,1 2-53 16,2-3-88-16,0-2-127 0,-4 1-455 0,9-4-250 16</inkml:trace>
  <inkml:trace contextRef="#ctx0" brushRef="#br0" timeOffset="38507.57">20746 3995 460 0,'12'-11'375'15,"-12"11"-81"-15,6-10-29 0,-6 10-41 0,4-11-32 16,-4 11-16-16,3-10-17 0,-3 10-10 0,0 0-14 15,1-12 0-15,-1 12 28 0,0 0-63 0,-1-11 32 16,1 11-66-16,0 0 27 0,0 0-59 0,-7-9 42 16,7 9-58-16,0 0-8 0,-15 12 1 15,5-3 5-15,-3 6 4 0,-2 3-3 0,-1 3-3 0,-3 5-4 16,2 2-3-16,2-1 3 0,0 1-4 16,-1 1 1-16,4 0-1 0,0-3-17 0,5-3 14 15,0 0 5-15,3-1-1 0,2 0-3 0,0-6 1 16,4-1-5-16,0 0-6 0,2-2-16 0,4 0-23 15,2-3-27-15,4-3-25 0,4 0-2 0,4-4-46 16,3-3-34-16,5-3-52 0,7-5-11 16,1-4-20-16,13-7-3 0,-2-4-242 0,-2 0 29 15</inkml:trace>
  <inkml:trace contextRef="#ctx0" brushRef="#br0" timeOffset="38828.56">21339 3840 58 0,'0'0'483'0,"-6"-15"-146"15,6 15-80-15,-13-13-42 0,13 13-43 0,-13-9-27 16,13 9-21-16,-17-3-1 0,17 3-15 0,-20 0-10 16,20 0-12-16,-21 10-20 0,10-3 36 0,-3 2-48 15,5 2 18-15,-3 2-49 0,3 3 14 0,2-4-7 16,1 2 1-16,2 1 2 0,1-2-4 16,3 1-1-16,0-1-1 0,2 1-2 0,0 1-3 15,5 0 2-15,-1-2-13 0,3 3 11 0,4-1-10 16,-2 0 7-16,3-3-3 0,-2 2-40 15,1-2 45-15,1 0-38 0,-4-2 42 0,1 0-41 16,-2-1 42-16,-1-1-41 0,0-2 33 0,-1 1-34 16,-7-7 40-16,9 10-9 0,-9-10 48 0,4 12-19 15,-4-12 26-15,-2 11-6 0,2-11-14 0,-11 14-10 16,1-7-3-16,1 0-11 0,-4-1-2 0,-2 2-11 16,0-4 0-16,-2 2-11 0,4 0-20 0,-3-2-23 15,16-4-30-15,-22 5-24 0,22-5-39 0,-15 3-52 16,15-3-93-16,0 0-63 0,-11-7-302 15,11 7-176-15</inkml:trace>
  <inkml:trace contextRef="#ctx0" brushRef="#br0" timeOffset="39559.55">21530 3942 343 0,'0'0'298'0,"4"-14"-60"0,-4 14-69 15,2-11-11-15,-2 11-44 0,2-13-3 0,-2 13-47 16,3-12 8-16,-3 12-11 0,5-12 7 0,-5 12-17 16,4-10 2-16,-4 10-11 0,5-10 7 15,-5 10-1-15,0 0 3 0,8-10 9 0,-8 10-14 16,0 0 32-16,6-8 20 0,-6 8 4 0,0 0 2 16,0 0-5-16,5-8-2 0,-5 8 1 15,0 0-4-15,0 0-7 0,0 0-14 0,4-9-9 16,-4 9-2-16,0 0-2 0,0 0 3 0,0 0-4 15,0 0 1-15,0 0-3 0,0 0-12 0,0-8-9 16,0 8-9-16,0 0-11 0,0 0-3 0,0 0 2 16,0 0-2-16,0 0 1 0,3 13 47 0,-3-13-57 15,1 20 5-15,-1-7 2 0,1 4-11 0,1 2 10 16,0 3-2-16,-2 2-6 0,3-1 2 0,-2 4 6 16,2-2-2-16,-1 1-15 0,2-1 10 0,-2 0-10 15,2-3 14-15,-2 1-1 0,0-5 0 16,-1-2 0-16,1 1-9 0,0-5 1 15,-2-12 6-15,0 20 2 0,0-20 0 0,2 14-4 16,-2-14 3-16,0 0-7 0,0 0-5 0,0 0-4 16,0 0-3-16,0 0-10 0,-11-14 19 0,7-1 0 15,3-5-1-15,0-3-2 0,1-6 2 0,0-8 2 16,1-4-1-16,4 0 49 0,-1-1-58 0,3 0-4 16,0 1 8-16,2 4-11 0,-1 2 16 0,2 5-14 15,-1 5 12-15,-3 4-8 0,-1 1 17 0,1 5-16 16,-1 1 15-16,1 5-17 0,-1-2 16 0,0 3-11 15,-5 8 14-15,11-8-14 0,-11 8 13 0,0 0-13 16,16 2 19-16,-16-2-17 0,12 14 17 16,-10-3-1-16,1 1-12 0,-3 2 10 15,-1 3 0-15,-3 5 5 0,-1 2-3 0,-4 0-7 0,-3 2 5 16,1 0 0-16,-2 0-3 0,3-8 1 16,-1 2-1-16,1-3-2 0,3-4-2 0,-1 0-1 15,3-4 5-15,1 0 1 0,4-9 1 0,-8 15-2 16,8-15-6-16,-5 14 7 0,5-14-1 0,-2 11 2 15,2-11-1-15,0 11-1 0,0-11-6 0,2 14 6 16,-2-14 2-16,5 12-2 0,-5-12-3 0,9 13-11 16,-4-4 1-16,2-1 1 0,-1-1 19 0,1 1-16 15,0 0 10-15,-1-2-10 0,2 2 18 16,0-2-40-16,1 1-8 0,0-3-30 0,-9-4-23 16,19 11-55-16,-19-11 7 0,19 4-63 15,-19-4-33-15,27-1-19 0,-12-1-47 0,4-3-14 16,3-3-213-16,-3-2-12 0</inkml:trace>
  <inkml:trace contextRef="#ctx0" brushRef="#br0" timeOffset="39974.56">22006 3938 267 0,'7'-25'493'16,"-1"5"-104"-16,-3-1-52 0,-1 7-68 0,1-3-22 15,-3 3-24-15,1 4-12 0,-1 10-12 0,0-18-23 16,0 18-26-16,1-14-33 0,-1 14-21 0,0 0-19 16,-1-11-15-16,1 11-10 0,0 0-12 0,0 0-4 15,-1 11 39-15,1-11-58 0,1 22 55 0,0-5-52 16,1 1 43-16,0 6-60 0,1 2 4 0,-1-1-1 15,2 3-1-15,-1 1 1 16,1-2-8-16,-2 0-8 0,3 0-1 0,-2-1 5 16,-1-2 0-16,1-3-5 0,-1-4-13 0,-2-2 10 15,2-3-3-15,0-2 11 0,-2-1 5 0,0-9-2 16,0 12 0-16,0-12-5 0,0 0 6 0,0 0 2 16,0 0-2-16,0 0-5 0,-9-13 3 0,4 0 2 15,-1-6 3-15,1-3-1 0,1-5-2 0,-1-9 5 16,1 0 41-16,0-6-50 0,0-1-2 0,-1 0 0 15,5-4-1-15,-1 4-12 0,2-3 25 0,-1 5-9 16,3-1 15-16,-1 4-11 0,3 1 15 0,-2 4-13 16,1 6 10-16,0 1-6 0,1 4 17 15,0 1-17-15,2-1 11 0,0 2-18 0,0 3 12 16,3 1-14-16,2-1 10 0,-2 4-12 16,3 1 7-16,3 0-11 0,-7 3 6 0,3 4-33 15,-3-1-4-15,-9 6-52 0,19-1 25 0,-19 1-48 16,18 8 27-16,-8 0-39 0,-1 9-2 0,-2 3-56 15,-1 2-57-15,-4 1-99 0,-2 4-289 0,-3-1-162 16</inkml:trace>
  <inkml:trace contextRef="#ctx0" brushRef="#br0" timeOffset="40120.56">22151 3834 81 0,'-4'8'563'0,"-2"0"-185"15,6-8-70-15,-9 13-53 0,9-13-46 16,-8 12-17-16,8-12 29 0,-8 9-70 0,8-9 35 15,-6 8-88-15,6-8 20 0,0 0-74 0,0 0 43 16,0 0-68-16,0 0 41 0,0 0-72 0,7 8 12 16,-7-8-90-16,17-3-72 0,-4-1-94 0,2-1-101 15,4-1-248-15,1-4-137 0</inkml:trace>
  <inkml:trace contextRef="#ctx0" brushRef="#br0" timeOffset="40621.56">22824 3176 573 0,'0'-14'464'0,"0"2"-88"0,1 4-87 0,-1 8-53 15,0-18-37-15,0 18-31 0,2-14-29 16,-2 14-11-16,0 0-23 0,0 0 11 0,0 0 21 16,-7 11 12-16,3 10 19 0,-3 8 27 0,-1 10 23 15,-2 15 25-15,-3 8-27 0,-2 7-19 0,-3 6-27 16,-3 5-34-16,0 4-9 0,-7 18 2 16,-2-1-28-16,7-22 6 0,0-2-12 0,3-3-2 15,2-4-35-15,1-5 11 0,5-5-34 0,1-5-7 16,2-13 0-16,2-1-6 0,2-7-3 0,-1-1-4 15,4-8-5-15,-1-6-46 0,1-3-1 0,0-2-49 16,1-5 2-16,1-9-64 0,0 15-56 0,0-15-112 16,0 0-32-16,0 0-114 0,12-5-114 0,-6-5-371 15,7-6-621-15</inkml:trace>
  <inkml:trace contextRef="#ctx0" brushRef="#br0" timeOffset="41725.56">23110 3692 138 0,'9'-8'481'16,"-9"8"-142"-16,0 0-68 0,5-9-43 0,-5 9-34 16,0 0-37-16,0-11 0 0,0 11-37 15,0 0 23-15,0 0-53 0,0-12 36 0,0 12-61 16,0 0 41-16,0 0-58 0,-6-9 27 15,6 9-44-15,0 0 30 0,0 0-36 0,-18 9 27 16,12-1 8-16,-4 3-7 0,-2 5 7 0,-1 2 7 16,-1 5 57-16,0 1-44 0,-1 2 50 0,3 1-69 15,-2 2 40-15,1-3-66 0,3 2 0 0,0 1-5 16,4-5-7-16,-1-1-2 0,5 0-3 0,0 0-3 16,2-3-2-16,3-1-2 0,1-1-9 0,2 0-12 15,6-3-7-15,-1 2-22 0,6-8-33 0,3-1-35 16,3-4-37-16,5 0-16 0,3-5-34 0,7-3-35 15,2-4-58-15,5-4-30 0,6-5-349 16,-4 0-192-16</inkml:trace>
  <inkml:trace contextRef="#ctx0" brushRef="#br0" timeOffset="42046.56">23665 3684 754 0,'0'0'381'0,"-9"-9"-95"0,9 9-55 0,-10-7-68 16,10 7-7-16,0 0-68 0,-24 0 48 0,24 0-57 15,-27 9 35-15,11 1-4 0,0-1-5 0,0 5-14 16,0 1-5-16,2 2-11 0,-2 0-9 0,4 1 42 16,0 2-69-16,2 0-5 0,1 0-5 0,0 2-8 15,5-3 2-15,0-4 5 0,3 1 4 16,1 0-2-16,3-3 2 0,2-1-2 16,2 1-6-16,2-1 3 0,0-5-6 0,5-1-2 15,2-2-8-15,0-3 4 0,4-1-4 0,0-1-1 16,2-4-2-16,-2-2 49 0,3-2-64 0,-3-1 52 15,1-1-52-15,-4-4 42 0,0 1-45 0,-4 0 44 16,-1-1-50-16,-3-2 48 0,-3 2-54 0,-3 4 2 16,-5-1 1-16,0-1-6 0,-5 0 1 0,0 2-3 15,-7-1-12-15,-2 2-11 0,2 3-13 0,-5 2-25 16,4-2-23-16,-2 5-35 0,2-1-59 0,15 3-72 16,-26-4-36-16,26 4-330 0,-21-5-175 15</inkml:trace>
  <inkml:trace contextRef="#ctx0" brushRef="#br0" timeOffset="42652.56">23809 3645 379 0,'0'0'465'0,"29"0"-129"0,-29 0-78 0,26 4-52 16,-26-4-48-16,23 6-5 0,-12-1-36 0,1 2 20 16,1 1-11-16,-4 1-13 0,4 0-10 0,-2 6-11 15,-2-3-16-15,0 4-9 0,0 0-11 0,-2 0 40 16,1 1-67-16,-4 0 39 0,0-1-64 15,-1 3 7-15,-2-4-9 0,-1 0 5 16,0 0-2-16,-3 2 1 0,2-4-1 0,-2 0-3 16,2 0-1-16,-3-1-2 0,1-2-4 0,3-10 3 15,-7 15 5-15,7-15 2 0,-9 9-1 0,9-9-5 16,-10 7-45-16,10-7 56 0,-14-4-4 0,14 4-4 16,-17-10-12-16,7 0 69 0,0-4-59 0,0-4 50 15,0-1-58-15,2-5 47 0,0-5-55 0,4-5 1 16,2-2-6-16,-1-2-23 0,7-1 38 0,0-1-43 15,2 2 52-15,1 0-34 0,0 2 41 0,3 6-34 16,1-2 39-16,-1 5-48 0,0 6 50 0,2 2-36 16,-2 1 30-16,3 3-35 0,0 1 45 15,-1 3-40-15,1 3 39 0,-3 2-38 16,-10 6 34-16,23-2-34 0,-23 2 37 0,23 6-40 16,-12 2 41-16,1 1-46 0,-3 3 41 0,0 5-33 15,1 0 40-15,-6-2-39 0,1 2 39 0,-2-1-37 16,-2 3 38-16,-2 1-45 0,-2 0 41 0,-2 2-33 15,-4-4 37-15,2 2-46 0,-4-1 48 0,1-1-4 16,-4-2-5-16,3 1-2 0,-2-3-4 0,1-2-2 16,3-2-1-16,1 0-7 0,1-3 1 0,7-7 6 15,-10 10 7-15,10-10-16 0,-7 9 11 0,7-9 0 16,-8 7-3-16,8-7 1 0,0 0-2 0,-7 6 3 16,7-6 0-16,0 0-3 0,0 0 2 15,0 0-7-15,0 0 5 0,0 0-1 16,0 11-2-16,0-11 0 0,9 5 1 0,-9-5 0 15,15 10-8-15,-7-3 11 0,1-1-6 0,5 2 51 16,0 2-57-16,3-1 47 0,-2 3-51 0,3 0 0 16,0 1 1-16,-2-1 4 0,4-1-1 0,-2 3 1 15,1-2-15-15,0 0-15 0,-1-2-33 0,0 2-34 16,-2-3-63-16,2 3-40 0,-4-4-112 0,0-3-17 16,-5 0-233-16,4 0-86 0</inkml:trace>
  <inkml:trace contextRef="#ctx0" brushRef="#br0" timeOffset="43343.56">24727 3437 299 0,'0'0'395'16,"0"0"-110"-16,0 0-55 0,6-9-32 0,-6 9-45 16,0 0-22-16,0 0-10 0,0 0-25 0,0 0 23 15,-20 6-36-15,20-6 21 0,-22 12-40 0,8-1 30 16,-4 0-48-16,3 5 28 0,-3-3-44 0,1 2 20 16,-2 5-42-16,5-6 36 0,-1 4-38 0,2-2 32 15,0 1-14-15,4-2 2 0,1-1-3 0,3-2-5 16,2 0 4-16,0 0-10 0,3-12-1 0,3 22-13 15,2-13 11-15,1 1-5 0,2 3 2 16,1-4 3-16,2 2 38 0,3 0-45 16,3-1 44-16,-4-1-46 0,3 0 51 0,-3-1-52 15,1-3 55-15,-2 3-51 0,-1-2 55 0,3 1-62 16,-5-3 58-16,0 3-55 0,0-2 28 0,-9-5-29 16,10 9 59-16,-10-9-42 0,11 8 62 0,-11-8-44 15,0 0 45-15,2 11-57 0,-2-11 39 0,-6 10-54 16,6-10 46-16,-16 12-61 0,2-5 23 0,-4 0-89 15,-2 1 2-15,-4 0-97 0,-6-1-74 0,-2 1-78 16,-5-2-476-16,3 2-342 0</inkml:trace>
  <inkml:trace contextRef="#ctx0" brushRef="#br0" timeOffset="44173.57">21619 4712 329 0,'-23'5'488'0,"1"-5"-127"0,-2 3-55 16,4-2-82-16,2 2-32 0,0-2 30 0,18-1-85 16,-29 2 42-16,29-2-53 0,-21 2 35 0,21-2-66 15,0 0 49-15,-22 1-66 0,22-1 28 16,0 0-62-16,0 0 40 0,0 0-61 0,0 0 43 16,0 0-48-16,0 0 50 0,16-10-50 15,7 5 48-15,7-2-47 0,6-1 50 0,9 0-49 16,11-5 44-16,10 1-52 0,6-1 41 0,7-3-49 15,9 0 46-15,29-5-57 0,7-1-1 0,5-2 2 16,2 2 0-16,7-4-1 0,4 1 7 0,4 1-2 16,1-3-1-16,-2 1-11 0,-3 2-4 0,-1 0-15 15,-7-1-9-15,0-1-3 0,-7 2 1 16,-6 0 7-16,-8 1 6 0,-28 5 15 0,-3 0 19 0,-5-1 18 16,-6 2 18-16,-4 0 23 0,-7 2 17 15,-4 1 13-15,-13 0 12 0,-4 3 15 0,-5 2 7 16,-2-3 12-16,-6 4-17 0,-5 4-1 0,-1-4-14 15,-4 4-16-15,-4 0 14 0,-12 4-18 16,20-7 14-16,-20 7-23 0,16-4 7 0,-16 4-36 16,0 0 2-16,14-4-40 0,-14 4-7 0,0 0-42 15,0 0-34-15,0 0-22 0,0 0-60 0,0 0-45 16,0 0-74-16,0 0-31 0,-26 2-13 0,26-2-74 16,-23 4-56-16,23-4-429 0,-25 2-490 0</inkml:trace>
  <inkml:trace contextRef="#ctx0" brushRef="#br0" timeOffset="48935.18">12070 2769 254 0,'0'0'303'0,"0"0"-100"16,0 0-43-16,-9-8-41 0,9 8-26 0,0 0-18 16,0 0-16-16,0 0 0 0,-18 0 8 0,18 0-4 15,0 0 0-15,-20 6-13 0,20-6 7 0,-18 8-18 16,18-8 5-16,-18 9-13 0,5 0 15 0,2-2-9 15,-1 1-4-15,1 0-5 0,-2 1-5 16,-1 2 5-16,1 0-5 0,0 1-3 0,-1-1-1 16,1 2-4-16,1-1-1 0,0 2-7 0,2-1-7 15,-3 2 6-15,4 0 2 0,0 4-1 0,-1 2 0 16,1-1-4-16,0 9 4 0,0 1 1 0,0 4 2 16,0 3-8-16,-1-1 10 0,1 5 1 15,1 3-3-15,1-1-9 0,-1 1 11 0,-1 1 12 16,3 2-10-16,-1-4 4 0,1 2-12 0,2 0 11 15,-1-3-7-15,2 0 15 0,2-1 3 0,0 1-15 16,1-3 18-16,0-2-15 0,1 1 16 0,2-2-40 16,2-3 42-16,0 1-39 0,3-5 42 0,-1 1-30 15,4-1 25-15,0-1-29 0,-1-3 30 16,3 1-33-16,1-1 29 0,0-1-32 0,0 1 32 16,2-4-35-16,-1 4 33 0,-1-1-44 0,-1 1 41 15,-2 0-47-15,1 2 51 0,-2 1-8 0,-2 0-4 16,-3-2-2-16,0-1-4 0,-4 3 32 0,3-1-34 15,-4 0-8-15,-4 2 37 0,4-2 5 0,-5 1-40 16,1 3 2-16,-1-5 3 0,-1 0 1 0,-1 0 0 16,2-2-18-16,-4 6 20 0,1-2 10 0,-2-1-1 15,3-4-8-15,-1 0 1 0,0 1 3 0,-1-2-2 16,3-1-1-16,0 2-4 0,-1-4-1 16,3 0 1-16,-2-2 6 0,5 0-4 15,-2 0 2-15,3-1-4 0,0 0 0 0,0 0-3 16,3 1 46-16,0 1-46 0,3 1 37 0,-1 0-55 15,1 0 55-15,2 2-47 0,-1-2 35 0,1-1-48 16,0 2 49-16,1-1-52 0,0 1 50 0,-2 2-53 16,1-1 53-16,0-1-49 0,1 1 51 0,-3-1-53 15,2-1 50-15,-2 1-52 0,3 1 54 0,-4-4-42 16,3 0 49-16,-3 1-59 0,4 0 62 0,-3-3-58 16,1 2 51-16,-1 0-51 0,3 0 49 0,-4-3-52 15,4 3 49-15,-1-1-50 0,0 2 51 0,2-1-56 16,-1 0 63-16,0 0-60 0,2 0 6 0,-1-2-2 15,2 1 53-15,-1 1-48 0,1-2 50 16,2-2-62-16,0 1 61 0,1 0-55 0,1-1 53 16,-1 1-54-16,0-3 52 0,2 1-55 0,-2-1 57 15,0 0-57-15,0 1 52 0,-3-2-56 0,0 0 58 16,-3 2-53-16,1-2 45 0,-2 0-51 0,-2 1 59 16,0 2-52-16,1-2 54 0,-5 2-56 0,1-1 69 15,-2 2-43-15,0-4 60 0,1 4-49 16,-4-3 58-16,1 3-6 0,0-2 2 0,-2 0-9 15,3-1-3-15,-5 0-6 0,1 1-8 0,3-1-9 16,-1 0-4-16,-1 0-6 0,0-1-3 0,3-10-8 16,-2 19-2-16,1-9 2 0,1 0-2 0,0 1-2 15,0 0-1-15,1 2 2 0,0 0-4 16,2-1-52-16,-1-1 40 0,2 3-59 0,-1-5 35 16,2 2-72-16,0-2 36 0,1 0-81 0,-2-2 19 15,4-1-81-15,2 1-75 0,-10-7-62 0,17 0-395 16,-17 0-268-16</inkml:trace>
  <inkml:trace contextRef="#ctx0" brushRef="#br0" timeOffset="79419.2">10521 14532 124 0,'-1'-18'373'0,"-2"1"-109"0,2 0-43 0,-1 1-30 16,-1-1-42-16,-1 2 0 0,3 0-23 0,-3-1-15 15,3 4-28-15,-2 0 23 0,3 2 2 0,0 10-36 16,0-17 60-16,0 17-9 0,-1-13-42 0,1 13 29 15,0-11-57-15,0 11 27 0,0 0-57 16,-1-12 35-16,1 12-39 0,0 0 37 0,0 0-29 16,0 0 27-16,0 0-34 0,0 0 26 0,0 0-22 15,-4 11 19-15,1-3-33 0,3 4 25 0,-2 5-31 16,-1 0-2-16,3 8 4 0,-2 0 7 16,0 0-9-16,1 4 3 0,0 5 14 0,-2 3 8 15,3 0 1-15,0 2 13 0,-1 2 5 0,1 1 1 16,-1 2 25-16,1-1-14 0,0 4 17 0,0 0-18 15,-2 1 7-15,2 1-15 0,-1 1-1 0,1 1 4 16,0 2 6-16,0-1 2 0,0 1-5 0,0 0-5 16,0-2-4-16,0 2 2 0,0-2-3 0,0-1 1 15,0 0 8-15,0 0 4 0,-1 2-6 16,1 0 23-16,-2-2-30 0,1 1 6 0,1 2-17 16,0 0 21-16,-2 8-19 0,-1-10 10 0,2 9-19 15,-3-10 15-15,2 0 1 0,-1 1 6 16,2-1-32-16,-2-1 22 0,2 2-15 0,-2-1 6 15,2-1 0-15,-3 2 29 0,4-1-32 0,-3-1 21 16,2 0-6-16,0-1-6 0,0 1 1 0,-1-3-4 16,2 2-3-16,-1-2-7 0,2-3 1 0,-1 2-6 15,2-3-3-15,-2-1-2 0,1 1-2 0,0-2-26 16,-1 0 28-16,1-2-26 0,2 0 26 0,-3-1-27 16,3 1 26-16,-2 2-2 0,0-4-6 15,-1 3-2-15,2-1-2 0,-1 0 3 0,0 2 16 16,-1-1-21-16,0 1 18 0,1 2-20 0,1 0 17 15,-2 0-21-15,0 0 0 0,0 3 1 0,0-3-4 16,0 1 0-16,-2-2-1 0,2 1-26 0,-1-1 30 16,1 0-24-16,0-1 29 0,0-2-2 0,0 0-4 15,-4 1-2-15,4-1-2 0,0-1 0 0,0 1 4 16,0-2 1-16,0 1-1 0,0 1 2 0,0-1-1 16,0 1 2-16,0-1-2 0,0-7 2 0,-1 0 2 15,1 2-1-15,0-3-26 0,-1 0 33 0,1 2-29 16,0-2 34-16,-2 0-32 0,1 0 7 0,0-2 3 15,1-2 4-15,-3 0 0 0,3-2 4 16,-2 1-18-16,0-1 24 0,2-23-25 0,0 0 3 16,0 0 2-16,0 0 5 0,0 0 2 0,0 0 2 15,0 0 2-15,0 0 2 0,0 0-4 0,0 0 6 16,0 0 2-16,0 0-2 0,0 0 2 0,0 0 1 16,0 0 0-16,0 0 0 0,0 0 0 0,-20 0-1 15,20 0 1-15,0 0-10 0,0 0 0 0,0 0 4 16,0 0 1-16,0 0 2 0,0 0 0 0,0 0 0 15,0 0-2-15,0 0-5 0,0 0-8 0,0 0-3 16,0 0-17-16,-18 0 11 0,18 0-34 0,0 0 16 16,0 0-51-16,0 0 30 0,0 0-72 0,0 0 29 15,0 0-75-15,0 0-11 0,0 0-12 16,0 0-8-16,0 0-21 0,0 0-34 0,0 0-29 16,0 0-67-16,0 0 2 0,0 0-240 0,0 0-136 15</inkml:trace>
  <inkml:trace contextRef="#ctx0" brushRef="#br0" timeOffset="81717.2">7838 16491 153 0,'0'0'507'15,"0"0"-173"-15,-22-1-78 0,22 1-53 0,0 0-53 16,-18-3-15-16,18 3-18 0,0 0-4 0,0 0-16 16,-18-1-6-16,18 1-15 0,0 0-10 0,0 0-12 15,0 0-10-15,-14-1-9 0,14 1-5 16,0 0 18-16,0 0-29 0,0 0 20 0,0 0-25 16,0 0 23-16,0 0-8 0,0 0 29 0,0 0 2 15,0 0 11-15,0 0-4 0,0 0-5 16,0 0 0-16,0 0-7 0,9 6-1 0,-9-6-7 15,22 0-7-15,-22 0 0 0,27 4-2 0,-9-4-4 16,2 1 2-16,6-1-3 0,-1 1 0 0,3-1-3 16,3 0-2-16,1 1 0 0,7-1-3 0,2 0 6 15,3 1-6-15,2-1 9 0,1 0-11 0,5 0 6 16,4-1-8-16,11 0 3 0,2-1 0 0,1 1-3 16,3-2-4-16,-1 1 7 0,1-1-19 15,-2 0 6-15,-1 2-7 0,0 0 9 0,-4-1-9 16,3 2 4-16,-14-2-7 0,-1 2 8 0,-1 0-9 15,0 0 11-15,-5 0-13 0,1 0 11 16,-3 2-6-16,-4-2 11 0,-4 0-8 0,-4 0 9 16,-4 0-8-16,0 2 13 0,-2-2-10 0,-2 1 13 15,0-1-15-15,-6 0 10 0,0 0-7 0,-20 0 11 16,32 0-12-16,-32 0 20 0,25 0-11 0,-25 0 16 16,21 0-19-16,-21 0 17 0,0 0-9 0,24-1 23 15,-24 1-8-15,0 0 26 0,0 0 14 0,19 0 4 16,-19 0-35-16,0 0 27 0,0 0-37 0,0 0 15 15,0 0-39-15,0 0 0 0,19-2-45 16,-19 2-10-16,0 0-40 0,0 0-18 16,0 0-40-16,0 0-32 0,0 0-43 0,-9-7-36 15,9 7 30-15,0 0-11 0,-11-10 53 0,11 10-18 16,-11-10 12-16,11 10 27 0,-9-11 14 0,9 11 24 16,-10-12 15-16,10 12 23 0,-7-14 15 0,0 6 14 15,2 1 12-15,-2-1-4 0,0-1 30 0,-2 2-2 16,-1-2 3-16,0 0 13 0,-1-2 8 0,0 3 6 15,-2-4 3-15,0 1 15 0,-2-2 2 0,4 2 5 16,-3 0 9-16,1 0 1 0,-1-2-1 0,2 2 6 16,1 2 23-16,-2-2-21 0,4 1 15 15,-1 0-2-15,-3 0 16 0,4 0 1 16,0 1 14-16,-1-1 19 0,2 3 9 0,0-3 4 16,1 4-11-16,1-1 12 0,-1 0-27 0,7 7-12 15,-10-10-21-15,10 10-6 0,-9-9-20 0,9 9 0 16,-6-7-18-16,6 7 3 0,0 0-17 0,-8-7-1 15,8 7-11-15,0 0 6 0,0 0-10 0,0 0 6 16,0 0-10-16,0 0 10 0,-4 9-9 0,4-9 18 16,8 17-4-16,-2-4 13 0,4 1 2 0,-2 3-2 15,5 1-3-15,-1 0-3 0,4 2-2 16,3 1-5-16,-1 0 7 0,1 0-20 16,3-2 8-16,-2 0-4 0,3-2 3 0,0 3-10 15,0-4 12-15,-1-1-11 0,-3-1 9 0,0-1-9 16,-2-2 14-16,2 0-14 0,-2-1 8 0,-2 1-7 15,-2-3 11-15,0-1-12 0,-4-2 10 0,-9-5-10 16,15 9 10-16,-15-9-9 0,10 7 16 0,-10-7-5 16,9 7 48-16,-9-7 8 0,0 0 20 0,9 8 12 15,-9-8 9-15,0 0 4 0,4 14-14 0,-4-14-2 16,-4 15-18-16,-1-5 4 0,-1 4-18 0,-3 3-5 16,-4-1-12-16,-4 7-9 0,-3 1-7 15,-2 0-5-15,-1 2 0 0,-4 1-67 0,0 1-61 0,-6 6-90 16,1 0-61-16,0-1-84 0,0 1-47 0,8-5-23 15,0 0-104-15,0 0 60 0,4 0-303 16,1-5-278-16</inkml:trace>
  <inkml:trace contextRef="#ctx0" brushRef="#br0" timeOffset="83231.2">9922 14362 7 0,'1'-12'672'16,"2"-2"-264"-16,-1 3-59 0,1 0-121 0,-3 11-16 15,1-18-71-15,-1 18 18 16,4-14-57-16,-4 14 26 0,1-10-64 0,-1 10 32 16,0 0-54-16,3-11 17 0,-3 11-43 0,0 0 31 15,0 0-23-15,0 0 40 0,3 11-44 0,-3-11 26 16,2 22-46-16,-2-8 36 0,0 4-28 0,0 0 4 15,-4 2-5-15,4 0 0 0,-2 0-1 0,0-2-4 16,1-1 12-16,0 1-12 0,-2-7-1 0,3 1-7 16,-1-1 3-16,1-11 9 0,-1 16-8 0,1-16 36 15,-2 13 31-15,2-13-6 0,0 0-13 16,0 0-8-16,0 0-4 0,0 0-11 0,-10-11-6 0,9 0 1 16,-3-7-7-16,0-4 15 0,2-4-18 15,-1-9 14-15,0 0-19 0,2-5 12 16,0 0-15-16,2 1-3 0,-1 1 0 0,3-1 3 15,1 7-2-15,-2 6-2 0,3 0 2 0,-1 6-1 16,-1 3-1-16,-1 5-4 0,1 0 0 0,-1 2-1 16,-2 10-2-16,8-12-1 0,-8 12 4 0,0 0 2 15,18-3 3-15,-18 3 1 0,19 8 2 0,-6 4-2 16,2 1 15-16,-1 0-19 0,5 7 18 0,-2 1-18 16,1 1 10-16,-3 3-20 0,2-1 3 0,-2 0-54 15,-1-2-33-15,-1 4 6 0,-4-6 11 0,1 0-31 16,-1 1 1-16,-2-4-7 0,-2 0-34 0,0-2-20 15,-4-4-3-15,0 1 0 0,-1-12-6 16,0 17-4-16,0-17-33 0,-5 13 28 16,5-13-134-16,-14 6 262 0</inkml:trace>
  <inkml:trace contextRef="#ctx0" brushRef="#br0" timeOffset="83547.2">10094 14371 570 0,'-15'-9'202'0,"5"1"-6"0,-3-1-14 0,1-2-2 16,2 3-22-16,0-2-27 0,1 2-6 0,1 1-19 15,1-2 0-15,0 4-27 0,1-3-3 0,6 8-36 16,-9-13 19-16,9 13-31 0,-5-12 2 0,5 12-16 15,0-13-2-15,0 13-7 0,4-15-12 0,2 7-11 16,-1 2-24-16,6-6-20 0,0 4-10 0,1-1-18 16,3-1-10-16,-1 1 7 0,2-1 5 0,1 3 17 15,-3-1 7-15,0 3 19 0,0-4 5 16,-1 4 11-16,0 0 3 0,-3-2 19 16,-10 7 21-16,17-8 25 0,-17 8 32 0,14-9-9 15,-14 9 21-15,10-2-29 0,-10 2 8 0,0 0 2 16,13-7-10-16,-13 7-10 0,0 0 3 0,0 0 5 15,0 0-3-15,0 0-9 0,16 6 2 0,-16-6-11 16,7 9-2-16,-7-9-9 0,7 15 0 0,-3-5-6 16,0 0 21-16,0 0-32 0,-2 2 18 0,1 0-22 15,2 1 11-15,-2-1-28 0,-2 1 5 0,4-1-41 16,-4-1-29-16,1 1-22 0,-2-12-30 16,2 19-20-16,-2-19-17 0,0 15-6 0,0-15-69 15,0 11-116-15,0-11 228 0</inkml:trace>
  <inkml:trace contextRef="#ctx0" brushRef="#br0" timeOffset="83669.2">10232 14178 83 0,'-2'-12'427'16,"-1"2"-127"-16,-1 0-98 0,4 10-29 0,-5-15-43 15,5 15-10-15,-2-13-52 0,2 13-3 0,-4-10-71 16,4 10 37-16,0 0-42 0,0 0-35 0,1-10-27 16,-1 10-64-16,0 0-76 0,0 0-108 0,0 0 275 15</inkml:trace>
  <inkml:trace contextRef="#ctx0" brushRef="#br0" timeOffset="84777.21">10461 14157 342 0,'0'0'295'15,"14"8"-64"-15,-14-8-56 0,9 7-20 0,-9-7-18 16,9 8-8-16,-9-8-24 0,9 10-7 0,-9-10-12 16,8 10-10-16,-8-10-9 0,6 14-18 0,-6-14-2 15,6 15-16-15,-2-5-6 0,-4-10 1 0,3 16-1 16,-2-5-4-16,2-2-5 0,-3-9-4 0,1 19 6 15,-1-19-10-15,1 19-3 0,-1-19 2 0,0 13-4 16,0-13 2-16,0 11 4 0,0-11 17 16,0 0 25-16,0 13-7 0,0-13-8 15,0 0-6-15,0 0-4 0,0 0 0 0,0 0-12 16,-6-14 34-16,3 6-43 0,1-4 40 0,-1 0-42 16,3-3 28-16,0 1-35 0,0 1 3 0,1-3-1 15,1 3-3-15,0-3 6 0,2-1-18 0,1 3-3 16,-1-1-5-16,3 0-14 0,0 1-19 0,-2 2-38 15,3-1 12-15,-3 1-22 0,2 3 7 0,-1-1 10 16,-1 0 13-16,0 0 10 0,0 1 19 0,-1-1 8 16,1 0 21-16,-1-1 15 0,-3 1 31 0,-1 10 5 15,5-17 58-15,-5 17-24 16,3-17 47-16,-3 17-7 0,1-15-2 0,-1 15-5 16,0-12-2-16,0 12-11 0,0 0-23 0,3-14-18 15,-3 14-14-15,0 0-20 0,0 0 11 0,0 0-3 16,0 0-3-16,0 0-2 0,0 0-6 0,0 0 1 15,9 13-3-15,-9-13 0 0,5 18-20 0,0-6 26 16,-1 1-9-16,-1 3 0 0,3-1-5 0,-4 2 27 16,2 0-46-16,1 2 24 0,-1-2-39 0,-2 1 13 15,1 0-35-15,-2-1 18 0,1 0-22 0,-1 1-8 16,-1-4-7-16,0 0-7 0,0 1-5 0,0-3-2 16,-1-2-4-16,1 0 1 0,0-10 3 15,-2 14 12-15,2-14 16 0,-1 14 13 0,1-14 4 16,-1 11 4-16,1-11-1 0,0 0 8 15,0 0 4-15,-3 8 9 0,3-8 1 0,0 0 4 16,0 0 8-16,0 0 12 0,0 0 24 0,0 0 5 16,0 0 16-16,-5-8 7 0,5 8 11 0,0 0 3 15,0 0 3-15,-4-11 4 0,4 11 7 0,0 0-16 16,0 0 14-16,-2-8-23 0,2 8 14 0,0 0-31 16,0 0 36-16,0 0-47 0,-3-11 34 0,3 11-42 15,0 0 28-15,0 0-42 0,0 0 26 0,0 0-34 16,0 0 17-16,0 0-26 0,0 0 32 15,0 0-35-15,0 0 34 0,0 0-32 0,0 0 30 16,1 14-24-16,-1-14 19 0,3 16-29 0,-3-16-4 16,3 16 9-16,-1-7 0 0,2 2 5 0,-3 0-1 15,3 1 2-15,-1-1 0 0,-1 1 1 16,1 1 2-16,1 0-3 0,-2-1-5 0,-1 2 6 16,2-2-5-16,-2 1 8 0,2 1-2 0,-1 0 1 15,-1-1 2-15,2 1-3 0,-3-2-1 0,3 1 3 16,-1-1 1-16,-2-1-4 0,2-1 1 0,-2-10 5 15,2 17-6-15,-2-17-1 0,3 18 0 0,-3-18 1 16,1 11-31-16,-1-11 16 16,1 11 19-16,-1-11 5 0,0 0-4 0,2 11-4 0,-2-11-7 15,0 0-37-15,0 0 23 0,0 0-23 0,-3-10 38 16,3 10-40-16,-4-22 22 0,2 6-28 16,-2-4 24-16,0-4-30 0,1 0 34 0,-3-3 13 15,2 0 3-15,-1-1 1 0,1 3 13 0,2-1 32 16,-2 4-6-16,0-2 41 0,0 5-34 0,2 1 31 15,-1 2-45-15,-1-1 40 0,4 4-45 0,-2 1 39 16,-1 0-46-16,3-1 39 0,0 0-43 0,0 1-3 16,0 3-18-16,1-2 20 0,3-1-1 0,-1 2-3 15,1 1-8-15,2-1 10 0,-1 1-11 16,0-1 8-16,3 5-2 0,-8 5 1 0,15-10-2 16,-15 10-4-16,13-4-10 0,-13 4 17 0,15 2-1 15,-15-2 32-15,16 5-39 0,-10 3 34 0,3-2-40 16,-4 2 34-16,0 1-35 0,-1-1 34 0,1 2-39 15,-5-10 37-15,1 19-41 0,-1-9 40 16,-1 1-38-16,-3 1 29 0,-1 1-40 0,0-1 9 16,0 1-24-16,-4-1-4 0,0 1-20 0,1-1-31 15,-2-2-29-15,3 0-30 0,-2 0-30 0,1-2-2 16,8-8-56-16,-13 11-214 0,13-11 109 16</inkml:trace>
  <inkml:trace contextRef="#ctx0" brushRef="#br0" timeOffset="85106.2">10846 14186 201 0,'0'0'441'0,"9"-8"-137"0,-9 8-68 15,0 0-36-15,5-8-28 0,-5 8-32 16,0 0-26-16,0 0-14 0,0 0-16 0,0 0-13 16,-9 9 1-16,9-9-29 0,-6 13-11 0,2-5 0 15,1 4 6-15,-1 1-24 0,3 0-4 16,-2-1 0-16,2 0-3 0,1-1 1 0,1 3-3 15,2-2-2-15,-2-3 2 0,3 3-12 0,1-2 11 16,0-2-1-16,3-1 2 0,-8-7 5 0,10 11 2 16,-10-11-2-16,14 6 1 0,-14-6-9 0,16-3 4 15,-16 3 42-15,14-9-24 0,-14 9 24 0,15-13-30 16,-10 5 21-16,-1-5-34 0,-1 4 26 0,-2-2-32 16,-1-1 19-16,-1 1-24 0,-3 0 30 15,-1 2-33-15,-3-3 25 0,-2 3-34 0,-2 1 18 16,1 1-34-16,-3 2-13 0,2 0-21 0,12 5-14 15,-24-5-28-15,24 5-33 0,-19-2-33 16,19 2-23-16,0 0-8 0,0 0-257 0,-21-2 105 16</inkml:trace>
  <inkml:trace contextRef="#ctx0" brushRef="#br0" timeOffset="85615.2">10970 14117 44 0,'0'0'431'0,"19"-5"-166"0,-19 5-62 0,16-4-53 16,-16 4-11-16,0 0-30 0,21-3 0 0,-21 3-35 15,0 0 8-15,22 3 0 0,-22-3-10 16,13 8-14-16,-13-8-17 0,15 11 1 16,-9-4-2-16,1 1-12 0,-2 2-3 0,1 1-1 15,-2-1-3-15,0 0-2 0,0 2-29 0,-2 0 21 16,1-2 7-16,-2 2-5 0,2-2-1 0,-3-10-5 16,2 16 4-16,-2-16-3 0,4 13-2 0,-4-13 3 15,1 12 23-15,-1-12 1 0,0 0 9 0,5 9-11 16,-5-9-3-16,0 0 13 0,0 0-29 0,0 0 18 15,9-12-24-15,-9 12 17 0,8-16-36 0,-4 2-29 16,1-1-36-16,0-1-15 0,-1-3-24 0,1-2-28 16,0-1-11-16,0 2-20 0,0-2 29 0,3 1 3 15,-2 2 28-15,2 1 25 16,2-2 23-16,-1 2 32 0,-1 3 29 0,0 3 33 16,-1-2 45-16,-1 2 36 0,0 3 14 0,-1-4 36 15,0 3-36-15,-3 1 28 0,-2 9-39 0,8-15 28 16,-8 15-11-16,5-15-6 0,-5 15-1 0,3-12-9 15,-3 12-20-15,2-8-25 0,-2 8-15 0,0 0-14 16,4-9-14-16,-4 9 4 0,0 0-5 0,0 0-8 16,0 0 2-16,9 13-1 0,-9-13 6 0,5 20-9 15,0-4-1-15,-1-1-2 0,0 5-10 16,0 1 2-16,1 2 6 0,0 0-1 0,0 0 30 0,0 2-38 16,-1-1 30-16,1 1-33 0,-2-2 30 15,-1 1-36-15,2 1 23 0,0-2-45 16,-2 0 28-16,1-1-51 0,-3-6 10 0,3 1-42 15,-2-2-17-15,-1-1-36 0,0-14-36 0,0 17-29 16,0-17-12-16,-4 15-38 0,4-15-11 0,0 0-143 16,-10 5 182-16</inkml:trace>
  <inkml:trace contextRef="#ctx0" brushRef="#br0" timeOffset="85736.2">11283 14275 327 0,'-8'-7'466'0,"8"7"-135"16,-9-13-61-16,9 13-68 0,-9-14-38 0,9 14-38 15,-5-9-24-15,5 9-20 0,0 0-30 0,3-15-9 16,-3 15 0-16,11-13-9 0,2 6-5 15,0 0-10-15,6-3-19 0,0 5-19 16,4-4-32-16,-1 6-36 0,0-3-42 0,-2 3-44 16,-2 1-35-16,-18 2-270 0,27-1 79 0</inkml:trace>
  <inkml:trace contextRef="#ctx0" brushRef="#br0" timeOffset="85998.2">10470 14731 306 0,'-15'8'542'0,"5"-3"-161"0,10-5-82 16,-16 7-69-16,16-7-41 0,0 0-27 0,-11 3-21 16,11-3-5-16,0 0-7 0,0 0-2 0,16-9-19 15,0 1-10-15,7 0-10 0,6-4-12 0,6 0-6 16,2-2-11-16,3 0-10 0,3 1-7 0,8-4-12 15,0 3-4-15,-6 1-4 0,-2 1-3 0,3 3-30 16,-4-1-57-16,2 1-40 0,-5 1-20 0,-4 3-37 16,-6 1-76-16,-6 2-54 15,-5-1-38-15,-18 3-238 0,23 3-92 0</inkml:trace>
  <inkml:trace contextRef="#ctx0" brushRef="#br0" timeOffset="86169.2">10737 14776 635 0,'-11'4'525'15,"11"-4"-115"-15,-17 8-98 0,17-8-42 0,-14 4-32 16,14-4-25-16,0 0-35 0,0 0-19 0,0 0-17 16,0 0-21-16,0 0-11 0,15-12-21 0,3 3-16 15,9-4-15-15,6 0-12 0,7-1-9 0,7-4-9 16,6 0-27-16,0-1-37 0,2 1-50 16,0 2-80-16,3 0-45 0,-3 4-112 0,-16-1-511 15,6 1-409-15</inkml:trace>
  <inkml:trace contextRef="#ctx0" brushRef="#br0" timeOffset="87608.21">5014 14732 528 0,'-9'-19'431'15,"-4"1"-127"-15,3 2-33 0,-1 1-78 0,4 1-27 16,-3 4-30-16,2 0-31 0,3 2-19 0,5 8-17 16,-12-13-16-16,12 13-9 0,-7-8-12 0,7 8-33 15,0 0 30-15,0 0-35 0,-9 6 23 0,6 3-26 16,3 5 31-16,0 4-26 0,0 9 36 0,3 3 0 16,-2 7 2-16,3 4-1 0,-3 5 46 15,3 0-63-15,0 4 26 0,1 8-41 0,0 4 0 16,-1-2-2-16,1 1-3 0,-1-2-2 15,0-12-18-15,2 1-34 0,0-2 8 0,2-4-65 16,0-1-19-16,0-2-43 0,2-4-30 0,-1-4-30 16,-2-8-45-16,2-4-148 0,0-3 165 0</inkml:trace>
  <inkml:trace contextRef="#ctx0" brushRef="#br0" timeOffset="87875.2">5002 15346 413 0,'-6'-23'406'0,"-3"1"-121"0,4 0-67 0,0-1-42 15,-2 1-25-15,2 0-22 0,0 1-17 16,3-1 5-16,0-1-47 0,1 3 1 0,4 1-11 16,-1-4-14-16,3 2-8 0,3 0-9 0,0 2-10 15,2 1-35-15,1 1 31 0,2 3-24 16,1 2 29-16,-2 2-38 0,3 3 40 0,-4 4-36 16,-11 3 34-16,27 0-37 0,-14 3 35 0,4 2 2 15,-5 3-9-15,5 1-5 0,-5 6-10 0,0-2 17 16,-3 1-6-16,-2 4-7 0,-2 2 4 0,-3-2-2 15,0 0-26-15,-6 5 31 0,-1 0-44 0,-2-1 31 16,1 0-45-16,-4 1 20 0,-1-3-49 16,1 0 16-16,-3-1-28 0,3-3-19 0,-2-2-23 0,1-4-24 15,2-1-36-15,9-9-238 0,-15 8 165 16</inkml:trace>
  <inkml:trace contextRef="#ctx0" brushRef="#br0" timeOffset="88350.2">5387 15040 274 0,'0'0'400'0,"4"-9"-144"16,-4 9-40-16,0 0-57 0,-4-11-2 0,4 11-52 16,0 0 15-16,-5-8-41 0,5 8 8 15,0 0-38-15,-8-7 26 0,8 7-12 0,0 0-17 16,0 0-8-16,0 0-6 0,-14 4-10 0,14-4-4 15,-10 13-2-15,5-4 2 0,0 1-8 0,-1 3-11 16,1 2-20-16,-1-1 35 0,3 1-34 0,1 2 30 16,1-3-26-16,-2-2 29 0,3 2-33 0,3 1 36 15,-1-3-37-15,-1 0 31 0,3-2-40 0,1 1 31 16,2-4-22-16,-7-7 34 0,10 11-36 16,-10-11 31-16,15 4-32 0,-15-4 24 0,16-4-27 15,-6-1 26-15,0-3-25 0,2-4 24 0,-1 0-27 16,-2-2 38-16,0-2 1 0,0 0 1 0,0-2 21 15,-3 5 7-15,-1 0 6 0,-1 2 6 16,0 0 6-16,-4 11 2 0,8-14 4 0,-8 14-13 16,2-12-15-16,-2 12-2 0,4-8-13 0,-4 8 3 15,0 0-3-15,0 0-10 0,0 0-2 0,0 0 21 16,3 8-28-16,-3-8-2 0,0 17-2 0,0-5-8 16,1 1-15-16,0 2-35 0,-1 2 20 0,4-2-46 15,0 1 10-15,1 1-37 0,1-2-23 0,1-3-1 16,-1 1-13-16,3-3-8 0,1-4-13 0,1-1-28 15,-11-5-6-15,19 1-103 0,-19-1 300 16</inkml:trace>
  <inkml:trace contextRef="#ctx0" brushRef="#br0" timeOffset="88736.21">5682 15153 176 0,'7'-15'334'0,"-1"2"-78"0,-2 0-41 16,-2-1 0-16,1 3-18 0,-2 0-26 0,-1 11-14 16,3-19-14-16,-3 19-16 0,0-15-20 0,0 15-15 15,1-12-14-15,-1 12-27 0,1-11-2 0,-1 11-12 16,0 0-8-16,0-11-5 0,0 11-4 0,0 0-5 15,0 0-6-15,9-7 1 0,-9 7 1 0,0 0-6 16,0 0-2-16,18 4-16 0,-18-4 44 0,12 7-46 16,-12-7 45-16,11 11-37 0,-11-11 30 0,9 14-29 15,-9-14-5-15,5 17 0 0,-5-17-2 0,4 12-2 16,-4-12 2-16,0 14-1 0,0-14-18 0,0 15 1 16,0-15-7-16,-4 10-13 15,4-10-14-15,-5 8-25 0,5-8 9 0,0 0-23 16,-10 4-2-16,10-4 7 0,0 0 10 0,-13-5 9 15,13 5 23-15,-9-17 16 0,4 9 3 0,-2-3 13 16,1-2 8-16,-2 1 23 0,2-1 23 0,0 2-2 16,-2 1 40-16,3 1-5 0,0 2 12 0,5 7-29 15,-12-13 25-15,12 13-31 0,-11-6 12 0,11 6-35 16,0 0 28-16,-20 2-37 0,20-2 28 0,-16 12-8 16,7 0 6-16,0-1-16 0,-1 3-2 0,2 4-29 15,2-3 30-15,1 6-31 0,1-3 25 16,0-2-28-16,3 1 25 0,1-1-47 0,1 0 2 0,4 1-25 15,0-4-13-15,4-2-23 0,-1-1-12 16,2-1-22-16,2-6-28 0,-12-3-60 16,24 1-114-16,-10-5 255 0</inkml:trace>
  <inkml:trace contextRef="#ctx0" brushRef="#br0" timeOffset="89107.2">5906 15020 450 0,'10'-16'360'0,"-1"-1"-55"0,-1 4-77 15,-1 1-7-15,-1-2-77 0,0 3 23 0,-2 3-51 16,-1-1 16-16,-3 9-17 0,8-13-21 0,-8 13-20 15,5-12-17-15,-5 12-12 0,5-8-25 0,-5 8-8 16,0 0 16-16,10-5-11 0,-10 5 0 0,0 0-9 16,17 6 3-16,-17-6-2 0,12 11 0 0,-6-6-4 15,0 4-2-15,1 0-2 0,-3-1-2 16,-2 3-8-16,2-2 4 0,-3 3-6 16,-1-3 3-16,-1 2-7 0,0 1-7 0,-2-1-11 15,-1-1-10-15,-1 0-8 0,1-2-5 0,4-8-6 16,-10 13-11-16,10-13-18 0,-9 8 0 0,9-8-8 15,0 0 15-15,0 0 10 0,-15-4 24 0,15 4 9 16,-9-13 10-16,5 3 9 0,0-1 15 0,-1-1 9 16,4-1 21-16,-3 1 11 0,-1 0 43 0,1 2-28 15,4 10 42-15,-5-16-39 0,5 16 32 0,-4-15-43 16,4 15 27-16,-4-10-39 0,4 10 21 0,0 0-41 16,-6-9 18-16,6 9-30 0,0 0 35 15,0 0-9-15,-13 9-8 0,13-9 0 0,-8 17-4 16,5-5-1-16,-3 1-3 0,3 4 2 0,-4 3-5 15,2 0-14-15,1-2-16 0,0 6-41 0,2-5-40 16,-2 0-31-16,4-2-41 0,-1 0-34 16,-1-5-282-16,4 2 48 0</inkml:trace>
  <inkml:trace contextRef="#ctx0" brushRef="#br0" timeOffset="89396.22">6161 14633 138 0,'4'-20'539'0,"-1"3"-138"16,-2 4-117-16,2 2-42 0,-3 11-45 0,1-17-38 16,-1 17-18-16,1-14-30 0,-1 14-21 0,0 0-20 15,4-12-13-15,-4 12-10 0,0 0-12 0,0 0-6 16,5 14-28-16,-4-2 16 0,2 5-21 16,1 3 17-16,-2 4-24 0,2 2 29 0,1 8-25 15,-1-2 21-15,1 5-4 0,0 1-3 0,-1 1-1 16,0 2 1-16,-2 0-5 0,1 0-2 0,0 1 4 15,-2 0-6-15,0-1-18 0,0-3 24 0,1 0-32 16,0-2 17-16,2-2-59 0,-3-5 21 0,2-3-71 16,1-2-1-16,-2-2-15 0,1-6-14 0,-1-2-4 15,1-3-6-15,-3-11-36 0,5 13-222 16,-5-13 178-16</inkml:trace>
  <inkml:trace contextRef="#ctx0" brushRef="#br0" timeOffset="89621.21">6229 15100 130 0,'-6'-29'405'0,"0"4"-88"0,1-1-81 15,-1 3 2-15,2 0-73 0,3-1-5 16,-2 7-51-16,2-1 17 0,1 2-54 0,1-1 21 16,1 2-50-16,0 3 24 0,2-2-44 0,1 5 15 15,0-1-28-15,0 2 29 0,2 0-46 0,0 2 27 16,-7 6-24-16,17-6 32 0,-17 6-36 0,18 1 22 16,-18-1-26-16,18 10 35 0,-9-3-42 15,0 3 42-15,-3 1-43 0,-1 3 40 0,-2-2-36 16,-2 2 34-16,-1 1-3 0,-3 1-4 0,0 1-3 15,-4 2-1-15,1-2-17 0,-2 1 6 0,-1-2-14 16,0-3-14-16,0-1-24 0,3-3-40 0,-1-1-6 16,7-8-21-16,-10 13-58 0,10-13-12 0,0 0-267 15,0 0 109-15</inkml:trace>
  <inkml:trace contextRef="#ctx0" brushRef="#br0" timeOffset="89956.24">6429 14780 83 0,'0'0'445'16,"11"-9"-159"-16,-11 9-46 0,0 0-51 0,0 0 9 16,5-7-70-16,-5 7 18 0,0 0-53 0,0 0 15 15,0 0-50-15,-6 12 20 0,6-12-46 0,-10 16 25 16,7-3-52-16,-4-1 37 0,4 3-40 0,-1 0 30 16,1-3-38-16,2 2 32 0,0 0-5 0,2-1-4 15,0-1 3-15,3 1-15 0,-1-2-2 0,3-2-11 16,0 1 8-16,-1-3 2 0,3 0-2 15,-8-7 0-15,18 8 1 0,-18-8 0 0,17 2 3 16,-17-2-2-16,19-3 6 0,-19 3 6 0,19-9 0 16,-19 9-4-16,15-11 12 0,-8 3 2 0,0 1-5 15,-3-1-1-15,-4 8-4 0,5-17-2 16,-5 17-33-16,-1-17 23 0,-3 6-24 0,0 2 33 16,-2 0-57-16,0-2 32 0,-3 3-45 0,1 0 10 15,-2 2-38-15,10 6-13 0,-16-10-22 0,16 10-29 16,-14-6-19-16,14 6-36 0,0 0-220 0,-11-6 167 15</inkml:trace>
  <inkml:trace contextRef="#ctx0" brushRef="#br0" timeOffset="90357.2">6598 14731 219 0,'0'0'379'0,"25"-6"-109"0,-25 6-95 16,20-2-11-16,-20 2-52 0,18 0 17 15,-18 0-50-15,19 2 11 0,-19-2-30 0,19 5 17 16,-19-5-36-16,18 9 16 0,-8-3-28 0,-3 1 23 15,-7-7-47-15,10 14 9 0,-6-2 5 0,0-4 28 16,-4-8-37-16,5 18 24 0,-5-18-33 0,2 17 27 16,-2-17-35-16,0 15 32 0,0-15-34 0,0 12 29 15,0-12-47-15,0 10 40 0,0-10-14 0,0 0 32 16,0 0-33-16,0 12 20 0,0-12-26 0,0 0 31 16,0 0-33-16,3-12 31 0,-3 12-33 0,2-21 23 15,1 9-23-15,-1-4 32 16,2 2-35-16,0-2 35 0,1-1-32 0,2 1 30 0,-2 1-35 15,0 0 36-15,0 0-34 0,0 5 33 16,-1-2-46-16,1 4 42 0,-3-1-17 0,-2 9 31 16,7-15-32-16,-7 15 32 0,5-14-39 0,-5 14 36 15,7-7-39-15,-7 7 36 0,7-10-37 0,-7 10 24 16,0 0-22-16,0 0 34 0,15-2-35 0,-15 2 34 16,0 0-37-16,16 2 36 0,-16-2-37 0,9 7 49 15,-9-7-51-15,10 7 43 0,-10-7-50 0,9 11 44 16,-9-11-39-16,10 9 39 0,-10-9-48 0,9 14 11 15,-9-14-52-15,8 11-15 0,-8-11-35 0,6 9-27 16,-6-9-28-16,5 9-52 0,-5-9-182 16,0 0 186-16</inkml:trace>
  <inkml:trace contextRef="#ctx0" brushRef="#br0" timeOffset="90669.2">7061 14352 345 0,'0'0'420'0,"-4"-11"-115"15,4 11-45-15,-1-8-37 0,1 8-34 0,0 0 5 16,-4-12-57-16,4 12 10 0,0 0-52 16,0 0 1-16,-4-7-44 0,4 7 28 15,0 0-56-15,0 0 34 0,-4 12-39 0,4-12-2 16,-4 21 1-16,3-4-3 0,0 1-1 0,-1 5-1 15,2 4-1-15,0-1-5 0,2 3 1 0,-1 1-16 16,2 4 15-16,-1 2-14 0,2-2 15 0,-1 0 0 16,2 0-4-16,0-3 0 0,-1-5 1 0,-2 0-2 15,3-1-3-15,-1-1-3 0,0-4-12 0,1 2-19 16,0-5-8-16,-1-2-24 0,-1-3-38 0,-1-1-42 16,2-1-28-16,-4-10-38 0,4 10-21 0,-4-10-39 15,0 0-167-15,0 0 153 0</inkml:trace>
  <inkml:trace contextRef="#ctx0" brushRef="#br0" timeOffset="90810.2">7052 14786 343 0,'-5'-8'442'0,"-2"0"-101"0,7 8-104 15,-10-13-21-15,10 13-76 0,-10-10 15 0,10 10-56 16,-5-8 16-16,5 8-59 0,-4-8 26 0,4 8-56 16,0 0 25-16,5-16-62 0,3 9 11 0,3-3-74 15,5-1-62-15,0-2-73 0,2 1-61 0,0-3-203 16,5-2 89-16</inkml:trace>
  <inkml:trace contextRef="#ctx0" brushRef="#br0" timeOffset="91532.2">4633 14386 1 0,'1'-15'385'0,"-1"15"-92"0,0 0-53 0,3-12-28 16,-3 12-51-16,0 0-12 0,0 0-55 0,0 0 35 16,0 0-8-16,0 0-19 0,-4 8-43 0,3 4 20 15,-1 7-40-15,0 8 30 0,-2 6-39 16,3 9 24-16,-2 4-35 0,1 5 42 0,-2 11-42 16,0 4 25-16,-1 1 9 0,2 3 31 0,1 1-51 15,-2 1 4-15,1-1-15 0,2-1 20 0,1-3-8 16,0-1 8-16,1-5-20 0,2-11 8 0,1-3-18 15,-3-3 8-15,1-2 0 0,1-2-9 0,0 0-2 16,-1-6-7-16,-1-5-10 0,2-3-11 0,-2-1-13 16,2-1-13-16,-3-7-11 0,1 0-21 0,2-5-59 15,-2 1-5-15,-1-13-22 0,0 16-23 0,0-16-67 16,0 0-250-16,0 0 35 0</inkml:trace>
  <inkml:trace contextRef="#ctx0" brushRef="#br0" timeOffset="93375.21">2760 15444 409 0,'0'0'387'16,"0"0"-117"-16,10-7-55 0,-10 7-41 0,0 0-49 15,0 0-20-15,10-5-17 0,-10 5-17 0,0 0-15 16,0 0-3-16,0 0 4 0,9 5-9 0,-9-5-1 16,9 16-4-16,-3-4-5 0,3 4-7 0,-1 2-9 15,1 2-3-15,5 5-5 0,-4 1-2 0,2 1-3 16,-1 1 20-16,1 1-28 0,-1 0 24 0,-1 0-34 15,1-1 33-15,-1 1-53 0,-1-2 9 0,-4-3-62 16,3-2 7-16,-3-1-86 0,1-2-35 16,-1-4-99-16,-1-4-152 0,-4-11 135 0</inkml:trace>
  <inkml:trace contextRef="#ctx0" brushRef="#br0" timeOffset="93529.2">2932 15327 69 0,'-1'-10'383'0,"1"10"-147"0,-4-12-69 0,4 12-47 16,0 0-22-16,0 0-22 0,0 0-19 0,0 0-14 15,0 0-116-15,0 0 99 0,0 15-125 0,8-3 86 16,-2 1-93-16,4 3 65 0,3 2-85 0,-1-2-118 16,3 2 70-16</inkml:trace>
  <inkml:trace contextRef="#ctx0" brushRef="#br0" timeOffset="94027.2">3202 15540 8 0,'0'0'385'0,"9"-11"-98"0,-9 11-42 0,2-16-35 15,-2 16-24-15,-1-21-20 0,0 9-40 0,-3-2-14 16,-1-3 35-16,0 4-52 0,0-1 33 0,-1 0-36 16,3 4 16-16,-4-1-19 0,2 3 19 0,0 0-14 15,5 8-12-15,-9-11-16 0,9 11-9 16,-12-3-15-16,12 3-5 0,-13 4-9 0,6 1 0 15,-2 7-5-15,-1 0-11 0,1 5-3 0,1 3-4 16,-1 0 2-16,3 2 0 0,0 1-7 0,0 0 5 16,3-1-8-16,0 0 12 0,3-2-11 0,0-2 1 15,0 1-13-15,3-3-12 0,0-1-17 16,1-1-3-16,3-2-13 0,-2-2 24 0,1-2-17 16,-6-8 34-16,16 7-19 0,-16-7 28 0,19-4-23 15,-6-3 32-15,2-6-14 0,-1-1 11 0,1-8-16 16,1-3 20-16,-1-3-21 0,-2-3 31 0,-3-4-26 15,0-4 28-15,-4-1-30 0,0-2 30 0,-4-2 6 16,-2-2-6-16,0 3 9 0,-2 0 4 16,-4 1 4-16,0 2 8 0,1 2 7 0,-3 2 5 0,2 7-10 15,1 5-13-15,0 2-5 0,1 7-7 16,-1 1 1-16,2 2-7 0,1 2 2 0,2 10-13 16,-4-17-3-16,4 17-13 0,0 0 17 0,-5-10-17 15,5 10 14-15,0 0-11 0,-3 12 13 0,3-3 2 16,0 5 1-16,0 5 8 0,1 5-5 0,2 2 3 15,1 8 12-15,1 1-3 0,-1 1 2 0,3 3-8 16,0 1 1-16,-1 0-7 0,2 1 1 0,1 0-4 16,-2-1-2-16,1 2 3 0,0-2 2 15,1-2-12-15,-3 0-24 0,3-2-53 0,-2-2 8 16,0 2-56-16,1-5-28 0,-3 2-72 0,0-7-36 16,-1-2-308-16,0-2-106 0</inkml:trace>
  <inkml:trace contextRef="#ctx0" brushRef="#br0" timeOffset="94336.21">2784 16211 197 0,'-14'6'465'0,"4"0"-100"16,-1-3-129-16,11-3-5 0,-15 6-93 15,15-6 11-15,-13 5-31 0,13-5 15 0,0 0-30 16,0 0-20-16,0 0-17 0,0 0-6 0,0 0-8 16,0 0-11-16,22-5-9 0,0-1-4 0,7-3-5 15,6-2-4-15,2-1-2 0,5-3-1 0,9-2 0 16,7-1 8-16,0-3-23 0,5 2 15 0,1-3-15 16,5 1 16-16,-3 0-17 0,1 0 14 0,-2 2-28 15,-4 0 8-15,-3 3-47 0,-15 5 1 0,-2 1-90 16,-6 3-44-16,-10 2-44 0,-2 1-27 0,-23 4-247 15,27 0 33-15</inkml:trace>
  <inkml:trace contextRef="#ctx0" brushRef="#br0" timeOffset="94528.21">3141 16291 268 0,'-16'7'464'0,"3"0"-185"0,3-2-6 16,0-2-108-16,10-3 3 0,-15 8-64 0,15-8 27 15,-12 6-13-15,12-6-20 0,0 0-2 0,0 0-14 16,0 0-14-16,0 0-6 0,18 0-4 0,-4-5-9 16,9-1-3-16,1 0-3 0,8-4-11 0,3-2-10 15,2 2-8-15,2-3-7 0,5 0-28 0,-2-2-31 16,9 1-50-16,-10-1-89 0,-1 1-182 0,-1 1-178 16,0-2-60-16</inkml:trace>
  <inkml:trace contextRef="#ctx0" brushRef="#br0" timeOffset="96139.25">5053 15781 366 0,'0'0'387'0,"0"0"-130"0,-10 6-10 0,10-6-65 16,0 0-11-16,0 0-57 0,0 0 14 0,0 0-52 15,-13 3 18-15,13-3-54 0,0 0 22 0,0 0-30 16,0 0 26-16,0 0-33 0,0 0 28 16,0 0-33-16,28 0 28 0,-4-3-34 0,10-4 28 15,6 0-39-15,6-4 40 0,14-3-42 16,4-2 25-16,7-1-23 0,3-3 27 0,8-2-29 16,24-6 28-16,4-2-30 0,2-3 25 0,5 1-27 15,-4-2 17-15,2 1-19 0,-1-1 23 0,-4 2-28 16,0 2 27-16,-4 1-24 0,-25 8 22 0,-2-1-23 15,-4 2 22-15,-6 1-1 0,-8 1 1 0,-6 5-1 16,-11 1 12-16,-6 4-2 0,-3-2-6 0,-5 2 3 16,-5 2 6-16,-5 1 11 0,-5 1 5 0,-15 4 4 15,26-5 8-15,-26 5 5 0,19-6-1 0,-19 6 6 16,14-4 4-16,-14 4-4 0,0 0 0 16,18-4 1-16,-18 4 1 0,0 0 1 15,0 0-3-15,14-4-2 0,-14 4-7 0,0 0-5 16,0 0-7-16,0 0-6 0,0 0-8 0,14-3-3 15,-14 3-8-15,0 0-4 0,0 0-4 0,0 0-1 16,0 0-2-16,0 0-2 0,0 0-1 0,0 0 0 16,0 0-1-16,0 0 0 0,13-4 3 0,-13 4-6 15,0 0 2-15,0 0-2 0,0 0 1 0,0 0 0 16,0 0 2-16,0 0 2 0,0 0 1 0,0 0-1 16,0 0 1-16,0 0 1 0,0 0 0 15,0 0 0-15,0 0 1 0,0 0-1 0,0 0 0 0,0 0 0 16,0 0-1-16,0 0-1 0,0 0 3 0,0 0-3 15,0 0-1-15,0 0-1 16,0 0 3-16,0 0-3 0,0 0 0 0,0 0 0 16,0 0-1-16,0 0 0 0,0 0 0 0,0 0 0 15,0 0 1-15,0 0-1 0,0 0-1 0,0 0 0 16,0 0 0-16,0 0-1 0,0 0 3 0,0 0-2 16,0 0-1-16,0 0 0 0,0 0 0 0,0 0 3 15,0 0-3-15,0 0-1 0,0 0 2 0,0 0 1 16,0 0-2-16,0 0 0 0,0 0 0 0,0 0 0 15,0 0 0-15,0 0 0 0,0 0-1 0,0 0 3 16,0 0-1-16,0 0-3 0,0 0 3 0,0 0 1 16,0 0 1-16,0 0-4 0,0 0 0 0,0 0 1 15,0 0 0-15,0 0-1 0,0 0 1 16,0 0 0-16,0 0 1 0,0 0 1 16,0 0-3-16,0 0 0 0,0 0 3 0,0 0-3 15,0 0 1-15,0 0-1 0,0 0 1 0,0 0 0 16,0 0 2-16,0 0 1 0,0 0-2 0,0 0-3 15,0 0 0-15,0 0 3 0,0 0 0 0,0 0-1 16,0 0 0-16,0 0-1 0,0 0 1 0,0 0-5 16,0 0 7-16,0 0-2 0,0 0 2 0,0 0-2 15,0 0 0-15,0 0 0 0,0 0 5 0,0 0-4 16,0 0-3-16,0 0 2 0,0 0-1 16,0 0 1-16,0 0 0 0,0 0 1 0,0 0 2 15,0 0 3-15,0 0-3 0,0 0 1 0,0 0 0 16,0 0-1-16,0 0 3 0,0 0-7 0,0 0 4 15,0 0 0-15,0 0 0 0,0 0 1 0,0 0-2 16,0 0 1-16,0 0 3 0,0 0-25 0,0 0-45 16,0 0-56-16,0 0-74 0,0 0-37 15,0 0-17-15,0 0-64 0,0 0-32 0,-20-1-446 16,20 1-328-16</inkml:trace>
  <inkml:trace contextRef="#ctx0" brushRef="#br0" timeOffset="99233.21">3231 16887 460 0,'0'0'357'0,"-5"-13"-86"0,5 13-39 16,-5-10-39-16,5 10-37 0,-5-10-31 0,5 10-29 0,0 0-15 15,-7-10-20-15,7 10-14 0,0 0-12 16,0 0-3-16,0 0-9 0,0 0-4 0,0 0-4 16,0 0-2-16,-8 12-1 0,9 1-1 0,-1 5-4 15,3 5 7-15,0 2-6 0,1 1-34 0,1 5 44 16,-1 1-3-16,1 0-3 0,3-2-5 0,-2 0-1 16,-1-6-3-16,2 1 0 0,-1-2-17 0,2-1-18 15,-2-3-6-15,0-1-11 0,0-4-10 0,-1-2-6 16,-1-3-11-16,-4-9 11 0,7 14 12 0,-7-14-94 15,0 0 103-15,0 0-98 0,0 0 115 16,0 0-99-16,4-8 135 0,-8-6-97 0,-3-4 136 16,-1-3-98-16,-4-8 114 0,0-3-99 0,-4 0 125 15,1-4-98-15,2-1 107 0,-2-1-86 16,2 1 78-16,0-1-6 0,2 3-13 0,3 0 2 16,2 3-8-16,2 4 16 0,1 1-42 0,3 2 25 15,1-1-45-15,2 4-2 0,2 0-6 0,-1 5 4 16,1 0-10-16,2 5-7 0,0 0 6 0,0 3-6 15,-1 3-1-15,-6 6 7 0,18-7-3 0,-18 7 2 16,14 3 35-16,-4 1-38 0,0 2 39 0,-1 4-32 16,-1 4-4-16,2 1 2 0,-2 3 0 0,-3 2 1 15,-1-1-4-15,-3 0 1 0,2 1-1 0,-3-1-5 16,1-2 3-16,-1 1-3 0,0-4-29 0,0 0 43 16,0-2-45-16,1-2 43 0,1 0-40 15,-2-10 43-15,2 15-39 0,-2-15 70 0,5 14-71 16,-5-14 49-16,9 12-47 0,-9-12 44 0,19 12-46 15,-10-7 47-15,4-1-45 0,2 2 43 0,-1 1-41 16,3-3 45-16,-3 1-45 0,1 2 44 0,0-1-45 16,-3 1 61-16,1 0-64 0,1 0 50 0,-2 3-48 15,-2-2 48-15,1 1-41 0,-3 0 43 0,-3-1-21 16,2 2 29-16,-4 1-20 0,1-1 22 0,-1-2-17 16,-3-8 6-16,-2 21-8 0,1-9 0 15,-5 1-8-15,-1 1 7 0,1-1-4 16,-4 1-1-16,-2-1-5 0,2-2-2 0,1-1-11 15,-2 1-12-15,-1-3-12 0,3 0-17 0,-1-2-20 16,2 0-104-16,8-6 69 0,-15 9-121 0,15-9 78 16,-9 6-97-16,9-6-163 0,0 0 187 0</inkml:trace>
  <inkml:trace contextRef="#ctx0" brushRef="#br0" timeOffset="99625.21">3607 16946 557 0,'5'-14'356'15,"-2"4"-88"-15,-3 10-56 0,2-15-55 0,-2 15-49 16,-1-12-39-16,1 12 46 0,0 0-16 0,-8-8-18 16,8 8-12-16,0 0-14 0,0 0-16 0,-14 5-31 15,14-5 21-15,-9 14-31 0,7-5 33 16,-1 3-39-16,2 0 21 0,-2 2-21 0,3-1 31 16,0 1-35-16,3 2 33 0,-2 0-38 0,3 1 36 15,0-1-35-15,2-1 35 0,-1-1-35 0,3 1 35 16,0-3-37-16,-2 0 36 0,4-2-36 0,-1 0 35 15,0-3-33-15,1-2 39 0,-10-5-29 0,21 4 28 16,-21-4-13-16,23-2 17 0,-23 2-9 0,23-9 13 16,-12 1 1-16,0-2-8 0,1-2 1 0,-2-5 3 15,0 3-2-15,-2-3 6 0,-1-1 1 0,-2 2 3 16,-3-2-4-16,0 0-1 0,-2 4 1 0,-2-4 8 16,0 1-2-16,-2 3-3 0,-1 0-12 15,-2 2-6-15,-1-1-6 0,-1 5-7 0,-3-1-24 16,-1 4-12-16,13 5-14 0,-25-2-9 0,25 2-3 15,-30 5-4-15,16-1-15 0,1 4-85 0,-2 2 73 16,6 1-111-16,-3 2 102 0,3-1-105 0,2 2 101 16,2-1-84-16,4-1 80 0,-2 0-95 0,4-2-133 15,2 1 256-15</inkml:trace>
  <inkml:trace contextRef="#ctx0" brushRef="#br0" timeOffset="100839.21">3869 16944 90 0,'14'-12'377'0,"-4"0"-259"0,0 0 110 0,-2 2-153 16,0-1 105-16,-3 2 13 0,-1-3-18 0,2 4-30 16,-6 8-28-16,5-16-16 0,-5 16-16 0,4-12-3 15,-4 12-9-15,1-11-8 0,-1 11-5 0,0 0-12 16,3-13 1-16,-3 13-2 0,0 0-14 0,0 0-10 16,0 0-4-16,0 0-2 0,0 0-1 0,0 0-7 15,-12 9 11-15,10 0-17 0,-3 4 2 0,1 2-2 16,0-1 0-16,0 3-3 0,1 5 1 0,1-5-12 15,2 1 12-15,0 0-13 0,0-2 14 0,2 0-6 16,1-2 2-16,1-2-18 0,1 1 12 0,0-4-2 16,3-2-7-16,-1-1-30 0,-7-6 44 15,18 5-12-15,-18-5 5 0,20-5 1 0,-8-1-1 16,1-3-1-16,0-5 1 0,0 0-1 0,-3-2 4 16,0 0 1-16,-1-2 1 0,-3 0 1 0,0 2 3 15,-3 0 7-15,0 2 8 0,1 1 8 0,-3 1 26 16,-1 12 10-16,1-17-26 0,-1 17 24 0,3-15-28 15,-3 15 13-15,1-13-29 0,-1 13 21 0,0 0-30 16,0-9 17-16,0 9-17 0,0 0 10 0,0 0-16 16,0 0-1-16,7 8 0 0,-7-8-3 0,5 15 0 15,-1-4-7-15,-2 0-4 0,3 0-2 0,-2 1-2 16,-1 0-6-16,2 0-7 0,1 1-6 0,-2-2-6 16,-2-1-77-16,3 3 67 0,0-5-99 15,-4-8 80-15,6 16-91 0,-6-16 102 0,6 10-97 16,-6-10 97-16,0 0-107 0,0 0 96 0,0 0-69 15,17-3 105-15,-17 3-66 0,8-16 113 0,-7 5-73 16,3-3 121-16,-2-1-100 0,1-1 144 0,0-2-92 16,-2 3 118-16,0-1 4 0,2 1-14 0,-2 3-1 15,0 1-27-15,1 2-8 0,-2 9-15 0,1-16-5 16,-1 16-19-16,1-12-7 0,-1 12-7 16,5-10-7-16,-5 10-2 0,0 0-3 0,13-5-2 15,-13 5 0-15,0 0-2 0,19 3-2 0,-19-3 0 16,15 9-4-16,-6-4 2 0,4 3-2 0,-4 1 1 15,4 0-77-15,-3 1 89 0,-1 1-78 16,0 0 87-16,1-2-80 0,-1 2 87 0,-5-1-82 16,2-2 77-16,1 0-69 0,-7-8 79 0,7 12-59 15,-7-12 88-15,7 8-62 0,-7-8 57 0,0 0-50 16,5 9 37-16,-5-9-50 0,0 0 48 0,0 0-12 16,0 0-8-16,0-14-5 0,0 14-6 0,0-19-1 15,1 9-5-15,1-5 3 0,-2 3-9 0,2 0 2 16,-2-2-4-16,5 3 1 0,-2-1 0 0,-1 1 31 15,2 0-40-15,0 2 35 0,1 0-40 0,0 0 38 16,3 1-44-16,-8 8 36 0,13-11-42 0,-13 11 24 16,15-6-53-16,-15 6-2 0,17-3-5 0,-17 3-3 15,20-4 6-15,-20 4-6 0,23 0-6 16,-23 0 0-16,26 2 6 0,-26-2 8 0,28-2 11 16,-28 2 8-16,27-1 6 0,-27 1-8 0,24-4 17 15,-24 4 23-15,19-7-5 0,-19 7 19 0,15-8 10 16,-15 8 13-16,13-8 37 0,-13 8-24 0,9-13 21 15,-9 13-29-15,4-14 30 0,-4 14-42 0,1-15 27 16,-1 15-28-16,-2-18 2 0,-1 9-2 0,3 9-1 16,-8-15 7-16,3 6-5 0,5 9-2 0,-10-12-14 15,10 12 15-15,-9-10-5 0,9 10-1 0,0 0 15 16,-18-5-29-16,18 5 22 0,-11 5-35 16,3 1 30-16,-1 2-30 0,1 3 25 15,1 2-30-15,0 3 29 0,-3 2-33 0,5-1 1 16,1 3 0-16,-1 1 6 0,5-3-3 0,0 1 2 15,0-4 1-15,4 1-2 0,0 1-3 0,1-2-6 16,0-3-7-16,4 2-6 0,-3-5 0 0,3-1 0 16,-9-8-5-16,18 7-1 0,-18-7 0 0,18 1-2 15,-5-5 9-15,-2-2-6 0,2-2-4 0,-1-5-3 16,-1-2 0-16,0-2 1 0,0-1 4 0,-4-1 25 16,1-6-12-16,-3 2 6 0,-1-4 5 0,-1-2 4 15,-3-2 4-15,-3-5 13 0,-2-1-8 0,-4-1 51 16,1 1-53-16,1-1 24 0,0 3 8 0,-3 4 7 15,5 5 6-15,-1 4 3 0,3 5 0 16,-1 2-3-16,0 3 0 0,1-1-13 0,3 13-8 16,-6-16-5-16,6 16-3 0,-1-9-4 0,1 9-5 15,0 0-4-15,0 0 6 0,0 0 0 0,0 13-3 16,0-1-2-16,4 1-2 0,-3 4 0 0,4 4-2 16,-1 2-1-16,1 0 1 0,0 2-2 0,2 6 26 15,-2-1-38-15,2 2 33 0,0-1-46 16,-2-1 16-16,1 0-60 0,2-4-22 0,-3-1-36 15,2 1-37-15,-1-5-100 0,0 1 13 16,3-3-195-16,0-3 139 0</inkml:trace>
  <inkml:trace contextRef="#ctx0" brushRef="#br0" timeOffset="101157.21">5015 16565 293 0,'0'0'351'0,"4"-16"-94"16,-4 16-60-16,0-14-29 0,0 14-15 0,-4-15-25 16,4 15-14-16,-4-12-5 0,4 12-7 0,-5-12-7 15,5 12-11-15,-4-9-14 0,4 9-13 0,-9-6 21 16,9 6-42-16,0 0 23 0,0 0-38 0,-15-2 18 16,15 2-24-16,-10 7 22 0,10-7-38 15,-13 13 31-15,7-4-32 0,-1 2 27 16,2 1-32-16,-1 2 27 0,1 1-28 0,1-1 25 15,1 2-30-15,-2 0 29 0,4 0-28 0,-2-1 27 16,3 1-30-16,-1-3 29 0,2 1-21 0,-1-2 5 16,3 0-38-16,-2-1-13 0,2 0-11 0,0-1 8 15,-3-10-16-15,7 12-6 0,-7-12-15 0,11 9-24 16,-11-9-17-16,0 0-31 0,17 1-70 0,-17-1 2 16,15-7-113-16,-15 7 245 0</inkml:trace>
  <inkml:trace contextRef="#ctx0" brushRef="#br0" timeOffset="101488.2">4878 16404 74 0,'-5'-14'514'0,"-1"-1"-178"16,1 1-84-16,0-1-35 0,1 1-46 0,0 4-27 16,0 0-19-16,0 1-17 0,4 9-20 0,-5-15-17 15,5 15-15-15,-4-9-17 0,4 9-6 0,0 0-10 16,0 0-7-16,0 0-16 0,0 0-20 0,0 0-24 15,0 0-39-15,0 0-39 0,2 16-127 0,0-6 72 16,-2-10-287-16,4 20 102 0</inkml:trace>
  <inkml:trace contextRef="#ctx0" brushRef="#br0" timeOffset="102217.21">5047 16430 489 0,'14'-4'348'0,"-14"4"-93"0,0 0-55 15,0 0-41-15,17-4-41 0,-17 4-20 0,0 0-10 16,0 0-21-16,15 7-8 0,-15-7-2 0,6 9-11 16,-6-9-5-16,11 15-9 0,-7-5 21 0,0 1-36 15,2 0-4-15,-3 2 23 0,1 0-34 0,0-1 24 16,-1 0-30-16,-1 0 33 0,2-1-42 0,-2 1 37 16,1-2-39-16,-3-10 40 0,4 18-38 15,-4-18 35-15,4 12-38 0,-4-12 36 0,2 10-35 16,-2-10 34-16,0 0-36 0,0 0 47 0,0 0-47 15,0 0 41-15,18-8-50 0,-14-1 38 16,1-2-29-16,0-1 9 0,0-3 0 0,2-3 4 16,2 1-2-16,-2 0 4 0,1 3 0 0,-1 2 1 15,0-1 0-15,1 4-7 0,-3 0 8 0,-5 9-6 16,12-12 2-16,-12 12 6 0,12-8-2 0,-12 8 0 16,0 0 0-16,18 0-2 0,-18 0 2 0,15 2-8 15,-15-2 9-15,17 10-5 0,-17-10 7 0,17 9-3 16,-10-3-1-16,3 0 0 0,1-1-11 0,-11-5-8 15,20 8-1-15,-20-8-13 0,19 5 9 16,-19-5-5-16,22 3 1 0,-22-3-13 0,23-4 19 16,-23 4 2-16,23-7 6 0,-13 2 2 15,2-2-24-15,-2 0 25 0,-2 0 12 0,-1-1 2 16,1 0 12-16,-2 1 9 0,-6 7 12 0,8-14 10 16,-8 14 2-16,7-10 0 0,-7 10 4 0,0 0 2 15,2-11-4-15,-2 11-14 0,0 0-1 0,0 0-11 16,0 0-2-16,0 0-7 0,0 0-3 0,0 0-2 15,-2 13-3-15,2-13-3 0,1 20-5 0,0-8 1 16,3 4 34-16,0 5-34 0,2 0 26 0,-1 4-34 16,4 6 31-16,-1 2-33 0,5 1 32 0,-3 3-35 15,0 2 1-15,1 1 2 0,1 2 2 0,1-2 3 16,-2-1 0-16,2 1-1 0,1-2-10 0,-2-1 15 16,-1-3 0-16,1-1 0 0,-2-2-2 15,3-3 2-15,-4-1 2 0,-2-6 0 0,2 0-3 16,-2-3-4-16,-2-5 3 0,0 1-1 0,-3-3 10 15,1-2-2-15,-3-9 0 0,5 15 0 16,-5-15-1-16,0 0 2 0,0 13-2 0,0-13 0 16,0 0 5-16,0 0-7 0,0 0 6 0,-23-3-1 15,9-4 2-15,-1-2 2 0,-3-2 1 0,0-3 1 16,-5-4 7-16,0 0 6 0,1 1 10 0,3-3 3 16,-1 0-6-16,2 1-9 0,4 1 12 0,1 1-25 15,0-1-3-15,3-1-23 0,0 1-16 0,2-2-7 16,4-1-19-16,2 1-27 0,0 1-10 0,5-4-28 15,1-1-30-15,2 1-44 0,5-5-37 16,1-1-236-16,2 0 89 0</inkml:trace>
  <inkml:trace contextRef="#ctx0" brushRef="#br0" timeOffset="102671.2">5894 16007 527 0,'0'0'416'0,"-9"-12"-74"0,9 12-111 16,-9-12-24-16,9 12-36 0,-10-9-19 0,10 9-19 15,-6-8-2-15,6 8-5 0,0 0-26 16,-9-6-24-16,9 6-15 0,0 0-29 0,0 0-1 16,-7-8-10-16,7 8-4 0,0 0-7 0,0 0 1 15,13-5-4-15,-13 5-3 0,22-3-1 0,-22 3 2 16,29-6-6-16,-11 5-3 0,4-4-15 0,-2 0 3 15,2 1-4-15,-4 1-12 0,-1-1-6 0,-2 1-45 16,-15 3 16-16,23-5-57 0,-23 5 34 0,15-2-33 16,-15 2 0-16,0 0 2 0,0 0 5 0,0 0 23 15,0 0 19-15,0 0 14 0,0 0 14 16,0 0-1-16,0 0 31 0,-10 10 29 0,10-10 23 16,-14 7 13-16,14-7 25 0,-13 7-16 15,13-7 28-15,-10 8-39 0,10-8 24 0,-10 11-49 16,10-11 39-16,-8 13-35 0,7-3 11 0,-2 1 40 15,3 1-31-15,0 3 30 0,0 2-36 0,3 2 1 16,-2 5-4-16,3 0-1 0,-2 2-10 0,1-1-6 16,3 2-2-16,-2 6-4 0,0-6 32 0,0 1-44 15,0-1 20-15,0 1-24 0,-2-2 14 0,2 0-40 16,2-1 1-16,-3-1-45 0,-1-3 5 0,2-3-60 16,0-3-28-16,0 0-3 0,0-5-24 0,2-1-13 15,-6-9-60-15,12 7-136 0,-12-7 202 0</inkml:trace>
  <inkml:trace contextRef="#ctx0" brushRef="#br0" timeOffset="102863.2">6169 16321 153 0,'4'-23'513'0,"-3"5"-156"0,-1 0-71 0,4 5-55 15,-4 1-38-15,1 0-2 0,-1 2-47 0,0 10-4 16,1-16-46-16,-1 16-6 0,2-12-30 0,-2 12-4 16,0 0-24-16,5-8 14 0,-5 8-23 0,0 0 8 15,10 8-20-15,-10-8 10 0,9 16-19 0,-1-7 12 16,-2 4-13-16,0 0 12 0,1 1-30 0,-3 0-7 15,3 1-17-15,-3-1-23 0,1 3-26 0,0-4-30 16,-1-2-37-16,0 0-34 0,0 0-86 0,-4-11 58 16,4 12-213-16,-4-12 158 0</inkml:trace>
  <inkml:trace contextRef="#ctx0" brushRef="#br0" timeOffset="103021.22">6257 16087 331 0,'-3'-24'325'0,"2"6"-90"0,0 4-69 15,0 2-51-15,1 0-37 0,0 12-34 0,-3-15-15 16,3 15-6-16,0-11-19 0,0 11-8 0,0 0 0 16,0 0-22-16,0 0-16 0,0 0-29 0,0 0-11 15,22 5-70-15,-22-5 31 0,13 12-131 0,-4-4 74 16</inkml:trace>
  <inkml:trace contextRef="#ctx0" brushRef="#br0" timeOffset="103467.21">6394 16073 172 0,'0'0'313'0,"0"0"-89"0,0 0-32 0,18-3-45 15,-18 3-13-15,7-5-9 0,-7 5-3 0,9-7-28 16,-9 7 10-16,4-10 22 0,-4 10-42 0,4-7 32 16,-4 7-41-16,0 0 25 0,4-10-32 0,-4 10 20 15,0 0-35-15,0 0 16 0,4-9-34 0,-4 9 16 16,0 0-29-16,0 0 11 0,0 0-16 0,0 0 10 16,1 16-28-16,-1-16 22 0,0 23-23 0,0-9 19 15,0 5-22-15,0-2 19 0,3 2-22 0,-2-1 18 16,0 1-17-16,3 0 12 0,-2-1-14 15,2-2 20-15,0 1-24 0,1-4 10 16,-1-1-33-16,3-2 28 0,0-2-41 0,1-2 30 16,-8-6-44-16,15 5-14 0,-15-5-10 0,21-5-2 15,-8-3-23-15,2-4-3 0,0-2-17 0,-2-1 12 16,1-5 8-16,0-3-2 0,-3-4-3 0,1 1 9 16,-6 1 11-16,-2-1 20 0,0-1 31 0,-1 4 51 15,-2-1 46-15,-1 3 46 0,0 2 37 0,0 1-3 16,-3 2 15-16,2 4-8 0,1 2-5 0,-1 1-1 15,1 9-20-15,-3-17-14 0,3 17-18 0,0-15-14 16,0 15-14-16,-1-9-10 0,1 9-14 16,0 0-1-16,0 0-7 0,0 0 12 0,0 0 27 15,0 0-38-15,8 9-1 0,-3-1 3 16,0 3-1-16,0 3-4 0,1 4 1 0,2-1-19 16,-3 2 2-16,4 2-2 0,-4 0 5 0,1 2-12 15,1-1 18-15,-2-2-29 0,4 2 1 0,-3-4-40 16,-2-1 19-16,1-3-67 0,2-2-20 0,-1-2 5 15,-1-2-16-15,-5-8-28 0,13 5-19 0,-13-5-68 16,18-4 46-16,-9-2-191 0,0-5 197 0</inkml:trace>
  <inkml:trace contextRef="#ctx0" brushRef="#br0" timeOffset="103715.2">6863 16033 568 0,'5'-25'222'0,"-1"0"-10"0,1 0 13 16,-4 4-44-16,2 3 2 0,-2 4-66 0,0 0 28 16,-1 14-53-16,0-19 34 15,0 19-19-15,-1-15-17 0,1 15-19 0,-4-9-14 16,4 9-9-16,0 0-13 0,-8-6-12 0,8 6 3 15,0 0-22-15,-11 8 9 0,11-8 2 0,-9 9-3 16,9-9-3-16,-9 16-1 0,9-16-3 0,-6 16 1 16,3-8-22-16,3-8 25 0,-5 18-27 0,4-8 26 15,1-10-13-15,0 18 23 0,0-18-19 0,1 18 22 16,0-8-16-16,-1-10 16 0,7 18-12 16,-3-9 7-16,1-1-15 0,2 1 5 0,0-2-19 0,-1 0 13 15,-6-7-29-15,19 9 17 0,-19-9-48 0,21 6 7 16,-21-6-69-16,24-1-41 0,-24 1-7 0,29-5-43 15,-12 0-9-15,-3-1-7 16,0-2-183-16,0-1 182 0</inkml:trace>
  <inkml:trace contextRef="#ctx0" brushRef="#br0" timeOffset="104296.2">7091 15895 434 0,'3'-13'359'0,"-3"13"-48"0,0 0-92 16,0-12 3-16,0 12-52 0,0 0-26 0,0 0-26 15,-1-11-23-15,1 11-20 0,0 0-14 0,0 0-13 16,0 0-10-16,0 0-8 0,0 0-14 0,0 0 6 15,5 12-42-15,-5-12 39 0,4 11-35 16,-4-11 37-16,5 15-35 0,-5-15 43 0,6 14-48 0,-6-14 39 16,8 14-42-16,-8-14 41 0,6 16-42 0,-6-16 43 15,8 11-27-15,-8-11 35 16,4 10-32-16,-4-10 34 0,0 0-32 0,9 8 27 16,-9-8-33-16,0 0 30 0,0 0-42 0,12-8 38 15,-12 8-42-15,8-11 30 0,-8 11-2 0,4-18-2 16,-3 8 1-16,-1-2-1 0,0-1-12 0,-1 1 15 15,0 0-41-15,-2 0 46 0,1 0-34 0,-1 4 45 16,3 8-30-16,-5-14 39 0,5 14-34 0,-4-12 29 16,4 12-34-16,0 0 32 0,0 0-8 0,-14-3 2 15,14 3 0-15,-8 9-2 0,8-9-2 0,-7 18-3 16,3-8 0-16,0 2-30 0,-1 2 20 0,4 1-16 16,-2 0 39-16,3-1-38 15,0 0 27-15,1-1-29 0,2 1 29 0,0-2-39 16,-1 1 27-16,4-4-49 0,-1-1 42 0,2 1-41 15,-7-9 14-15,15 7-59 0,-15-7 5 0,21 0-31 16,-21 0-6-16,24-9 2 0,-8-1 10 0,0-2 19 16,-2-2 6-16,0 0 28 0,-2-2 7 0,0-3 32 15,-1-2 4-15,1-4 21 0,-3-4 11 0,0 0 19 16,-1 0 31-16,-2 3 10 0,1 1 48 0,-2 3-27 16,-1 1 38-16,-2 3-38 0,2 1 28 0,-1 5-24 15,0 1 17-15,-3 11-20 0,4-17-4 0,-4 17-37 16,3-12-1-16,-3 12-15 0,1-10-4 15,-1 10-18-15,0 0 13 0,0 0-6 16,0 0 3-16,10 4-12 0,-10-4 6 0,8 18-1 16,-2-8-7-16,-2 6 0 0,0 0-5 0,1 2 1 15,-1 2 2-15,1 2-6 0,-1-1 16 0,2 0-65 16,-2 0-6-16,1 1-14 0,-2-1-8 0,-1-4-18 16,1 0-54-16,-2-1-26 0,2-2-36 0,-3-3-14 15,0-11-40-15,0 17-236 0,0-17 48 0</inkml:trace>
  <inkml:trace contextRef="#ctx0" brushRef="#br0" timeOffset="104439.2">7408 15870 126 0,'-1'-12'585'0,"1"12"-195"0,0 0-84 15,-4-13-95-15,4 13-47 0,0 0-24 16,-1-9-33-16,1 9-20 0,0 0-17 16,4-13-32-16,-4 13-34 0,9-11-68 0,-3 5-92 15,3 0-104-15,4-3-250 0,1 0 18 0</inkml:trace>
  <inkml:trace contextRef="#ctx0" brushRef="#br0" timeOffset="104579.2">7788 15637 242 0,'0'0'558'0,"0"0"-155"0,18-3-116 16,-18 3-53-16,0 0-71 0,0 0-8 0,15-1-53 16,-15 1 4-16,0 0-41 0,0 0 9 15,18-3-37-15,-18 3 9 0,17-5-38 0,-17 5-2 16,16-2-84-16,-16 2-39 0,21-6-79 15,-21 6-87-15,19-2-244 0,-19 2-12 0</inkml:trace>
  <inkml:trace contextRef="#ctx0" brushRef="#br0" timeOffset="104730.22">7931 15678 594 0,'0'0'485'0,"-6"10"-107"0,6-10-102 0,0 0-55 0,-7 12-40 15,7-12-33-15,0 0-6 0,-5 7 10 0,5-7-7 16,0 0-3-16,0 0-23 0,0 0-33 0,0 0-45 15,0 0-54-15,0 0-59 0,13 5-32 16,-13-5-67-16,18-10-57 0,-8 3-112 0,2-2-295 16,0 1-166-16</inkml:trace>
  <inkml:trace contextRef="#ctx0" brushRef="#br0" timeOffset="105045.2">7614 14577 510 0,'-16'-2'507'0,"16"2"-127"0,0 0-106 0,-16 0-59 15,16 0-45-15,0 0-38 0,-10-6-25 0,10 6-23 16,0 0-23-16,0-11-13 0,0 11-34 0,13-12-30 16,-7 6-81-16,6-2-57 0,0 1-85 15,0-1-70-15,3 0-185 0,-2 3 47 0</inkml:trace>
  <inkml:trace contextRef="#ctx0" brushRef="#br0" timeOffset="105185.2">7692 14580 342 0,'-2'16'489'0,"2"-16"-124"0,-2 11-109 16,2-11-43-16,2 11-76 0,-2-11-3 0,2 12-48 16,-2-12 18-16,8 10-55 0,-8-10 22 0,11 8-47 15,-11-8 7-15,21 7-94 0,-21-7-110 0,25 1-166 16,-7-2-165-16,4-4 28 0</inkml:trace>
  <inkml:trace contextRef="#ctx0" brushRef="#br0" timeOffset="116663.42">9596 15100 97 0,'0'0'423'0,"-3"-14"-143"15,3 14-79-15,-3-14-43 0,3 14-13 0,-7-14-29 16,7 14 5-16,-7-13-8 0,7 13-2 0,-7-13-4 16,7 13-8-16,-6-12-9 0,6 12-32 0,-5-11 12 15,5 11-2-15,-7-8-2 0,7 8 5 0,0 0-5 16,-7-10 5-16,7 10-1 0,0 0-9 0,-8-9-9 15,8 9-10-15,0 0-10 0,-10-5-2 0,10 5-5 16,0 0-8-16,0 0-1 0,-23 2 4 0,23-2 23 16,-18 7-34-16,9-2 26 0,0 4-36 15,-1-1 32-15,0 4-35 0,-2 1 24 0,4 3-23 16,-2-2 19-16,1 3-31 0,3 0 11 16,1-1-3-16,0 0 0 0,1 2 3 0,3 0 0 15,1-1-3-15,0 1 5 0,1-2 1 0,3 6-4 16,2-2 4-16,2-1 1 0,-1 0-6 0,2-3 12 15,3 1-8-15,-2-4 7 0,4 2 0 0,-1-6 2 16,-3 3-2-16,4-4 8 0,0-2-3 0,0 0 7 16,-14-6 1-16,26 4 1 0,-26-4-3 0,27-2 2 15,-11-3-4-15,-2-2 7 0,3-1 5 16,-3-6 1-16,3 2 4 0,-6-2-5 0,3-3-1 0,-2-2 3 16,-2-3 8-16,-1 2 6 0,-3-4 6 15,1 2 9-15,-5 2-15 0,3-3 5 0,-5 1-13 16,0 3 8-16,0-1-18 0,-2 3-1 0,-1 1-3 15,-2-1 0-15,0 1-10 0,-2 3-10 16,1 0-15-16,-3 2-11 0,-1 3-18 0,-2 2-17 16,-2 1-27-16,14 5-31 0,-26-4-29 0,26 4 5 15,-30 5-9-15,11 2-25 0,0 3-35 0,1 2-48 16,3 1 18-16,-3 1-61 0,5 2-213 0,-1 1 9 16</inkml:trace>
  <inkml:trace contextRef="#ctx0" brushRef="#br0" timeOffset="117013.42">9535 15475 162 0,'0'0'503'0,"0"0"-181"15,0 0-34-15,5-10-86 0,-5 10-6 0,0 0-54 16,0 0 19-16,1-11-47 0,-1 11 0 0,0 0-21 15,0 0-9-15,0 0-17 0,0 0-11 0,0 0-13 16,3-9-5-16,-3 9-2 0,0 0 10 0,0 0 11 16,5 13-3-16,-5-13 6 0,2 17 1 15,2-4-3-15,-1 6 3 0,-1 3-1 16,1 1-3-16,-1 4-3 0,1-1-8 0,0 9-7 16,-1-1-5-16,1 1 12 0,0 2-22 0,0-1-9 15,-2-2-4-15,2 0-1 0,-2-5-2 0,2-2 1 16,-1-1-8-16,-1-2 7 0,2-1-7 0,-3-7 7 15,3 2-9-15,-1-5 3 0,-2-1-22 0,3-2-27 16,-3-10-30-16,1 18-32 0,-1-18 11 0,4 14-24 16,-4-14 18-16,0 0-54 0,0 0-42 0,0 0-44 15,0 0-44-15,0 0 16 0,0 0-230 0,0 0 39 16</inkml:trace>
  <inkml:trace contextRef="#ctx0" brushRef="#br0" timeOffset="117277.42">9588 15823 146 0,'0'0'584'0,"-2"-13"-198"0,2 13-71 16,-5-13-95-16,5 13-42 0,-12-10-41 0,12 10-10 16,-11-12-19-16,11 12-4 0,-16-5-17 15,16 5-17-15,-15-5-14 0,15 5-9 0,-20 0-16 16,20 0-3-16,-22 4-13 0,9 2 1 0,0 0 31 15,-2 1-41-15,-1 4 29 0,1 0-38 16,1 2 32-16,0 0-39 0,3 1 23 0,-2 1-35 16,4-1-16-16,0-2-13 0,5-4-9 0,-2 4-31 15,2-3-43-15,4-9 1 0,-4 13-8 0,4-13-16 16,0 0-10-16,4 12-26 0,-4-12-24 0,0 0-188 16,17-4 188-16</inkml:trace>
  <inkml:trace contextRef="#ctx0" brushRef="#br0" timeOffset="117469.42">9569 15758 242 0,'0'0'381'0,"12"-3"-105"0,-12 3-86 15,0 0-26-15,11-7-44 0,-11 7 23 0,0 0-47 16,18-2 24-16,-18 2-42 0,0 0 17 0,23-2-38 16,-23 2 23-16,23 1-13 0,-23-1-23 0,28 1-1 15,-28-1-9-15,32 2-4 0,-13 1-8 0,-2 0-4 16,2 1-4-16,3-1-16 0,-6 1-32 0,2 1-55 15,-2 0-46-15,-1 1-35 0,-3 0-58 0,-3-1-258 16,-1 2 62-16</inkml:trace>
  <inkml:trace contextRef="#ctx0" brushRef="#br0" timeOffset="117748.42">9656 16007 585 0,'-9'-7'425'0,"9"7"-112"15,0 0-67-15,-14-2-63 0,14 2-32 0,0 0-26 16,0 0-17-16,-15-4-16 0,15 4-16 0,0 0-15 16,-17 4-10-16,17-4-19 0,-11 8 0 0,3-1-31 15,-2 5 26-15,-2 3-35 0,2 1 31 0,-4 3-31 16,0 3 26-16,-1 2-31 0,0 0 23 0,2 1-24 15,-3-1 24-15,3-1-36 0,3-3 18 16,1-1-61-16,-1-2-4 0,4 1-61 0,-1-4-36 16,2-2-27-16,1-2-55 0,4-10-220 0,-2 13 93 15</inkml:trace>
  <inkml:trace contextRef="#ctx0" brushRef="#br0" timeOffset="117974.42">9657 16044 301 0,'9'-11'509'16,"0"4"-165"-16,0 1-69 0,-2-1-77 15,-7 7-41-15,11-10-41 0,-11 10-8 0,15-5-12 16,-15 5-4-16,18-3-8 0,-18 3-12 0,22 0-10 16,-22 0-13-16,27 3-18 0,-12 1-2 15,3 1-18-15,1 0 22 0,2 2-15 0,-2-1-4 16,0 1-12-16,3-1-20 0,-4 2-30 0,-1-1-93 15,2 1-73-15,-6-3-73 0,0 2-261 0,-1-3-51 16</inkml:trace>
  <inkml:trace contextRef="#ctx0" brushRef="#br0" timeOffset="136715.31">5199 13962 55 0,'0'0'162'16,"0"0"-29"-16,0 0-16 0,0 0-115 0,0-11 157 16,0 11 20-16,0 0-36 0,0 0-10 15,-1-10-30-15,1 10-11 0,0 0-28 0,-4-8 1 0,4 8-24 16,0 0 26-16,-5-7-13 0,5 7-9 15,0 0-5-15,-8-10 7 0,8 10-6 16,-7-7-2-16,7 7-3 0,-8-7-4 0,8 7 19 16,-8-6-38-16,8 6 20 0,-10-5-23 0,10 5 21 15,0 0-30-15,-18-5 13 0,18 5-33 0,-16-3 44 16,16 3-41-16,-20 0 20 0,20 0-21 0,-19 0 18 16,19 0-16-16,-23 1-4 0,23-1-2 0,-23 4 27 15,23-4-17-15,-24 3 2 0,24-3 1 0,-27 5-1 16,27-5 5-16,-26 4-1 0,26-4-1 0,-26 2-1 15,26-2 3-15,-28 4-1 0,28-4 11 0,-31 6-23 16,14-4 12-16,-1-2 1 0,2 3-2 0,-4-2 2 16,3 2-7-16,-3-2-1 0,0 2 3 15,-3 1 0-15,1-2-10 0,-2 0 11 0,1 4-2 16,-1-4-6-16,2 3 3 0,-1-1-22 0,0 0-90 16,-1 0-49-16,0-1 97 0,-1 1-66 0,1 1 108 15,-2 0-70-15,1 1 94 0,-2 0-75 16,0-1 91-16,1 2-1 0,1-2-5 0,-2 2-5 15,2-2-11-15,-1 4 9 0,-5-1 0 0,2 1-2 16,5-1 2-16,1 1-1 0,-7-1 0 0,6 1 1 16,1-1 1-16,0-1 0 0,1 3 2 0,-2 0-1 15,1-1-5-15,1 0 0 0,2-1 4 0,-2 0-2 16,2 1-1-16,-1 0 2 0,-1-1 1 0,2 1-3 16,-3 1 3-16,4-2 0 0,-3 1 6 15,1 1-2-15,0-1 3 0,-2 1-10 0,3 0 1 16,-1-1 9-16,-2 1 0 0,3 0 0 0,-2-1 0 15,3 3-3-15,-3-1 6 0,0-2-3 0,2 1-76 16,-2 0 90-16,2 1-71 0,-1-1 77 0,1 0-73 16,-2 2 78-16,2 0-92 0,-6 2 104 0,1 0-76 15,-1 1 76-15,2 0-71 0,-3 0 77 16,4 0-79-16,-1 0 60 0,1-1-58 0,0 2 75 16,3-2-80-16,0-2 75 0,1-1-67 0,2 1 75 15,-2 2-79-15,1-2 72 0,-1-2-70 0,1 3 69 16,3-2-61-16,-2 1 57 0,3 0-71 0,-1 1 75 15,2-1-73-15,0-3 66 0,-1 5-65 16,4-4 71-16,-4 0-76 0,4 4 76 0,-1-2-74 16,0 1 72-16,-1 1-70 0,1-2 72 0,-1 2-76 15,2-1 73-15,-3 3-68 0,2-1 65 0,1 0-66 16,-3 1 72-16,3 0-77 0,-3-2 75 0,3 2-68 16,-1-1 59-16,0 0 11 0,2 0-10 0,0-3-3 15,3 1-1-15,-3 0-5 0,1-1-69 0,2 0 78 16,-1 1-67-16,0 0 81 0,-1 0-77 0,3-1 81 15,-2 3-79-15,1-1 82 0,0 0-79 16,-1 0 86-16,2 1-91 0,-1 0 94 0,-2 3-94 16,2 1 95-16,-2-1-98 0,3-1 101 0,-3 3-95 15,1 0 95-15,-1-2-94 0,2 2 96 16,-2-2-100-16,-1 1 98 0,3 0-101 0,-2 0 100 16,1-1-99-16,-1 1 101 0,0-2-110 0,1 1 112 15,1-2-95-15,0 1 91 0,-2-4-97 0,3 3 92 16,-1-3-91-16,-1 1 89 0,1 0-99 0,1-1 105 15,0 1-100-15,-1 0 107 0,1 0-110 0,0-1 101 16,-1 1-92-16,2 0 93 0,-1 0-101 0,1 0 105 16,0-2-105-16,2-1 104 0,-1-1-14 0,0 1-10 15,1-2-9-15,0 2-4 0,0 1 0 0,1-1 3 16,0 2 3-16,1 0-2 0,0 1-96 0,0-2 116 16,0 3-105-16,0 0 116 0,0-1-110 15,1 0 114-15,-1 1-112 0,3 2 115 0,-2-3-116 16,2 0 118-16,0 1-116 0,2-1 114 0,-2 0-115 15,1-1 125-15,1 1-124 0,0 0 124 0,1-1-121 16,1 0 127-16,-1-1-121 0,0 2 117 16,2-2-119-16,1-1 116 0,-1-1-121 0,-1 1 120 15,2-2-116-15,0 1 112 0,0-2-111 0,3 1 107 16,-2-1-103-16,0-1 102 0,3 1-99 0,0-2 99 16,-2 1-85-16,3-2 85 0,-1 0-102 0,4 1 96 15,-3-2-95-15,1 0 95 0,-15-4-95 16,32 4 95-16,-14-2-94 0,0 2 93 0,1-4-93 15,0 1 92-15,-1-1-93 0,1 2 82 0,-1-2-81 16,1 0 90-16,-1 0-91 0,3-2 93 0,-2 2-90 16,-1-1 87-16,1 1-86 0,-1-4 87 0,2 2-90 15,3-1 77-15,0 0-74 0,-1-2 86 0,2 0-88 16,2-2 85-16,-1 2-84 0,7-4 84 0,-1 0-84 16,-1 0 84-16,2 0-85 0,-1-1 82 15,1 1-73-15,-1 1 60 0,-4 1-73 0,-2 2 82 16,-1-2-80-16,1 2 81 0,-1-1-80 0,0 2 80 15,0-1-81-15,2 0 83 0,-3 1-82 0,3-1 65 16,-1 0-52-16,1 1 73 0,0 1-13 0,3-2-4 16,-1 1-1-16,5-1-2 0,1 0-5 15,1-2-4-15,0 2-4 0,-2-2 3 0,0 1-12 16,0 0-9-16,2 1 3 0,-8 0 7 0,6-2-7 16,-6 4 4-16,1-2-3 0,0 0 1 0,-1 2 1 15,1-1 0-15,-1 2 2 0,1-3-2 0,-3 2-6 16,2-3 8-16,1 3-6 0,-2-1 1 0,1-1 5 15,1-1-1-15,0 2 0 0,4-2 32 16,-2-1-40-16,1 0 33 0,1 0-36 0,-5 1 22 16,0 0-26-16,-2 0 31 0,2 0-35 0,0 1 34 15,-4-2-34-15,3 1 34 0,-2 1-31 0,-1 0 31 16,0-1-34-16,-3 3 32 0,2-3-38 0,0 2 38 16,-6 0-32-16,2 1 33 0,0 0-37 15,1-1 35-15,3-1-33 0,-4 3 33 0,1 0-39 16,0-1 40-16,-1 0-34 0,1 1 34 0,2 0-35 15,-2-1 39-15,0 2-36 0,2-1 35 0,-1 1-28 16,3-3 36-16,-4 3-43 0,4 0 34 0,0-1-36 16,0-1 37-16,-2 1-35 0,2-1 26 15,-2 1-17-15,2-2 23 0,-2 1-30 0,-1-1 32 0,2 1-33 16,-4 0 34-16,1-1-34 0,0 1 31 16,-2 0-33-16,2 1 28 0,-2-2-27 15,-1 1 39-15,2 0-43 0,0-1 41 0,0 1-34 16,-3 0 33-16,4-2-33 0,-3 1 31 0,1-1-32 0,0 1 30 15,1-1-33-15,-4 2 25 0,4-3-23 16,0 1 27-16,-3 2-25 0,3-2 29 0,-1 3-32 16,0-4 24-16,-1 2-22 0,2-1 2 0,-2 2 3 15,1-1-2-15,1 0 4 0,-1-2 2 0,-1 5-4 16,1-3 3-16,-1 0 3 0,1 1 0 0,-1-1 0 16,0-1 0-16,2 1-1 0,0 0 1 0,-3 0 1 15,0 1-2-15,2-2 2 0,-2 3-5 0,2-4 3 16,-2 4 2-16,2-2-3 0,-2-2 4 0,2 4 0 15,-2-4 2-15,2 0-3 0,-1 3-2 16,0-2 2-16,0 1 0 0,0 0-12 16,-1 0 8-16,3-1 6 0,-3 1-1 0,2-1 0 0,-2 0 1 15,2 1 17-15,-2-2-23 0,2 1 1 16,-2 1 0-16,0-1 2 0,1-1-3 0,0 0-2 16,-2 3 6-16,3-2 0 0,-3 1-1 0,3-1 0 15,-3-2 0-15,1 2 0 0,-1 1-3 0,1 0 31 16,-1-2-33-16,2 0 30 0,-1 1-35 0,-1 1-1 15,-1-1 7-15,2-1 1 0,-1 0 4 0,2 1-5 16,-1-2 2-16,-1 0 0 0,0 1 2 0,5-2 9 16,-2 0-11-16,-3 2-1 0,0-2-4 0,3 1 2 15,-3-1 5-15,1 0 28 0,-1-1-33 0,1 2 29 16,1-2-33-16,-1 2 17 0,-1-1-16 16,-1 0 52-16,2 1-66 0,2-3 39 15,-4 3-30-15,0-1 29 0,2 1-33 0,-2-2 32 16,3 0-30-16,0 1 29 0,0-1-30 0,0 1 24 15,-1-2-21-15,0 0 27 0,2 1-31 0,-2 1 32 16,2-1-30-16,-1-3 30 0,2 4-1 0,-3-1-6 16,2-2 0-16,0 1-3 0,-2 0-7 0,3 0 1 15,-4 1 6-15,3 1-2 0,-6 0 1 0,3-1 0 16,-1 2-1-16,1 0 0 0,-4-1 2 0,2 1-3 16,0 0 0-16,0 0 1 0,-2-1-3 15,3 1-7-15,-1-1 4 0,0 2 1 0,0-1 0 0,1-1 5 16,3-2-24-16,1 1 29 0,-2-1-28 15,2 1 30-15,-2-1-26 0,3 2 22 16,-4-2-21-16,4 1 30 0,-5 1-35 0,1 2 30 16,-2-2-21-16,0 0 25 0,2-1-25 0,0 2 27 15,-1-1-32-15,-3-1 34 0,4 2-45 0,-2-3 46 16,-2 2-31-16,3 1 24 0,-2-2-29 0,-2 0 37 16,4 1-27-16,-3-1 23 0,-1-2-30 0,2 2 29 15,0-3-28-15,-2 2 22 0,2-2-22 0,-1-5 23 16,2 5-28-16,-3-5 36 0,1 2-31 0,-3 3 37 15,0-2-38-15,1 0 29 0,-3-1-29 0,0 1 29 16,-1-1-28-16,0 0 24 0,-1 3-32 0,0-2 26 16,-3 2-23-16,1-2 26 0,-1 1-30 15,0-1 29-15,-1 0-32 0,1 1 32 16,-3-1-32-16,2-1 21 0,-2 2 8 0,0-3-7 16,-1 1-1-16,0 0 0 0,-1-1-3 0,3 1 1 15,-5 0-1-15,2 0-8 0,-1 0 4 0,-2 2-9 16,2-1-19-16,-2-1 32 0,-2 0-33 0,-2 1 40 15,1 0-34-15,-2 1 27 0,0-1-28 0,-2 2 28 16,-1 0-28-16,1 0 27 0,-4 2-25 0,2 0 20 16,0 1-17-16,0-1 23 0,-1 2-24 0,3 1 29 15,-2-1-28-15,3 2 25 0,-3 1-19 0,2 0 24 16,0 0-21-16,-1 0 19 0,1 0-25 0,0 1 29 16,-2-1-24-16,2 2 5 0,-2-3 5 15,-1 3-4-15,3-1 8 0,-3 0-13 0,0 0 15 16,-4 1-1-16,2 1-7 0,-1-1 4 15,-2-1-10-15,-1-1 11 0,0 5 1 0,-1-2-2 16,-1-1 0-16,-1 0-4 0,0 2 6 0,2 0 0 16,-1-1-3-16,3 0-2 0,-1 1-2 0,2 1 4 15,3-1-8-15,0 1 8 0,0-1 0 0,0 1 1 16,-1-2 6-16,1 2-11 0,0-1 4 0,19 1-2 16,-33 0 0-16,33 0 5 0,-33 0-1 0,13 0 3 15,1 0-9-15,-1-1 2 0,-1 2-14 0,-2-1 11 16,-2 0 0-16,-1 0-3 0,-2 1 0 0,0-1 2 15,3 2-1-15,0-1 1 0,-2 0 2 16,3 2 0-16,-2-1 1 0,1 0 0 0,3-1 6 16,2 3-1-16,1-3 3 0,-1 0-1 0,1 0-2 15,4-1 3-15,15 0 2 0,-28 5 1 16,28-5-1-16,-27 0-1 0,27 0-1 0,-24 1-2 16,24-1 3-16,-23 3-3 0,23-3-1 0,-26 1 3 15,26-1-3-15,-27 2-1 0,27-2-1 0,-28 2 2 16,28-2 3-16,-31 3-1 0,15 0 2 0,-2-1-4 15,1 1 3-15,1-2 0 0,2 2-1 0,14-3 4 16,-28 3-2-16,28-3-2 0,-29 2 5 0,29-2 1 16,-26 5-2-16,26-5 1 0,-26 4 2 0,26-4-3 15,-22 0 1-15,22 0-6 0,-21 3 6 16,21-3 1-16,-22 0-3 0,22 0-1 0,-24 0 5 16,24 0-3-16,-22 0 1 0,22 0 0 0,-24 0 0 15,24 0 0-15,-27 0-1 0,27 0-2 0,-27 0 2 16,27 0-1-16,-27-3 8 0,27 3-97 0,-23-2 109 15,23 2-3-15,-26-3-10 0,26 3 13 16,-24-4-89-16,24 4 95 0,-21-4-95 0,21 4 106 16,-21-5-88-16,21 5 84 0,-17-5-81 0,17 5 91 15,-17-6-95-15,17 6 97 0,-17-5-87 0,17 5 88 16,-18-4-89-16,18 4 88 0,-19-7-88 16,19 7 89-16,-18-7-95 0,18 7 91 0,-20-7-80 15,20 7 78-15,-20-8-81 0,20 8 85 0,-20-8-78 16,20 8 75-16,-18-11-80 0,18 11 82 0,-18-8-89 15,18 8 90-15,-15-10-96 0,15 10 96 0,-14-9-87 16,14 9 90-16,-13-8-88 0,13 8 88 0,-13-9-100 16,13 9 101-16,-11-8-98 0,11 8 97 0,-13-9-83 15,13 9 80-15,-12-7-91 0,12 7 90 0,-15-8-90 16,15 8 74-16,-14-6-82 0,14 6 88 0,-20-8-84 16,20 8 87-16,-25-4-87 0,25 4 82 15,-28-3-77-15,28 3 75 0,-36 3-68 0,14 1 70 16,-3-1-68-16,1 1 64 0,0-1-63 0,-1 2 71 15,1 2-87-15,2 0 82 0,-1-1-72 16,2 2-121-16,0-1 44 0</inkml:trace>
  <inkml:trace contextRef="#ctx0" brushRef="#br0" timeOffset="145183.46">2711 16457 19 0,'0'0'143'0,"-8"-9"104"0,8 9-185 0,-7-7 83 15,7 7-133-15,-8-5 110 0,8 5-143 0,0 0 113 16,-14-8-120-16,14 8 101 0,0 0-109 0,-13-5 98 16,13 5-114-16,0 0 113 0,0 0-105 15,-18 3 99-15,18-3-102 0,-10 5 97 0,10-5-104 16,-11 13 106-16,3-5-99 0,3 3 99 0,-3 3-104 15,1-1 101-15,-1 5-116 0,3 2 118 0,-3 4 4 16,3 0-107-16,-3 7 101 0,2 2-101 0,1 1 106 16,0 3-85-16,1 1 85 0,1 2-110 0,-3-1 107 15,2 2-114-15,2 0 118 0,-1 0-115 0,2-2 127 16,-2 2-119-16,3-3 111 0,0-1-109 0,0-6 105 16,0 0-104-16,3-4 106 0,-2 2-108 0,3-2 107 15,0-1-108-15,0-1 112 0,0-1-108 16,2-2 119-16,0 1-133 0,1-2 125 0,3 0-115 15,-4-1 116-15,3-1-112 0,0 0 113 16,1-2-109-16,-1 0 107 0,3-1-116 0,-1-2 115 16,1-1-114-16,2 0 118 0,-3-1-127 0,2-4 125 15,1-1-119-15,0 0 125 0,0-3-118 0,3-1 117 16,-17-3-116-16,33 2 118 0,-14-4-118 0,4-3 115 16,0-2-115-16,-2 0 126 0,-1-2-131 0,2 1 113 15,-3-2-112-15,-1 0 111 0,-1 0-29 0,-1-2 7 16,-3 1-4-16,2 0-6 0,-5 2 3 0,2-3-5 15,-3 3-6-15,-2-2-4 0,0 2-99 0,-1-1 117 16,1 1-104-16,-5 0 110 0,2 3-107 0,-4 6 107 16,3-17-109-16,-3 17 115 0,0-12-110 15,0 12 115-15,-4-15-117 0,4 15 115 0,-8-14-116 16,8 14 118-16,-10-12-116 0,10 12 117 0,-10-8-119 16,10 8 116-16,-12-9-114 0,12 9 117 0,-15-5-118 15,15 5 101-15,-14-5-104 0,14 5 123 0,-14-4-121 16,14 4 125-16,0 0-116 0,-17-3 117 0,17 3-114 15,0 0 112-15,-17-4-114 0,17 4 115 0,0 0-116 16,-12-6 112-16,12 6-120 0,0 0 123 0,0 0-112 16,-14-2 114-16,14 2-117 0,0 0 115 0,0 0-117 15,0 0 116-15,0 0-123 0,-13-3 124 0,13 3-116 16,0 0 116-16,0 0-123 0,0 0 122 0,0 0-116 16,10-5 120-16,-10 5-125 0,0 0 124 15,19-4-121-15,-19 4 131 0,18 0-116 0,-18 0 102 16,21 0-114-16,-21 0 126 0,23 5-128 0,-23-5 117 15,24 7-114-15,-14-5 105 0,2 4-105 0,-1-1 116 16,-2 1-111-16,0-1 115 0,1 2-106 0,-1 0 108 16,-1 1-114-16,-2-3 111 0,2 2-113 0,-8-7 111 15,13 12-8-15,-13-12-14 0,10 13 0 16,-10-13-7-16,9 13-4 0,-9-13-3 0,4 18-7 16,-3-7-19-16,-1 2-85 0,-1 4 124 0,-2 4-111 15,-1 0 127-15,1 4-117 0,-4 2 95 0,2 4-173 16,-3-1-192-16,3 3 254 0</inkml:trace>
  <inkml:trace contextRef="#ctx0" brushRef="#br0" timeOffset="172999.04">7426 15408 3 0,'0'0'305'0,"0"0"-60"15,-7-8-66-15,7 8-28 0,0 0-21 0,-12-6-12 16,12 6-5-16,0 0-3 0,-12-8-19 0,12 8-7 16,-11-3-18-16,11 3 21 0,0 0-36 0,-18-4 4 15,18 4-10-15,0 0 24 0,-22 1-43 16,22-1 29-16,-20 0-61 0,20 0 3 0,-27 6 51 0,27-6-1 15,-29 0 20-15,29 0-45 0,-27 0-4 0,27 0-6 16,-30-3-1-16,30 3-10 16,-30 0 2-16,11 0 2 0,0 0 2 0,1 0-3 15,-4 0 5-15,3 0-6 0,-2-3 1 0,-3 3-3 16,0-1 1-16,-3 1-2 0,3 0-6 0,-2 0 6 16,0 0 0-16,1 0 3 0,-2 4 25 0,-1-4-33 15,0 0 32-15,1 3-37 0,-2-3 4 0,1 1 1 16,-3 2 1-16,0-2-5 0,-3 3 8 0,-2 1-3 15,3-1 5-15,2-2 1 0,0 0 2 0,2 2 1 16,-3-3-2-16,3 2 3 0,-6 1-5 0,6 0-9 16,-2-1 12-16,-2 2-6 0,5-4 6 0,0 4-2 15,1-2-2-15,-1 2 0 0,1 0 0 16,0-1-1-16,2 2-2 0,0-1 0 0,-3 2-5 16,1-3-5-16,-5 6 10 0,-1-3-5 15,1 1 5-15,-3 2 3 0,-1 0-6 0,1 1 0 16,-3 0 3-16,-1 0 0 0,0-1 1 0,1 1-6 15,-2 0-6-15,-1-1 0 0,3 1 8 0,-2-2 1 16,3 3-2-16,-3-4-1 0,2 1-1 0,2-1-7 16,0 1 9-16,2 0 27 0,-3-1-41 0,5 2 27 15,-1-2-22-15,2 1 25 0,-2 0-27 0,1 0 24 16,3-1-27-16,-1 3 24 0,0-2-25 0,-2 1 23 16,2 2-22-16,-3 0 23 0,1-2-30 15,0 4 26-15,-3-1-16 0,1 1 28 0,0 0-24 16,-1 1 14-16,1 0-14 0,-1-2-1 0,2 3 2 15,0-4 1-15,-2 3 1 0,2 1 1 0,-2-1-8 16,4-1 13-16,-4 1-4 0,3-1 0 16,3 0-1-16,-2 0-3 0,2 0 3 0,-2-1 5 15,3 1-26-15,0 0 27 0,1-1-84 16,-1 1 98-16,1 0-100 0,-1 0 103 0,2-1-83 0,-1 0 100 16,3 1-99-16,-1-1 99 0,4-3-96 0,1 2 105 15,-2 0-102-15,3-2 103 0,-2 1-100 16,1 0 113-16,2 0-121 0,-2 0 106 0,-1 0-98 0,3 0 111 15,-2 1-105-15,-2-1 113 0,4 1-120 0,-2 1 110 16,-6-1-111-16,8 2 111 0,-3-4-114 16,-4 4 117-16,5-3-121 0,-5 3 107 0,1-2-97 15,4 0 106-15,-2 0-115 0,2-1 114 0,-2 1-113 16,3-1 109-16,-2 0-9 0,2 0-10 0,0 1-6 16,0-3-21-16,0 2 10 0,1 0-2 15,1-1-5-15,-1 1-5 0,0 2 2 0,3-3 3 16,-3 4-3-16,3-2 0 0,-2 1-96 0,2 0 120 15,1 2-105-15,-1 0 119 0,0 0-109 0,2 1 116 16,0-2-106-16,0 1 113 0,-1 0-112 0,1 0 116 16,-1 2-114-16,1-1 115 0,-1 2-120 0,3 0 124 15,-2 0-114-15,0 2 118 0,0-2-117 16,1 1 11-16,-1-1 9 0,1 2 9 0,1-2 5 16,0-1 2-16,1 1 1 0,0 1 7 0,1-2-1 15,0 2 8-15,0-2 2 0,3 1-6 0,-2 1 118 16,2-1-126-16,-2 2 115 0,3-2-125 0,1 2 112 15,-1 0-118-15,1-1 112 0,1 0-117 0,1-2 113 16,-1 0-117-16,1 1 95 0,2 1-89 0,-1-2 107 16,1 1-112-16,1-2 117 0,1 2-115 0,1-3 127 15,1 3-130-15,0-2 117 0,1 2-116 0,1 0 112 16,3-1-111-16,-1 0 104 0,1-1-97 16,1 0 100-16,3 1-98 0,-3-3 98 0,4 1-96 0,0 0 96 15,0-1-95-15,0 0 88 0,3-1-85 16,-2 0 92-16,3-2-94 0,1 1 92 0,-1 0-88 15,4-2 85-15,-3 1-85 0,3-2 75 0,-1 0-69 16,0 0 67-16,3-2-71 0,-1 1 78 0,4-3-78 16,-3 1 74-16,2 0-72 0,1-1 71 0,1-1-70 15,-1-1 73-15,2 1-68 0,-1-1 63 0,3-1-65 16,-1-1 75-16,1-1-73 0,1 0 62 0,0-1-60 16,5 0 57-16,3-3-55 0,-3 1 54 0,-1-1-49 15,-1 0 52-15,1-1-51 0,1-1 44 0,-1-2-38 16,0 2 33-16,-3-2-34 0,3 2 29 15,-2-1-21-15,3-1 17 0,-1 1-21 0,-1-3 24 16,0 3-18-16,1-1 12 0,4 0-10 16,-3 0 2-16,0-2 2 0,0 2 6 0,2-2-4 15,0 1-3-15,-1 0-4 0,4-3-2 0,-1 3-2 16,-1-1-2-16,2 0 6 0,-1-2-6 0,0 2-2 16,1 0-2-16,-1 1 20 0,0-4-21 0,1 4 16 15,-4-1-18-15,2 0 17 0,-1-1-19 0,0 1 18 16,-1 2-16-16,-2-2 13 0,2 1-14 0,1-1 10 15,-2 1-11-15,0-1 1 0,-1 0 4 0,2 1 0 16,-1-3 1-16,0 0 1 0,1 2-3 16,0-2 0-16,0 0 3 0,-1 0-2 0,0 2 3 0,1-2-2 15,-2 0 1-15,0 1-1 0,-2 2-2 16,2-3 1-16,-1 2-1 0,0-1 4 0,0 1-6 16,-1-2 11-16,-2 3-11 0,4-2-1 0,-3 2 0 15,2-1 1-15,-2 0 0 0,1-2 1 0,-1 2 0 16,1-1 0-16,-1-2-1 0,2 2 1 0,-2-1 1 15,0-1 0-15,0-1 4 0,1 1-5 0,-5 1 8 16,2-2-7-16,-2-1-5 0,2 3 6 0,-3-2 1 16,-1 2-3-16,-1 0 1 0,1-1 6 0,-3 1 0 15,-3 0-1-15,6 0-3 0,-7 2 2 0,7-4-1 16,-3 2 0-16,1 0-2 0,0-3-5 0,1 3 0 16,-2-2 1-16,1 1 1 0,1-1 12 0,-3-1-16 15,1 1 9-15,2-1-8 0,-2 0 7 16,-1 0-5-16,-1 0 2 0,2 2-1 0,-1-3 16 15,-5 3-15-15,0 1 13 0,1-2-8 0,-1 2 20 16,0-1-5-16,-1 1 5 0,-1 0 6 0,2-2-4 16,-1 2-8-16,-1-3 0 0,2 2-5 0,-1-1-3 15,-2-2-2-15,3 0 1 0,-3 3-5 0,6-7-1 16,-2 0 6-16,0 0-8 0,-1-1 1 16,4-1-2-16,-3 1-1 0,0-1 1 0,-1-2 0 15,1 4 0-15,0-1-2 0,-3 0 2 16,-2 3 4-16,-3 2-4 0,2-1-3 0,0 1 5 0,-3-1-1 15,3 1 0-15,-2-1 1 0,-3 0-1 0,5 1 1 16,-4-1-1-16,0 1 2 0,1-2 5 16,-1 2-14-16,0-1 13 0,1-2-6 0,0 1 1 15,-1 0 1-15,0-2-2 0,1 1 0 0,-1-1 0 16,-1 0-1-16,-1 0 4 0,0 0-3 0,-1 1-3 16,-1 0 15-16,-1 2 5 0,0 1 11 0,-4 3-4 15,0-1 5-15,0-1-1 0,0 2 6 0,-5-3-12 16,1 2 1-16,0-1-11 0,-1 2 2 15,-1 0-15-15,-2 0 1 0,-1 1-10 0,1 0 2 16,1 0-3-16,-3 0 0 0,1 2-8 0,0-2 1 16,-4 3-4-16,3-1 8 0,-3 0-10 15,3 2 4-15,-3-2-8 0,-1-1 6 0,-2 1-2 16,0 0-1-16,2 1 2 0,-1 0-4 0,-2 1-1 16,0-2 3-16,2 0-1 0,-3 1 1 0,3-1-1 15,-3 2-8-15,0-3 1 0,0 2-3 0,-1 1 11 16,1-4-14-16,-2 4 14 0,-1-1-16 0,3-1 14 15,-4 2 18-15,2 0-23 0,-4 0-12 0,2 0 23 16,-5 1-20-16,-5 2 16 0,-2 1-16 0,-4 2 24 16,-3 2-34-16,-3 6-42 0,-12 3-138 15,-7 7-130-15,3 1-201 0,-2 4-72 0</inkml:trace>
  <inkml:trace contextRef="#ctx0" brushRef="#br0" timeOffset="174456.04">1915 14780 521 0,'-8'-18'358'0,"1"1"-95"0,0 3-43 16,2 2-53-16,0 1-34 0,1 0-17 0,2 3-8 15,2 8-8-15,-7-17-19 0,7 17-14 0,-5-10-13 16,5 10-16-16,-2-10-8 0,2 10-12 16,0 0-2-16,0 0 6 0,0 0-8 0,0 0-4 15,24 7 16-15,-9 5-21 0,2-1 3 0,3 7 2 16,3-1-1-16,-1 5 21 0,1-3-28 0,4 6 30 15,-2-2-37-15,2 0 35 0,1 3-25 0,2-1 27 16,-2-1-1-16,0 2-2 0,8 3 28 16,-7-5-41-16,-1 1-2 0,-1 0-2 0,3-1-3 0,-5-1-5 15,3-3 1-15,-5 2-5 0,1-3-4 16,-3 1-6-16,-1-4 17 0,-3-1-18 0,-3-3 17 16,0 0-19-16,-4 2 11 0,1-3-41 0,-4-2 14 15,1 0-74-15,-2-1 5 0,-6-8-52 0,7 16-53 16,-7-16-34-16,-2 12-289 0,2-12-9 0</inkml:trace>
  <inkml:trace contextRef="#ctx0" brushRef="#br0" timeOffset="174777.04">2334 15312 585 0,'0'0'380'0,"0"0"-60"0,-20 3-107 0,20-3-24 0,0 0-70 15,0 0 14-15,-18 1-67 0,18-1 19 16,0 0-55-16,0 0 22 0,0 0-35 0,0 0 35 15,0 0-47-15,4 11 29 0,-4-11-37 0,19 6 34 16,-4-1-39-16,2-1 34 0,2-1-37 0,4 1 42 16,2-4-44-16,2 0 23 0,-1-2-31 0,2-3 39 15,5 0-50-15,2-5 32 0,-5-1-47 0,1-1 27 16,-4-4-25-16,0 0 37 0,-4 0-18 0,-3-2 25 16,-6 1-26-16,-1 0 33 0,-4-3-35 15,-4 2 50-15,-1 0 13 0,-4 2 10 0,0 1 9 16,0-2 6-16,-3 0-3 0,1 4 7 0,-2 0-2 15,0 3-5-15,0 0-11 0,0 2-12 0,4 8-6 16,-11-12-9-16,11 12-5 0,0 0 20 16,-19 0-32-16,10 6 2 0,0 3 0 0,-3 6 0 15,1 4-4-15,1 7-3 0,-1 1-13 0,1 4-46 16,2 1-1-16,2 2-103 0,1 0-33 0,-1 2-59 16,2-2-308-16,1-4-82 0</inkml:trace>
  <inkml:trace contextRef="#ctx0" brushRef="#br0" timeOffset="176941.05">493 14863 126 0,'0'0'16'15,"0"0"94"-15,0 0-117 0,0 0 87 0,0 0-99 16,0 0 90-16,0 0-108 0,0 0 101 16,0 0-102-16,0 0 97 0,-3-9-100 0,3 9 95 15,0 0-95-15,0 0 96 0,0 0-105 0,0 0 93 16,0 0-102-16,0 0 107 0,0 0-105 0,0 0 111 16,0 0-99-16,0 0 93 0,0 0-94 0,0 0 96 15,0 0-97-15,-1-11 97 0,1 11-98 0,0 0 102 16,0 0-108-16,0 0 104 0,0 0-91 0,0 0 57 15,0 0 33-15,0 0-93 0,0 0 93 0,0 0-92 16,0 0 89-16,0 0-85 0,0 0 91 0,0 0-95 16,0 0 90-16,0 0-94 0,0 0 102 0,0 0-93 15,0 0 104-15,0 0-97 0,0 0 107 16,0 0-114-16,0 0 104 0,0 0-100 0,-14-2 112 16,14 2-111-16,0 0 125 0,0 0-116 15,0 0 122-15,-13-8-16 0,13 8-13 0,0 0-19 16,-6-6-336-16</inkml:trace>
  <inkml:trace contextRef="#ctx0" brushRef="#br0" timeOffset="178480.04">449 14817 811 0,'0'0'149'0,"-7"-11"-15"0,7 11-12 0,-9-14-12 16,9 14-12-16,-8-12-13 0,8 12-12 0,-9-14-1 16,9 14-1-16,-7-12 1 0,7 12 0 0,-7-9-10 15,7 9-7-15,0 0-11 0,-5-12-15 0,5 12-6 16,0 0 1-16,0 0-9 0,0 0 2 0,0 0 1 16,3 21 35-16,-1-7-20 0,5 8 10 0,0 3-38 15,1 6 39-15,1 3 5 0,1 1 0 16,-1 2-14-16,0 1-5 0,0 1 5 0,2-2-30 15,-2 3 20-15,0-2-15 0,1-2 15 0,-2-3-19 16,1-1 14-16,-1-2-20 0,-2-8 16 0,-1-2-19 16,-1-4 16-16,0-2 3 0,-2-3-28 0,1 0 13 15,-3-11 13-15,5 11-10 0,-5-11 15 16,0 0-20-16,0 0 16 0,-2-14-17 0,-1-2 16 16,-2-9-16-16,0-9 14 0,-3-3-3 0,-2-8 4 15,-3-9-3-15,1-6-18 0,-1-1 15 0,1-2-16 16,1-4 6-16,-1 2-16 0,3 1 9 0,3 5-19 15,-2 13 19-15,4 2-20 0,3 7 26 0,-2 3 0 16,2 8 0-16,1 4 0 0,0 5-6 16,0 3 0-16,1 4 8 0,-1 10 2 0,9-9-29 15,-9 9 35-15,18 2-22 0,-2 10 26 0,3 5-19 16,1 7 22-16,1 5-24 0,4 9 21 0,2 3-22 16,0 3 22-16,0 0-18 0,-2 2 17 0,2-3-30 15,-4 0 16-15,3-2-17 0,-6-9-11 0,0 0-42 16,-2 0 22-16,0-1-43 0,-1-6 14 0,-3 0-16 15,-4-4-1-15,-2-5-16 0,-3-2 19 0,-3-2 8 16,-2-12 5-16,-1 13-9 16,1-13 7-16,-9 7-7 0,9-7 27 0,-15-4-12 0,1-1 62 15,-3-3 28-15,1-4 26 0,-1 0 33 16,0-1 31-16,1-1-22 0,-1 0 33 0,2 2-37 16,-2 2 33-16,4-2-48 0,2 3 26 0,1 1-41 15,1 1 28-15,9 7-46 0,-14-11 27 0,14 11-44 16,-11-8 29-16,11 8-47 0,-6-10 33 0,6 10-33 15,0 0 33-15,0-14-43 0,0 14 41 0,8-11-38 16,-2 2 35-16,4 0-44 0,3-4 2 0,0 1-2 16,2-1-1-16,-2-3-3 0,4 2-12 0,-3-1 4 15,-3-2 13-15,2 2 1 0,-1-1 6 0,-2 1-1 16,-4 2 7-16,2 0-19 0,-4-2 31 0,0 5 2 16,-2 0 9-16,-2 10 0 0,5-17 1 0,-5 17-4 15,3-14 12-15,-3 14-6 16,1-9-4-16,-1 9 1 0,0 0-6 0,1-11 1 15,-1 11-1-15,0 0-25 0,0 0 26 0,7 8-3 16,-7-8-1-16,6 19-8 0,-2-5 4 0,3 5-3 16,0 0 0-16,1 1 4 0,1-2-2 0,1 1-1 15,-1 0 2-15,1-4 33 0,3 2-41 0,-3-3 37 16,3-3-38-16,-2 0 23 0,-2-3-35 0,0-2 46 16,-9-6-43-16,18 7 42 0,-18-7-40 0,0 0 3 15,25-4 3-15,-17-3 3 0,3-2-1 0,-4-4 3 16,1 1-2-16,-2-3 5 0,-2-1-7 0,1-3 7 15,0 3-10-15,-2-1 9 0,-1 3 9 0,1 2 2 16,-2 1 3-16,-1 11 6 0,3-19-2 16,-3 19-3-16,1-15-6 0,-1 15-2 0,0 0 1 15,4-11-6-15,-4 11 3 0,0 0-5 16,8 7 4-16,-8-7-2 0,8 17 2 0,-3-7-3 16,2 1 1-16,-1 1 0 0,2 1-1 0,0-2 0 15,-2 0-2-15,2 0 3 0,-1-3-7 0,1 0 5 16,0-3 4-16,-8-5 1 0,16 7-2 0,-16-7 7 15,13-3-8-15,-13 3 0 0,14-12 0 0,-5 0 1 16,-4-2-6-16,2-5 5 0,-4-3-1 0,0-3-8 16,-3-4 4-16,-1-7-2 0,-3 1 1 15,-1-5 30-15,-3 1-39 0,-2-3 32 0,0 2-42 16,-2 2 46-16,1-1-36 0,-1 7 32 0,3 3-19 16,-1 7 35-16,4 3-42 0,0 3 37 0,3 2-37 15,-1 5 30-15,4 9-36 0,-8-11 35 0,8 11-37 16,0 0 33-16,0 0-34 0,-1 12 40 0,5 2-41 15,-2 8 28-15,1 2-25 0,2 9-1 16,0 2 6-16,1 3 4 0,1 2-1 0,2 0-13 16,-2 1-10-16,1-4-18 0,2 2-11 0,-2-3-5 15,1-4-5-15,-1-3-3 0,-1-7 21 0,0-3 2 16,-4-5 18-16,0 0 14 0,1-4 9 0,-4-10 6 16,5 10 12-16,-5-10-10 0,0 0 14 0,0 0 17 15,0 0 5-15,0 0-2 0,0 0 0 16,0 0 7-16,5-10-3 0,-5 10-9 0,0-12-6 15,0 12-3-15,0-17-4 0,0 7-5 0,0 0-2 16,1-2-1-16,2-1-5 0,-2 0-4 0,2-4-16 16,1 1 5-16,-2-4-13 0,3-1-5 0,-1-1-4 15,1-2-27-15,0-1-1 0,0 0 1 0,-2 0 21 16,1 0-5-16,-3-1 12 0,-1-1 0 0,0 1 16 16,0-1-24-16,0 4 56 0,-1-1 3 15,-2 7 47-15,2-1-39 0,1 2 29 0,-1 2 37 16,-2 2-42-16,2 0 36 0,1 12-41 0,-3-16 36 15,3 16-59-15,-1-13 18 0,1 13-32 0,-1-10 26 16,1 10-41-16,0 0 41 0,0 0-41 16,0 0 24-16,5 15-24 0,-1-1 33 0,1 5-40 15,0 1 38-15,1 6-38 0,3 4 36 0,-1 3-37 16,0 1 1-16,-1 3 0 0,2-1 1 0,0-2 9 16,0 2 0-16,0-3 2 0,-1-2 0 0,-2-8-1 15,1 1 0-15,0-4 1 0,-2-1 1 0,-1-4 0 16,-1-4-3-16,-1 0 5 0,-2-11-3 0,7 14 1 15,-7-14 9-15,0 0-4 0,0 0 1 0,0 0-2 16,14-5-1-16,-12-5 2 0,3-4-2 16,-1-3 0-16,0-4-2 0,1-2 27 0,1 2 0 15,1-1-6-15,-2 0-32 0,1 2 35 16,1 3-38-16,-1 4 34 0,-1-2-34 0,2 4 33 16,-2 0-36-16,0 3 28 0,-5 8-29 0,10-12 27 15,-10 12-27-15,10-5 38 0,-10 5-41 0,0 0 38 16,0 0-30-16,18 6 25 0,-18-6-53 0,8 12 9 15,-6-3-56-15,1 2-16 0,1 1-22 0,-3 0-32 16,3-3-32-16,-4-9-55 0,4 17-174 0,-4-17 175 16</inkml:trace>
  <inkml:trace contextRef="#ctx0" brushRef="#br0" timeOffset="179158.04">1612 14498 252 0,'3'-10'418'15,"-2"1"-97"-15,-1 9-96 0,1-18-6 16,-1 18-80-16,3-15 10 0,-3 15-44 15,0-12 10-15,0 12-53 0,0 0 17 0,1-12-47 16,-1 12 26-16,0 0-44 0,0 0 31 0,0 0-43 16,0 0 35-16,17 1-45 0,-17-1 29 0,6 11-27 15,-6-11 32-15,13 12-36 0,-8-4 35 0,-5-8-37 16,10 12 34-16,-10-12-38 0,11 10 37 0,-11-10-36 16,7 7 35-16,-7-7-36 0,8 7 26 0,-8-7-30 15,0 0 45-15,0 0-48 0,0 0 43 0,13-7-37 16,-13 7 34-16,6-13-37 0,-6 13 37 0,4-20-37 15,-4 7 38-15,0-1-39 0,0-1 36 0,-3 3-14 16,2-2 2-16,-4 2 10 0,4 1-5 16,-2 2 3-16,3 9 0 0,-5-14-6 0,5 14 0 15,-7-7-3-15,7 7 3 0,0 0 0 0,0 0-35 16,-16 8 40-16,12 2-40 0,-1 5 36 0,1-1-27 16,-1 5 36-16,1-2-40 0,1 1 43 15,1-1-37-15,2 1 43 0,0-4-46 0,0-1 6 16,5 1 6-16,-2-3-6 0,2-1-3 0,-1-1-21 15,-4-9 0-15,10 10-16 0,-10-10-11 0,0 0-16 16,23-3-18-16,-14-2-3 0,4-4 6 16,-2-4 13-16,2-1 17 0,-3-1 13 0,-1-2 9 0,1-1 12 15,-3 0 18-15,-1 4 26 0,-2-1 19 16,0 1 27-16,0 2 3 0,-3 2 39 0,3 0-20 16,-4 10 26-16,2-14-47 0,-2 14 20 0,4-12-48 15,-4 12 27-15,0 0-50 0,0 0 29 0,0 0-27 16,0 0 31-16,0 0-41 0,0 0 33 0,5 12-39 15,-5-12 36-15,0 19-39 0,1-9 36 0,2-1-39 16,-3 4 3-16,3-1 3 0,-2-1-7 0,0 0 3 16,2-2 9-16,-3-9-3 0,4 18 5 15,-4-18-3-15,7 13 4 0,-7-13-2 0,5 6 0 16,-5-6-4-16,0 0-3 0,0 0-1 0,16-5 20 16,-16 5-14-16,11-17 22 0,-6 5-37 0,2-1 36 15,-2-3-34-15,2-2 33 0,0-2-30 16,-2 1 40-16,0 0-32 0,1 4 35 0,0 1-31 15,-2 3 37-15,0 1-47 0,-4 10 29 0,7-15-26 16,-7 15 39-16,5-10-43 0,-5 10 34 0,0 0-36 16,0 0 35-16,0 0-3 0,20 5-34 0,-20-5 42 15,8 15-45-15,-4-5 37 0,1 0-57 0,-2 3 29 16,0-2-52-16,0 3-31 0,-2-2-54 0,2 2-72 16,-2-4-262-16,0 2 69 0</inkml:trace>
  <inkml:trace contextRef="#ctx0" brushRef="#br0" timeOffset="179328.03">1970 13789 137 0,'-1'-18'457'0,"-2"4"-222"0,2 2-144 16,-1 0-83-16,2 12-76 0,-2-18-187 0,2 18 75 15</inkml:trace>
  <inkml:trace contextRef="#ctx0" brushRef="#br0" timeOffset="180063.04">2006 13841 460 0,'0'0'419'0,"0"-12"-71"0,0 12-106 0,0 0-32 15,-2-12-80-15,2 12 6 0,0 0-59 0,0 0 25 16,0 0-59-16,0 0 16 0,0 0-35 0,11 13 29 15,-6-2-46-15,0 4 35 0,0 4-40 0,3 1 30 16,-2 1-36-16,4 2 30 0,-1 4-34 16,3-1 31-16,-2 3-37 0,0-3 33 0,-2 2-22 15,2 0 8-15,-1-1 5 0,0-5-20 16,-1 1-12-16,-1-3-14 0,1-1-44 0,0-1 10 16,-3-4-25-16,1-2 10 0,-1-3-1 0,-5-9 20 15,7 13 8-15,-7-13 17 0,0 0 0 0,0 0 41 16,0 0 10-16,0 0 37 0,0 0 10 15,0 0 12-15,-13-12 7 0,13 12 5 0,-13-13 3 0,8 6-8 16,-2 0-5-16,1-1-8 0,0 1 0 16,6 7-19-16,-10-12-2 0,10 12-7 0,-8-14-16 0,8 14 3 15,-5-13-6-15,5 13-4 0,-4-14-2 16,4 14-22-16,8-17 21 0,-2 4-16 0,2 1 16 16,3-2-21-16,2-2 13 0,0 4-8 0,1-2 16 15,-1 3-24-15,-2 1 25 0,1 1-21 0,-3 4 21 16,1-2-22-16,-10 7 21 0,15-4-20 0,-15 4 24 15,0 0-4-15,22 1-2 0,-22-1-1 0,13 8-6 16,-6-1 4-16,0 2-6 0,-2-1-1 16,0 2 13-16,0 1-8 0,-1 2 1 0,2-1-2 15,-1 2 2-15,-1 1 32 0,1-1-41 0,-1 1 33 16,0-1-38-16,0 1 21 0,-3-3-47 0,4-1-23 16,-2 0-14-16,-1-1-32 0,-2-10-41 15,5 15-29-15,-5-15-20 0,0 0 17 0,7 7-69 16,-7-7-198-16,0 0 136 0</inkml:trace>
  <inkml:trace contextRef="#ctx0" brushRef="#br0" timeOffset="180210.04">2334 14062 381 0,'-5'-21'385'0,"0"2"-126"0,-4 1-55 15,5 5-51-15,-1 2 1 0,1 1-67 0,4 10 13 16,-5-16-52-16,5 16 11 0,-6-13-37 0,6 13 17 16,0 0-36-16,0 0 3 0,0 0-47 0,0 0-23 15,0 0-30-15,0 0-39 0,2 13-21 16,-2-13-63-16,9 11-130 0,-9-11 243 0</inkml:trace>
  <inkml:trace contextRef="#ctx0" brushRef="#br0" timeOffset="181077.04">2481 13987 210 0,'8'-7'287'16,"-2"-1"-89"-16,1 1-38 0,-1-3-18 0,-1 3-4 16,0-1-5-16,-5 8 23 0,7-14-43 0,-7 14 24 15,2-12-44-15,-2 12 26 0,4-9-57 0,-4 9 20 16,0 0-50-16,0 0 28 0,0-12-50 0,0 12 36 15,0 0-55-15,-5 7 48 0,5-7-41 0,-7 14 34 16,5-2-42-16,-3 2 35 0,1 1-36 0,-1 0 35 16,4 2-42-16,-2 0 33 0,2 0-32 15,1-2 23-15,0-1 8 0,1 0-17 16,2-2-8-16,3-2-17 0,-1 0-16 0,0-3-31 16,-5-7 10-16,18 5-15 0,-18-5 2 0,19 0 2 15,-6-4 3-15,0-4 15 0,2-5 8 0,-1 2 16 16,-1-4 0-16,1 0 22 0,-2-1 16 0,-2-2 6 15,-4 2 34-15,-1 3 36 0,-1 1-13 0,0 0 37 16,-3 3-37-16,-1 9 30 0,3-17-53 0,-3 17 21 16,-2-12-36-16,2 12 25 0,0 0-46 0,-2-10 35 15,2 10-52-15,0 0 47 0,0 0-43 0,0 0 38 16,0 0-43-16,-8 7 35 0,8-7-38 0,0 0 25 16,-2 15-31-16,2-15 45 0,0 11-47 0,0-11 38 15,2 11-33-15,-2-11 32 0,4 11-37 16,-4-11 31-16,4 9-41 0,-4-9 30 0,9 6-42 15,-9-6 29-15,0 0-44 0,0 0 37 0,18-2-12 16,-18 2 36-16,7-5-29 0,-7 5 33 16,9-8-20-16,-9 8 45 0,8-7-26 0,-8 7 45 15,0 0-36-15,8-8 34 0,-8 8-48 0,0 0 25 16,0 0-28-16,0 0 32 0,9-6-42 0,-9 6 41 16,0 0-40-16,0 0 33 0,7 12-36 0,-7-12 37 15,7 10-40-15,-7-10 38 0,6 12-40 0,-6-12 15 16,9 17-18-16,-3-9 34 0,-6-8-50 0,12 11 33 15,-12-11-46-15,11 10 15 0,-11-10-32 0,16 4 4 16,-16-4-18-16,0 0-27 0,23-4 0 16,-23 4-2-16,15-13 14 0,-6 5 22 0,0-3 17 15,-3-3 13-15,1 0 15 0,-2-6 19 0,-1-1 0 16,2-2 23-16,-5-2 12 0,0 2 22 0,2-1 35 16,-2 2-1-16,1 0 36 0,-1 5-40 0,0 3 39 15,-1 5-62-15,2-2 26 0,-2 11-41 16,1-14 23-16,-1 14-46 0,1-10 33 0,-1 10-44 15,0 0 34-15,0 0-40 0,0 0 34 0,14 10-41 16,-10 3 24-16,1 0-29 0,-1 4 32 16,1 1-34-16,-1 2 42 0,1 0-41 0,3 2 43 0,-3-3-39 15,0 3 31-15,-1-2-35 0,1-4 34 16,0-1-61-16,-3-3 64 0,1 0-42 0,0-2 44 16,-1-2-44-16,-2-8 48 0,4 14-38 0,-4-14 30 15,0 0-37-15,5 8 34 0,-5-8-38 0,0 0 40 16,9-8-40-16,-9 8 39 0,8-15-37 0,-3 5 26 15,0-1-24-15,0-1 35 0,3-1-38 0,-2 4 43 16,-1-1-42-16,0 1 43 0,2 2-40 0,-7 7 37 16,10-11-36-16,-10 11 36 0,10-8-38 0,-10 8 39 15,0 0-43-15,19 0 42 0,-19 0-42 16,13 6 42-16,-13-6-37 0,16 10 35 0,-8-2-36 16,0-2 37-16,-2 1-5 0,1 1-4 0,0 1-15 15,0-2-16-15,-7-7-43 0,8 13-26 16,-8-13-41-16,5 9-58 0,-5-9-53 0,0 0-225 15,0 0 99-15</inkml:trace>
  <inkml:trace contextRef="#ctx0" brushRef="#br0" timeOffset="181216.04">3124 13700 347 0,'-4'-16'360'0,"0"0"-93"0,0 6-81 0,2-2-16 16,-2 4-31-16,4 8-38 0,-4-14-23 0,4 14-20 15,0 0-15-15,0 0-6 0,0 0-39 0,0 0-17 16,0 0-34-16,0 0-55 0,7 8-3 0,-1 0-73 15,-1 0-202-15,1-1 209 0</inkml:trace>
  <inkml:trace contextRef="#ctx0" brushRef="#br0" timeOffset="181512.04">3336 13670 92 0,'0'0'433'15,"0"0"-171"-15,10-5-41 0,-10 5-52 0,0 0-3 16,4 10-50-16,-4-10-7 0,1 14-38 0,-1-14 15 15,0 24-38-15,-1-11 13 0,1 2-36 0,0 3 23 16,3-1-31-16,-1-2 11 0,-1 3-30 16,2-2 40-16,1 1-36 0,0-3 33 0,-1-4-37 0,3 2 36 15,-1-4-26-15,1-1 23 0,-6-7-35 16,14 9 36-16,-14-9-30 0,0 0 26 0,27-2-38 16,-27 2 41-16,22-12-20 0,-13 4 42 15,0-4-25-15,1 0 35 0,-4-2-15 0,1 1-8 16,-2-3-7-16,-1 0-6 0,-3 1-3 0,0 1-1 15,-2 2-4-15,-3 1-11 0,-1-1-4 0,-3 2 4 16,-3 2-11-16,-1 1 4 0,-2 3-9 0,0 1-13 16,14 3-18-16,-29-1-27 0,29 1-32 0,-31 4-54 15,31-4-48-15,-27 3-43 0,27-3-264 0,-18 1 25 16</inkml:trace>
  <inkml:trace contextRef="#ctx0" brushRef="#br0" timeOffset="181844.04">3450 13572 19 0,'11'-6'531'16,"1"3"-194"-16,2-3-89 0,0 3-48 0,1-1-50 16,1 0-23-16,0 0-14 0,-16 4-17 15,28-1-18-15,-28 1-17 0,27 1-11 0,-27-1-8 16,28 7-8-16,-15-2-5 0,-3 5-4 0,2-1-6 16,-6 2-3-16,0 5-42 0,-3 0 45 0,0 1-35 15,-3 1 34-15,-3 1-36 0,2 2 35 0,-3 1-35 16,-1-2 35-16,1-6-31 0,0 1 30 0,0-3-34 15,0-3 36-15,4-9-30 0,-5 14 21 0,5-14-15 16,0 0 19-16,0 0-32 0,0 0 40 16,0 0-36-16,-9-13 34 0,11 5-31 0,-1-4 34 15,0-2-32-15,3-3 38 0,0 2-3 0,0 1 0 16,5-6-12-16,-3 6 10 0,3-2-3 0,1 1-4 16,-1 1-21-16,3 1 21 0,-1 1-5 0,-1 4-1 15,2-1-4-15,-2 5-3 0,-10 4-6 0,18-4-8 16,-18 4-12-16,18 4-32 0,-18-4-35 0,13 13-39 15,-9-1-39-15,-3 1-22 0,-2 3-45 16,-3 9-202-16,-4 1 153 0</inkml:trace>
  <inkml:trace contextRef="#ctx0" brushRef="#br0" timeOffset="182247.04">1855 14958 199 0,'-29'9'436'0,"3"-1"-168"15,1-1-25-15,0-1-52 0,2 1 17 16,7-4-26-16,1 2-22 0,15-5-19 0,-20 5-27 16,20-5-42-16,0 0 4 0,-9-7-6 15,9 7-51-15,19-19 28 0,3 0-35 0,11-3 20 16,17-10-19-16,6-2 17 0,9-4-21 0,22-13 24 15,7-3-22-15,4-3 17 0,8-2-4 0,3 1-5 16,6-5-4-16,0 5 38 0,0-2-45 0,-4 1 35 16,-1 3-41-16,-7 1 0 0,-2 2 4 0,-9 4 8 15,-24 12 2-15,-3 2 5 0,-6 4-7 0,-7 2 11 16,-7 3 14-16,-12 8 11 0,-3 1 16 0,-5 2 17 16,-4 4 16-16,-6 1 9 0,-1 2 2 0,-5 4-5 15,0-3-16-15,-9 7-16 0,15-7-14 0,-15 7-12 16,10-7-12-16,-10 7-8 0,0 0-8 0,14-6-10 15,-14 6-15-15,0 0-7 0,0 0-16 0,0 0-20 16,0 0-22-16,20 2-39 0,-20-2-41 16,5 7-15-16,-5-7-28 0,6 11-54 0,-6-11-81 15,0 14-418-15,0-14-268 0</inkml:trace>
  <inkml:trace contextRef="#ctx0" brushRef="#br0" timeOffset="183591.03">3425 17440 290 0,'-1'-12'377'0,"1"12"-117"0,0 0-63 16,-4-12-31-16,4 12-27 0,0 0-11 0,-2-10-19 0,2 10-10 15,0 0-12-15,-5-9-5 0,5 9-9 16,0 0-12-16,-5-7-6 0,5 7-17 0,0 0-8 16,0 0-1-16,-9-7-9 0,9 7-2 0,0 0-10 15,0 0-2-15,-25 3 5 0,25-3-2 16,-21 6-1-16,5 0-2 0,-3 2 0 0,1-1 35 15,-5 4-42-15,-4 2 1 0,1 2-2 0,-5-1 4 16,-1 1 0-16,-4 2-27 0,2 0 33 0,-4 0-23 16,-1-1 27-16,-6 5-26 0,4-5 28 0,-6 3-26 15,9-4 26-15,-2-1-19 0,-1 1 16 0,3-3-27 16,1-1 25-16,-1-1-20 0,3-1 24 0,2-2-23 16,6-1 25-16,0-3-25 0,3-1 22 15,6 1-21-15,18-3 19 0,-28 2-25 0,28-2 16 16,-23-1-66-16,23 1-31 0,-20-1-26 0,20 1-40 15,-16-5-26-15,16 5-11 0,-10-5-4 0,10 5-178 16,-9-10 212-16</inkml:trace>
  <inkml:trace contextRef="#ctx0" brushRef="#br0" timeOffset="183934.03">2521 17460 482 0,'0'0'321'16,"0"-11"-103"-16,0 11-129 0,0 0 77 16,0 0-34-16,0 0-32 0,0 0-18 0,0 0-11 15,-15 5-10-15,11 5-10 0,0 0-82 0,-1 6 79 16,-2 4-88-16,-1 2 89 0,1 2-91 0,-1 5 90 16,0 0-93-16,2 0 13 0,-1-5 9 15,0 1 5-15,2-1 3 0,0-2 4 0,0-2 5 16,-1 1 0-16,2-5 0 0,0 0 2 0,1-3-1 15,3-2 1-15,-2-2 1 0,2-9 1 0,-3 18 1 16,3-18 1-16,1 11 1 0,-1-11 3 16,0 0 4-16,8 8 4 0,-8-8-5 0,14-3 2 0,-14 3 1 15,22-9 3-15,-8 1 0 0,1 0-6 16,3-3 0-16,0 2-3 0,0 0 0 0,1 0-2 16,-1 2-3-16,1 0-7 0,0 1-17 0,-1-1-42 15,0 5-46-15,-1-3-58 0,-1 2-40 0,-3-1-114 16,-13 4 267-16</inkml:trace>
  <inkml:trace contextRef="#ctx0" brushRef="#br0" timeOffset="189755.04">3176 17348 46 0,'0'0'324'0,"0"0"-176"0,0 0 112 0,0 0-59 16,0 0-34-16,0 0-25 0,0 0-25 16,0 0-21-16,-2 10-27 0,2-10 5 0,0 0-10 15,-13 7-6-15,13-7-2 0,-10 4-7 0,10-4 0 16,-16 5-3-16,6 0-5 0,0 2 0 0,-4-2-3 16,0 1-2-16,-5 3 0 0,0 0 1 0,-2 0-15 15,-6 4 1-15,-1 2 5 0,0-1 2 16,-3 1-2-16,1 2 2 0,-5 0 2 15,2 3 37-15,-3 0-38 0,-9 3-17 0,2 3 13 0,0-2-13 16,2 0 30-16,0 1-32 0,5-5 28 0,3 1-37 16,2-2 30-16,-1 0-34 0,4-2 29 0,1 0-35 15,4-2 31-15,4-5-33 0,1 2 36 16,7-6-12-16,0 0 3 0,1-1-4 0,10-5-12 16,-14 10-34-16,14-10 0 0,0 0-30 0,-14 4-36 15,14-4-27-15,0 0-2 0,0 0-1 0,0-12 0 16,0 12 12-16,10-17-5 0,-2 5-4 0,0 1-10 15,0-1-9-15,1-1 97 0,-1 1-98 0,5-1 90 16,-3-1-95-16,2 2 20 0,-1-2 6 0,-2 2 13 16,0 0 1-16,1-1 89 0,-2 3-37 15,1-3 102-15,-3 0-71 0,3 0 101 16,-2 2-79-16,-2-2 133 0,0 2-117 0,-1 1 143 0,0-2-124 16,-1 2 143-16,-3 10-102 0,4-15 106 15,-4 15-17-15,3-12-40 0,-3 12-17 0,1-12-19 16,-1 12-16-16,0 0-14 0,-1-12-11 0,1 12-26 15,0 0 7-15,0 0 3 0,0 0-7 0,0 0 0 16,-22 8-2-16,16-1-63 0,-1 2 68 0,-2 2-68 16,3 0 74-16,-2 1-70 0,3 3 72 0,0-1-67 15,0-1 68-15,1 1-72 0,1-2 8 0,2 2 7 16,0-1 8-16,2-1 2 0,2 1 67 0,-1-2-74 16,1 0 6-16,3 0 1 0,1-1 9 0,-1 2 2 15,3-3-2-15,1-2 1 0,0-1 3 16,2-1 4-16,-12-5-4 0,25 6 2 0,-25-6-1 15,31 1 0-15,-13-1-1 0,0-1 8 0,4-1-27 16,-5 0-28-16,0 0-38 0,-17 2-39 16,30-1-39-16,-30 1-13 0,28-2-177 0,-28 2 235 15</inkml:trace>
  <inkml:trace contextRef="#ctx0" brushRef="#br0" timeOffset="190855.04">7669 15487 447 0,'-17'5'363'16,"17"-5"-116"-16,-10 5-15 0,10-5-68 0,0 0-10 15,-14 5-54-15,14-5 37 0,0 0-46 0,0 0 18 16,-10 5-47-16,10-5 11 0,0 0-38 16,0 0 26-16,0 0-38 0,-12 4 24 15,12-4-39-15,0 0 27 0,0 0-37 0,0 0 32 16,0 0-40-16,0 0 38 0,13-7-36 0,-2 2 31 16,5-4-34-16,2-1 32 0,5-1-33 0,5-3 23 15,0 0-23-15,3-1 25 0,0 1-25 0,2-3 27 16,-1 1-39-16,0-1 17 0,0 1-50 0,-2 1 7 15,1 0-34-15,-3 2-7 0,0-3-51 0,-5 4-20 16,-3 0 1-16,-3 3-78 0,0-3-193 0,-7 3 165 16</inkml:trace>
  <inkml:trace contextRef="#ctx0" brushRef="#br0" timeOffset="191139.04">8118 15146 26 0,'0'0'477'0,"-16"-5"-128"0,16 5-83 16,-16-4-41-16,16 4-35 0,-17-4-30 0,17 4-38 15,-15-1 1-15,15 1-4 0,-14-3-13 0,14 3-7 16,0 0-11-16,-17-3-14 0,17 3-16 0,0 0-11 16,0 0-14-16,-15-2-8 0,15 2-10 0,0 0 3 15,0 0-3-15,0 0-4 0,0 0-4 16,0 0 1-16,0 0-3 0,0 0 30 0,18-4-37 0,-18 4 21 16,20 0-27-16,-20 0 30 15,26 1-31-15,-26-1 33 0,25 4-35 0,-12-2 32 16,-13-2-35-16,24 6 3 0,-12-2-2 0,-2 0-9 15,0 2 21-15,-1 0-1 0,-9-6 2 0,14 9-1 16,-14-9 2-16,9 13-2 0,-9-13-4 0,4 17 5 16,-3-7-5-16,-1 3 4 0,-1 0-6 0,-3 1-11 15,0 2-49-15,0 2-13 0,-1 2-82 0,-1-3-86 16,0-1-85-16,3-3-182 0,0-1 9 0</inkml:trace>
  <inkml:trace contextRef="#ctx0" brushRef="#br0" timeOffset="191702.04">8528 14816 12 0,'0'0'561'0,"-4"-14"-232"0,4 14-66 0,-8-7-74 0,8 7-11 15,0 0-66-15,-14-5 11 16,14 5-48-16,-15 5 19 0,5 0-18 0,-2 3-14 16,-2 5-13-16,3 2-20 0,-2 3 5 0,-1-2-10 15,2 4-4-15,2-2-5 0,1 3 10 0,1-3-16 16,3 0 10-16,0-4-15 0,0-2-2 0,5 2 0 15,-1-3-10-15,2-2 11 0,-1-9 0 0,3 17-2 16,-3-17 2-16,10 12 4 0,-10-12-4 0,10 8-1 16,-10-8-1-16,14 4 14 0,-14-4-29 0,0 0 26 15,22-1-12-15,-22 1 24 0,0 0-26 0,20-4 30 16,-20 4-24-16,0 0 28 0,17-4-29 0,-17 4 26 16,0 0-23-16,0 0 35 0,14-3-40 15,-14 3 33-15,0 0-36 0,0 0 31 16,5 8-34-16,-5-8 30 0,-1 11-31 0,1-11-2 15,-5 18-1-15,2-7 2 0,-1 2 5 0,2-1 8 16,-2 2-7-16,0 0-1 0,3-2 0 0,-3 2 2 16,4-1-9-16,-1 0 9 0,1-4-5 0,0 4 8 15,0-13-3-15,1 19 1 0,-1-19-1 0,5 14 1 16,-5-14 0-16,9 12-1 0,-9-12-8 0,13 8 4 16,-13-8 2-16,19 0-8 0,-19 0-10 0,22-6-10 15,-7 0-49-15,-1-1 13 0,3-2-49 0,-2-1-28 16,-1-1-30-16,0 0-55 0,0-2-260 15,-1 3 58-15</inkml:trace>
  <inkml:trace contextRef="#ctx0" brushRef="#br0" timeOffset="192130.03">8626 15012 181 0,'0'0'294'15,"0"0"-85"-15,0 0-18 0,-6-7-14 0,6 7-25 16,0 0 8-16,0 0-27 0,0 0-9 0,-7-9-10 16,7 9-10-16,0 0-6 0,0 0-20 0,0 0 2 15,0 0-10-15,-5-8-2 16,5 8-14-16,0 0-5 0,0 0-14 0,0 0-10 16,0 0-5-16,0 0-12 0,0 0 5 0,0 0-8 15,0 0 2-15,0 0 1 0,0 0-2 0,0 0 0 16,13 7-3-16,-13-7-2 0,9 8 16 0,-9-8-17 15,11 8 22-15,-11-8-37 0,12 9 11 0,-12-9-36 16,12 12-25-16,-12-12-33 0,12 10-44 0,-12-10-33 16,11 12-48-16,-11-12-36 0,10 8-185 0,-10-8 143 15</inkml:trace>
  <inkml:trace contextRef="#ctx0" brushRef="#br0" timeOffset="192613.04">8742 15003 142 0,'0'0'418'0,"0"0"-121"0,0 0-81 16,-6-9-4-16,6 9-16 0,0 0-46 0,0 0-16 15,-10-7-21-15,10 7-21 0,0 0-18 0,0 0-15 16,0 0-11-16,0 0-4 0,0 0-13 15,-17 4-5-15,17-4-4 0,-8 10-3 0,8-10-12 16,-7 14 16-16,7-14-14 0,-4 17 0 0,4-17-5 16,-1 19 3-16,1-19-3 0,1 19 0 0,0-9 0 15,2 0-2-15,1 0-12 0,-1-2 15 16,3 1-3-16,-1 0 2 0,1-2-2 0,1 0 1 16,-7-7 1-16,16 7-4 0,-16-7 2 0,19 3-2 15,-19-3-9-15,22-2 9 0,-8-1 3 0,2-1 4 16,-3 0-7-16,2-1-1 0,0-1 2 0,-2 0-1 15,-1-1 11-15,1 1-13 0,-2-1 24 16,0 2-26-16,-1 0 19 0,-1-2-20 0,-9 7 18 16,18-10-13-16,-18 10-5 0,13-8-3 0,-13 8-6 15,15-8 20-15,-15 8-8 0,13-7 1 16,-13 7 13-16,15-9-15 0,-15 9 0 0,13-8 1 0,-13 8 0 16,15-8-10-16,-15 8 13 0,14-6-3 15,-14 6 6-15,16-7-9 0,-16 7-6 0,13-7-10 16,-13 7-9-16,12-4-13 0,-12 4-6 0,13-4-32 15,-13 4-27-15,13-6-19 0,-13 6-11 0,0 0-26 16,19-3 3-16,-19 3-76 0,13-2-119 0,-13 2 235 16</inkml:trace>
  <inkml:trace contextRef="#ctx0" brushRef="#br0" timeOffset="192763.04">9241 14970 447 0,'0'0'293'0,"0"0"-31"0,15-3-35 16,-15 3-35-16,0 0-36 0,0 0-8 0,0 0-10 15,16-2-13-15,-16 2 24 0,0 0-54 0,0 0 27 16,0 0-48-16,0 0 22 0,0 0-38 0,0 0 18 15,16-3-46-15,-16 3 28 0,0 0-51 0,0 0 40 16,0 0-44-16,0 0 32 0,0 0-40 16,19 0 33-16,-19 0-42 0,0 0 16 0,0 0-77 15,0 0-29-15,18-3-116 0,-18 3-148 0,0 0-233 16,0 0-134-16</inkml:trace>
  <inkml:trace contextRef="#ctx0" brushRef="#br0" timeOffset="196217.04">6639 16845 28 0,'0'0'187'0,"0"-15"129"0,0 15-85 16,-1-14-40-16,1 14-34 0,-2-13-10 0,2 13-17 0,-1-13-22 16,1 13 10-16,0-13-35 0,0 13 13 0,-3-12-28 15,3 12 38-15,0 0-54 0,-3-12 34 16,3 12-43-16,0 0 21 0,0 0-40 0,0-13 23 15,0 13-38-15,0 0 26 0,0 0-37 0,0 0 30 16,0 0-37-16,0 0 26 0,0 0-26 0,0 0 31 16,0 0-35-16,10 5 36 0,-10-5-37 15,9 17 38-15,-2-5-39 0,-1 3 4 0,4 2 4 16,-2 3 0-16,1 1 0 0,-1 1 0 0,4 7 0 16,-3-3 5-16,1 3-4 0,-1-1 5 0,-1 1 4 15,0-2-5-15,-1-2-3 0,1-1-10 16,-3 1-11-16,3-3-23 0,-2 1-21 0,0-1-37 15,0-2-34-15,-1-3-108 0,-1-1 62 0,-2-3-252 0,1-3 149 16</inkml:trace>
  <inkml:trace contextRef="#ctx0" brushRef="#br0" timeOffset="196564.04">6623 17266 375 0,'0'0'394'0,"-20"-8"-120"0,20 8-46 0,-15-7-68 15,15 7-34-15,-9-5-27 0,9 5-16 0,-11-4-10 16,11 4-19-16,0 0-3 0,-11-6-10 0,11 6-9 16,0 0-6-16,0 0-15 0,0 0-3 0,0 0 11 15,0 0-10-15,0 0 0 0,17 5-4 16,-17-5 0-16,19 5 3 0,-19-5-5 0,24 3 4 16,-24-3-5-16,31 4-6 0,-12-6 8 0,4 0-6 15,2-1-2-15,-3-3-4 0,4-2-8 0,2-3-78 16,-1-2 96-16,-3-1-79 0,2-1 98 0,-3-2-79 15,-2 1 76-15,-5 1-60 0,0 1 90 0,-1 1-56 16,-4 0 74-16,-2 1 1 0,0 2-2 16,-4 3 0-16,0-3-4 0,-5 10-6 0,8-11-17 15,-8 11-8-15,4-8 1 0,-4 8-7 0,0 0-4 16,0 0-7-16,0 0-2 0,-12 4-4 0,-2 8-3 16,3 6-9-16,-10 6-22 0,2 2-26 0,-3 4-23 15,1 2-51-15,-5 6-51 0,6-7-130 16,-1 2-181-16,5 0 59 0</inkml:trace>
  <inkml:trace contextRef="#ctx0" brushRef="#br0" timeOffset="197872.03">6955 17585 436 0,'0'0'430'0,"-9"-15"-123"0,9 15-60 0,-9-8-68 0,9 8-25 15,-9-6-47-15,9 6-73 0,0 0 45 16,0 0-62-16,-12 6 44 0,12-6-65 0,-5 19 57 16,5-4-64-16,0 4 1 0,0 6 0 15,0 0 1-15,4 2 3 0,0 4 1 0,1 0-1 16,3 1 6-16,-1-3-5 0,2-2-1 0,-1-4 2 15,0-2 3-15,2-3-4 0,-2 0 1 0,-2-4-2 16,2-5 0-16,-2 2 0 0,-1-4 2 0,-5-7 6 16,9 9-4-16,-9-9-3 0,0 0 3 0,0 0 2 15,14-12 1-15,-14 3-3 0,0-6 2 0,-5-6-2 16,3-6 1-16,-4-6 0 0,0-2 4 0,-2-4 47 16,-1-2-62-16,3 2 49 0,-2 0-5 0,3-1 1 15,0 1-5-15,0 3-5 0,4 6-56 16,0 3 58-16,2 2-55 0,-1 0 56 0,1 9-56 15,3 0 58-15,-3 4-62 0,3 1 60 16,-4 11-57-16,5-15 58 0,-5 15-59 0,9-5 66 16,-9 5-66-16,0 0 56 0,13 7-2 0,-13-7-14 15,9 17 0-15,-5-7 6 0,-1 4-7 0,1 1-51 16,0 2 63-16,1 0-57 0,-2 0 60 0,0-2-58 16,1-1 63-16,0 2-62 0,0-5 62 0,0 0-55 15,1-1 1-15,0 2 3 0,0-4 6 0,-1 2 6 16,1-2 3-16,0 0 0 0,0 0 1 0,-5-8 4 15,13 13-2-15,-5-5 3 0,1 2 3 0,2 0-3 16,-2 0-3-16,3 3 4 0,0 0 6 16,0 1-4-16,2 1 0 0,-2 1-1 0,-1 1 0 15,3 0-1-15,-2 0 2 0,0 1 2 0,0 0-4 16,-3 0 2-16,2 0-2 0,-3 0 2 16,1 1 0-16,-3-1-1 0,-1-2 0 0,-2 1 0 15,-2-4 1-15,-1 2-3 0,0 0 7 0,-2 2-10 16,-2-2-4-16,-1-1-10 0,-2 1-4 0,1-2-10 15,0-2-16-15,-1-2-15 0,-3 1-19 0,10-10-19 16,-13 8-14-16,13-8-16 0,0 0-3 16,-23-10 7-16,18 2-1 0,-1-6-5 0,0-3 11 0,3-2-75 15,0-5 38-15</inkml:trace>
  <inkml:trace contextRef="#ctx0" brushRef="#br0" timeOffset="198169.04">7217 17910 301 0,'5'-24'67'0,"0"1"12"16,1 2-13-16,2 1-22 0,-3 1 1 0,1 4 8 15,0 3-10-15,-1 1-7 0,-1 2-6 0,2 0-7 16,-6 9-9-16,8-11 15 0,-8 11 12 0,7-6 0 15,-7 6-5-15,0 0 1 0,0 0 1 16,0 0-4-16,22 2-3 0,-22-2 5 0,8 8-6 16,-8-8-9-16,10 16 0 0,-4-6 1 0,-2 0-2 15,1 2-6-15,2 2 4 0,-2-1-9 16,0 1 0-16,1-3-5 0,1 2 0 0,-1 0 1 16,-1-3-7-16,0-1-1 0,1-2 13 0,0 3-6 0,-6-10 1 15,9 10 5-15,-9-10 5 0,9 7 4 16,-9-7 6-16,0 0 6 0,0 0 0 0,19 2-2 15,-19-2 1-15,10-10 0 0,-1 3 2 0,-4-2 3 16,3-4 4-16,-2 1 1 0,-1-2-2 0,1 2 2 16,-3 1-10-16,1-1-6 0,-4 1 7 0,1-1-18 15,-1 2 51-15,-1 0-98 0,-3-2 58 16,1 3-113-16,0 1 79 0,-5-1-131 0,8 9-13 16,-10-7-20-16,10 7-17 0,-15-3-141 0,15 3 258 15</inkml:trace>
  <inkml:trace contextRef="#ctx0" brushRef="#br0" timeOffset="198952.03">7591 17633 309 0,'0'0'326'0,"10"-5"-3"0,-10 5-186 16,9-7 59-16,-9 7-124 0,0 0 56 0,8-6-100 15,-8 6 72-15,0 0-99 0,0 0 81 16,0 0-93-16,18 0 1 0,-18 0 2 0,10 4 1 15,-10-4 3-15,12 7 1 0,-12-7 5 0,14 10-5 16,-7-5-1-16,-7-5 1 0,13 14 1 0,-7-7 2 16,-1 1 0-16,-5-8 12 0,7 16-17 0,-7-16 11 15,1 18-9-15,-1-18 34 0,-1 16-45 16,1-16 13-16,-4 16-19 0,4-16 4 0,-4 13-2 16,4-13-1-16,-9 5-4 0,9-5-7 0,0 0-2 15,0 0 5-15,-16-2 3 0,16 2 4 0,-14-12 3 16,6 3 6-16,-1-2 3 0,1-1 7 0,-2 0 93 15,2-1-92-15,1 2 91 0,-1-1-86 0,-2 1 80 16,5 3-88-16,-2-2 66 0,7 10-74 0,-10-10 71 16,10 10-83-16,-9-10 89 15,9 10-98-15,0 0 82 0,-10-5-85 0,10 5 80 0,0 0-84 16,-10 6 82-16,10-6-77 0,-8 14 66 0,8-14-74 16,-2 19 10-16,-1-7 1 0,3 1 7 0,0-1-3 15,3 0 2-15,-2 0-3 0,3 1-6 16,1-4-10-16,1 1-6 0,1-2-7 0,-7-8-4 15,15 10-3-15,-15-10-7 0,19 1-2 0,-19-1 12 16,28-8 6-16,-11-1 9 0,-2-3 7 0,3-1 8 16,-4-3 6-16,5-4 1 0,-3-1 129 0,0-1-113 15,-3 0 142-15,1 3-98 0,-4 1 109 0,1 2-89 16,-1-3 86-16,-1 4-27 0,-3 1-13 0,-1 2-17 16,-1 4-26-16,1-2-12 0,-5 10-15 0,9-12-58 15,-9 12 68-15,5-9-10 0,-5 9-6 16,7-8-6-16,-7 8-5 0,0 0-2 15,14-5-3-15,-14 5-3 0,0 0-10 0,15 3 11 0,-15-3-6 16,14 5-61-16,-14-5 79 0,14 10-68 16,-7-4 72-16,0 1-67 0,-7-7 50 0,9 14-46 15,-4-6 76-15,-1 2-72 0,-4-10 61 0,3 17-64 16,-3-17 2-16,0 19 3 0,-3-6-3 0,0-4-6 16,0 2-6-16,-3-2-8 0,1 0-2 0,-2-2-6 15,7-7-4-15,-13 10 6 0,13-10 11 0,-16 5 6 16,16-5 4-16,-17 0-4 0,17 0-1 0,-21-6 12 15,11-1 105-15,0 1-127 0,-2-2 119 0,3-1-117 16,2 0 112-16,-1 2-105 0,2-1 124 0,1 0-107 16,5 8 106-16,-9-12-107 0,9 12 111 15,-7-9-118-15,7 9 114 0,0 0-124 16,-10-8 112-16,10 8-115 0,0 0 113 0,0 0-108 16,0 0 105-16,-10 5-107 0,10-5 102 0,-3 13-104 15,3-13 6-15,-5 19 10 0,5-7 4 0,-1 1 4 16,-3 0-11-16,4 2-28 0,0 0-15 0,0-1-30 15,4-1-14-15,-3 0-140 0,2-3 81 0</inkml:trace>
  <inkml:trace contextRef="#ctx0" brushRef="#br0" timeOffset="199164.03">7998 17445 228 0,'0'0'530'16,"7"-15"-182"-16,-7 15-86 0,3-10-70 0,-3 10-44 15,0 0-33-15,3-9-60 0,-3 9 29 0,0 0-16 16,0 0-16-16,0 0-10 0,0 0-9 0,8 9-10 16,-8-9-2-16,7 17-21 0,-2-5-80 0,-3-1 54 15,5 2-106-15,-4 1 81 0,3 0-135 0,-3 0 83 16,3 0-102-16,-3-4-217 0,1-1 172 0</inkml:trace>
  <inkml:trace contextRef="#ctx0" brushRef="#br0" timeOffset="199280.06">8046 17344 81 0,'-4'-15'379'15,"-1"3"-64"-15,0 3-233 0,0 0 48 0,5 9-159 16,-8-9 99-16,8 9-130 0,0 0 82 0,0 0-119 16,0 0-6-16,0 0-132 0,0 0 62 0</inkml:trace>
  <inkml:trace contextRef="#ctx0" brushRef="#br0" timeOffset="199705.04">8202 17363 331 0,'0'0'138'0,"0"0"72"16,0 0-150-16,0 0 108 0,0 0-129 0,0 0 116 16,0 0-127-16,10 9 96 0,-10-9-122 0,5 11 101 15,-5-11-26-15,4 14-19 0,0-5-91 0,-3 1 98 16,3 1-99-16,-1 0 92 0,-3-11-95 0,2 19 94 16,-2-19-99-16,3 17 100 0,-3-17-103 0,2 16 100 15,-2-16-102-15,4 11 112 0,-4-11-82 16,0 0 96-16,3 12-89 0,-3-12 74 15,0 0-86-15,0 0 80 0,0 0-88 0,11-8 80 16,-11 8-11-16,8-17-9 0,-3 3-6 0,1 0 5 16,-1-1-4-16,1 0-66 0,-1 0 91 0,1-1-80 15,0 2 74-15,-1 1-71 0,1 3 68 16,-4 0-69-16,-2 10 66 0,7-14-71 0,-7 14 67 0,6-9-72 16,-6 9 70-16,0 0-69 0,10-10 73 0,-10 10-26 15,0 0-50-15,0 0 71 0,16 5-13 0,-16-5-27 16,11 12-33-16,-11-12-41 0,9 9-116 0,-9-9 64 15,9 13-115-15,-9-13-123 0,11 11 218 16</inkml:trace>
  <inkml:trace contextRef="#ctx0" brushRef="#br0" timeOffset="200090.04">8483 17255 62 0,'0'0'435'0,"-4"-11"-74"0,4 11-178 16,-2-9 41-16,2 9-123 0,0 0 48 0,-5-8-104 15,5 8 60-15,0 0-94 0,0 0 68 0,0 0-82 16,0 0 70-16,0 0-85 0,-3 9 74 0,3-9-82 16,5 13 76-16,-5-13-81 0,7 16 57 0,-1-8 4 15,-1 0 5-15,0-1-12 0,2 2 0 16,-7-9-4-16,12 10-7 0,-12-10-1 0,12 8-3 16,-12-8-3-16,10 4-76 0,-10-4 86 0,0 0-83 15,19-4 86-15,-19 4-83 0,12-9 89 0,-12 9-85 16,10-12 88-16,-6 3-93 0,-2-2 91 15,1 0-95-15,-2 1 96 0,-1-2-93 0,0 0 101 16,0 0-95-16,-3 1 104 0,2 0-89 0,1 11 94 16,-5-14-89-16,5 14 86 0,-7-10-88 0,7 10 93 15,0 0-90-15,0 0 92 0,0 0-91 0,-21 5 80 16,21-5-82-16,-11 15 90 0,5-5-91 0,3 2 87 16,-1 2-87-16,1 0 86 0,3-1-88 0,0 1 86 15,0-1-10-15,3 0-17 0,-1-1-26 16,5 1-34-16,-1-3-106 0,0-3 89 0,2 0-116 15,-8-7 69-15,18 5-87 0,-18-5-111 0,22 0 302 16</inkml:trace>
  <inkml:trace contextRef="#ctx0" brushRef="#br0" timeOffset="200451.05">8760 17120 154 0,'0'0'353'0,"7"-9"-257"16,-7 9 88-16,7-7-146 0,-7 7 112 0,9-6-128 15,-9 6 121-15,0 0-144 0,21 0 117 0,-21 0-123 16,15 7 110-16,-6-1-124 0,0 0 114 16,-1 1-121-16,0 4 102 0,-1 0-103 0,1 0 102 15,-3 1-105-15,-1-1 98 0,-1 0-105 0,0-1 98 16,-2 1-103-16,-1-11 100 0,0 20-99 0,-2-8 96 16,-3-2-99-16,1-1 85 0,0-2-98 0,4-7 95 15,-10 13-118-15,10-13 99 0,-13 7-132 16,13-7 98-16,0 0-92 0,-15-3 125 0,15 3-109 15,-12-13 124-15,6 4-117 0,1-2 128 0,-1-2-101 16,4 1 137-16,-2 0-101 0,3 1 138 0,-2 3-94 16,3 8 104-16,-6-15-117 0,6 15 87 0,-4-11-107 15,4 11 89-15,0 0-103 0,0 0 95 16,0 0-101-16,0 0 93 0,-21 7-99 0,14 1 90 16,1 3-93-16,-2 3 92 0,0 3-96 0,-2-2 137 15,1 4-164-15,0 0 72 0,-1 1-112 0,0 0 82 16,1 1-125-16,-1-2 61 0,1 0-107 0,0-1-108 15,1 1 297-15</inkml:trace>
  <inkml:trace contextRef="#ctx0" brushRef="#br0" timeOffset="200952.04">9127 16966 26 0,'0'0'271'0,"0"0"52"0,-19 1-202 0,19-1 89 15,-18 3-124-15,18-3 95 0,-19 8-123 0,19-8 86 16,-18 9-123-16,18-9 79 0,-13 10-107 0,13-10 87 16,-10 13-102-16,10-13 88 0,-4 16-96 0,4-16 88 15,0 16-93-15,4-7 93 0,1 2-96 0,3-2 90 16,-1 1-87-16,1 0 86 0,5 0-95 0,-3 0 95 15,-1-1-92-15,4 1 92 0,-4 0-90 16,2-1 87-16,-2-1-89 0,0 1 90 0,0-3-91 16,-1 2 89-16,-2-1-88 0,-6-7 83 0,9 11-1 15,-9-11 9-15,7 12-9 0,-7-12 0 16,2 11-7-16,-2-11-8 0,-2 11-1 0,2-11-8 16,-7 12-1-16,7-12-4 0,-13 12-3 0,3-7-12 15,10-5-7-15,-20 7-8 0,20-7-110 0,-21 0 70 16,21 0-143-16,-20-10 83 0,11-1-104 0,4-1-1 15,-2-8-97-15,6 3 276 0</inkml:trace>
  <inkml:trace contextRef="#ctx0" brushRef="#br0" timeOffset="201093.04">9088 17089 638 0,'2'-12'206'0,"-1"2"69"0,-1 10-95 0,4-15 17 15,-4 15-42-15,3-12-27 0,-3 12-45 0,0 0-24 16,0 0 11-16,0 0-31 0,0 0 30 16,0 0-15-16,-17 4-41 0,11 5 27 0,-6 5-41 15,-2 2 50-15,3 2-65 0,-1 1 36 16,-5 6-46-16,1-1 27 0,-1 2-90 0,-2 0 52 15,0 1-117-15,0 1 66 0,-3 2-124 0,-1 0 71 16,0 1-108-16,-8 7-121 0,1-1 223 0</inkml:trace>
  <inkml:trace contextRef="#ctx0" brushRef="#br0" timeOffset="201371.04">8353 17904 96 0,'-8'6'432'15,"8"-6"-129"-15,-15 9-54 0,15-9-10 0,-12 7-33 16,12-7-20-16,-9 5-4 0,9-5-25 15,0 0-46-15,0 0-11 0,-10 5-31 16,10-5-5-16,0 0-24 0,0 0 2 0,17-10-20 16,-6 3 10-16,7-1-13 0,5-4 10 0,8-1-26 15,2-3 42-15,12-5-47 0,3-1 10 0,6-4-12 16,2-1 11-16,3-1-15 0,4-2 1 0,0 0 2 16,1-1 2-16,0 0 6 0,-3 4 12 0,-1 0-18 15,-2 1 11-15,-8 3-10 0,-2 1 16 0,-10 6-20 16,-7 2 17-16,-1 1-19 0,-8 3-1 0,-6 2-2 15,-1 2-3-15,-3 1-3 0,-2 1-4 0,-10 4-1 16,16-7-21-16,-16 7-4 0,0 0-21 0,0 0-22 16,0 0-44-16,0 0-38 0,0 0-55 0,-8 7-289 15,-2 0 9-15</inkml:trace>
  <inkml:trace contextRef="#ctx0" brushRef="#br0" timeOffset="-173053.77">23306 8269 7 0,'-2'-12'559'0,"1"0"-153"0,1-2-66 0,0 0-73 16,-1 2-25-16,0-1-36 0,-1-1-18 0,-3 4-11 15,5 10-23-15,-5-17 14 0,5 17-15 0,-5-11-8 16,5 11-29-16,-2-12-19 0,2 12-20 0,0 0-19 16,-4-11-18-16,4 11-5 0,0 0-7 0,0 0-5 15,-7 9-1-15,7-9-12 0,-6 23 1 16,3-7-1-16,0 5-3 0,0 3-6 0,-1 1 4 16,0 0 1-16,0 1-3 0,2 0-1 0,-1 1-5 15,0-1 0-15,0-1-14 0,2-1 21 0,0-2-88 16,1-2 33-16,-2-1-62 0,2-2 27 0,0-2-42 15,0-3 6-15,2 0-33 0,-2-12 17 0,0 16 22 16,0-16 6-16,-2 10 14 0,2-10 11 16,0 0 16-16,0 0 25 0,-5-12 31 0,4 0 24 15,-2-4 24-15,-2-4 2 0,1-2 38 0,2-3-20 16,-2 1 44-16,0 0-44 0,3 3 37 16,-2-2 0-16,3 5-10 0,0 0 3 0,0 3-6 15,0 0-1-15,2 4-9 0,-1-1-14 0,0 0-10 16,2 3-10-16,-3 9-6 0,7-15-10 0,-7 15-2 15,11-8-10-15,-11 8-10 0,0 0 15 0,24 1-27 16,-11 5 26-16,1 2-29 0,1 4 29 16,0 3-23-16,1 1 24 0,3 4-10 0,-1 2 7 15,0 0-4-15,-1 0-2 0,0 2-20 0,0-1-35 16,-2 0-21-16,2-2-36 0,-3-4-3 0,0 1-51 16,-1-3-46-16,-1-1-54 0,4-3 20 0,-3-3-29 15,2-4-12-15,-15-4-163 0,25 3 135 16</inkml:trace>
  <inkml:trace contextRef="#ctx0" brushRef="#br0" timeOffset="-172540.75">23712 8373 286 0,'7'-33'368'0,"-1"-4"-82"0,-1 0-28 0,-2-1 3 16,0 2-54-16,1 2-32 0,-1 7-4 0,-2 3 43 15,2 2-68-15,-2 4 47 0,-1 4-82 0,1 3 22 16,-1 11-71-16,2-19 30 0,-2 19-65 0,1-12 38 16,-1 12-62-16,0 0 55 0,0 0-66 0,0 0 6 15,-5 18-3-15,2-2 4 0,-2 6 5 16,1 1-3-16,-4 9-5 0,0 2-4 15,0 0 8-15,0 1-7 0,-6 0 5 0,5 1-1 16,2 0-19-16,-2-3-21 0,1-1-14 0,2-2 12 16,2-4-57-16,1-4-45 0,3-5-21 0,0-1-30 15,1-5 1-15,5 2 1 0,-1-5-2 0,-5-8 52 16,18 8-32-16,-18-8 49 0,22-3 6 0,-6-2 73 16,2-4 4-16,-3-5 78 0,3 0 13 0,-4 0 60 15,0-5 9-15,0 2 37 0,-1 0-15 0,-3 1-2 16,-2-1 10-16,-3 7-30 0,1-2 21 0,-2 4-22 15,-4 8-4-15,7-17-27 0,-7 17-4 16,5-12-20-16,-5 12-14 0,0 0-9 16,0 0-8-16,0 0-5 0,0 0-5 0,0 0-3 15,0 0-13-15,-9 9 9 0,5 2-2 0,-1 0 0 16,0 0 4-16,1 1-8 0,1 1-1 0,-1 0-1 16,3-2 1-16,1 2-1 0,-1-4-11 0,2 2 61 15,-1-2-58-15,5 1 43 0,-5-10-41 0,7 15 47 16,-7-15-43-16,11 12 46 0,-11-12-46 0,18 3-3 15,-18-3 21-15,19-1 1 0,-19 1-17 0,21-9 46 16,-10 1 1-16,-2 0-2 0,1-3-7 16,-3-1-3-16,-1-3-7 0,-3 1 1 0,1-4-9 15,-3 0 3-15,-2 1-3 0,-1-1-6 16,-3-1-6-16,-1 2-17 0,-1-1-2 0,-3 2-9 16,0 0-14-16,-2 3-22 0,-3 1-12 0,5 3-16 15,-3 1-17-15,3 3-32 0,0 1-40 0,10 4-71 16,-20-7-39-16,20 7-80 0,-12-6-167 0,12 6-15 15</inkml:trace>
  <inkml:trace contextRef="#ctx0" brushRef="#br0" timeOffset="-172311.75">24115 8006 350 0,'11'-6'479'0,"-3"-1"-123"0,-2 0-63 15,-6 7-63-15,13-9-30 0,-13 9-34 16,8-7 44-16,-8 7-81 0,0 0-8 0,11-9-34 15,-11 9-17-15,0 0-14 0,0 0-13 0,0 0-8 16,0 0-7-16,14 6-4 0,-14-6-12 0,4 23 10 16,-1-6-12-16,-3 2 7 0,0 7-40 0,0 3 41 15,-3-2-39-15,2 7 47 0,-2 0-48 16,-1 0 27-16,-2-1 7 0,2 0-2 0,-1-1 4 16,1-5-14-16,-1-1-23 0,1 0-35 0,0-2-36 15,0 0-50-15,1-3-80 0,0-5-49 0,-2-2-349 16,5-1-151-16</inkml:trace>
  <inkml:trace contextRef="#ctx0" brushRef="#br0" timeOffset="-172155.76">24103 8431 258 0,'-2'-14'555'0,"0"4"-130"0,-2-4-123 0,3 3-26 16,-1 0-86-16,0 1 16 0,2 10-66 16,-2-19 2-16,2 19-4 0,-4-16-24 0,4 16-20 15,4-14-22-15,-4 14-34 0,6-14 9 0,-1 6-13 16,3 0-38-16,1 0-21 0,4 3-30 0,0-2-42 15,3 2-62-15,0 0-102 0,4 0-44 0,0-2-311 16,2 4-147-16</inkml:trace>
  <inkml:trace contextRef="#ctx0" brushRef="#br0" timeOffset="-171545.75">24922 7932 106 0,'7'-14'614'16,"-1"1"-183"-16,3 0-62 0,-4 3-81 0,-1 2-19 15,-4 8-47-15,5-16-29 0,-5 16-39 0,5-9-37 16,-5 9-19-16,0 0-23 0,0 0 46 0,0 0-68 16,0 0 34-16,-9 16-65 0,3 2 5 0,-2 2-7 15,-3 9-5-15,-1 4-1 0,1 1-4 16,-1 2-3-16,1 3-1 0,-1-2-1 16,1 2-2-16,0 0-15 0,1-2-20 0,1 1-20 15,2-3-18-15,-1-2-8 0,6-7-35 0,-1-1-46 16,2-1-52-16,1-7-49 0,1 1-61 0,0-4-13 15,2-5-159-15,2 1 48 0</inkml:trace>
  <inkml:trace contextRef="#ctx0" brushRef="#br0" timeOffset="-170703.77">24843 8411 46 0,'-2'-13'613'0,"0"-3"-163"0,-3 1-92 16,3-1-94-16,-2 0-49 0,1 1-37 16,-1 3-42-16,2 2-10 0,-2-2-23 0,2 0-12 15,2 12-24-15,-4-16-13 0,4 16-12 16,-3-13-10-16,3 13-21 0,1-12-23 0,-1 12 7 15,8-10-42-15,-8 10 30 0,15-12-32 0,-4 7 6 16,1-2-28-16,1 3-33 0,2-2 5 0,0-1-24 16,2 0 16-16,0 0-11 0,0-3 41 0,-5 2 13 15,5-2 14-15,-4-2 0 0,-2 3 46 0,-2-3 32 16,0 0 20-16,-1 0 21 0,-2 2 5 0,-1-2 28 16,-1 2-2-16,1 1-7 0,-1-1 13 15,-4 10-12-15,5-14 6 0,-5 14-37 0,5-12 2 16,-5 12-8-16,0 0-21 0,3-13-7 0,-3 13-5 15,0 0-5-15,0 0-13 0,0 0 9 16,0 0-8-16,6 14 4 0,-6-14-4 0,0 16-41 16,0-3 46-16,-2 0-40 0,0-1 49 0,0 5-52 15,-1 0 49-15,1-1-49 0,-1 0 51 0,1-1-44 16,-2 0 46-16,1-4-46 0,3 3 41 0,-2-5-39 16,2-9 39-16,-2 17-38 0,2-17 43 0,-1 13-43 15,1-13 41-15,3 10-40 0,-3-10 41 0,0 0-44 16,9 8 41-16,-9-8-43 0,0 0 49 15,19-4-46-15,-19 4-15 0,18-7 30 0,-18 7 39 16,18-9-44-16,-18 9 42 0,16-5-49 0,-16 5 49 16,13-7-55-16,-13 7 52 0,0 0-47 0,15-5 43 15,-15 5-41-15,0 0 25 0,0 0-24 16,14 6 37-16,-14-6-45 0,6 9 50 0,-6-9-46 16,3 14 43-16,-3-14-50 0,4 16 22 0,-4-16-49 15,4 17 3-15,-4-17-46 0,5 17-39 0,-5-17-13 16,10 13-33-16,-10-13 19 0,16 13 2 0,-16-13 16 15,20 7 1-15,-20-7 18 0,24 0 21 16,-24 0 27-16,27-6 37 0,-14 1 38 0,2 1 25 16,-3-3 34-16,1 0 21 0,-3-1 4 0,-2 1 40 15,-8 7 6-15,15-13 0 0,-15 13 10 0,10-10-26 16,-10 10 4-16,9-8-6 0,-9 8-16 0,8-7-21 16,-8 7-16-16,0 0-13 0,0 0-38 15,9-6 31-15,-9 6-48 0,0 0 42 0,0 0-39 16,7 9 37-16,-7-9-37 0,4 8 34 0,-4-8-6 15,6 10-3-15,-6-10-3 0,7 13-1 16,-7-13-1-16,8 10 0 0,-8-10-1 0,10 9-2 16,-10-9 0-16,12 6-1 0,-12-6 8 0,0 0-20 15,25 1 37-15,-25-1-71 0,19-6 48 0,-9 1-3 16,-1-2 0-16,3 0-1 0,-2-3-3 0,-4-2 1 16,2 0-11-16,-3-2 13 0,-1 0-3 0,-1-1 0 15,-2 1 3-15,0 2 3 0,-1-1 3 0,-1 4 1 16,1 9 2-16,-1-18-3 0,1 18-13 0,-4-14 11 15,4 14-1-15,-7-7-3 0,7 7 1 0,0 0-1 16,-15 8-1-16,3 2-1 16,1 4 0-16,-2 2-12 0,0 3 13 0,-2 5-41 15,5-3 50-15,1-1-6 0,2 2-6 0,0-2-9 16,4 1-19-16,1-4-5 0,2-4-16 0,2 3-53 16,6-2-30-16,-1-3-56 0,6 2-34 0,5-5-36 15,3-3-244-15,4-2 31 0</inkml:trace>
  <inkml:trace contextRef="#ctx0" brushRef="#br0" timeOffset="-170200.76">26099 7840 236 0,'7'-19'652'0,"-5"5"-171"16,3 0-114-16,-1 2-73 0,-3 4-54 0,-1 8-55 16,5-17-37-16,-5 17-46 0,4-9-13 0,-4 9-17 15,0 0-12-15,0 0-10 0,0 0-10 0,-10 14-3 16,4 6 36-16,-1 2-47 0,-3 10-11 0,-3 3 4 15,0 6 1-15,-4 14-4 0,-1 2 14 0,-3 3 12 16,0 3-5-16,0 1 1 0,-2 0 2 0,0-3 39 16,0-1-56-16,4-2 47 0,0-3-65 0,2-2 36 15,6-13-63-15,0-2 42 16,4-3-67-16,2-2-7 0,1-10 0 0,1-2-12 0,3-4 6 16,0-3-1-16,0-2-1 0,0-12-6 0,7 15-10 15,-7-15-6-15,11 5-5 0,-11-5-13 16,17-8 5-16,-6-4 9 0,2 0 6 0,-1-6 12 15,3-10 11-15,-4-1 15 0,2-5 18 0,-4-6 0 16,-1-1 6-16,-2-3 24 0,-1-1 6 0,0 2 39 16,-1 0-8-16,-1 1 17 0,-2 3 12 0,2 2-20 15,-1 3 4-15,1 5-7 0,-2 4-4 0,2 3-9 16,0 1-4-16,1 3-8 0,1 1-5 16,-1 4-1-16,3 0-14 0,0 1 10 0,3 3-8 15,1 1 4-15,1 4-1 0,-12 4-3 0,24-6 0 16,-24 6-1-16,30 7-1 0,-16-1-11 0,2 3 12 15,-1 3-5-15,-4 3 5 0,1 1-2 0,-5 2 0 16,1 1-37-16,-5-3 34 0,-1 0 10 16,-3 1-12-16,-3 1 11 0,0 2-7 0,-5-3 2 15,-1 2-1-15,-4-2-2 0,1-1-5 0,1 0-10 16,-1-2-11-16,-1-3-23 0,2 0-23 0,5-4-34 16,0-2-76-16,7-5-30 0,-9 7-41 0,9-7-302 15,0 0-64-15</inkml:trace>
  <inkml:trace contextRef="#ctx0" brushRef="#br0" timeOffset="-169069.76">26391 8150 490 0,'8'-10'456'0,"-1"2"-95"0,-2 0-79 16,-5 8-64-16,5-16-17 0,-5 16-35 0,5-10-8 16,-5 10-27-16,0 0-7 0,-1-11-39 0,1 11-13 15,0 0-16-15,0 0-9 0,-13 3-13 16,13-3-11-16,-14 13 7 0,5-1-17 0,0-1 3 15,0 5-2-15,0 2-4 0,2-2 3 0,3 0-7 16,1-1-3-16,-1 1-26 0,2-4 9 0,2 0-3 16,0 1-1-16,2-2-4 0,1 0-6 0,1-2-2 15,1 0 0-15,-5-9-11 0,10 10 17 0,-10-10-2 16,14 5 4-16,-14-5 1 0,0 0-20 16,18-4 34-16,-18 4-28 0,15-10 24 0,-7 1-14 0,0-2 37 15,-1-1-31-15,0 0 43 0,-1-2 2 16,-2 4 11-16,1 2-42 0,-5 8 42 0,6-17 8 15,-6 17-11-15,6-9 1 0,-6 9-11 16,3-9-1-16,-3 9-7 0,0 0-41 0,0 0 42 16,0 0-15-16,0 0 14 0,0 0-47 0,2 11 50 15,-2-11-49-15,0 15 51 0,0-15-9 0,2 16-19 16,-2-16-12-16,4 16-16 0,-4-16-14 0,12 16-33 16,-12-16-9-16,15 10-25 0,-5-4-30 0,-10-6 4 15,25 3-15-15,-25-3-2 0,34-2 4 0,-10-3 14 16,-1-2 29-16,0-2 20 0,2-3 31 0,-4-1 40 15,-3 1 41-15,0-4 28 0,-3 1 43 16,0 0 10-16,-3 0 25 0,0 2 24 16,-5 0-24-16,2 3 27 0,-4 3-9 0,2-1-13 15,-7 8-17-15,9-11-19 0,-9 11-38 0,7-10-23 16,-7 10 9-16,0 0-6 0,0 0-5 0,0 0-9 16,0 0-44-16,0 0 34 0,15 3-31 0,-15-3 38 15,5 14-45-15,-3-6 50 0,1 1-44 0,-2 3 45 16,4 2-46-16,-4-2 17 0,-1 1 22 0,2 2-49 15,-4-3 43-15,2 2-51 0,-2-2 38 0,-2 0-6 16,2 0-7-16,-2 0-34 0,0-2 20 16,0-2-15-16,4-8 25 0,-9 12-34 0,9-12 10 15,-11 9-10-15,11-9 14 0,0 0-1 16,0 0 12-16,-21-3-1 0,21 3 19 0,-13-14-16 16,8 2 15-16,0-2-3 0,0-1 8 0,1-2-6 15,-1 0 8-15,1 1 2 0,2-1 26 0,-1 3-15 16,-1 0 25-16,3 3-21 0,1 11 20 0,-4-17-30 15,4 17 23-15,-4-11-42 0,4 11 44 0,0 0-35 16,0 0 24-16,-19 6-25 0,13 1 24 0,-2 5-25 16,-3 5 23-16,2-2-39 0,-2 4 45 15,1 0-32-15,0 0 23 0,2-1-25 0,-2 1 0 16,6-4-29-16,2 0-13 0,2-4-22 0,2 1-8 16,0-2 11-16,4-2-48 0,1 0 10 0,4-2-13 15,-11-6-2-15,25 4 4 0,-7-4-2 16,5-4-5-16,0-2 14 0,7-3 35 0,-1-5 38 15,0-1 48-15,1-3 43 0,-2-1 34 0,0 0 38 16,-1 0 12-16,-4-1 19 0,0 4 8 0,-5 1-22 16,-3 2 23-16,0 0-15 0,-4 4-17 0,0 0-21 15,-3 3-22-15,-8 6-31 0,14-10 0 16,-14 10-15-16,10-3-6 0,-10 3-5 0,0 0-5 16,17 5-4-16,-17-5-3 0,11 12-5 0,-6-2-13 15,0 0 12-15,-1 1-3 0,1 3 1 0,-1 1-3 16,-1 1-1-16,-2-4 0 0,2 4-1 0,-1-3 0 15,-2-1-34-15,0 0 36 0,0-12-5 0,3 19 2 16,-3-19 0-16,-4 16-3 0,4-16-58 16,-5 11 72-16,5-11-7 0,0 0-34 0,-9 7 32 15,9-7-1-15,0 0 1 0,-12-3-3 0,12 3-2 16,-11-12 2-16,6 2-36 0,0-1 30 16,-1-4 12-16,0-1-35 0,2 1 40 0,0-2-3 15,2 1 1-15,-1 5 3 0,-1-2 1 0,3 4 1 16,1 9 1-16,-4-17-17 0,4 17 13 15,-4-12-6-15,4 12 1 0,-7-7-1 0,7 7-2 0,0 0 0 16,0 0-41-16,-18 7 36 0,10-2-33 0,-3 7 48 16,-1 0-46-16,-2 2 51 0,0 1-42 0,0 3 43 15,1-2-42-15,-2 1 25 0,5 0-5 16,-2 0-61-16,2-1-5 0,1-1-69 0,3-2-100 16,2-2-26-16,4-11-314 0,-3 15-102 0</inkml:trace>
  <inkml:trace contextRef="#ctx0" brushRef="#br0" timeOffset="-167200.78">27463 8153 402 0,'2'-10'398'0,"-2"10"-100"16,3-10-61-16,-3 10-49 0,0 0-51 0,-3-11-26 15,3 11-24-15,-4-8 5 0,4 8-17 0,-6-7 2 16,6 7-31-16,0 0 13 0,-6-12-30 0,6 12 3 16,0 0-18-16,0 0 19 0,-7-5-28 0,7 5 15 15,0 0-20-15,0 0 14 0,0 0-21 0,0 0 0 16,0 0-6-16,0 0 18 0,0 0-23 15,0 0 7-15,0 0-8 0,0 0 10 0,-5 7-4 16,5-7 3-16,0 0 3 0,0 0 12 0,0 0-14 16,0 0 10-16,0 0-1 0,0 0 7 0,0 0-6 15,0 0 11-15,0 0-22 0,0 0 37 16,0 0-23-16,0 0 16 0,0 0-15 0,0 0 18 16,0 0-20-16,0 0 20 0,0 0-33 0,0 0 45 15,0 0-31-15,0 0 28 0,0 0-29 0,0 0 34 16,0 0-34-16,0 0 34 0,0 0-48 15,0 0 50-15,0 0-46 0,0 0 45 0,0 0-41 16,0 0 38-16,0 0-41 0,0 0 35 0,0 0-47 16,0 0 48-16,0 0-42 0,0 0 38 0,0 0-40 15,0 0 36-15,0 0-38 0,0 0 38 0,0 0-53 16,0 0 55-16,0 0-45 0,0 0 44 0,0 0-39 16,0 0 38-16,0 0-36 0,0 0 36 15,1 10-36-15,-1-10 25 0,0 0-34 0,0 0 58 16,0 0-47-16,4 10 44 0,-4-10-32 0,0 0 41 15,0 0-38-15,5 10 43 0,-5-10-38 16,0 0 39-16,8 5-40 0,-8-5 32 0,0 0-36 16,0 0 38-16,15 3-47 0,-15-3 41 0,0 0-48 15,0 0 46-15,18-5-47 0,-18 5 41 0,0 0-51 16,10-9 50-16,-10 9-45 0,0 0 43 0,6-13-43 16,-6 13 40-16,0 0-42 0,0-13 35 0,0 13 4 15,-4-8-55-15,4 8 56 0,-7-6-43 0,7 6 42 16,0 0-42-16,-19-3 42 0,19 3-44 0,-18 7 39 15,7 1-34-15,-5 6 37 0,0-2-36 0,-5 8 44 16,5-1-45-16,-2 0 46 0,4-1-45 16,0 1 44-16,5-2-45 0,2 0 45 15,2-1-17-15,0-6-3 0,5 2-14 0,3 1-20 16,0-4-15-16,5 1-30 0,3-3-57 0,4 0-43 16,3-6-38-16,6 1-22 0,2-4-30 0,3-1-260 15,4-5-9-15</inkml:trace>
  <inkml:trace contextRef="#ctx0" brushRef="#br0" timeOffset="-166062.78">27699 8165 187 0,'9'-12'538'0,"-4"1"-175"0,0 2-31 0,-5 9-115 16,7-13-15-16,-7 13-71 0,4-12-1 0,-4 12-54 15,0 0 30-15,0 0-53 0,0 0 28 16,0 0-53-16,0 0 31 0,0 0-47 0,0 0 22 16,-15 9-33-16,15-9 45 0,-7 18-56 0,1-9 40 15,2 3-40-15,0 0 39 0,1-3-42 0,1 3 28 16,-1-2-26-16,3-10 35 0,-3 18-38 0,3-18 30 15,0 14-36-15,0-14 35 0,4 12-38 0,-4-12 36 16,4 7-43-16,-4-7 48 0,0 0-39 0,19 2 38 16,-19-2-37-16,16-7 38 0,-16 7-37 0,21-12 36 15,-9 7-46-15,-1-4 49 16,0 5-43-16,-2-3 43 0,1 2-35 0,-10 5 37 0,14-8-36 16,-14 8 35-16,14-5-47 0,-14 5 47 15,0 0-42-15,15-5 43 0,-15 5-37 0,0 0 36 16,0 0-36-16,19 4 36 0,-19-4-47 0,0 0 47 15,18 5-45-15,-18-5 35 0,16 5-38 0,-16-5 19 16,19 3-37-16,-19-3-4 0,23 1-15 0,-23-1-6 16,27-2 15-16,-27 2 1 0,29-7 13 0,-14 3 9 15,-3-3 14-15,-2 2 20 0,0-1 13 0,-1-1 20 16,-1 0-11-16,-2 0 56 0,-6 7-32 16,12-10 48-16,-12 10-49 0,7-9 48 0,-7 9-36 15,7-8 10-15,-7 8-56 0,0 0 32 0,0 0-1 16,0 0-60-16,0 0 56 0,0 0-54 0,2 11 47 15,-2-11-49-15,-2 22 46 0,-1-4-48 0,2-1 39 16,-2 8 5-16,1 1-61 0,1 1 63 16,-3 6-10-16,0-1-1 0,0 1 0 0,-2 1-4 15,1-1 44-15,-2 0-67 0,3-2 58 0,-3-2-60 16,0-2 52-16,2-4-52 0,-3 2 46 0,3-2-51 16,-2-2 41-16,-1-1-44 0,2-2 4 15,1-5-8-15,-1-1 54 0,2-2-50 0,4-10 10 16,-8 14 3-16,8-14 1 0,-9 8 0 0,9-8 1 15,0 0 43-15,0 0-59 0,-14-2 54 0,14 2-55 16,-8-14 53-16,6 4-47 0,0-3 45 0,1 0-50 16,4-4 48-16,0-7-48 0,2 2-19 0,2 1 19 15,0-8 7-15,4 3 10 0,1 0-6 16,1 0 6-16,1 3-2 0,2-2-47 0,-1 2 41 16,-1 2-33-16,3-4 44 0,-1 3-47 0,2-1 51 15,-1 1-44-15,1-1 45 0,-1 1-46 0,0-1 25 16,1 0-25-16,-1-2 38 0,-1 3-37 15,0-2 41-15,0 3-30 0,-2-1 39 0,0 5-36 16,-3-2 38-16,-1 2-13 0,0 2 16 0,-4 5 3 16,-1-2 7-16,1 3 3 0,-6 9-4 0,6-13 0 15,-6 13-2-15,2-12-4 0,-2 12-1 16,0 0-13-16,-2-9 11 0,2 9-6 0,0 0 2 0,0 0-4 16,-19 5 1-16,12 3-43 0,-4 2 42 15,1 4-35-15,-1 0 43 0,0 5-39 0,1-1 43 16,1 0-39-16,0 1 43 0,1 1-44 0,3 0 43 15,1-4-43-15,2 2 44 0,0-3-50 16,4-3 43-16,0 2-54 0,3 0 38 0,2-2-48 16,2-3 5-16,2-1-46 0,3-2-46 0,3-3-21 15,1-1-22-15,2-3 2 0,3-2 13 0,3-3 24 16,-4-2 36-16,4-2 9 0,-3-5 46 0,0 1 30 16,-5-1 55-16,-4-1 49 0,0 3 23 0,0-1 31 15,-6 1-9-15,0 3 19 0,-1 1-54 0,-2 2 39 16,-5 7-61-16,7-14 24 0,-7 14-57 0,6-8 30 15,-6 8-56-15,0 0 39 0,0 0-59 0,0 0 47 16,0 0-50-16,0 0 43 16,9 7-42-16,-9-7 38 0,5 15-42 0,-5-15 37 15,5 19-38-15,-2-7 24 0,1-2-33 0,2 2 55 16,-2 1-48-16,2-2 37 0,-1-2-41 0,1 2 36 16,-1-2-40-16,-5-9 29 0,6 12-27 0,-6-12 41 15,7 10-35-15,-7-10 41 0,0 0-37 0,0 0 40 16,7 6-38-16,-7-6 37 0,0 0-32 0,0 0 50 15,1-11-40-15,-1 11 46 0,0-9-43 0,0 9 43 16,2-15-49-16,-2 15 43 0,4-17-53 0,-2 5 43 16,6 0-48-16,-2 1 43 0,6-3-62 15,1 0 49-15,-1 2-57 0,2 2 38 16,3-2-18-16,-2 3-14 0,2-2-21 0,-4 3-12 16,1 1-33-16,-3 0-31 0,0 0-15 0,0 3-44 15,-11 4 11-15,17-7-7 0,-17 7-21 0,15-6-265 16,-15 6 93-16</inkml:trace>
  <inkml:trace contextRef="#ctx0" brushRef="#br0" timeOffset="-165896.78">29016 8060 399 0,'0'0'409'0,"0"0"-127"0,0 0-46 0,11 7-42 16,-11-7-59-16,0 0-8 0,0 0-30 15,6 7 1-15,-6-7-34 0,0 0-2 0,0 0-21 16,12 4 13-16,-12-4-41 0,0 0-46 0,0 0-49 15,11 4-73-15,-11-4-60 0,0 0-289 0,0 0 28 16</inkml:trace>
  <inkml:trace contextRef="#ctx0" brushRef="#br0" timeOffset="-165481.78">29215 7965 10 0,'0'0'720'0,"0"0"-238"0,-4-12-105 0,4 12-93 16,0 0-51-16,-3-8-72 0,3 8-17 0,0 0-26 15,0 0-27-15,-4-9-15 0,4 9-18 0,0 0-12 16,0 0-11-16,0 0-9 0,0 0-20 0,0 0-24 16,-5 7-27-16,5-7-45 0,-9 18-42 0,2-5-81 15,0 5-9-15,-2 1-11 0,1 2-43 0,0-1-206 16,1 3 72-16</inkml:trace>
  <inkml:trace contextRef="#ctx0" brushRef="#br0" timeOffset="-165335.78">29097 8272 381 0,'-4'10'479'0,"3"0"-89"0,1-10-120 15,-4 16-5-15,4-16-90 0,-2 12 33 0,2-12-82 16,-2 10 51-16,2-10-45 0,0 0 17 0,-4 12-13 16,4-12-30-16,0 0-16 0,0 0-19 0,0 10-16 15,0-10-42-15,0 0-45 0,0 0-45 0,0 0-72 16,0 0-96-16,0 0-75 0,11-3-389 0,-11 3-236 16</inkml:trace>
  <inkml:trace contextRef="#ctx0" brushRef="#br0" timeOffset="-165200.78">29300 8150 1 0,'0'0'153'0,"0"0"-113"0,0 0-108 15,23 0 23-15</inkml:trace>
  <inkml:trace contextRef="#ctx0" brushRef="#br0" timeOffset="-164459.78">24126 8960 594 0,'0'0'349'16,"-16"-9"-101"-16,16 9-19 0,-12-7-74 0,12 7-26 15,-14-9-18-15,14 9 17 0,-9-7-19 0,9 7 27 16,0 0-23-16,-9-6 0 0,9 6-35 0,0 0-5 16,0 0-21-16,0-11-9 0,0 11-6 0,14-4-3 15,0 0-3-15,8 1-2 0,6 1 2 0,10-4-1 16,5 3-1-16,8-2-3 0,15 2 5 0,11-2 0 15,9 1-9-15,8 1-1 0,38-2-6 0,3-1-1 16,8 0-10-16,11 1 56 0,9-2-67 16,12-2 7-16,7-3-2 0,6 3 54 0,8-2-59 15,8 1-1-15,1-2 51 0,2 3-53 16,-2 2 38-16,-7 2-73 0,-5 2 85 0,-12 0-50 16,-10 3 56-16,-10-1-45 0,-9 1 3 0,-15-3 0 15,-36 0 6-15,-9 2-5 0,-9-1 15 0,-9-3 67 16,-21 2-37-16,-5-1 68 0,-8 2-47 0,-4 0 58 15,-11-2-43-15,-1 1 44 0,-5 1-53 0,-2-2 27 16,-17 4-59-16,23-4 29 0,-23 4-14 0,21-7-16 16,-21 7-15-16,12-5-21 0,-12 5-33 15,0 0-87-15,14-6-9 0,-14 6-98 0,0 0-16 16,9-6-107-16,-9 6-124 0,0 0-377 16,0 0-429-16</inkml:trace>
  <inkml:trace contextRef="#ctx0" brushRef="#br0" timeOffset="-155632.53">23089 7553 199 0,'0'0'552'15,"-5"-12"-151"-15,5 12-110 0,-4-10-61 16,4 10-69-16,0 0-6 0,-5-11-58 0,5 11 6 15,0 0-55-15,0 0 26 0,-8-6-41 0,8 6 17 16,0 0-34-16,-8 8 20 0,8-8-29 0,-6 19 52 16,2-3-79-16,0 1 46 0,0 5-11 0,0 2-4 15,1 1-1-15,-1 0-1 0,1 3 22 0,-2-1-27 16,1-3 23-16,2 5-31 0,1-4 2 16,-1 0-9-16,2 0 0 0,0-4-3 0,0-3-12 0,2 1-7 15,-2-2-11-15,2-2-22 0,1-4 15 16,-1 1-4-16,2-4-1 0,-4-8 12 15,6 11-1-15,-6-11 16 0,0 0-2 0,0 0 5 16,0 0 9-16,16-5 5 0,-16 5-4 0,4-20 28 16,-3 5 18-16,-1-5 1 0,-3-3 11 0,0-3-3 15,-4-7-5-15,3 0 26 0,-5-2-28 0,-1-3 42 16,1 1-39-16,0 2 32 0,-2 1-35 0,0 0 37 16,2 4 7-16,-1 3-40 0,5 3 38 0,-3 3-45 15,3 1 36-15,0 5-38 0,0 0 22 16,3 2-37-16,-1 1 21 0,3 12-34 0,3-17 27 15,2 6-3-15,1 4-10 0,2-1-1 16,-8 8-30-16,20-7 33 0,-20 7-38 0,27 1 31 16,-10 2-30-16,3 6 24 0,-2 1-29 0,0 3 30 15,-3 1-32-15,1 2 35 0,-5 1-41 0,0 3 42 16,-3-3-39-16,-4 1 40 0,1 1-36 0,-5-3 33 16,0-1 1-16,-2 2 3 0,-1 0-3 0,-1-1-4 15,-2 0-7-15,-2-3-9 0,2 0-13 0,1-1-13 16,-2 0-14-16,1-3-23 0,0 0-26 0,0-1-32 15,6-8-15-15,-7 12-56 0,7-12-8 0,0 0-76 16,0 0-185-16,0 0 85 0</inkml:trace>
  <inkml:trace contextRef="#ctx0" brushRef="#br0" timeOffset="-155467.53">23229 7657 338 0,'12'-5'391'0,"-12"5"-85"0,16-5-53 0,-16 5-56 15,14-4-43-15,-14 4-32 0,0 0-15 0,13-4-43 16,-13 4 19-16,0 0-19 0,0 0 11 0,17 6-36 15,-17-6 19-15,5 12-28 0,-5-12 13 0,4 17-31 16,-3-8 12-16,0 3 6 0,-1 1-9 16,0-1-5-16,0 3-2 0,-2-3-2 0,-1 2 4 15,2 3-32-15,-2-2-34 0,1-1-41 0,0-4-45 16,-3 1-24-16,4 1-57 0,1-12-3 0,-5 13-246 16,5-13 99-16</inkml:trace>
  <inkml:trace contextRef="#ctx0" brushRef="#br0" timeOffset="-155292.54">23293 7572 429 0,'0'-27'449'0,"-2"1"-89"0,2 2-97 0,-2 7-42 15,0-1-69-15,0 4-3 0,1 1-66 0,-1 2 30 16,0 1-54-16,2 10 15 0,-2-17-44 0,2 17 22 16,-3-12-45-16,3 12 13 0,0 0-45 0,0-9 17 15,0 9-32-15,0 0-22 0,0 0-15 0,1 8-17 16,2 2-21-16,0 1-23 0,-1 4-19 0,5 7-19 15,-1-4-51-15,1 3-170 0,3 0 198 16</inkml:trace>
  <inkml:trace contextRef="#ctx0" brushRef="#br0" timeOffset="-154545.54">23560 7787 386 0,'0'0'430'0,"0"0"-122"16,0 0-70-16,0 0-60 0,-4 8-39 15,4-8-34-15,-5 8-15 0,5-8-14 16,-4 9-15-16,4-9-1 0,-2 12-4 0,2-12-16 16,0 9-7-16,0-9-6 0,4 10-6 0,-4-10-3 15,7 7-10-15,-7-7 3 0,0 0 4 0,23 0-2 16,-23 0-7-16,26-8 0 0,-11-2-1 0,2-2 0 15,-2-1 0-15,-1-4-5 0,3-5 16 0,-3-2-6 16,-4-2-15-16,0-6 22 0,-1 3-19 0,-4-7 25 16,-1-2-20-16,-4 0 19 0,0 0-14 0,0-2 43 15,-1 5 6-15,-2-2 0 16,1 11-4-16,-1 0 5 0,1 6-8 0,-2 3-5 0,1 1-8 16,1 3-9-16,-1 3-14 0,3 10 5 0,-8-14-9 15,8 14 2-15,0 0-1 0,-15 4-3 16,6 4-2-16,0 6-32 0,-3 6 35 0,1 5-40 15,-2 1 45-15,2 2-49 0,2 2 54 0,1 2-42 16,1-2 39-16,3-5-37 0,0 1 40 0,4 1-4 16,0-5-19-16,3 3-1 0,1-3-13 0,3-2-13 15,-1 1 13-15,4-5-48 0,1 1-17 16,2-5-20-16,-3-3-28 0,5-1-2 0,1-3 6 16,0-4 28-16,2 0 1 0,1-3 36 0,3-3-6 15,-3-3 32-15,3-1-10 0,-2-2 33 0,-3 0-3 16,1-3 38-16,-3-1 11 0,-1 2 27 0,-3-1 19 15,-3 0-2-15,-1 2 18 0,-1 4-26 16,-6 8 27-16,7-15-41 0,-7 15 23 0,2-12-47 16,-2 12 30-16,0 0-48 0,0-14 21 0,0 14-48 15,0 0 54-15,0 0-40 0,0 0 29 0,-11 6-37 16,11-6 34-16,-7 11-5 0,3-2-17 0,-2 1 11 16,5 3-4-16,-2-4-1 0,2 4-1 15,0-1-2-15,1-2-2 0,0 4-1 0,2-4-27 16,0 1 32-16,1 0-2 0,4-1-1 0,-2-3-2 15,-5-7 0-15,14 12 1 0,-14-12 7 0,16 6-9 16,-16-6-10-16,22-4 14 0,-22 4-7 0,25-9 18 16,-13 1 4-16,-2-2-38 0,1 0 45 0,-2-1-38 15,-2-3 39-15,-3 1-43 0,1 0 34 16,-2-2-36-16,-2 0 41 0,-1 3-44 0,0-2 42 16,-2 3-39-16,-2-1 32 0,-1 1-47 0,-3 1 30 15,-1 2-44-15,1 1 19 0,1 0-41 16,7 7-10-16,-17-8-47 0,17 8-70 0,-13-3-33 15,13 3-22-15,0 0-278 0,-10-7-8 0</inkml:trace>
  <inkml:trace contextRef="#ctx0" brushRef="#br0" timeOffset="-154292.52">24161 7345 399 0,'11'-10'467'0,"-1"0"-96"0,-2 3-97 16,0 0-32-16,0 0-38 0,-8 7-59 0,11-10 23 15,-11 10-65-15,9-9 29 16,-9 9-34-16,6-7-13 0,-6 7-26 0,0 0-4 15,0 0-39-15,0 0 36 0,16 9-38 0,-16-9 25 16,7 20-24-16,-5-7 20 0,0 3-30 0,2 2 29 16,-1 5-38-16,-1 0 34 0,0 1-39 0,2-1 31 15,-2 3-31-15,0-4 28 0,1 3-6 0,-2 0 4 16,2-2-3-16,-3 3-5 0,1-3-12 0,-1-1-12 16,0-3-22-16,-1 1 22 0,1 1-76 0,-3-5-18 15,2 2-59-15,0-2-67 0,-1-4-57 0,0 2-13 16,0-6-230-16,2-8-28 0</inkml:trace>
  <inkml:trace contextRef="#ctx0" brushRef="#br0" timeOffset="-154156.54">24218 7703 261 0,'-4'-17'473'0,"0"8"-93"0,1-4-99 16,0 0-44-16,1 2-73 0,0 2-6 0,1-1-55 16,1 10 4-16,0-19-46 0,0 19 7 0,8-17-37 15,-1 8 23-15,2 0-37 0,2 0 22 0,3 4-41 16,0 0-6-16,2-1-49 0,-2 4-52 0,-14 2-45 15,28-4-53-15,-28 4-3 0,27 6-284 16,-27-6 47-16</inkml:trace>
  <inkml:trace contextRef="#ctx0" brushRef="#br0" timeOffset="-153633.54">23141 8097 515 0,'-28'10'423'0,"5"-2"-121"15,0-1-47-15,0 2-81 0,1 0-17 0,4 0-56 16,-1-2 18-16,6-2-41 0,1 2 20 0,3-3-40 16,9-4 24-16,-13 6-36 0,13-6 38 15,0 0-41-15,-3 12 30 0,3-12 1 0,14 4-11 16,-14-4 7-16,43 0-54 0,-3-4 55 0,5-3-39 15,19-1 32-15,6-6-30 0,6 2 28 0,4-4-2 16,1 0-10-16,3 0-3 0,4-2-12 16,-2 2-1-16,1 1-5 0,-4 0-2 0,-5 1-6 15,-2-1-6-15,-9 5 1 0,-6-2-2 0,-13 3 45 16,-5 1-62-16,-5 1 55 0,-6 2-43 0,-5-2 40 16,-5 2-11-16,-6 3 61 0,-2-1-41 0,-14 3 64 15,25-5-41-15,-25 5 41 0,16-4-27 0,-16 4 18 16,16-3-9-16,-16 3-9 0,0 0-8 15,15-3-26-15,-15 3-10 0,0 0-12 0,0 0-9 16,15-2-1-16,-15 2-5 0,0 0-7 0,0 0-5 16,0 0-3-16,13-5-4 0,-13 5-4 0,0 0-1 15,0 0-12-15,0 0 2 0,0 0-6 16,0 0-2-16,0 0-2 0,0 0-24 0,0 0 26 16,0 0-25-16,0 0 21 0,0 0-23 0,0 0 27 15,17-1-43-15,-17 1 28 0,0 0-46 0,0 0 37 16,0 0-61-16,0 0 28 0,0 0-81 0,0 0 18 15,0 0-81-15,0 0 12 0,-9 7-68 0,9-7-62 16,0 0-60-16,0 0-350 0,0 0-272 0</inkml:trace>
  <inkml:trace contextRef="#ctx0" brushRef="#br0" timeOffset="-153013.54">24806 7227 128 0,'3'-11'641'16,"-1"2"-224"-16,-2 9-96 0,3-17-90 0,-3 17-47 16,0 0-34-16,1-12-35 0,-1 12-32 0,0 0-3 15,0 0-19-15,-8 12-11 0,3 1-35 16,-1 8 31-16,-2 8-33 0,-3 3 33 0,-1 6-47 16,1 1 42-16,-5 11-43 0,0 3 39 0,0-1-5 15,-3 5-4-15,0-6 38 0,-3 5-46 0,3-2 36 16,1-2-52-16,-2 0 1 0,1-5-11 0,5-9 5 15,-2-2-10-15,3-2-16 0,2-1-23 0,0-2-41 16,3-8-67-16,1-2-78 0,2-6-123 0,3-1-198 16,-1-5-68-16</inkml:trace>
  <inkml:trace contextRef="#ctx0" brushRef="#br0" timeOffset="-150156.52">25239 7449 33 0,'0'0'419'0,"-2"-12"-141"0,2 12-59 16,-8-9-42-16,8 9-30 0,-14-8-20 16,14 8-23-16,-22-3 1 0,22 3-14 0,-28 0-17 15,28 0 11-15,-29 7-18 0,13-3-3 0,-3 3-16 16,1 2-5-16,3-1-10 0,0 4 12 0,3-2-26 16,3 1 29-16,2 1-24 0,0-1 14 0,6 2-14 15,1-1 11-15,1 1-25 0,4 1 21 16,4 2-35-16,3 0 37 0,-1-1-35 0,4 1 25 0,0-4-22 15,1 2 25-15,-3-2-3 0,4-1-3 16,-5 0-15-16,1-2 12 0,-4-1-3 16,-1 0-2-16,1-1-4 0,-9-7 0 0,10 10 3 15,-10-10 9-15,5 10 9 0,-5-10-9 0,0 0 13 16,-6 12 3-16,6-12-8 0,-13 9 2 0,3-4-8 16,-3 0 1-16,-4-2-6 0,2 3-3 0,-3-3-3 15,0 0-2-15,0-1-14 0,-1 0 9 0,1-1-5 16,0 2-11-16,18-3-29 0,-28 1-43 0,28-1-72 15,-20 0-81-15,20 0-119 0,0 0-217 0,-12-5-95 16</inkml:trace>
  <inkml:trace contextRef="#ctx0" brushRef="#br0" timeOffset="-149777.54">25279 7649 603 0,'0'0'414'16,"10"-6"-69"-16,-10 6-112 0,0 0-28 0,9-6-69 15,-9 6-12-15,0 0-42 0,0 0 14 0,0 0-50 16,0 0 17-16,0 0-38 0,19 3 19 0,-19-3-34 16,5 9 0-16,-5-9 30 0,5 11-13 15,-5-11-6-15,11 14-5 0,-11-14-5 0,10 12-1 16,-10-12-1-16,10 13-4 0,-10-13-9 0,15 8 9 16,-15-8-1-16,11 5-2 0,-11-5-38 0,0 0 47 15,16 3-2-15,-16-3-1 0,0 0-14 16,16-8 12-16,-16 8 3 0,8-9-6 0,-8 9-1 15,6-15-24-15,-6 15 36 0,2-17-36 0,-2 17 18 16,-1-17 5-16,1 17 38 0,-3-18-39 0,3 18 45 16,-4-14-49-16,4 14 32 0,-8-11-54 0,8 11 53 15,0 0-37-15,-12-7 35 0,12 7-45 16,-15 3 44-16,6 3-37 0,-2 3 37 0,0-1-62 16,-2 7 63-16,3-2-4 0,-1 4-7 0,2-2-12 15,1 3 11-15,2-6-6 0,1 5-42 16,3-5 43-16,2 0-56 0,2-1-40 0,0 0-55 0,7-2-61 15,-1-1-44-15,3-2 26 0,-11-6-291 16,28 3 14-16</inkml:trace>
  <inkml:trace contextRef="#ctx0" brushRef="#br0" timeOffset="-148927.54">25648 7649 149 0,'12'-18'436'0,"0"-2"-107"16,-3 4-46-16,-1-1-10 0,1 6-72 0,-5 0 13 15,0 1-77-15,-1 0 27 0,-3 10-62 0,4-14 24 16,-4 14-67-16,3-10 29 0,-3 10-61 0,0 0 31 15,0 0-50-15,0 0 35 0,0 0-48 0,-12 7 40 16,6 1-49-16,-2 4-11 0,2-1 25 0,-2 4 45 16,4 2-15-16,-4 0-7 0,4-2-1 15,0-1-17-15,1 1-7 0,3-5 13 0,0 4-2 16,0-3-5-16,3 1-8 0,1-3-11 0,3-2-11 16,-7-7-15-16,18 9-13 0,-18-9-12 15,26 3-22-15,-9-6 0 0,0-1 19 0,6-4 9 16,-1 0 7-16,2-5 19 0,1-2 13 0,-4-1 6 15,-4 1 13-15,-2 2 35 0,-2-3-3 0,0 1 30 16,-4 0-41-16,-3 3 57 0,3 0-59 0,-5 2 43 16,1 2-39-16,-5 8 38 0,5-14-48 0,-5 14 31 15,5-11-41-15,-5 11 20 0,4-9-47 0,-4 9 58 16,0 0-48-16,6-11 38 0,-6 11-37 0,0 0 23 16,0 0-44-16,0 0-2 0,0 0-37 0,0 0-30 15,0 0-16-15,13 9-35 16,-13-9-17-16,9 5-7 0,-9-5 20 0,19 7 25 15,-19-7 7-15,24 5 38 0,-5-5 9 0,0 1 11 16,1-1 21-16,-1-1 23 0,0 0 12 0,-1-2 48 16,0 2 25-16,-18 1 35 0,28-4 12 0,-28 4 25 15,23-4-17-15,-23 4 6 0,16-1-24 0,-16 1-28 16,0 0 0-16,19-2-12 0,-19 2-7 0,0 0-9 16,13 3 3-16,-13-3-7 0,7 7-5 0,-7-7-15 15,7 9 2-15,-7-9-8 0,2 10 6 16,-2-10-12-16,5 14 10 0,-5-14-12 0,2 17 9 15,-2-17-11-15,2 15 5 0,-2-15-5 16,3 12 9-16,-3-12-14 0,2 12 13 0,-2-12-10 16,3 9 6-16,-3-9-14 0,0 0-16 0,11 7-10 15,-11-7-8-15,13-4 4 0,-13 4 4 0,24-8 14 16,-11 2-4-16,6-2 15 0,-1-3-6 0,0 3 10 16,0-1 2-16,-3 1 4 0,1 0 4 0,-5 2 10 15,1 0 11-15,-12 6 10 0,15-9-7 0,-15 9 23 16,12-5-18-16,-12 5 6 0,10-7-22 15,-10 7 14-15,0 0-22 0,11-5 13 0,-11 5-31 16,0 0 27-16,0 0-16 0,0 0 13 0,0 0-19 16,18 0 20-16,-18 0-19 0,0 0 16 0,0 0-16 15,14 7 7-15,-14-7-7 0,0 0 12 16,13 6-16-16,-13-6 18 0,0 0-12 0,17 4 6 16,-17-4-20-16,0 0 2 0,21 3-1 0,-21-3 8 15,0 0-7-15,21 0 4 0,-21 0 2 0,14-3 3 16,-14 3-2-16,16-5-7 0,-16 5 15 0,13-4 0 15,-13 4-1-15,12-4 3 0,-12 4 1 16,0 0-1-16,16-4 1 0,-16 4-14 0,0 0 18 16,0 0 2-16,13 3 13 0,-13-3-14 0,8 7 12 15,-8-7-19-15,5 10 15 0,-5-10-32 0,4 13 44 16,-4-13-33-16,2 13 16 0,-2-13-18 16,3 14 2-16,-3-14-38 0,4 11-47 0,-4-11-27 0,5 8-43 15,-5-8-28-15,0 0-58 0,16 5-200 16,-16-5 142-16</inkml:trace>
  <inkml:trace contextRef="#ctx0" brushRef="#br0" timeOffset="-148759.54">26921 7272 450 0,'2'-14'406'0,"0"2"-60"16,-1 2-89-16,-1 10-47 0,1-17-74 0,-1 17 2 16,0 0-46-16,0-10 1 0,0 10-48 0,0 0 22 15,0 0-36-15,-8 13 17 0,6-3-32 0,-1 3 22 16,-2 3-29-16,2 5 19 0,1 0-28 15,-2 1 8-15,2 3-19 0,1-3-22 16,-1-1-40-16,0 0-37 0,2-3-42 0,-2-1-46 16,1-2-37-16,1-4-239 0,0 1 88 0</inkml:trace>
  <inkml:trace contextRef="#ctx0" brushRef="#br0" timeOffset="-148481.54">26929 7386 550 0,'-2'-20'399'0,"1"1"-72"0,-2 0-95 15,2-1-9-15,0 3-68 0,-2 0 16 16,2 0-16-16,0 3-6 0,-1 3-20 0,2 0-17 16,0 11-27-16,-1-18-19 0,1 18-22 0,-1-13-3 15,1 13-14-15,0 0-1 0,0-12-1 16,0 12-7-16,0 0-6 0,0 0 1 0,0 0-44 16,6 12 44-16,-6-12-46 0,5 17 44 0,-2-7-34 15,0 1 44-15,-1 4-45 0,1 2 44 0,-1-1-44 16,2 0 46-16,0 0-45 0,-2 1 36 0,0 3-46 15,-1-4 60-15,0 1-48 0,-1 0 49 0,-2 0-51 16,2-3 49-16,-2 4-45 0,1-4 24 0,-4 3-56 16,3-2 43-16,-1-2-52 0,-1 0 4 15,0-1-43-15,2 0-83 0,-1-2-37 0,-1-2-30 16,4-8-55-16,-4 17-184 0,4-17 59 0</inkml:trace>
  <inkml:trace contextRef="#ctx0" brushRef="#br0" timeOffset="-147905.54">26882 7527 167 0,'0'0'562'0,"-8"-12"-197"15,8 12-36-15,-7-11-112 0,7 11-8 0,-8-7-53 16,8 7 29-16,-5-7-69 0,5 7 58 0,0 0-52 16,-8-11 8-16,8 11-53 0,0 0 12 0,-7-6-48 15,7 6 19-15,0 0-38 0,0 0 15 16,0 0-29-16,7-8 29 0,-7 8-37 0,0 0 29 0,22-4-39 15,-22 4 16-15,27 0-52 0,-27 0 35 16,30 0-63-16,-11 0 48 0,0 0-45 0,0 0 28 16,3 0-38-16,-3 0-2 0,3 0-26 0,3 0-39 15,-1 0 0-15,-3-1-6 0,-2-1 28 16,3 2-18-16,-5-1 34 0,0 0 27 0,-2-2 21 16,-15 3 50-16,22-4 49 0,-22 4 38 0,20 0 28 15,-20 0 21-15,0 0-23 0,16-5-5 0,-16 5-3 16,0 0 34-16,13-4-55 0,-13 4 45 0,0 0-65 15,0 0 35-15,0 0-54 0,0 0 31 0,0 0-50 16,0 0 36-16,0 0-49 0,0 0 40 0,-4 9-60 16,4-9 56-16,-9 17-49 0,4-8 44 0,-1 3-44 15,1 1 39-15,0-3-43 0,1 2 36 16,3-2 3-16,-1 0-11 0,2-10 2 16,2 18-13-16,-2-18 2 0,8 16-6 0,-4-9-8 15,5-1-9-15,-9-6-16 0,22 5 11 0,-22-5-43 16,27 1 54-16,-27-1-32 0,30-4 43 0,-14-2-34 15,0-2 31-15,0-1-22 0,-2 2 43 0,-3-1-33 16,1-2 54-16,-3 3-38 0,-2 2 60 0,-7 5-24 16,13-11 52-16,-13 11-31 0,10-8 26 0,-10 8-36 15,0 0 2-15,9-5-26 0,-9 5 20 0,0 0-32 16,0 0 23-16,0 0-30 0,4 9 22 0,-4-9-26 16,-2 13 24-16,-1-2-31 0,-1-1 32 15,0 1-27-15,-2 3 21 0,2 0 0 16,-1-1-18-16,1 1-33 0,0 1-26 0,-1-3-37 15,5-2-10-15,-2 1-48 0,2-11-49 0,0 18-98 16,0-18-15-16,5 13-273 0,-5-13-124 0</inkml:trace>
  <inkml:trace contextRef="#ctx0" brushRef="#br0" timeOffset="-147672.54">27792 7270 715 0,'5'-12'522'0,"1"4"-118"0,-6 8-93 0,6-15-55 0,-6 15-62 15,5-11-36-15,-5 11-51 0,0 0-13 16,0 0-16-16,0 0 4 0,0 0 22 0,0 0-1 16,-4 21-10-16,-1-1 15 0,-1 5-17 0,-4 8 12 15,-1 1-18-15,2-1 6 0,-2 3-19 0,-1 4 2 16,2-2-14-16,-1 1-8 0,0 1-10 0,1 2 34 16,-1-1-54-16,2 0 33 0,0-3-80 0,-1-1 12 15,1-2-105-15,0-2-39 0,-1-1-25 0,2-4-21 16,1-6-46-16,0-3-87 0,3-3-510 15,-2-6-431-15</inkml:trace>
  <inkml:trace contextRef="#ctx0" brushRef="#br0" timeOffset="-145839.53">28289 7512 87 0,'0'0'420'0,"4"-11"-103"15,-4 11-80-15,2-11-27 0,-2 11-28 0,1-12-42 16,-1 12-11-16,-3-11-24 0,3 11-1 0,-2-11-10 15,2 11-5-15,-6-12-5 0,6 12-10 16,-5-11-9-16,5 11 29 0,-10-9-54 0,10 9 31 16,-10-9-79-16,10 9 30 0,-12-4 30 15,12 4-47-15,0 0 34 0,-24 0-42 0,24 0 34 16,-21 6-39-16,9 2 36 0,-1-1-46 0,-1 1 42 16,0 4-37-16,0 1 36 0,-1 0-36 0,3 1 41 15,-1 2-39-15,3 0 36 0,1 2-36 0,0-2 47 16,3 0-52-16,2-1 52 0,2-2-47 0,0 0 41 15,4 0-19-15,0 2-11 0,7-1-10 0,1-2-26 16,3 0-8-16,4-2-37 0,2-1-26 0,1-3-33 16,5-2-52-16,1-3-3 0,1-1 7 15,3-3 0-15,3-2 19 0,1-2-21 16,-3-3 52-16,-2 1 31 0,-2-3 88 0,-6-2 55 16,-5 2 40-16,1-2 48 0,-7-1 1 0,-1 2 22 15,-2 1-12-15,-4 1 1 0,0-1-20 0,-3 12-8 16,1-19-21-16,-1 19-3 0,-1-15-8 0,1 15-7 15,-3-11-11-15,3 11-12 0,-5-10-8 0,5 10-7 16,0 0-14-16,0 0 3 0,0 0-10 0,0 0 3 16,-19 4-1-16,19-4-3 0,-13 16-2 0,8-8 42 15,1 3-51-15,-1 0 38 0,1-1-34 0,0 1 35 16,3 1-45-16,0-3 46 0,1-9-67 16,1 19 74-16,-1-19-50 0,7 17 34 15,-1-9-30-15,0-2 29 0,-6-6-47 0,22 8 54 16,-22-8-47-16,26 0 43 0,-26 0-45 0,32-6 44 15,-16 2-47-15,0 0 36 0,-2-4-38 0,0 1 40 16,-3 2-41-16,1-3 47 0,-3 1-56 0,-2 1 28 16,0-2-51-16,0-1 15 0,-2 1-33 0,-5 8-1 15,8-12-28-15,-8 12-31 0,9-12-29 0,-9 12-30 16,8-14-35-16,-3 6-21 0,1-1-220 0,1 2 105 16</inkml:trace>
  <inkml:trace contextRef="#ctx0" brushRef="#br0" timeOffset="-145443.52">28889 7400 285 0,'0'0'497'0,"12"-1"-140"0,-12 1-89 0,0 0-75 16,0 0-40-16,18-1-42 0,-18 1-11 0,0 0-16 15,0 0-18-15,0 0-7 0,13 5-14 0,-13-5-10 16,0 0-4-16,5 12-20 0,-5-12 13 0,8 13-11 16,-8-13 3-16,6 18-4 0,-2-8-4 15,0-1 0-15,-4-9-2 0,5 16-14 0,-5-16 16 16,7 16-6-16,-7-16 4 0,2 13-2 0,-2-13 0 15,4 12 9-15,-4-12 14 0,-3 10-27 16,3-10 22-16,-2 9-34 0,2-9 33 0,-8 9-32 0,8-9 21 16,0 0-27-16,0 0 12 0,-13 3-33 15,13-3-24-15,0 0 16 0,-10-10 3 0,10 10 6 16,-1-14 13-16,1 14 12 0,-1-18 24 0,1 18 17 16,0-18 0-16,0 18 29 0,2-15 46 15,-2 15-55-15,-2-11 54 0,2 11-63 0,-2-10 35 16,2 10-50-16,0 0 43 0,-6-8-55 0,6 8 34 15,0 0-41-15,-19 7 33 0,10-2-39 0,-5 7 39 16,-2-2-47-16,2 6 39 0,-2-3-45 0,2 3 41 16,-4 6-33-16,2-2 23 0,2-3-45 0,3 3 52 15,-2-2-53-15,4 2 29 0,3 0-61 0,1-5 19 16,2 0-35-16,2-3-33 0,2-1-60 0,2-2-34 16,2 0-70-16,2-3-6 0,5-2-222 0,3-1 34 15</inkml:trace>
  <inkml:trace contextRef="#ctx0" brushRef="#br0" timeOffset="-144891.54">29147 7390 578 0,'11'-20'473'0,"1"0"-152"0,-3 2-34 15,1 2-109-15,-4 3 11 0,1 4-73 0,-3 0 15 16,1 1-63-16,-5 8 11 0,7-12-42 0,-7 12 28 16,7-7-53-16,-7 7 42 0,0 0-49 15,0 0 42-15,11 10-53 0,-11-10 19 0,5 18-21 0,-1-5-5 16,-2 4 9-16,1 0 1 0,-3 2-1 15,0 1 3-15,1 0-3 0,-2 5 1 16,1-2 24-16,-1-2-37 0,-3 3 38 0,4-6-46 16,-2 0 26-16,0-3-38 0,1-1 12 0,1 1-26 15,0-15-17-15,0 18 16 0,0-18 3 0,0 16 12 16,0-16 2-16,0 0 4 0,3 11 2 0,-3-11 7 16,0 0-7-16,0 0 28 0,14-6-6 0,-14 6 2 15,11-10 10-15,-4 2 4 0,0-1 1 0,2-1-1 16,2 0-13-16,1-4 13 0,2 3-2 15,0-1-2-15,-1 0 2 0,-1 4-3 0,0 0-1 16,1 1 0-16,0 0-12 0,-3 2 12 16,-10 5 0-16,19-9-2 0,-19 9 6 0,13-6-7 0,-13 6 2 15,0 0 5-15,0 0-12 0,19-2 16 16,-19 2 1-16,0 0 0 0,5 8 1 0,-5-8-2 16,-1 11-1-16,1-11-2 0,-4 17-14 0,0-7 14 15,1 2-3-15,-2 1-2 0,1-1 2 0,1-1-2 16,-1 0-1-16,2 0 2 0,0-1-17 0,2-10 16 15,0 17-2-15,0-17 4 0,4 18 30 16,-4-18-25-16,7 11 33 0,-7-11-35 0,12 9 20 16,-12-9-26-16,16 3 44 0,-16-3-43 0,23 0 49 15,-23 0-41-15,23-8 54 0,-14 1-37 0,1 2 51 16,1-4-36-16,-4 1 44 0,-2-1-42 0,-1-2-13 16,-2 2-17-16,-2-3 8 0,-2 0-9 0,-1 3-4 15,-5-4-11-15,1 4-7 0,-6-2-5 16,2 3-10-16,-5 1-40 0,2 1 7 0,-1 2-15 15,-1-1-17-15,16 5-18 0,-24-3-72 0,24 3-59 16,-20-2-65-16,20 2-19 0,-12-5-154 16,12 5 86-16</inkml:trace>
  <inkml:trace contextRef="#ctx0" brushRef="#br0" timeOffset="-144341.54">29668 7391 515 0,'0'0'431'0,"24"0"-144"16,-24 0-26-16,22 1-94 0,-22-1-27 0,18 6-33 0,-18-6-15 15,17 5-19-15,-17-5-5 0,13 8-23 16,-5-2 4-16,-1 2-6 0,-1-1-7 16,-2 3-6-16,0 0-5 0,0-1 27 0,-2 3-41 15,-1-3 18-15,1 1-24 0,-2-10 34 0,0 20-46 16,0-20 44-16,0 20-46 0,0-20 34 0,0 17-37 16,0-17 24-16,0 12-24 0,0-12 38 0,1 9-39 15,-1-9 41-15,0 0-38 0,0 0 46 0,5 8-49 16,-5-8 28-16,0 0-26 0,17-4 42 0,-8-3-37 15,-2 1 40-15,4-5-48 0,-1 2 47 0,1-5-44 16,2 2 1-16,0-2-3 0,-2 2-9 0,1 1 24 16,-2 3-2-16,-2-1 1 0,1 4 0 15,-2-2 0-15,-7 7-1 0,13-7-8 16,-13 7 7-16,0 0-6 0,0 0 8 0,23 3 2 16,-23-3-3-16,9 8 0 0,-9-8 0 0,5 13-6 15,-5-13 8-15,7 15-9 0,-7-15 11 0,3 16 36 16,-3-16-46-16,2 14 39 0,-2-14-43 0,1 13 29 15,-1-13-30-15,1 9 36 0,-1-9-39 0,0 0 41 16,0 12-38-16,0-12 63 0,0 0-36 0,0 0 43 16,0 0-52-16,0 0 36 0,0 0-46 0,0 0 41 15,0 0-62-15,13-9 19 0,-5 0 1 16,-1-1 1-16,2-3-1 0,2-1 3 0,1-1-5 16,1 1 3-16,2 2 3 0,-4 3-10 0,3-4 13 15,-3 4 3-15,0 2 0 0,0 0-1 16,-1 3-1-16,-10 4-2 0,17-7 0 0,-17 7-10 15,0 0 9-15,19 2 0 0,-19-2 0 0,13 5 0 16,-13-5-4-16,11 14 5 0,-6-6-1 0,-1 2 1 16,-2-1-13-16,0 2 12 0,-2-2 0 0,0 3 33 15,0-2-68-15,-1 2 19 0,-2 1-56 0,1-1-17 16,-2-1-72-16,1-1-109 0,3-10-95 16,-7 12-185-16,7-12-55 0</inkml:trace>
  <inkml:trace contextRef="#ctx0" brushRef="#br0" timeOffset="-144106.54">30491 7201 567 0,'10'-14'528'15,"-1"5"-104"-15,-4-1-112 0,4 3-63 0,-9 7-52 16,9-12-50-16,-9 12-20 0,0 0-38 16,0 0-11-16,0 0-45 0,16 8 43 0,-11 2-45 15,-2 4-13-15,1 4 8 0,-1 4 24 0,-2 5-37 16,0 1 24-16,1 7-24 0,-4 4 27 0,1 1-40 15,-3-1 35-15,-1 3-40 0,0-1 34 0,-2 0-33 16,-2 0 33-16,1-3-42 0,-4 0 6 16,3-2-23-16,0-3-24 0,-1-5-20 0,5-5-47 0,-3-3-56 15,3-6-130-15,0-2-387 0,0-2-222 16</inkml:trace>
  <inkml:trace contextRef="#ctx0" brushRef="#br0" timeOffset="-142325.03">22138 8035 595 0,'0'0'518'0,"0"0"-129"0,0 0-144 16,6-8-11-16,-6 8-63 0,0 0-31 0,0 0-33 15,0 0-16-15,0 0-19 0,-1-9-20 0,1 9-12 16,0 0-7-16,0 0-12 0,-8-7-30 0,8 7-46 16,0 0-87-16,0 0-80 0,0 0-157 0,0 0-171 15,-23 1-55-15</inkml:trace>
  <inkml:trace contextRef="#ctx0" brushRef="#br0" timeOffset="-142152.02">21615 8151 261 0,'-11'5'550'15,"11"-5"-210"-15,-23 5-46 0,23-5-106 0,-22 4-33 16,22-4-72-16,-18 3-37 0,18-3-49 0,-18-3-49 15,18 3-46-15,-17-1-57 0,17 1-100 0,-15-7-145 16,15 7 192-16</inkml:trace>
  <inkml:trace contextRef="#ctx0" brushRef="#br0" timeOffset="-141693.02">21072 8100 83 0,'-18'2'439'0,"-1"0"-148"0,1 2-88 16,0-1-39-16,1 2-38 0,0-2-32 0,-2 2-14 16,2-3-21-16,0 2-19 0,17-4-2 15,-25 5-3-15,25-5-1 0,-22 5-1 0,22-5-4 16,-15 3-10-16,15-3 4 0,0 0-8 0,-18 5-7 16,18-5-1-16,0 0-8 0,0 0-6 0,-15 2-3 15,15-2-8-15,0 0-1 0,0 0-4 0,0 0-2 16,-21-1-1-16,21 1 1 0,0 0 3 15,-19-5 2-15,19 5 4 0,-17-2 3 0,17 2 5 16,-17-2-3-16,17 2 2 0,-20-1 4 0,20 1 2 16,-24-3 0-16,24 3 1 0,-27 0-1 15,27 0 3-15,-32 4-2 0,13-2 0 0,1 0 0 16,-2 4 1-16,-2-3 0 0,2 4-3 0,-1-2 0 16,0 2-12-16,1-2-11 0,-1 1-5 0,0 3-8 15,2-2 1-15,-2 0 0 0,1 1 3 0,1-3 11 16,-2 2-2-16,1-1 7 0,2 1 9 0,-4-3 4 15,5 0 12-15,0 0 12 0,-1-2 11 0,1 2 12 16,0-3 4-16,17-1 1 0,-30 3-2 16,30-3-6-16,-28 1 1 0,28-1-4 0,-23 0-6 15,23 0-7-15,-18-2-3 0,18 2-1 0,-18-2-11 16,18 2-16-16,-14-5-28 0,14 5-34 16,0 0-43-16,-16-5-47 0,16 5-200 0,0 0 230 15</inkml:trace>
  <inkml:trace contextRef="#ctx0" brushRef="#br0" timeOffset="-141546.03">19854 8239 115 0,'-20'4'332'0,"20"-4"-120"0,-18 0-40 16,18 0-52-16,-20 4-23 0,20-4-21 16,-22 3-15-16,22-3-12 0,-17 3-9 15,17-3-13-15,-17 4-12 0,17-4-10 0,-15 3-20 16,15-3-15-16,-12 5-19 0,12-5-41 0,-12 4-26 15,12-4-182-15,-13 5 85 0</inkml:trace>
  <inkml:trace contextRef="#ctx0" brushRef="#br0" timeOffset="-141406.02">19411 8326 436 0,'0'0'399'16,"-27"1"-110"-16,27-1-31 0,-27-2-71 0,27 2-27 0,-25-2-45 15,25 2-13-15,-22-3-23 0,22 3-10 16,-20 0-27-16,20 0-2 0,-21-2-16 15,21 2-6-15,-19 2-49 0,19-2-84 0,-23 7-63 16,23-7-370-16,-28 8-52 0</inkml:trace>
  <inkml:trace contextRef="#ctx0" brushRef="#br0" timeOffset="-119079.52">22699 7349 192 0,'0'0'305'0,"8"-9"-75"0,-8 9-49 0,5-9-26 15,-5 9-17-15,6-11-13 0,-6 11-5 0,5-10-13 16,-5 10-12-16,4-11 0 0,-4 11 1 0,1-8-8 16,-1 8 4-16,3-9-34 0,-3 9 26 0,0 0-33 15,1-12 17-15,-1 12-37 0,0 0 19 0,0 0-35 16,-1-9 26-16,1 9-35 0,0 0 15 0,0 0-23 15,0 0 31-15,0 0-29 0,-24 4 30 16,24-4-37-16,-20 7 28 0,11-2-28 0,-1 3 17 16,-2-1-23-16,1 0 34 0,1 2-31 0,-1 1 29 15,0 0-29-15,2-2 27 0,2 1-27 16,0-2 19-16,1 2-18 0,-1-1 38 0,4 0-44 16,3-8 4-16,-9 14 1 0,9-14 3 0,-3 12 1 15,3-12-8-15,-2 14 11 0,2-14-1 0,0 11 4 16,0-11 0-16,2 14 28 0,-2-14-33 0,4 14 24 15,-4-14-36-15,8 11 41 0,-8-11-36 0,6 14 31 16,-6-14-31-16,5 11 29 0,-5-11-28 16,9 12 27-16,-9-12-48 0,8 13 53 0,-8-13-36 15,9 14 36-15,-9-14-33 0,6 14 29 16,-6-14-30-16,8 15 32 0,-6-7-32 0,3 1 21 0,-3 1-23 16,-1 0 39-16,-1 1-33 0,-3 1 36 15,0 1-36-15,-1 1 32 0,-4 0-32 0,-1 3 21 16,-1 0 7-16,-2-2-2 0,2 0-6 0,-1 0 1 15,2-3-3-15,0-3-3 0,-1 3 0 0,3-4-12 16,2-2 12-16,5-6-2 0,-9 13 0 0,9-13-2 16,-9 8 1-16,9-8 0 0,-5 8 0 15,5-8 0-15,0 0-10 0,-4 8 12 0,4-8-1 16,0 0 1-16,0 0 0 0,0 0 0 0,5 8 1 16,-5-8-1-16,0 0-1 0,0 0-7 15,0 0 6-15,13 4 0 0,-13-4-2 0,0 0 1 0,0 0-2 16,9 10 0-16,-9-10 1 0,0 0-10 15,8 10 13-15,-8-10-4 0,7 6 2 0,-7-6 0 16,5 8 1-16,-5-8 8 0,8 13-9 0,-8-13 2 16,7 14-1-16,-7-14 2 0,7 14-8 0,-7-14 8 15,8 17-33-15,-4-5 44 0,-2-2-36 16,2 0 40-16,-4 1-37 0,3 0 30 0,-1 1-30 16,-2 1 44-16,0 0-47 0,-1 2 52 0,0-1-38 15,-2 3 39-15,1-1-43 0,0 0 42 0,-3 1-42 16,4-1 31-16,-3 1-34 0,-1-1 38 0,3-1-33 15,-2 2 37-15,1-2-32 0,-1 2 32 0,3-2-36 16,-2-1 39-16,3-1-38 0,-2 0 36 0,0-2-44 16,1 1 45-16,1-3-40 0,1 2 38 0,1-1-36 15,-2-10 31-15,2 17-33 0,-2-17 28 16,5 15-29-16,-5-15 26 0,10 14-8 0,-10-14-45 16,16 11-40-16,-16-11-92 0,19 4-166 15,-19-4-376-15,33-4-238 0</inkml:trace>
  <inkml:trace contextRef="#ctx0" brushRef="#br0" timeOffset="-115146.52">22491 7842 158 0,'0'0'184'15,"0"0"-33"-15,0 0-66 0,14 1-15 0,-14-1 1 16,0 0 47-16,0 0-25 0,0 0 33 16,0 0-28-16,-12 6 11 0,12-6-27 0,0 0 13 15,0 0-34-15,0 0 7 0,0 0-12 0,0 0 7 16,-11 4-7-16,11-4-3 0,0 0 8 0,0 0 1 15,0 0 3-15,-17 3-3 0,17-3-3 16,0 0-1-16,-20 4-10 0,20-4-1 0,-21 5-15 16,7-2 10-16,-1-1-9 0,-4 3-7 0,-2-2 3 15,-2 2-2-15,-2 1-2 0,-2-1 5 0,0 0-20 16,-1-1 10-16,-7 1-1 0,1 2-5 0,-2-3-2 16,-1 2-28-16,0 0 31 0,0-2-31 15,0 1 21-15,0 0-17 0,-3 0 38 0,2 2-36 16,-1-3 34-16,0 2-30 0,1 1 30 0,-1-4-33 15,-1 3 14-15,2 2-13 0,1-1 23 0,-1 1-24 16,2-3 31-16,-1 2-62 0,3 0 65 0,2 0-33 16,0 0 30-16,6-2-39 0,2 0 37 0,-2 1-31 15,3-3 30-15,3 4-31 0,3-5 30 16,1 2-32-16,3-1 30 0,13-3-37 0,-23 4 39 16,23-4-35-16,-19 4 35 0,19-4-32 0,-13 3 31 15,13-3-31-15,0 0 30 0,-18 4-38 16,18-4 42-16,0 0-38 0,0 0 37 0,-13 4-30 15,13-4 33-15,0 0-29 0,0 0 36 0,0 0-35 16,0 0 30-16,-16 0-26 0,16 0 36 0,0 0-46 16,0 0 44-16,0 0-41 0,0 0 37 0,0 0-36 15,0 0 24-15,0 0-26 0,-18 0 29 0,18 0-34 16,0 0 35-16,0 0-36 0,0 0 36 0,-18 0-38 16,18 0 31-16,0 0-28 0,-18-3 33 15,18 3-39-15,0 0 41 0,-28 0-48 0,28 0 49 16,-26 3-37-16,26-3 34 0,-32 2-34 15,13 1 25-15,1 0-27 0,-4-1-14 0,0 2 26 16,0-1 34-16,1 1-39 0,-2-1 36 0,-1 1-41 16,1-1 37-16,3 1-37 0,-1 0 36 0,-2 0-36 15,1 0 38-15,-1-1-37 0,0 2 36 0,2-3-38 16,0 1 36-16,-2 2-36 0,2-2 36 0,-1 1-40 16,3-1 40-16,-3-1-36 0,-1 3 37 0,4-4-37 15,-3 2 36-15,2 0-36 0,2-2 27 16,-1 2-29-16,1 0 38 0,-3-2-40 0,2 0 40 15,2 0-33-15,-2 1 33 0,0 0-36 16,4-1 27-16,-4 1-25 0,2-2 31 0,-2 2-31 16,2 0 33-16,1 1-34 0,-1-2 33 0,17-1-35 15,-30 4 35-15,30-4-33 0,-26 4 33 0,26-4-37 16,-27 3 38-16,27-3-40 0,-26 5 49 0,26-5-44 16,-24 5 34-16,24-5-34 0,-23 4 25 0,23-4-24 15,-18 3 38-15,18-3-27 0,-20 4 19 0,20-4-33 16,-18 4 35-16,18-4-33 0,-21 4 34 0,21-4-35 15,-17 3 27-15,17-3-29 0,-18 2 39 0,18-2-41 16,-21 5 43-16,21-5-36 0,-16 3 34 16,16-3-41-16,-18 5 34 0,18-5-27 0,-21 2 33 15,21-2-34-15,-18 5 37 0,18-5-37 16,-23 2 33-16,23-2-32 0,-19 6 33 0,19-6-34 16,-20 3 20-16,20-3-23 0,-23 6 41 0,23-6-38 15,-23 4 37-15,23-4-36 0,-22 6 25 0,22-6-25 16,-19 4 37-16,19-4-42 0,-19 3 40 0,19-3-43 15,-19 4 43-15,19-4-36 0,-16 4 38 0,16-4-39 16,-16 4 36-16,16-4-36 0,-16 2 33 0,16-2-34 16,0 0 37-16,-19 5-36 0,19-5 35 15,0 0-36-15,-19 3 37 0,19-3-37 0,-14 4 35 16,14-4-37-16,-14 3 37 0,14-3-41 0,-17 6 44 16,17-6-35-16,-15 4 31 0,15-4-34 15,-17 4 30-15,17-4-28 0,-15 4 33 0,15-4-52 16,-17 5 58-16,17-5-36 0,-14 3 35 0,14-3-37 15,-14 4 36-15,14-4-35 0,0 0 33 0,-19 2-38 16,19-2 38-16,0 0-41 0,-15 2 41 0,15-2-34 16,0 0 35-16,-17 4-36 0,17-4 25 0,0 0-26 15,0 0 37-15,-22 2-35 0,22-2 34 0,0 0-40 16,-19 1 39-16,19-1-33 0,0 0 33 16,-19 2-35-16,19-2 34 0,0 0-36 15,-15 0 38-15,15 0-36 0,0 0 42 0,0 0-44 0,-19 3 37 16,19-3-37-16,0 0 37 0,0 0-39 15,0 0 38-15,-17 0-34 0,17 0 34 0,0 0-34 16,0 0 34-16,0 0-34 0,0 0 25 0,0 0-22 16,0 0 27-16,0 0-31 0,-17 1 37 0,17-1-36 15,0 0 33-15,0 0-34 0,0 0 25 0,0 0-27 16,0 0 26-16,0 0-33 0,0 0 20 0,0 0-37 16,0 0 11-16,0 0-26 0,0 0-7 15,0 0-31-15,0 0-8 0,0 0-13 0,0 0-18 16,0 0-8-16,0 0-13 0,18-4 4 0,-18 4-33 15,14-3-33-15,-14 3-132 0,18-8 239 0</inkml:trace>
  <inkml:trace contextRef="#ctx0" brushRef="#br0" timeOffset="-114777.52">19425 8191 62 0,'0'0'299'0,"7"-16"-75"0,-7 16-48 15,3-14-29-15,-3 14-18 0,6-12-7 0,-6 12-10 16,4-13 1-16,-4 13-4 0,4-10-20 0,-4 10-2 16,0 0-6-16,3-11-9 0,-3 11-11 0,0 0-20 15,0 0 3-15,1-11-2 0,-1 11 8 0,0 0-6 16,0 0 11-16,0 0-16 0,-15 7 11 0,7-1-36 16,-3 3 27-16,-2 0-24 0,-2 2 23 15,-2 1-24-15,2-2 14 0,-3 4-22 16,2-4 23-16,-1 0-28 0,1 2 27 0,2-5-38 15,3 0 47-15,-1 1-47 0,3-1 32 0,0-3-29 16,9-4 27-16,-14 10-32 0,14-10 28 0,-9 4-31 16,9-4 20-16,-9 6-19 0,9-6 27 0,0 0-36 15,-10 7 39-15,10-7-30 0,0 0 30 0,-4 8-31 16,4-8 30-16,0 0-39 0,2 11 37 0,-2-11-31 16,2 10 34-16,-2-10-31 0,10 12 29 15,-10-12-29-15,9 15 28 0,-2-8-37 0,-1 2 37 16,4 1-37-16,2 0 7 0,-1-1-36 0,5 2-44 15,0 1-36-15,1-2-67 0,1 2-19 16,0-4-312-16,2 3-14 0</inkml:trace>
  <inkml:trace contextRef="#ctx0" brushRef="#br0" timeOffset="-112525.52">19573 8228 213 0,'0'0'155'0,"0"0"-19"16,4-11-58-16,-4 11 0 0,0 0-29 0,4-9 11 15,-4 9-13-15,0 0 16 0,3-9-8 0,-3 9 17 16,0 0-4-16,2-10 8 0,-2 10 1 0,0 0 0 16,0 0-7-16,-1-14 4 0,1 14-18 0,0 0-1 15,-4-7-2-15,4 7 5 0,0 0-3 0,-9-10-2 16,9 10-1-16,0 0-12 0,-14-5-3 0,14 5 15 16,0 0-11-16,-15-3 3 0,15 3-4 0,0 0 14 15,-22 0-24-15,22 0 13 0,-18 3-28 16,18-3 25-16,-22 5-18 0,7-1 12 15,1 2-22-15,-4-1 18 0,0 1-22 0,0 2 19 16,-1-1-32-16,0 0 31 0,0 0-28 0,5 0 7 16,-3-3-4-16,4 2 0 0,1-3 2 0,12-3 1 15,-18 7 0-15,18-7-14 0,-17 5 18 0,17-5 3 16,-10 5 26-16,10-5-31 0,0 0-6 0,-14 3 4 16,14-3 28-16,0 0-33 0,0 0 24 0,0 0-57 15,-14 3 30-15,14-3 31 0,0 0-38 0,0 0 37 16,0 0-35-16,0 0 26 0,0 0-28 15,-13 6 20-15,13-6-23 0,0 0 7 0,0 0 26 16,0 0-29-16,5 9 30 0,-5-9-32 0,5 8 30 16,-5-8-34-16,9 11 24 0,-9-11-25 0,10 15 36 15,-1-7-31-15,-5 2 28 0,2-1-28 16,0 0 28-16,0 2-31 0,0-1 31 0,-1 0-32 16,1 1 23-16,0-2-27 0,-1 1 40 0,0 0-24 15,1-1 17-15,1-1-28 0,-2 0 30 0,3 0-31 16,1-4 30-16,-9-4-41 0,18 12 20 0,-18-12-38 15,21 4-24-15,-21-4-43 0,23 1-75 0,-23-1-36 16,21-1-327-16,-21 1-55 0</inkml:trace>
  <inkml:trace contextRef="#ctx0" brushRef="#br0" timeOffset="-76607.91">24069 7308 174 0,'0'0'166'15,"0"0"-61"-15,0 0 20 16,0 0 24-16,0 0-3 0,0 0-29 0,-13 3-10 16,13-3-13-16,0 0-4 0,0 0-4 0,0 0-11 15,0 0-8-15,0 0 2 0,0 0 4 0,0 0 0 16,0 0-22-16,0 0 16 0,0 0 1 0,0 0-8 15,0 0-8-15,0 0 1 0,0 0-14 0,0 0 3 16,0 0-12-16,0 0 4 0,0 0-10 0,0 0 10 16,0 0-16-16,0 0 14 0,0 0-12 0,0 0 9 15,0 0-20-15,0 0 11 0,0 0-13 16,0 0 24-16,0 0-29 0,0 0 23 0,0 0-28 16,0 0 27-16,0 0-28 0,0 0 16 0,0 0-15 15,0 0 29-15,0 0-31 0,0 0 32 0,0 0-28 16,0 0 35-16,0 0-34 0,0 0 24 15,0 0-19-15,0 0 32 0,0 0-33 0,0 0 30 16,0 0-27-16,0 0 37 0,0 0-42 0,18 2 39 16,-18-2-42-16,0 0 36 0,16 2-44 0,-16-2 40 15,0 0-51-15,20 1 53 0,-20-1-41 0,0 0 35 16,23 1-37-16,-23-1 35 0,16 1-37 16,-16-1 30-16,18 2-29 0,-18-2 30 0,19 3-32 15,-19-3 38-15,22 1-38 0,-22-1 40 16,23 1-33-16,-23-1 38 0,26 3-33 0,-26-3 36 15,25 1-38-15,-25-1 35 0,28 2-29 0,-28-2 30 0,27 1-34 16,-27-1 29-16,27 1-29 0,-27-1 23 16,26 0-25-16,-26 0 25 0,25 0-23 0,-25 0 28 15,24 0-19-15,-24 0 16 0,23 0-32 0,-23 0 30 16,23 0-27-16,-23 0 24 0,21 0-30 0,-21 0 20 16,23 0-11-16,-23 0 18 0,24 2-24 0,-24-2 25 15,24 0-26-15,-24 0 25 0,30 0-27 16,-30 0 24-16,28 0-20 0,-28 0 25 0,27-2-25 15,-27 2 25-15,29 0-30 0,-29 0 29 0,30 2-22 16,-30-2 19-16,29 0-33 0,-29 0 38 0,29 0-29 16,-29 0 21-16,27 1-19 0,-27-1 19 15,28 0-19-15,-28 0 21 0,30 1-22 0,-30-1 16 0,28 3-15 16,-28-3 21-16,29 0-20 0,-29 0 23 16,28 0-26-16,-28 0 27 0,31 2-22 0,-31-2 21 15,30 0-27-15,-30 0 28 0,31 1-23 0,-31-1 24 16,31 0-23-16,-31 0 17 0,32 2-17 15,-32-2 23-15,30 0-21 0,-30 0 15 0,30 2-12 16,-30-2 18-16,29 0-23 0,-29 0 22 0,30 0-22 16,-30 0 17-16,29 0-13 0,-29 0 15 0,29 2-22 15,-29-2 22-15,27 0-21 0,-27 0 21 0,28 1-20 16,-28-1 20-16,30-1-28 0,-30 1 29 0,30 0-20 16,-30 0 13-16,30 0-13 0,-30 0 19 0,29 0-21 15,-29 0 20-15,27-2-19 0,-27 2 16 0,30 0-15 16,-30 0 19-16,28-2-22 0,-28 2 22 15,25 0-22-15,-25 0 21 0,24 0-18 0,-24 0 16 16,26 0-21-16,-26 0 21 0,25 0-14 16,-25 0 10-16,28 0-14 0,-28 0 20 0,30-2-21 15,-30 2 20-15,30-1-20 0,-30 1 14 0,32 0-14 16,-32 0 20-16,31 0-22 0,-31 0 21 16,31 0-20-16,-31 0 20 0,29 0-18 0,-29 0 18 0,30 0-23 15,-30 0 23-15,27 0-15 0,-27 0 10 0,25 0-11 16,-25 0 20-16,27 0-23 0,-27 0 21 15,24 0-17-15,-24 0 15 0,28 0-13 0,-28 0 15 16,28 0-16-16,-28 0 18 0,27 0-18 0,-27 0 18 16,30 0-19-16,-30 0 18 0,29 0-21 15,-29 0 22-15,29-2-16 0,-29 2 3 0,28 0-6 16,-28 0 16-16,26 0-17 0,-26 0 17 0,28 0-18 16,-28 0 0-16,25-1 3 0,-25 1 17 0,25 0-18 15,-25 0 11-15,24 0-11 0,-24 0 17 0,28-2-18 16,-28 2 16-16,22 0-18 0,-22 0 16 0,26-1-10 15,-26 1 14-15,27 0-19 0,-27 0 15 0,26 0-15 16,-26 0 2-16,27-1 1 0,-27 1-1 16,26-2 1-16,-26 2 6 0,25 0-4 0,-25 0-1 0,23 0 0 15,-23 0 2-15,27 0-1 0,-27 0-1 0,23 0 0 16,-23 0 1-16,23 0 4 16,-23 0-2-16,22 0-2 0,-22 0 1 0,24 2 1 15,-24-2 0-15,23 1-2 0,-23-1 0 0,28 0 1 16,-28 0 3-16,28 1-3 0,-28-1 0 0,26 2 0 15,-26-2 1-15,28 1-1 0,-28-1 1 0,28 0-3 16,-28 0 3-16,26-1 2 0,-26 1-3 0,28 0 1 16,-28 0-1-16,25-2 2 0,-25 2-4 0,27 0 17 15,-27 0-19-15,26-1 15 0,-26 1-13 0,27 0-2 16,-27 0 16-16,28-1-17 0,-28 1 15 0,28-2-15 16,-28 2 15-16,28 0-20 0,-28 0 20 15,28-1-14-15,-28 1 5 0,30-1-6 0,-30 1 13 16,29-3-14-16,-29 3 14 0,29-3-13 15,-29 3 8-15,30 0-9 0,-30 0 16 0,29-2-17 16,-29 2 12-16,29-3-11 0,-9 1 0 0,-20 2 3 16,28-2 0-16,-28 2-1 0,30-1 1 0,-30 1 5 15,30-4 0-15,-14 3-4 0,2-1 1 0,1 2 1 16,-2-2-1-16,1 0 0 0,-1 1-1 0,2 0 2 16,0 1 3-16,-19 0-4 0,28-3 0 15,-28 3-1-15,33 0 16 0,-16-2-15 0,-17 2-1 16,31-2-2-16,-31 2 10 0,28-1-6 15,-28 1-2-15,29-2 1 0,-29 2-1 0,28 0 2 16,-28 0 14-16,28 0-18 0,-28 0 10 0,28-1-7 16,-28 1-2-16,24 0 12 0,-24 0-14 0,29-1 17 15,-29 1-17-15,25-3 14 0,-25 3-13 0,28 0 8 16,-28 0-2-16,30-1 7 0,-30 1-15 0,31 0 12 16,-31 0-12-16,30-1 12 0,-30 1-14 0,32 0 16 15,-32 0-19-15,32 0 20 0,-32 0-15 0,29 1-1 16,-29-1 16-16,31 1-16 0,-31-1 1 0,30 2 1 15,-30-2 2-15,28 1-3 0,-28-1 6 16,29 2 2-16,-29-2-3 0,29 2 0 0,-29-2 1 16,28 1-3-16,-28-1 3 0,30 2 0 0,-30-2-2 15,31 2 10-15,-31-2-5 0,30 3-4 16,-30-3 0-16,28 1-1 0,-28-1 2 0,30 3 0 16,-30-3 0-16,30 1 0 0,-30-1 4 0,30 1-2 15,-30-1 0-15,29 2 0 0,-29-2 1 0,29 1-3 16,-29-1 3-16,31 0 0 0,-31 0-2 0,31 0 8 15,-31 0 3-15,29 2 5 0,-29-2 0 0,32 2-1 16,-32-2-2-16,32-2 0 0,-32 2-1 0,32 0-4 16,-15-2 5-16,-17 2-7 0,32 0 25 15,-32 0-32-15,33 0 10 0,-15 0-11 0,0-1 10 16,-18 1-11-16,32 0 6 0,-32 0-4 0,32-2-3 16,-32 2 3-16,35 0-2 0,-35 0 0 0,34-1 0 15,-34 1 0-15,30 0 2 0,-30 0-1 16,32 1 1-16,-32-1 0 0,28 0 1 0,-28 0-2 15,31 2 0-15,-31-2 1 0,29 0 0 0,-29 0 0 16,30 1 1-16,-30-1 2 0,29 0-3 0,-29 0 2 16,32 0-2-16,-32 0 0 0,31 0 0 0,-31 0 0 15,32 0 0-15,-32 0 2 0,29 2-1 16,-29-2 1-16,32 0 3 0,-32 0 1 16,31 0 4-16,-31 0 5 0,29 0 4 0,-29 0 3 0,31 0 1 15,-31 0 2-15,29-2 0 0,-29 2 1 0,30 0-2 16,-30 0-3-16,30-1-3 0,-30 1-1 0,28-2 2 15,-28 2-7-15,30-1-8 0,-30 1 9 16,30-3 1-16,-30 3-1 0,32-1-7 0,-14 0 3 16,0 1-2-16,-18 0-1 0,31-3-8 0,-31 3 4 15,33 0 2-15,-33 0 5 0,33 0-3 0,-33 0-1 16,35 0 0-16,-17 0-1 0,1 0 3 0,-2 3-5 16,2-3 1-16,0 1-1 0,-3 0 7 15,5 1-5-15,-2-1 0 0,-1 0-2 0,2 1 2 16,1-1 3-16,-1 1-5 0,-1 1 0 0,4-2 1 15,-2 2 1-15,-1 0-1 0,4-2-1 0,-7 0 0 16,4 2 1-16,-4-3 7 0,1 3-3 0,0-1 2 16,0 0 4-16,0-1 18 0,0 0-17 0,-2 2-2 15,4-3 3-15,-4 2-2 0,3-1 12 0,-2 1-9 16,2-2-2-16,0 2 1 0,-2-2 2 16,1 2-4-16,0-1 2 0,1-1-9 0,-1 0 11 15,-18 0-6-15,34 1 4 0,-34-1-12 16,35 0 10-16,-35 0-9 0,32 0 8 0,-32 0-3 15,33 0-1-15,-33 0-2 0,32 0 7 0,-32 0-10 16,29 0-2-16,-29 0 0 0,31 0 2 0,-31 0-5 16,29 0 2-16,-29 0 2 0,32 0-2 0,-32 0 7 15,30 0-10-15,-30 0 3 0,29 1 2 0,-29-1-2 16,30 1-1-16,-30-1 0 0,28 0 0 0,-28 0 0 16,26 4 3-16,-26-4-5 0,25 0 4 0,-25 0 1 15,23 1-3-15,-23-1 1 0,23 2 1 0,-23-2-1 16,21 1 0-16,-21-1 7 15,22 1-8-15,-22-1 1 0,21 2 2 0,-21-2-3 16,23 1 2-16,-23-1-1 0,25 1 1 0,-25-1-1 16,26 1 8-16,-26-1-6 0,28 0-4 0,-28 0 3 15,27 0-2-15,-27 0 0 0,27 0 0 0,-27 0 0 16,25 0 1-16,-25 0 7 0,24 0-3 0,-24 0-5 16,23 0 2-16,-23 0-1 0,23 0 0 0,-23 0 1 15,22 0 0-15,-22 0-3 0,22 0 12 0,-22 0-5 16,21 0-13-16,-21 0 25 0,22 0-11 15,-22 0 18-15,23-1-12 0,-23 1 22 0,21 0-20 16,-21 0 23-16,21-1-23 0,-21 1 20 0,18 0-26 16,-18 0 38-16,19-3-41 0,-19 3 24 0,17-1-24 15,-17 1 29-15,19-1-24 0,-19 1 30 0,0 0-26 16,23 0 25-16,-23 0-24 0,18-2 28 0,-18 2-31 16,19 0 32-16,-19 0-35 0,18 0 31 0,-18 0-38 15,0 0 32-15,23-1-10 0,-23 1-2 0,0 0-4 16,23 0-4-16,-23 0-2 0,0 0 3 0,21 0-14 15,-21 0-1-15,0 0 0 0,16 0-1 0,-16 0 1 16,0 0-3-16,0 0-3 0,18-3-23 0,-18 3-60 16,0 0-31-16,0 0-61 0,0 0-56 15,0 0-89-15,16 3-63 0,-16-3-74 0,0 0-121 0,0 0-294 16,-11-6-491-16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150.06567" units="1/cm"/>
          <inkml:channelProperty channel="F" name="resolution" value="0" units="1/dev"/>
          <inkml:channelProperty channel="T" name="resolution" value="1" units="1/dev"/>
        </inkml:channelProperties>
      </inkml:inkSource>
      <inkml:timestamp xml:id="ts0" timeString="2024-09-29T06:20:42.264"/>
    </inkml:context>
    <inkml:brush xml:id="br0">
      <inkml:brushProperty name="width" value="0.05292" units="cm"/>
      <inkml:brushProperty name="height" value="0.05292" units="cm"/>
      <inkml:brushProperty name="color" value="#FF0000"/>
    </inkml:brush>
  </inkml:definitions>
  <inkml:trace contextRef="#ctx0" brushRef="#br0">19834 10023 325 0,'0'0'213'0,"-9"-6"-47"16,9 6-28-16,0 0-26 0,0 0-20 0,0 0-18 15,0 0-9-15,0 0 15 0,-13-5 5 0,13 5 3 16,0 0-6-16,0 0-5 0,0 0 9 16,0 0-17-16,-16-2 5 0,16 2-14 0,0 0 14 15,0 0-15-15,0 0 8 0,-12 6-2 0,12-6-8 16,0 0 10-16,0 0-8 0,-10 7 3 0,10-7-22 15,0 0 8-15,0 0-19 0,0 0-50 0,-8 8 37 16,8-8 25-16,0 0-18 0,0 0 9 0,0 0-19 16,0 0 18-16,0 0-18 0,0 0 16 15,0 0-27-15,0 0 22 0,0 0-26 0,0 0 28 0,0 0-34 16,0 0 23-16,0 0-24 0,8-12 23 16,-8 12-21-16,0 0 27 0,6-10-22 15,-6 10 32-15,0 0-39 0,7-10 56 0,-7 10-36 16,0 0 46-16,4-8-45 0,-4 8 43 0,0 0-48 15,0 0 51-15,0 0-57 0,0 0 41 0,0 0-51 16,1-10 57-16,-1 10-59 0,0 0 49 0,0 0-53 16,0 0 49-16,0 0-56 0,0 0 57 0,0 0-56 15,0 0 43-15,0 0-45 0,0 0 52 0,0 0-59 16,0 0 43-16,0 0-59 0,-8-6 14 0,8 6-54 16,0 0-43-16,0 0-24 0,0 0-93 0,0 0-40 15,0 0-350-15,0 0-166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20T05:41:41.918"/>
    </inkml:context>
    <inkml:brush xml:id="br0">
      <inkml:brushProperty name="width" value="0.05292" units="cm"/>
      <inkml:brushProperty name="height" value="0.05292" units="cm"/>
      <inkml:brushProperty name="color" value="#FF0000"/>
    </inkml:brush>
  </inkml:definitions>
  <inkml:trace contextRef="#ctx0" brushRef="#br0">21830 7260 195 0,'-4'-9'609'0,"4"9"-70"15,-5-15-94-15,5 15-76 0,-5-10-60 16,5 10-74-16,-4-9-58 0,4 9-36 0,0 0-27 16,-5-8-21-16,5 8-17 0,0 0-14 0,0 0-20 0,-4-10-6 15,4 10-10-15,0 0-10 0,0 0-7 16,0 0 6-16,-1 10-4 0,4 3-2 0,-1 8-1 16,3 11-6-16,1 5 4 0,1 4 0 0,-2 6-2 15,3 10-5-15,-2 1 8 0,3 1 43 0,-1-2-49 16,-2-1 45-16,2 0-58 0,-3-8 53 0,1-2-54 15,1 0 1-15,-2-3 0 0,-1-2 5 0,1-2 0 16,-1-4 1-16,0-9 0 0,-2 0-9 16,1-3-14-16,-2-6-39 0,2-4-26 0,-2-1-30 15,0 0-25-15,-1-12-56 0,4 16-32 0,-4-16-100 16,0 0-361-16,0 0-223 0</inkml:trace>
  <inkml:trace contextRef="#ctx0" brushRef="#br0" timeOffset="1315">21865 6991 468 0,'0'0'528'0,"-4"-14"-120"16,4 14-121-16,-4-10-52 0,4 10-48 0,0 0-34 15,-4-10-31-15,4 10-15 0,0 0-7 16,0 0 0-16,-5-11 3 0,5 11 1 0,0 0-11 16,0 0-10-16,0 0-17 0,-2-9-7 0,2 9-12 15,0 0-10-15,0 0-8 0,0 0-9 16,0 0 0-16,8-11-5 0,-8 11-1 0,25-9-22 16,-2 1 20-16,9-5-3 0,6-1 0 0,16-6-21 15,6 0 15-15,8-2-14 0,6-3 19 0,5-2-20 16,23-5 17-16,1-2-17 0,-1 2 23 0,3-3-3 15,3 2-20-15,-1-1 20 0,0 3-1 0,-1 0-2 16,2 1-2-16,-6 0-3 0,-16 8 11 0,20-7 53 16,-21 9-68-16,3-2 47 0,0 3-56 0,2-2 7 15,-2 3 2-15,-3 0 1 0,0 1-5 16,-3 0 10-16,-3 1 0 0,-2 1-1 0,-2 2 2 16,-4-2-6-16,-5 2 11 0,-2 1 5 15,-6 2 3-15,-13 1 1 0,-2 0 6 0,-7 3-16 16,-3-2 16-16,-9 3-13 0,-2 2 17 0,-7 0-1 15,-15 3 20-15,26-5-13 0,-26 5 7 0,20-2-4 16,-20 2-4-16,13-3-6 0,-13 3-3 0,0 0-7 16,0 0 2-16,22 0 2 0,-22 0 1 0,9 11-2 15,-4-2-2-15,0 4-5 0,5 9 2 0,-3 11 45 16,-1 3-55-16,1 10-4 0,0 13 4 0,2 7-7 16,0 5 7-16,0 3-4 0,1 5 6 15,-1-1-1-15,3 5 53 0,-2 5-53 16,0 1-2-16,2 3 3 0,3 22 5 0,-2-24 7 15,5 19 1-15,-4-21 42 0,2-1-6 0,7 21-7 16,-5-23-44-16,0 3 36 0,2-2-28 0,0-3 35 16,-1 1-31-16,0-4 27 0,2-2-3 0,-1-3 18 15,-2-1-40-15,0-3 30 0,0 0-43 0,-1-2-10 16,-6-3 9-16,3 0-5 0,-5-2 2 0,0-3-1 16,-1-2 3-16,-3-10 0 0,-3 0-1 0,1-4-1 15,-2 2-10-15,-1-5 37 0,-2 0-36 0,0-2 39 16,1-3-40-16,-1-3 38 0,-1-5-41 0,0-3 37 15,1-2-41-15,-2-2 39 16,2-4-43-16,0-2 41 0,-2-2-42 0,2-2 42 16,-1-1-39-16,3-11 37 0,-5 17-38 0,5-17 36 15,-5 16-36-15,5-16 37 0,-9 12-44 0,9-12 45 16,-13 13-41-16,7-7 42 0,-3-1-57 0,-1 1 27 16,-2 2 36-16,-3 0-39 0,-2-1 3 0,-6 2 2 15,-5 2-7-15,-3 2 9 0,-3 0-1 0,-6 1 6 16,-12 3 2-16,-3 2 2 0,-5 3-1 0,-3-2 5 15,-5 4 6-15,-1 4 7 0,-5 1-26 0,0 2 32 16,-21 6-6-16,3 3 4 0,0 1-2 16,15-9-1-16,-13 9-2 0,18-8 38 0,0 1-48 15,1-1 13-15,-1 0 10 0,0 1 2 16,3-1-47-16,0 0 42 0,4-3-39 0,4 1 2 16,1-5 1-16,5-1 8 0,3-1 13 0,5-4 11 15,11-4 6-15,2-2 3 0,2-2 6 0,6 0-1 16,3-5 1-16,5-1 0 0,3-1-3 0,3-1-3 15,12-4 3-15,-21 5-7 0,21-5-6 0,0 0 2 16,-21 0 0-16,21 0-13 0,-13-5-9 0,13 5-7 16,-9-11-2-16,9 11-1 0,-5-15 7 0,5 15-18 15,-1-19 17-15,0 8-24 0,-2-2 24 0,2 1-23 16,1-2 21-16,0-2-29 0,0-2 26 0,-1 1-16 16,-1-2 28-16,1-3-28 0,0-2 25 15,-2-1-32-15,-1 0 1 0,-1-1-1 16,0-6 2-16,-5-1 0 0,2-1 0 0,-2-2 0 15,-3-3 0-15,0-2 5 0,-1-11 3 0,-5 1 1 16,1-1 5-16,3-3 31 0,-4-1-39 0,2 3 42 16,-1-1-42-16,3 0 40 0,-2 2-32 0,2 2-3 15,-1 0 4-15,5 10 1 0,-3-1 12 0,1 2-12 16,-1 2 4-16,4-2-3 0,-3 4-1 0,0-3-1 16,3 3-7-16,-4 0 7 0,5 0-5 0,-3 2 9 15,1 0-9-15,-2-1 1 0,-1 2 6 0,1 0 1 16,0 4 3-16,-2-2-2 0,1 3 1 0,1 4 2 15,3 4 0-15,0 3-4 16,1-1 6-16,1 5-19 0,3 2 12 0,0 2 14 16,5 8-15-16,-9-13 13 0,9 13-14 0,-6-12 23 15,6 12-10-15,-4-8-9 0,4 8-15 0,0 0 13 16,-7-10-28-16,7 10 19 0,0 0-45 0,0 0 24 16,-5-9-51-16,5 9 29 0,0 0-74 0,0 0 34 15,0 0-92-15,0 0 27 0,0 0-66 0,0 0-13 16,0 0-61-16,0 0-52 0,0 0-52 0,-9 6-294 15,9-6-230-15</inkml:trace>
  <inkml:trace contextRef="#ctx0" brushRef="#br0" timeOffset="2149.98">22173 8328 663 0,'0'0'407'0,"-12"-3"-115"15,12 3-66-15,-11-7-62 0,11 7-10 16,-9-6-59-16,9 6 8 0,-9-7-39 0,9 7 22 16,-8-10 2-16,8 10-14 0,-6-12 12 0,6 12-18 15,-4-16 9-15,4 16-19 0,0-18-3 0,0 5-11 16,4 2-1-16,0-6 3 0,3-1-17 16,2-4-4-16,3-1 0 0,5-1 6 0,-1-2-12 15,5-2 12-15,2 2-6 0,-1 0-2 0,3-4 47 16,8-3-64-16,1 1 5 0,0-1 0 0,2 3 5 15,0-1-10-15,-2 2 7 0,-2 4 2 0,-1 2-28 16,1-1 33-16,0 1-29 0,0 3 27 0,0-2-18 16,1 2 20-16,-1 0-11 0,1 1 7 0,3 3-4 15,-3-1-2-15,3 3-2 0,-1 2-26 16,0 2 25-16,1 3-17 0,2 0 21 0,-3 5-29 16,-3 1 31-16,-3 2-25 0,6 3 25 0,-3 2-24 15,-1 1 29-15,-4 5-4 0,-2 0 3 16,-2 3-1-16,-1 2-9 0,-4 1 7 0,-3 0-2 15,-4 2-1-15,1 1 0 0,-5 2 45 0,-1 0-61 16,-2 1 51-16,-4 2-51 0,0 1 50 0,-3 0-54 16,-2 4 0-16,-3-1 3 0,-3 0 3 0,-2 0 3 15,-2 0-2-15,-3-2 7 0,-2 2 1 0,-1-3-1 16,-5 2-3-16,1-2 5 0,-5 0 0 0,-3 4-1 16,1-6 1-16,-4 2-6 0,4-4 5 0,-1 0 2 15,0-4-2-15,-1 0-4 0,0 1 5 16,1-3 1-16,0 0 0 0,1-2 3 15,0-1 0-15,1 1 4 0,3-4 5 0,1 3-6 16,3-2-5-16,3-3 1 0,2-2-3 0,1 1 1 16,4-2-3-16,1-1-5 0,2-1 6 0,11-4-2 15,-17 7-3-15,17-7-5 0,-12 6-2 0,12-6-16 16,0 0-36-16,-15 4-52 0,15-4-25 0,0 0-24 16,0 0-52-16,-10 4-44 0,10-4-74 0,0 0-403 15,0 0-256-15</inkml:trace>
  <inkml:trace contextRef="#ctx0" brushRef="#br0" timeOffset="2982.99">21042 8689 715 0,'0'0'579'0,"0"0"-192"15,0 0-40-15,-15 3-118 0,15-3 3 0,0 0-106 16,0 0 14-16,0 0-82 0,0 0 43 0,0 0-72 15,0 0 51-15,0 0-48 0,0 0 49 0,8-17-51 16,6 8 47-16,5-4-57 0,8-4 45 0,3-2-51 16,14-5-5-16,5-2 11 0,4-1-1 0,6-5-12 15,4 1 27-15,3-1-16 0,2-3 21 16,3 0-13-16,0 0 11 0,2-3-2 0,14-6 0 16,-14 11 0-16,-3-2-4 0,4 0-2 15,-2 2-10-15,-2 2 5 0,-2 1-1 0,-4 2 40 16,-4 2-60-16,-5 4 47 0,-5 2-56 0,-11 4 39 15,-6 0-78-15,-5 5 37 0,-6 4-74 0,-5-1 25 16,-4 2-78-16,-13 6 45 0,13-2-66 0,-13 2-26 16,0 0-63-16,-9 8-50 0,-9 1-153 0,-6 6-187 15,-7 1-166-15</inkml:trace>
  <inkml:trace contextRef="#ctx0" brushRef="#br0" timeOffset="3450.02">20685 9436 522 0,'-20'15'465'16,"2"-1"-104"-16,3-4-88 0,-2 1-71 0,6-3-27 16,-1 0-33-16,3-2-29 0,2 2-21 0,7-8-7 15,-12 8-15-15,12-8 5 0,0 0 6 0,0 0 19 16,0 0 57-16,0 0-58 0,19-2 46 0,4-8-63 16,9-3 54-16,13-10-65 0,5-2 43 0,5-2-59 15,4-5-3-15,5-3 3 0,2-4-7 0,22-11-1 16,2-1-4-16,1-1 4 0,1-3 4 15,2 1-7-15,-1-2 3 0,-4 3-6 0,-2 0 30 16,-4 3-38-16,-14 12 42 0,-1-1-11 0,-1 2-43 16,-1 0 31-16,-5 4-41 0,-3 1-2 0,-4 4 2 15,-7 3 4-15,-12 6-3 0,-3 3-2 16,-4 1 5-16,-8 5-6 0,-2 0 0 0,-4 4-1 16,-2-2 7-16,-1 3 5 0,-11 5 8 0,13-8-12 15,-13 8-13-15,0 0 16 0,9-4-55 0,-9 4-28 16,0 0-30-16,0 0-39 0,0 0-48 0,-17 4-42 15,8 1-28-15,-1 2-76 0,-1 0-83 0,0-3-443 16,1 2-445-16</inkml:trace>
  <inkml:trace contextRef="#ctx0" brushRef="#br0" timeOffset="5200">23136 11233 601 0,'-17'8'473'0,"17"-8"-113"0,-10 5-103 0,10-5-53 16,0 0-39-16,0 11-46 0,0-11-10 15,14 11-23-15,-2-4-14 0,3-1 4 0,3 2-11 16,5-1-3-16,3-2 3 0,2 0-4 0,6-1-9 16,2 0-19-16,3-6 6 0,1 0-17 0,3-2 5 15,0-2-7-15,1-4 42 0,9-7-56 0,0-1 45 16,-1-5-57-16,3-3 44 0,0-4-36 0,0-3 50 16,0 0-56-16,0-3 48 0,0-3-54 0,-1 0 59 15,-2-2-42-15,2-3 1 0,-3-1-1 16,-5-4-2-16,0 0-6 0,-4-2-24 0,-2 0 94 15,-4-1-56-15,2 0 54 0,-11 1-52 16,0 4 61-16,-4 0 8 0,-8 11-42 0,-2-1 62 16,-4 4-46-16,-1 2 47 0,-6 2-58 0,-2 4 46 15,-5-1-53-15,0 1 32 0,-4-3-38 0,-4 3-14 16,-2 0 2-16,-2 3 0 0,-2 0 2 0,-1 2 8 16,-1 2 6-16,3 3-5 0,1 1-5 0,0 3-8 15,-1 1-4-15,3 0 0 0,2 2 0 0,0 2-8 16,4 0-2-16,9 6-2 0,-18-9-2 0,18 9-1 15,-11-7 0-15,11 7-2 0,-12-3-4 16,12 3 3-16,0 0 0 0,-10-6-2 0,10 6 0 16,0 0 0-16,0 0-1 0,-12-5 1 15,12 5 37-15,0 0-47 0,0 0 8 0,0 0 2 16,0 0-1-16,0 0 1 0,0 0 1 0,0 0 0 16,0 0 2-16,0 0-1 0,0 0-1 0,-6 10 3 15,6-10 2-15,0 0-2 0,0 0 0 0,0 0 2 16,9 7 39-16,-9-7-49 0,0 0 2 0,0 0-9 15,0 0 13-15,6 8 3 0,-6-8-2 0,0 0 1 16,0 0 1-16,0 0 0 0,0 0 2 0,0 0 1 16,0 0-5-16,0 0 3 0,8 5 0 0,-8-5 0 15,0 0 26-15,0 0-30 0,0 0-2 16,0 0 1-16,0 0 1 0,0 0-4 16,0 0 4-16,0 0 1 0,0 0-1 0,0 0-4 15,0 0 3-15,0 0-1 0,0 0 0 0,5 8 3 16,-5-8-3-16,-1 14 4 0,-3-4 11 0,0 6-12 15,-4 3 1-15,-3 7 34 0,0 2-41 0,-4 1 36 16,0 3-29-16,0 0-9 0,-4 0 33 0,1-1-36 16,1-1 33-16,0-1-34 0,3-1 35 0,5-9-38 15,-2 2 36-15,3-3-38 0,-1-1 36 0,3-5-40 16,2-1 42-16,-1-1-39 0,5-10 38 0,-7 15-40 16,7-15 34-16,-2 10-46 0,2-10 12 15,-4 9-21-15,4-9 52 0,0 0-43 16,0 0 48-16,0 0-45 0,13-6 45 0,-4-5-49 15,4-7 43-15,2-7-5 0,2-4-11 0,-1-4 12 16,2-3-53-16,5-7 58 0,0-5-50 0,0-2 7 16,0 2 7-16,4 3 5 0,-3 3 5 0,-2 10 1 15,0 1 10-15,-2 6 0 0,-2 6 2 0,0 2 2 16,-4 5 3-16,2 5 7 0,-4 1 15 0,-12 6 3 16,27 0-2-16,-13 7-2 0,3 2 31 0,1 0-49 15,-1 5 38-15,0 1-45 0,4 4 27 0,-2-1-81 16,0 0 6-16,-3-2-122 0,0 0-25 15,3 1-126-15,-3-7-159 0,-1 4-438 16,2-5-567-16</inkml:trace>
  <inkml:trace contextRef="#ctx0" brushRef="#br0" timeOffset="6150.99">20999 6703 452 0,'-10'-8'620'15,"-1"-1"-179"-15,5-1-138 0,2-1-90 0,4-3-46 16,3-3-45-16,2-5-27 0,9-5-18 0,3 1-13 15,3-5-12-15,4 2-44 0,11-8 73 0,2 2-58 16,4 1 52-16,2 1-57 0,3 0-3 0,4 2 1 16,0 2-3-16,4 3-4 0,2 0-35 0,-1 2 32 15,-1 1-27-15,1 5 36 0,-3 2-35 16,1 0 51-16,-11 8-51 0,2 0 46 0,-1 5-1 0,-2 0 1 16,-3 3-5-16,3 4 0 15,-2-1-44-15,-4 5 48 0,1 1-4 0,0 3 5 16,-3 2 0-16,0 1-1 0,-1 1 5 0,0 3 54 15,-1 2-61-15,0-1 11 0,-2 4-2 0,2 0 2 16,-3 0-7-16,-4 1 3 0,2-2-6 0,0 1 0 16,-4-2-9-16,-1 1-6 0,-2 0 1 0,-1-4-1 15,-4-1-2-15,0-2-9 0,-2-1-5 0,-2 2-45 16,-4-6-40-16,2 1-33 0,-3-2-71 0,-5-10-65 16,1 15-88-16,-1-15-345 0,-3 11-222 0</inkml:trace>
  <inkml:trace contextRef="#ctx0" brushRef="#br0" timeOffset="6535">22121 6502 283 0,'0'0'542'15,"0"0"-127"-15,0 0-98 0,0 0-83 0,0 0-46 16,0 0-39-16,0 0-29 0,0 0-26 0,0 0-29 16,0 0-2-16,0 0-11 0,0 0-11 0,21-1-2 15,-21 1-46-15,28-6 31 0,-11 2-6 16,4-2-13-16,1-1 7 0,3 0-3 0,-2-2-7 16,6 0-2-16,-1-2-15 0,1 3 3 0,-6-2-7 15,-2-1-6-15,-1 1 14 0,0 2 8 0,-5-2-5 16,2 1 6-16,-5 1 12 0,-1 2 13 0,-2 1 14 15,-9 5 17-15,14-10 12 16,-14 10 3-16,10-6-5 0,-10 6 4 0,9-6-20 0,-9 6-2 16,0 0-3-16,0 0-5 0,0 0 6 0,15 3 2 15,-15-3 0-15,6 16-7 0,-4-3-7 0,-1 4-12 16,2 1 3-16,-3 6-6 0,3 1-4 0,-2 1-13 16,-1 1-52-16,0 0-66 0,1 1-101 0,-1-3-148 15,1 0-424-15,1-3-332 0</inkml:trace>
  <inkml:trace contextRef="#ctx0" brushRef="#br0" timeOffset="7218">28634 6965 400 0,'7'-15'657'0,"-5"-1"-169"0,-2-2-131 0,-1-6-111 16,-4 0-11-16,-4-4-86 0,-5-3 0 15,-2 0-39-15,-4 2 23 0,-7-2-6 16,-6 0 23-16,-7 3-13 0,-4 3 6 0,-5 3-17 16,-6 5-1-16,-6 6-25 0,-3 2-13 0,-6 4-13 0,-4 5-17 15,-4 4-13-15,-4 3-8 0,1 5-5 16,-4 5-6-16,-2 4-9 0,-18 8-5 0,4 4 1 15,4 3-3-15,1 2-2 0,1 4-2 0,3 1-4 16,-1 4 1-16,2 0 37 0,3 4-43 0,0 2 43 16,3 6-49-16,5-3 4 0,1 0-1 0,4-1 2 15,14-11 1-15,1 1 0 0,2-2 0 16,1-1 2-16,3-2-1 0,4-4 2 0,4-2 2 16,5-4-1-16,10-9 41 0,3-1-50 0,5-2 43 15,5-7-53-15,3 1 26 0,2-4-57 0,3-2 25 16,10-6-88-16,-13 9 36 0,13-9-74 0,0 0-19 15,0 0-11-15,0 0-8 0,-10-4-34 16,10 4-24-16,4-11-73 0,-4 11-27 0,8-19-307 16,-3 7-185-16</inkml:trace>
  <inkml:trace contextRef="#ctx0" brushRef="#br0" timeOffset="7550.99">26160 7086 585 0,'12'-7'773'0,"-3"3"-148"0,-9 4-183 0,18-9-72 0,-18 9-139 16,9-6-7-16,-9 6-99 0,0 0 21 0,0 0-81 15,0 0 42-15,-4 11-70 0,-5 0 45 16,-7 6-59-16,-3 1 1 0,-5 6 2 0,-1 1 1 16,-2 1-6-16,-9 7-3 0,2-1-8 15,-2 2 2-15,0-1-1 0,0-3-4 0,10-3-2 16,-3-2 0-16,6-4 0 0,-1 2 8 0,5-3-13 15,3-5-7-15,1-1 6 0,5-5-3 0,1 1 0 16,1-1 3-16,8-9 0 0,-6 15 1 0,6-15 4 16,0 12-1-16,0-12 0 0,9 16 6 0,-2-9 2 15,5 2 0-15,2 0 1 0,3-1 0 16,2 0-2-16,0 1-1 0,4-2-2 0,0 1-5 0,1-1-1 16,0 0-40-16,2-3-44 0,2 3-53 0,-1-2-56 15,8-2-62-15,-6 1-121 0,-1-2-116 16,3-1-260-16,1-2-277 0</inkml:trace>
  <inkml:trace contextRef="#ctx0" brushRef="#br0" timeOffset="9035">21946 6977 302 0,'0'0'382'0,"0"0"-136"0,-2-11-50 15,2 11-59-15,-6-9-12 0,6 9-27 0,-7-7-27 16,7 7-15-16,-6-7 2 0,6 7 14 0,0 0-4 15,-12-7-26-15,12 7 28 0,0 0-16 16,-12-5-9-16,12 5-13 0,0 0 2 0,0 0-18 16,-22 1 8-16,22-1-16 0,-16 5 20 15,16-5-5-15,-20 8-1 0,11-3-9 0,-4-1 12 16,-1 3-12-16,4-1 11 0,-4 1-15 0,5-3 9 16,-1 2-14-16,10-6 18 0,-17 8-22 0,17-8 19 15,-14 8-22-15,14-8 16 0,-13 9-17 0,13-9 14 16,-7 6-18-16,7-6 16 0,0 0-18 0,-8 9 20 15,8-9-4-15,0 0-1 0,-4 11-3 0,4-11-33 16,-1 10 49-16,1-10-23 0,1 14 13 0,-1-14-17 16,3 16 19-16,-1-4-20 0,1 1 27 15,-2 3-28-15,3 0 38 0,-3 2-38 16,3 3 50-16,0 0-37 0,-3-1 25 0,4 3-31 16,-1-2 29-16,0-1-40 0,-2 3 43 0,4-4-42 15,-3 3 40-15,4-2-33 0,-1 1 31 0,-2-2-35 16,2 1 32-16,-2 0-43 0,3-2 45 0,-2 1-32 15,1 1 28-15,-1-1-30 0,0-2 29 0,2 2-30 16,-3-3 33-16,0 1-43 0,0-2 45 0,0 1-36 16,0-1 33-16,0-1-1 0,0-2-8 0,-1-1 0 15,-1 1-4-15,1-1-11 0,-3-11 8 16,4 17-4-16,-4-17 5 0,4 17-4 0,-4-17-22 16,3 11-57-16,-3-11-64 0,4 11-103 0,-4-11-109 15,0 0-164-15,0 0 4 0</inkml:trace>
  <inkml:trace contextRef="#ctx0" brushRef="#br0" timeOffset="19106.71">13573 9857 709 0,'-23'8'416'0,"-2"-1"-90"16,-5 2-91-16,0 1-41 0,-1 0-32 0,3 1-20 16,-2 1-16-16,4-3-8 0,2 1-3 0,3-1-4 15,-1-1 0-15,4-1 3 0,3 1-23 16,3-3-18-16,12-5-22 0,-20 9-6 0,20-9-9 16,-15 4-11-16,15-4-10 0,-13 7-15 0,13-7-10 15,0 0 4-15,0 0-2 0,0 0 9 0,0 0 7 16,0 0-8-16,13-6 1 0,6-2 4 0,9-7 10 15,5-4-1-15,12-7-1 0,3-3-1 16,7-4 3-16,4-4-5 0,5-1 4 0,19-11 3 16,1 0 3-16,0-1 2 0,-1 1 49 0,0 0-54 15,-15 11 45-15,0-2-49 0,-1 1-14 0,0 3 20 16,-1-1 0-16,-3 3-14 0,-4 4 13 0,-7 1-10 16,-2 4 18-16,-13 7-18 0,-5 2 8 0,-4 1-10 15,-7 5 9-15,-3 1-12 0,0 0 11 0,-7 3-15 16,-11 6 14-16,17-8-19 0,-17 8 16 15,0 0-19-15,0 0 2 0,0 0-29 0,0 0-7 16,-27 5-44-16,6-2 11 0,-1 3-40 16,-4 0 43-16,-2-3 9 0,0 1 0 0,-3 0 6 15,0-4 12-15,0 0 8 0,1 0-23 0,-2-1 40 16,-3-5-24-16,1 3 44 0,-2-4-25 0,4 2 52 16,8 1-23-16,-3-2 31 0,4 2-37 0,-1-2 31 15,1 3-41-15,6-1 32 0,0 2-32 0,4-3 26 16,13 5-26-16,-25-3 33 0,25 3-41 0,-19-2 42 15,19 2-35-15,0 0 28 0,-18-4-51 0,18 4 41 16,0 0-32-16,0 0 41 0,0 0-34 0,0 0 42 16,25 2-35-16,-5-2 50 0,9-1-35 0,10 0 46 15,2-1 9-15,6-1-19 0,2-1 32 0,4 2-21 16,-2-3 22-16,4 3-17 0,-1 1 12 16,-3 1-9-16,-5 1 11 0,-2 1-17 15,-2 4 0-15,-5-1-11 0,-5 1 5 0,-7 1-19 16,-3 2 8-16,-4 4-12 0,-2-1 16 0,-7 4 0 15,-3 6 0-15,-6-4-10 0,-7 14 1 0,-4 0 35 16,-12 11-51-16,-4 0 33 0,-4 6-66 0,-2 0-30 16,1 0-77-16,0 1-70 0,4 0-67 0,4-3-106 15,1-2-504-15,10-9-484 0</inkml:trace>
  <inkml:trace contextRef="#ctx0" brushRef="#br0" timeOffset="31212.08">28272 8677 492 0,'6'-15'457'0,"-1"0"-149"0,0-2-31 16,0-5-90-16,-3 3 23 0,2-3-53 0,-2 5 69 15,-1-1-10-15,0 1 29 0,-2 2-5 0,0 1 6 16,-1 2-15-16,-2-1-32 0,-1 2-28 0,-2 1-33 16,-2 2-16-16,-2 3-30 0,11 5-20 0,-33 0-17 15,8 6-7-15,-5 8-9 0,-4 4-8 0,-6 7-7 16,0 3-6-16,3 4 29 0,3 1-43 0,3 0 29 16,7-6-6-16,3 2-40 15,6-2 1-15,1-1-1 0,5-5 3 0,4 0 0 16,3-3 3-16,4 0 2 0,3 4-2 0,4-5-4 15,5 2 2-15,6 1-2 0,2-2-4 0,6-3-2 16,3-3 0-16,1 2-2 0,1-3 6 0,3-1-2 16,-2 1 0-16,0-2 2 0,-4 1 3 0,-5-2-2 15,-2-1 0-15,-3-2 3 0,-6 1 0 0,0 1 4 16,-5-3 2-16,0 4 0 0,-9-8 7 0,7 15 3 16,-7-15-3-16,-7 20 1 0,-2-8-1 15,-5 4-1-15,-5 1-1 0,-6-1 0 0,-1 1-6 16,-3-4-15-16,-1 0-48 0,-2-2-50 15,0-1-48-15,5-5-36 0,2-1-25 0,0-4-66 16,1-6-71-16,-3-8-489 0,12 0-444 0</inkml:trace>
  <inkml:trace contextRef="#ctx0" brushRef="#br0" timeOffset="31428.08">28078 8650 399 0,'10'-14'653'0,"-2"3"-123"15,-1 1-110-15,-1 1-58 0,-3 2-42 0,-3 7-48 16,8-14-25-16,-8 14-24 0,5-9-20 15,-5 9-23-15,0 0-22 0,6-10-23 0,-6 10-29 16,0 0-21-16,0 0-16 0,0 0-15 0,0 0-13 16,1 24 18-16,-5-3-7 0,-4 10-35 0,0 4 19 15,-1 5-34-15,-1 1 2 0,1 2 1 16,0 0-4-16,1 4-5 0,1-3 33 0,1 2-41 16,0-2-22-16,1-2-43 0,0-1-46 0,3 0-18 15,2-5-104-15,1-3-13 0,0-4-103 0,4-5-92 16,-1-2-415-16,1-4-472 0</inkml:trace>
  <inkml:trace contextRef="#ctx0" brushRef="#br0" timeOffset="32780.08">28487 8645 676 0,'4'-10'608'0,"-4"10"-157"0,5-15-106 0,-5 15-63 16,4-12-59-16,-4 12-70 0,5-8-25 0,-5 8-25 15,0 0-20-15,0 0-17 0,0 0-12 0,5 10-16 16,-2 2 48-16,-1 5-65 0,2-1-11 16,1 5-5-16,-1 2 9 0,1-2-3 0,0 0-3 15,0 0-2-15,2-1-30 0,-1-2 33 0,1-1-18 16,0-2 10-16,1-4-18 0,0 1 29 0,0-5-29 16,2-1 26-16,-10-6-3 0,16 7-3 0,-16-7 2 15,21-4-2-15,-10-2-6 0,1-4 10 16,-1-4 1-16,3-2 0 0,-5-3 3 0,0-2 46 0,-2-3-47 15,-1 0 16-15,-4 1 4 0,1-1 9 16,-3 4 27-16,-3 1 18 0,2 1 11 0,-4 2 36 16,1 2-52-16,-2 2-9 0,0 3-12 0,-1 2-13 15,7 7-7-15,-16-5-6 0,16 5-11 16,-21 7-4-16,8 6-5 0,0 3 40 0,-4 6-51 16,4 6 0-16,-2 2-3 0,4 4 3 0,-1-1-1 15,4 3 0-15,1-1-1 0,3-2 0 0,2-5 1 16,-1 1-3-16,6-4-6 0,-1-2-22 0,2 0-26 15,3-5-37-15,1-2-11 0,2-3-19 16,1-4-29-16,4-6-17 0,-15-3-8 0,36-2-31 0,-8-8-21 16,2-6-41-16,0-6 7 0,2-1-30 0,4-8 67 15,0-4 5-15,-4-1 91 0,-2 0 20 16,-2 0 79-16,-8 4 22 0,-3 0 64 16,-6 4 18-16,2-1 43 0,-8 6 33 0,0 2-29 15,-3 5 58-15,0 1-9 0,-3 3 8 0,0 1-21 16,1 11-19-16,-5-14-18 0,5 14-19 0,-8-8-17 15,8 8-19-15,0 0-6 0,-21 4-10 0,12 3-10 16,0 3-16-16,-3 5 54 0,1 1-59 0,2 3 43 16,1 1-55-16,0 0-4 0,3 2-4 0,1-1 4 15,1 0 2-15,3-2-8 0,2-2-1 0,1-1-12 16,1 0-19-16,3-3-24 0,2-1-17 0,2-5-13 16,1-3-15-16,-12-4-20 15,32-3-14-15,-11-4 3 0,7-7 0 0,-3 0 9 16,-1-6 38-16,2 1 12 0,-5-3 32 0,0 0 41 15,-4-1 25-15,-4 4 19 0,-3 3 58 0,-3 2 11 16,-2 2 22-16,-1 2 12 0,-4 10-3 0,6-14-51 16,-6 14 22-16,0 0-31 0,2-11-5 0,-2 11-15 15,0 0-12-15,-9 6-9 0,9-6-10 0,-9 15 49 16,4-6-64-16,0 1-4 0,1 2-8 0,0-1 5 16,0 1 1-16,4-1-3 0,-1-1-4 0,2-1-14 15,-1-9-8-15,8 17-8 0,-2-9-2 16,-6-8-16-16,16 6 7 0,-16-6 3 0,23-3 3 15,-8 0 6-15,3-6 5 0,0-1 9 16,-1-4 67-16,0-1-40 0,-2 0 25 0,-2-1 22 16,0-2 14-16,-1 2 12 0,-2-1 10 0,-4 4 4 15,-2-1 9-15,1 4 11 0,0 2 5 0,-5 8-11 16,6-15-12-16,-6 15-22 0,3-10-17 0,-3 10-17 16,0 0-18-16,0 0-15 0,0 0-29 0,-2-9-23 15,2 9-35-15,0 0-47 0,-7 8-53 0,7-8-34 16,0 0-20-16,-1 8-27 0,1-8-12 0,0 0-19 15,0 0 19-15,10 7 11 0,-10-7 23 16,13-4 52-16,-13 4 51 0,25-10 67 0,-9 0 60 16,-2 0 45-16,3-2 46 0,-4 2 30 15,-2 2 10-15,2-1 42 0,-4 1-47 0,-1 2 68 16,-8 6-49-16,14-9 26 0,-14 9-52 0,9-7 2 16,-9 7-41-16,0 0 14 0,14-8-28 0,-14 8 17 15,0 0-28-15,0 0 5 0,21 4-21 0,-21-4 9 16,14 10-30-16,-8-2 18 0,1-1-5 0,-2 2-21 15,4 1 14-15,-4 1-7 0,1-1-12 0,0 0-9 16,-1 0-7-16,1-1-9 0,-2 1 8 16,-4-10 1-16,7 14 3 0,-7-14 5 0,5 11 0 15,-5-11 2-15,0 0 14 0,6 10 11 0,-6-10-6 16,0 0 13-16,0 0-8 0,0 0-2 0,10-10-1 16,-10 10-1-16,5-19-7 0,1 5 2 15,0 1-1-15,2-3-22 0,3-2 16 0,-1 2-15 16,0 0 23-16,2 0-22 0,-2 3 22 0,0 1-28 15,1 4 27-15,-1 0-21 0,-1 2 20 0,-9 6-27 16,19-6 28-16,-19 6-25 0,21-3 26 0,-21 3-24 16,15 4 21-16,-15-4-18 0,15 6 23 15,-15-6-25-15,15 9 17 0,-15-9-17 0,12 10 19 16,-12-10-13-16,9 10-12 0,-9-10-13 0,8 9 0 16,-8-9-11-16,6 6 8 0,-6-6-53 15,0 0 69-15,9 8-44 0,-9-8 52 0,0 0-49 0,0 0 54 16,0 0-54-16,10 4 52 0,-10-4-50 0,0 0 65 15,0 0-47-15,0 0 54 0,13 6-48 16,-13-6 28-16,0 0 28 0,9 8-52 0,-9-8 56 16,7 10-59-16,-7-10 64 0,6 14-7 0,-6-14-4 15,5 14-6-15,-5-14-1 0,5 13-29 0,-5-13 14 16,5 12 2-16,-5-12-26 0,5 11-24 16,-5-11-31-16,0 0-44 0,4 9-67 0,-4-9-98 15,0 0-337-15,0 0-156 0</inkml:trace>
  <inkml:trace contextRef="#ctx0" brushRef="#br0" timeOffset="32946.08">29926 8036 616 0,'-9'-20'580'0,"0"3"-133"15,0 0-50-15,0 2-127 0,-1 1 14 16,2 3-113-16,-1 2 34 0,2 1-70 16,0 1 38-16,7 7-71 0,-9-10 26 0,9 10-77 15,-7-8 38-15,7 8-98 0,0 0 41 0,-8-7-96 16,8 7 11-16,0 0-92 0,0 0-31 0,-1 13-83 15,1-13-53-15,6 14-479 0,3-4-334 0</inkml:trace>
  <inkml:trace contextRef="#ctx0" brushRef="#br0" timeOffset="33197.08">30215 7887 712 0,'8'-9'754'15,"-1"1"-205"-15,-1-1-103 0,-1 1-96 0,-5 8-45 16,6-11-24-16,-6 11-26 0,5-9-24 0,-5 9-33 15,0 0-36-15,5-9-34 0,-5 9-32 0,0 0 15 16,0 0-39-16,9 6-28 0,-6 4-7 0,-1 3-13 16,4 8-6-16,-3 1-2 0,3 4-10 0,0 5-9 15,-1 5-16-15,0 0-15 0,0 0-30 0,-1 3-35 16,1-2-28-16,1 1-40 0,-2-2-2 0,0 0-60 16,-1 0 36-16,1-2-22 0,0-8 15 0,-1 1 24 15,-1-4-14-15,0-2-32 0,-2-4-10 16,2-3-49-16,0-2 45 0,-2-12-12 15,0 17 5-15,0-17-190 0,0 0 164 0</inkml:trace>
  <inkml:trace contextRef="#ctx0" brushRef="#br0" timeOffset="33630.08">30342 8483 918 0,'0'0'174'0,"-11"-8"35"16,6 1-15-16,-5 0-8 0,1-2 16 0,-1 0-49 15,-1 1 47-15,2-1-65 0,-2 1 45 0,1 1-61 16,1 1 22-16,1 1-46 0,8 5 20 0,-15-10-37 16,15 10 5-16,-10-8-44 0,10 8 16 0,-7-6-46 15,7 6-4-15,-5-9-74 0,5 9 19 0,3-11-65 16,3 2 30-16,3-3-49 0,5-2-34 15,4-5-31-15,3 0-28 0,3 0 9 16,1-3 37-16,1 0 33 0,1-1 56 0,-3 0 67 0,1 0 60 16,-2 2 49-16,-5 1 48 0,-2 3 6 15,-3 5 60-15,-3-1 50 0,-1 3 24 0,-2 3-16 16,-7 7-10-16,9-11-17 0,-9 11-27 0,7-10-32 16,-7 10-30-16,5-8-25 0,-5 8-23 0,0 0-21 15,0 0-10-15,0 0-11 0,4 9-12 0,-4-9-7 16,-3 21-1-16,1-5-11 0,-2 2 6 0,0 2-21 15,4-1-8-15,0-2-36 0,0 1-38 16,4-1-21-16,0-1-33 0,1-1 8 0,2-3-34 16,3-1 26-16,2-3-42 0,1-5 61 0,-13-3-20 15,28 1 70-15,-6-4-24 0,-2-6 91 0,5-5-23 16,-1-2 61-16,-2-2-1 0,-4-1 65 0,-1-4 16 16,-5-1 22-16,1 6 4 0,-4-4 14 15,-1 3 19-15,1 3 16 0,-6 1 23 0,3 5-16 16,-3 1-2-16,-3 9-31 0,4-13-33 0,-4 13-34 15,0 0-16-15,0 0-21 0,0 0-14 0,0 11-14 16,-4 5-5-16,-1 4-14 0,0 5-28 0,-4 7-61 16,0 1-41-16,0 3-72 0,1 3-52 15,-3 3-50-15,0 0-50 0,-1 10-21 0,2 4-38 16,1-13-49-16,-5 8-486 0,8-8-583 0</inkml:trace>
  <inkml:trace contextRef="#ctx0" brushRef="#br0" timeOffset="33997.08">28371 9706 995 0,'-18'11'931'0,"0"-2"-215"0,6-4-186 0,12-5-138 15,-13 4-120-15,13-4-87 0,3-9-36 0,15-7-27 16,13-7-25-16,20-9 3 0,14-7-4 0,32-12 0 16,17-7-16-16,17-2-12 0,18-4-13 0,13-3-14 15,11-5-3-15,9-1-4 0,7 1-19 16,2-1-6-16,-4 4-7 0,-3 4 5 16,-4 3-6-16,-11 6 7 0,-9 4-3 0,-13 5 0 15,-15 5 1-15,-12 8 35 0,-14 1-17 0,-33 10-33 16,-8 5 30-16,-10 1-31 0,-16 5 32 0,-6 2-23 15,-9 2 42-15,-2 4-25 0,-8-2 32 0,-14 6-45 16,15-4 6-16,-15 4-57 0,0 0-28 0,0 0-14 16,-27 8-37-16,1 3-38 0,-10 2-67 0,-3 2-64 15,-14 7-34-15,-4 2-117 0,-7 0-550 0,2 1-709 16</inkml:trace>
  <inkml:trace contextRef="#ctx0" brushRef="#br0" timeOffset="34764.08">29769 9515 242 0,'0'0'797'0,"1"-18"-185"0,-1 18-121 0,1-16-89 16,-1 16-100-16,-4-16-15 0,4 16-43 0,-1-13-21 15,1 13-22-15,-3-10-33 0,3 10-32 0,0 0-30 16,-2-9-19-16,2 9-23 0,0 0-15 0,0 0-12 16,-1 10 0-16,4 8-6 0,1 10-8 0,0 8-3 15,1 5-4-15,2 4 7 0,2 11-9 0,-2 3 0 16,2-2-15-16,-1 1 4 0,1 0-2 0,0-14 0 16,-3 3-1-16,2-2 35 0,0 0-40 0,1-1 2 15,-3-3-1-15,1 0-11 0,-2-3-16 16,0 0-37-16,1-4-32 0,-3-8-32 15,-1-1-62-15,1-2 1 0,-1-6-58 0,-2-3 41 16,3-2-7-16,-3-12-20 0,-1 17-37 0,1-17-48 16,-6 6-55-16,6-6-207 0,0 0-118 0</inkml:trace>
  <inkml:trace contextRef="#ctx0" brushRef="#br0" timeOffset="35030.08">29769 10353 563 0,'-18'-13'469'16,"0"-1"-60"-16,1 3-91 0,0-2-17 0,5 4-17 15,0 2-8-15,2 1-33 0,3 1-11 0,7 5-23 16,-15-10-21-16,15 10-35 0,-12-7-27 15,12 7-26-15,-8-6-21 0,8 6-17 0,0 0-16 16,0 0-12-16,0 0-8 0,0 0-3 0,0 0 44 16,0 0-61-16,24 9 1 0,-6-2-6 0,1 1-21 15,4-1-19-15,2 1-42 0,2-2-16 16,5 0-18-16,1-1-21 0,-4-2-2 0,2-2 1 16,0-2 19-16,-1-2 16 0,4 0 18 0,-2-3 16 15,-2-3 17-15,-7-1 22 0,-2-2 18 0,-5 1 49 16,0-3 28-16,-5 2 47 0,-3-1 30 0,-2 1 28 15,-3 0 28-15,-2 3 2 0,-1 9-1 0,-1-18-14 16,1 18-9-16,-5-16-29 0,5 16-37 16,-12-10-24-16,12 10-22 0,-18-1-19 0,4 4-20 15,-4 9-26-15,-5 4-30 0,0 4-13 16,-2 5-71-16,2 2-58 0,0 5-73 0,0-2-59 0,-2 14-45 16,3-1-91-16,7-8-511 0,-2 4-628 15</inkml:trace>
  <inkml:trace contextRef="#ctx0" brushRef="#br0" timeOffset="36064.08">28118 11280 631 0,'0'0'773'0,"-4"-16"-227"0,4 16-109 15,-3-12-105-15,3 12-83 0,-4-9-62 0,4 9-30 16,0 0-47-16,0 0-13 0,0 0-29 0,-8 7-10 16,6 5-15-16,0 6-1 0,0 7-18 0,4 3 6 15,0 8-18-15,4 5 2 0,-2 1-7 0,3 3 7 16,1 0-15-16,-1 0-6 0,5 0-36 0,-2-2-44 16,2-2-34-16,1-2-62 0,2-3 11 15,-1-2-31-15,1-4-33 0,0-4-41 16,-1-5-70-16,-1-6-279 0,0-2-156 0</inkml:trace>
  <inkml:trace contextRef="#ctx0" brushRef="#br0" timeOffset="36314.08">28308 11725 158 0,'-13'-52'579'0,"-6"-5"-181"15,0-7-46-15,-4-1-133 0,-1 0-1 0,1 1 3 16,2 3-2-16,-1 5-6 0,3 2-41 0,3 6 0 16,3 10-32-16,1 2-9 0,3 3-39 0,3 3-17 15,1 5-20-15,2 3 5 0,3 2-28 16,2 1 3-16,2 0-18 0,4-1 9 0,1 5-22 15,4 3 12-15,2 1-21 0,1 5 13 16,3 3-8-16,1 4-4 0,2 3 11 0,1 3-13 16,4 7 15-16,-3 1-19 0,-2 3 19 0,-4 1-21 15,-4 4 20-15,-1-3 2 0,-7 4-4 0,0 0-18 16,-3 1 18-16,-3 1-19 0,-3 1 15 0,-3 6-27 16,0 0 0-16,-3 0-47 0,-4 1-9 0,2-2-60 15,-1 2 22-15,1-2-46 0,-1 1-34 0,1-2-61 16,0 1-70-16,2-3-307 0,1 2-170 15</inkml:trace>
  <inkml:trace contextRef="#ctx0" brushRef="#br0" timeOffset="36714.08">28606 11576 651 0,'1'-12'522'16,"-1"-1"-196"-16,-1 1-34 0,-3-1-84 0,0 3 29 16,0 0-46-16,-2 1 7 0,3 1-63 0,3 8 0 15,-11-13-44-15,11 13-17 0,-12-5-17 0,12 5 2 16,0 0-26-16,-24 6-9 0,13 2-3 0,-1 5-4 16,3 4-5-16,-2 1-3 0,1 3 15 15,2 1-23-15,-1 3 20 0,4-1-28 0,1 1 19 16,3 0 3-16,1 0-4 0,2-3-4 0,2-1-5 15,3 1-33-15,0-4 27 0,2-1-21 16,3-3 26-16,-1-5-30 0,0-1 44 0,0-4-23 16,-11-4 31-16,24 2 2 0,-10-6 7 0,1 0 14 15,1-5 5-15,-2-3-15 0,1 0 19 0,-2-4-8 16,-2-2 15-16,-1-2-10 0,-3 0 8 0,-3 0-16 16,-2 1-6-16,-2 2-2 0,-2-1-11 0,-2 2-13 15,-3 0-15-15,-3 2-22 0,-1 4-23 0,-2 3-33 16,-2 3-43-16,-2 3 5 0,0 2-73 0,-4 3 10 15,1 3-51-15,-1 1-54 0,2 0-72 16,2 1-312-16,3 3-200 0</inkml:trace>
  <inkml:trace contextRef="#ctx0" brushRef="#br0" timeOffset="37281.08">28602 11531 648 0,'13'-11'604'0,"-1"1"-191"16,-2 1-69-16,-2 1-96 0,-1 2-19 0,-7 6-84 15,12-11-9-15,-12 11-47 0,10-8 18 0,-10 8-25 16,0 0 11-16,20-1-30 0,-20 1 5 0,18 10-17 16,-6 0-13-16,-2 0 11 0,0 5-25 15,0-1 10-15,-2 2-22 0,0 0 15 16,-2 2-25-16,1-3 19 0,-4 0-22 0,-1-3 13 16,0 1-14-16,0-2 18 0,-1-1-22 0,-1-10 19 15,2 18-20-15,-2-18 16 0,0 13-7 0,0-13 19 16,0 0-5-16,2 12 10 0,-2-12-18 0,0 0 10 15,0 0-17-15,-2-19 0 0,2 7-3 0,0-9 16 16,2-4-18-16,0-1 12 0,1-6-13 0,2-2 18 16,1 4-13-16,-1 2 20 0,-1 5-9 0,1 0 13 15,2 3-15-15,-1 1 8 0,-1 5-14 16,0 3 7-16,-1 3-16 0,3-1 14 0,-7 9-14 16,15-9 7-16,-15 9-7 0,0 0 14 15,24 1-15-15,-13 5 11 0,-1 1-10 0,1 1 12 16,-2 2-13-16,0 1 2 0,0 1 0 0,-1 2 2 15,-3 0 3-15,-1-2-1 0,-2 2 2 0,0-1 11 16,0-2-15-16,-2-11 16 0,0 18-17 0,0-18 11 16,0 18-7-16,0-18 17 0,0 11-10 0,0-11 34 15,0 0-11-15,0 11 3 0,0-11-19 0,0 0 3 16,-2-9-16-16,2 9 8 0,-2-23-13 16,2 4 8-16,2-2-9 0,0-3 9 0,2 2-10 15,1-2 11-15,1 1-8 0,0 5 4 0,1-3-2 16,0 4 12-16,1 2-12 0,2 0 10 0,-1 3-9 15,1 2 8-15,1 2-12 0,0 2 15 16,-11 6-17-16,23-4 10 0,-23 4-9 0,26 7 8 16,-10-2-8-16,0 7 0 0,-3 0 0 0,2 5 0 15,-2 0 3-15,-1 8-1 0,-1 3 0 0,-3 0-7 16,-3 4-34-16,-2-4-43 0,-2 2-122 0,-1 2 11 16,-1 4-105-16,-4-2-138 0,2-1-346 0,-2 0-327 15</inkml:trace>
  <inkml:trace contextRef="#ctx0" brushRef="#br0" timeOffset="38232.08">28413 12131 670 0,'-17'10'537'16,"-2"-1"-175"-16,6-2-38 0,2 1-92 0,-3-2 14 16,14-6-47-16,-18 10-22 0,18-10 4 0,-15 8-4 15,15-8-18-15,-11 6-25 0,11-6-19 0,0 0-25 16,0 0-17-16,0 0-14 0,0 0-12 0,13-4-9 16,9-4-7-16,7-2-4 0,6-3-6 0,3-2-3 15,13-7-3-15,3 0 8 0,1 0-11 0,1-3 6 16,5 0-11-16,-1-2 7 0,0 4-5 0,-1-1-25 15,-2 0-25-15,-3 1-45 0,-6 4-46 16,-12 3-76-16,-1 3 14 0,-7 4-47 16,-8 0-82-16,-3 2-41 0,-17 7-349 0,14-8-238 15</inkml:trace>
  <inkml:trace contextRef="#ctx0" brushRef="#br0" timeOffset="38415.08">28651 12095 564 0,'-18'12'432'0,"3"1"-98"0,4-6-75 0,2-1-58 15,9-6-39-15,-13 9-33 0,13-9-12 0,-8 6-12 16,8-6 2-16,0 0 3 0,0 0 4 16,0 0-4-16,21-3 3 0,-1-5-2 0,5-3-1 15,6-3 10-15,2-2-24 0,3-3 6 16,9-3-27-16,1-2-3 0,2-1-26 0,0 1 1 16,0 0-16-16,1-1-42 0,-4 2-73 0,-2 0-104 15,2 0-53-15,-12 1-136 0,0 1-442 0,-1 0-382 16</inkml:trace>
  <inkml:trace contextRef="#ctx0" brushRef="#br0" timeOffset="38616.08">29580 11475 681 0,'0'0'1025'0,"0"0"-234"0,0 0-245 0,0 0-108 16,0 0-134-16,0 0-41 0,-18-2-74 0,18 2-14 15,0 0-55-15,0 0 10 0,-17-2-61 0,17 2-8 16,0 0-94-16,0 0-75 0,0 0-102 0,0 0-119 16,-14-3-3-16,14 3-92 0,0 0-90 0,0 0-324 15,0 0-420-15</inkml:trace>
  <inkml:trace contextRef="#ctx0" brushRef="#br0" timeOffset="38849.08">29663 11243 566 0,'0'0'914'0,"2"-12"-270"0,-2 12-137 16,0-12-142-16,0 12-67 0,-2-11-46 0,2 11-25 15,0 0-7-15,-2-11-27 0,2 11-38 16,0 0-27-16,0 0-28 0,2-12-26 0,-2 12-18 16,0 0-12-16,0 0-8 0,26 1-2 0,-9 4-13 15,2 1-5-15,3 3-4 0,1 1-1 0,4 1 13 16,-1 4-23-16,0 1 14 0,3 1-33 0,-3-1-12 15,0 0-64-15,-1 0-43 0,-3 1-58 0,1-2-54 16,-4-3 3-16,-2 0-38 0,-2-1-4 16,-2-4-37-16,-3 0-28 0,-10-7-447 0,13 4-348 0</inkml:trace>
  <inkml:trace contextRef="#ctx0" brushRef="#br0" timeOffset="39033.08">30068 11227 222 0,'-8'-21'728'0,"1"0"-131"0,0 3-112 16,-2 1-91-16,2 3-92 0,0 3-65 0,0 1-42 15,-1 2-35-15,0 2-36 0,8 6-20 0,-14-4-19 16,14 4-17-16,-20 8-14 0,6 4-10 0,0 3-20 16,-1 7 5-16,-1 4-16 0,2 2 0 0,-1 5-7 15,2 2 8-15,-1 1-16 0,2 2-2 0,-1-1-59 16,4-2-46-16,0 0-105 0,4-2-15 0,1-8-79 16,2-3-97-16,-1-7-360 15,8-2-288-15</inkml:trace>
  <inkml:trace contextRef="#ctx0" brushRef="#br0" timeOffset="39866.08">30147 11019 560 0,'7'-12'830'0,"-3"2"-224"0,-4 10-144 0,5-14-126 16,-5 14-93-16,2-9-43 0,-2 9-50 0,0 0-21 16,0 0-34-16,0 0-9 0,0 0-19 15,5 16-14-15,-5-4-6 0,0 4-8 0,2 3-19 16,0 4 4-16,-1 2-12 0,3 0-2 0,-2 2-3 15,0 0-3-15,1-1 0 0,1-2-1 16,0-1-2-16,0-3-1 0,-1-4-4 0,0-2-15 16,0-1-17-16,-1-5-6 0,-2-8 5 0,4 15 6 15,-4-15 2-15,0 0 8 0,0 0 4 0,0 0 3 16,17-9 18-16,-10-4-16 0,-3-3 20 0,3-4-17 16,-1-2 14-16,1 0 4 0,0 1 21 0,-1 0 4 15,0 2-3-15,-2 5-9 0,2 1 5 16,-3 3-2-16,1 1-8 0,-4 9-8 0,5-14-3 15,-5 14-1-15,7-8-3 0,-7 8 3 0,0 0-11 16,0 0 5-16,15 4-3 0,-15-4 10 0,11 10-8 16,-5-1 6-16,-1-2-10 0,1 2 11 0,0 0-11 15,1-1 11-15,-2 1-12 0,0-1 12 16,-5-8-12-16,11 12 8 0,-11-12-12 0,9 10 4 16,-9-10-17-16,0 0 5 0,16 3-24 0,-16-3 4 15,16-9-9-15,-5 0 16 0,1-3-24 0,1-2 33 16,1-2 3-16,-2 0 5 0,-1 0 3 0,2 1 7 15,-4 4-8-15,0 1 11 0,-3 0-22 16,2 4 16-16,-8 6-15 0,9-13 23 0,-9 13-21 16,0 0 27-16,13-6 0 0,-13 6-6 0,0 0 7 15,0 0-3-15,14 6-12 0,-14-6 10 0,8 8 5 16,-8-8 0-16,10 9-2 0,-10-9-2 0,10 8-4 16,-10-8 5-16,10 10-1 0,-10-10-1 15,16 8-6-15,-16-8 7 0,16 6-20 0,-16-6 24 16,23 3-20-16,-23-3 17 0,25-2 3 0,-25 2 0 15,26-2-3-15,-11-2-6 0,-15 4 6 0,24-5 0 16,-24 5-1-16,21-5-1 0,-21 5-6 0,16-3 6 16,-16 3 0-16,13-4-2 0,-13 4-5 15,0 0 6-15,15-2 0 0,-15 2 2 0,0 0 1 16,13 3-22-16,-13-3 26 0,0 0-17 0,14 6 17 16,-14-6-22-16,9 5 22 0,-9-5-19 0,13 4 22 15,-13-4-21-15,12 4 15 0,-12-4-11 0,21-1 21 16,-7-3-21-16,5-4 14 0,0-1-12 0,3-2 18 15,2-4-20-15,1-2 19 0,-3-4-23 16,0 2 6-16,0-5 6 0,-4-1-1 0,-3-1 11 16,-3-6 12-16,-2 1 3 0,-5-2 4 0,-3-3 3 15,-5 1 11-15,-4 2 7 0,-3-1 10 16,0 3 10-16,-4 2 5 0,-3 4-7 0,-2 2-5 16,1 5-10-16,0 4-10 0,-3 5-4 0,0 3-14 15,2 5-4-15,-6 6-6 0,3 2-5 0,-5 7-4 16,1 5-3-16,2 3-3 0,2 6 15 0,4 2-17 15,1 3-14-15,4 4-18 0,1 0-23 16,5 3-15-16,3-1-37 0,2 0-5 0,2 1-16 0,6 0-55 16,0-3 23-16,1 2-54 0,5-3 4 0,-2 2-59 15,0-3-103-15,1-3-354 0,-1 2-252 16</inkml:trace>
  <inkml:trace contextRef="#ctx0" brushRef="#br0" timeOffset="40166.08">30380 11727 515 0,'-36'16'577'0,"-1"-2"-137"16,1 0-118-16,4-2-64 0,2-2-39 0,7-2-10 15,5-1 10-15,2 0 2 0,16-7 2 0,-20 3-18 16,20-3-42-16,0 0-34 0,0 0-24 0,10-16-24 16,13 1-8-16,8-5-23 15,15-6 0-15,6-4-9 0,7-1-1 0,4-2-5 16,3-2 0-16,5-1-9 0,18-8-1 0,0 2-2 15,-18 7-1-15,3 1-1 0,-2 0 2 0,-4 3 9 16,-6 1 0-16,0 2 6 0,-10 5-17 0,-6 0 10 16,-10 8-13-16,-6 3 5 0,-7 2-12 0,-4 1 22 15,-4 3-5-15,-1-1 21 0,-14 7-26 0,14-7 0 16,-14 7-45-16,0 0-17 0,0 0-36 0,0 0-49 16,-16 7-54-16,-4 4-90 0,-6 2-25 0,-4 5-66 15,-7-2-148-15,-8 9-333 0,-2 0-421 0</inkml:trace>
  <inkml:trace contextRef="#ctx0" brushRef="#br0" timeOffset="41018.08">28982 14184 409 0,'0'13'378'0,"0"-13"-86"0,0 0-71 15,0 0-37-15,0 0-49 0,0 10-5 0,0-10 7 16,0 0-5-16,0 0-16 0,23-9-18 0,-11 3-12 15,6-5-15-15,0-2-1 0,6-1-22 16,0-4-9-16,0-1 13 0,1 2-26 0,-2-2 15 16,-1 3-3-16,-5 2 33 0,-3 2 36 0,-3 3 17 15,-2 1 33-15,-3 1-20 0,-6 7-21 0,3-10-35 16,-3 10-12-16,-9-5-20 0,9 5-5 0,-23 1-14 16,2 4 2-16,-3 3-13 0,-3 4-5 15,-1 3-3-15,-2 1-3 0,2 3-3 0,1 3-2 16,1 1 0-16,3 2 6 0,3 0-11 0,4 1 2 15,4 2-3-15,3-5 2 0,7 1-3 0,4 1 1 16,5-1 1-16,4 3 0 0,8 0 9 0,2-4-7 16,5 0 4-16,5-2-7 0,3-2 6 0,3-1-7 15,2-2 7-15,1-3-8 0,-1 2 11 16,0-1-10-16,-3-1 7 0,-4-1-9 0,-3-1 10 16,-7-1-12-16,-1-1 10 0,-4 0-8 0,-5 1 12 15,-3-1-6-15,-3 0 15 0,-6-9 5 16,-1 18 18-16,-7-7-13 0,-2 3 13 0,-8-2-9 15,-4 4 25-15,-4-2-20 0,-4-2 4 0,-2-1-19 16,-1 0 12-16,-3-2-22 0,-2-1 9 0,1-2-16 16,1 0 11-16,3-2-12 0,4-2-5 0,5-1 4 15,1 2-57-15,4-4-56 0,2-2-84 0,1 1-38 16,16 2-39-16,-22-9-26 0,14 1-48 0,2-4-436 16,3 1-319-16</inkml:trace>
  <inkml:trace contextRef="#ctx0" brushRef="#br0" timeOffset="41267.08">29440 14089 286 0,'8'-13'708'0,"-2"1"-189"0,0-2-129 16,-2 4-55-16,0-1-29 0,-4 11-19 0,4-18-21 16,-4 18 2-16,4-14-51 0,-4 14-23 0,3-11-56 15,-3 11-13-15,3-9-45 0,-3 9-7 0,0 0-32 16,0 0 9-16,0 0-24 0,19 5 8 15,-10 5-22-15,4 4-7 0,-1 2 3 16,2 7 3-16,2 2-11 0,-1 2-7 0,0 2-11 16,-2 3-23-16,1 3-26 0,-3 2-29 0,2-1-20 15,-4 3-33-15,-1 0-48 0,-1-1-23 0,2 2-25 16,-4-4 17-16,0 0-39 0,-1-4-43 0,-2-7-85 16,0-1-187-16,0-7-113 0</inkml:trace>
  <inkml:trace contextRef="#ctx0" brushRef="#br0" timeOffset="41784.08">29665 14583 690 0,'-6'-13'550'0,"-1"-1"-120"0,0-1-85 0,0 1-57 0,0 2-29 16,2 1-43-16,-1 1-21 0,2-1-27 15,4 11-28-15,-8-12-30 0,8 12-20 0,-4-13-28 16,4 13-28-16,-1-10-26 0,1 10-20 0,7-15-20 16,3 7-26-16,-1-2-30 0,9-3-17 0,-1 2-9 15,7-5 39-15,0-1-25 0,3 1 42 0,1 0-19 16,-2-2 43-16,0 2-22 0,-1-1 2 0,-3 0 21 15,-7 5 2-15,1-1 21 0,-3 1 20 16,-3 2 22-16,-3 0 34 0,-2 1 39 0,-5 9 23 16,4-16 20-16,-4 16-15 0,-1-14-5 0,1 14-9 15,-8-14-13-15,8 14-8 0,-12-9-9 0,12 9-16 16,-17-6-11-16,17 6-15 0,-24 0-8 0,11 3-7 16,-4 2-8-16,-1 2-5 0,0 3-6 15,2 5-5-15,-2 5 4 0,0 3-6 0,1 2-7 16,3 2 0-16,4 3-2 0,0-1 10 0,4-2-16 15,3-1 3-15,2-1-40 0,2-1-4 0,3-2-26 16,3-2-19-16,2-2-18 0,3-3 5 16,2-4 0-16,-1-4 4 0,3-3 10 0,-16-4 3 15,34-3 21-15,-16-3 11 0,2-4 16 0,0-1 1 16,-3-3 36-16,2-4 29 0,-5 0 29 0,-1 1 31 16,-3-1 18-16,-2-1 34 0,-3 6 12 0,0-2 5 15,-4 2 4-15,2 2 13 0,-3 11 0 0,1-19 33 16,-1 19-41-16,0-14-5 0,0 14-62 0,0-12 7 15,0 12-57-15,0 0-2 0,0-12-41 16,0 12 18-16,0 0-26 0,0 0 7 0,-4 9-50 16,4-9-37-16,-3 17-39 0,3-4-34 15,-4 1-41-15,3 0-31 0,1 1-36 0,1-1 13 16,-2-1-18-16,6 3 33 0,-2-2-10 0,1-3 11 16,3-2-23-16,-1-1 0 0,1-2-17 0,-7-6-11 15,16 2-170-15,-16-2 113 0</inkml:trace>
  <inkml:trace contextRef="#ctx0" brushRef="#br0" timeOffset="42084.08">30062 14383 999 0,'7'-18'292'0,"-2"-2"-27"0,-1 2-31 16,-1-1 3-16,-1 3 2 0,0-1 8 0,0 0-3 0,0 5 17 16,-2-1-7-16,2 5-33 0,-2 8-37 15,1-18-33-15,-1 18-35 0,0-12-28 16,0 12-25-16,3-12-16 0,-3 12 8 0,0 0-25 16,11-3-12-16,-11 3-3 0,13 6-3 0,-4 0-6 15,3 4 1-15,-1 4-3 0,1 1-5 0,0 1 3 16,-1 2-8-16,1 0-3 0,-3 0 9 0,-1 1-12 15,-1-2 10-15,0-3-14 0,-2-1 18 0,-1-4-15 16,0 0 23-16,-4-9-17 0,6 14 26 0,-6-14 23 16,3 10 27-16,-3-10-34 0,0 0 15 0,0 0-28 15,0 0 7-15,-1-11-7 0,1 11 4 0,-2-22 1 16,2 7-6-16,-1-2-12 0,2-2 7 16,-1-2-4-16,2-1-2 0,0-1 0 15,1-1-30-15,-1 1-40 0,3 1-37 0,1 0-55 16,-4 0-48-16,3 1-55 0,-1 0-28 0,1 1 26 15,1-2-25-15,-2 3-12 0,3-3-24 0,-2 1-63 16,1-1-212-16,-2-2-125 0</inkml:trace>
  <inkml:trace contextRef="#ctx0" brushRef="#br0" timeOffset="42250.08">30342 13775 570 0,'2'-17'538'0,"-2"2"-29"0,-1 3-45 16,1 1-37-16,-1 0-85 0,1 11-54 16,-1-14-43-16,1 14-40 0,0-13-37 0,0 13-28 15,0 0-34-15,-3-11-20 0,3 11 3 0,0 0-36 16,0 0 6-16,3 18-27 0,-2-5 8 0,1 8-26 15,2 3 21-15,4 8-32 0,-2 0 18 16,1 3-25-16,0 2 15 0,1 1-47 0,-2 0-44 16,1 1-48-16,-2 2-57 0,-1-4-17 0,1 1-57 15,0-4-10-15,-1 0-55 0,-2-8-60 0,1-2-384 16,-1-5-292-16</inkml:trace>
  <inkml:trace contextRef="#ctx0" brushRef="#br0" timeOffset="42417.08">30434 14242 479 0,'0'0'663'15,"-4"-16"-126"-15,1 6-133 0,0 0-74 0,-1 0-74 16,4 10-41-16,-5-15-9 0,5 15-5 16,-7-14-23-16,7 14-30 0,-5-10-28 0,5 10-31 0,-4-10-52 15,4 10-43-15,0 0-74 0,3-14-59 16,-3 14-41-16,13-12 0 0,-6 5-1 0,4-1-37 16,3 0-31-16,1 0-51 0,2-1-59 15,-2 0-209-15,3-1-89 0</inkml:trace>
  <inkml:trace contextRef="#ctx0" brushRef="#br0" timeOffset="43068.09">30609 13990 585 0,'0'0'481'0,"9"-13"-17"16,-9 13-58-16,4-10-54 0,-4 10-28 0,3-10-56 16,-3 10 19-16,0 0-34 0,0-11-1 0,0 11-49 15,0 0-41-15,0 0-34 0,0-12-4 0,0 12-54 16,0 0 5-16,0 0-37 0,0 0 15 16,0 0-29-16,0 0 13 0,0 18-35 0,2-8-4 15,0 4-9-15,0 1-16 0,2 1-16 16,-2 0-10-16,1 1-5 0,2-2-2 0,0 0 7 15,0-3 3-15,1 1 0 0,0-3 7 0,-1-3 8 16,-5-7 4-16,9 14 18 0,-9-14 25 0,7 7 4 16,-7-7-8-16,0 0 2 0,0 0 2 0,17-6-7 15,-17 6-1-15,6-16 13 0,-2 5-17 0,-2-6 20 16,0 1-22-16,-3-3 15 0,-2-3-16 0,1 0 18 16,-3-1-18-16,-1 3 27 0,3 1 1 0,-3 4 29 15,1 4-20-15,0 1 1 0,5 10-27 16,-7-11 17-16,7 11-24 0,0 0 13 0,-19 2-18 15,12 6 18-15,-2 3-18 0,-1 5 14 16,-2 3-24-16,6 1 22 0,-2 1-20 0,3 3-5 16,0-1-12-16,3-1-21 0,2-2-19 0,0-1-13 15,2-2-9-15,3-1-24 0,1-1-23 0,3-2 8 16,1-3-44-16,3-4 38 0,2-1-37 0,-15-5 10 16,32-1-15-16,-11-5-14 0,1-3 6 0,-3-2-4 15,4-4 36-15,-5 1 32 0,-1-6 34 0,-2 3 25 16,-5-2 45-16,-1-1 33 0,-1 0 35 15,-3 1 65-15,-2 0-22 0,-1 3 48 0,-1 2 28 16,-1 0 31-16,0 2 15 0,-1 1-8 0,1 11 2 16,-1-19-25-16,1 19-20 0,-1-14-47 0,1 14-12 15,-2-11-39-15,2 11 2 0,0 0-34 16,0 0 10-16,5-9-22 0,-5 9 8 0,9 7-22 16,0-2 15-16,2 3-21 0,0 5 19 0,4-1-22 15,-2 3 11-15,3-1-8 0,-4 1 7 0,2-1-18 16,-3 1 15-16,-2-4-16 0,-2 0 16 0,2-2-12 15,-4 0 14-15,-5-9-8 0,6 12 36 16,-6-12 8-16,1 10 45 0,-1-10-4 0,0 0 63 16,-7 7-23-16,7-7-11 0,0 0 0 0,-19-4-16 15,12-3-13-15,-4-2-22 0,-1-7-15 16,3-1-19-16,0-3 5 0,2-2-42 0,1-2-15 0,3-1-22 16,1 1-28-16,2-1-6 0,2 1-61 15,3 2-27-15,2 0-51 0,0 3-44 0,2 1-32 16,2 3-7-16,3 2 50 0,-3 3-25 0,2 3 10 15,0 2-17-15,-13 5-77 0,23-3-290 0,-23 3-180 16</inkml:trace>
  <inkml:trace contextRef="#ctx0" brushRef="#br0" timeOffset="43251.08">31178 13817 543 0,'0'0'478'0,"6"14"-114"16,-6-14-67-16,4 11-78 0,-4-11-14 0,3 12-33 15,-3-12 0-15,0 0-12 0,3 13-30 0,-3-13-4 16,0 0-13-16,2 9-1 0,-2-9-18 0,0 0 15 15,0 0-3-15,10 7-24 0,-10-7 4 16,16-3-38-16,-3-2 1 0,4-5-37 16,1 0-36-16,1-3-64 0,4-2-78 0,-2-1-3 15,1 0-49-15,-4 2-29 0,1-5-88 0,-3 5-384 16,1-1-246-16</inkml:trace>
  <inkml:trace contextRef="#ctx0" brushRef="#br0" timeOffset="43685.08">31660 13343 197 0,'0'0'727'0,"2"-11"-164"0,-2 11-139 16,-3-10-68-16,3 10-53 0,-5-8-64 0,5 8-36 15,-9-7-5-15,9 7-28 0,-14-3-6 0,14 3-35 16,-16 1-1-16,16-1-33 0,-22 9-17 0,10-2-14 16,1 3-12-16,0 2-11 0,-1 3-7 0,3 2-3 15,2 0-11-15,2 5-4 0,2-3-4 0,2-1 16 16,2 2-24-16,3 2 18 0,1 1-24 0,4 0 20 16,5 2-21-16,-1-3 17 0,4 0-21 15,1-4 17-15,4 1-18 0,-2-2 15 0,-2-4-5 16,2-4 1-16,-2 3-3 0,1-3-2 0,-6-2 2 15,0-2 0-15,-3 1 2 0,-1 0 3 0,-9-6 12 16,14 5 35-16,-14-5-17 0,0 0 18 0,5 8-28 16,-5-8 21-16,-11 8-32 0,-3-4 21 0,-2 0-31 15,-7 2 22-15,-2-2-26 0,-1 1 21 0,-3-2-26 16,0 1 19-16,-1-2-28 0,0-2 4 0,2-2-73 16,2-2-55-16,0-2-80 0,4-2-83 15,1-2 19-15,5-2-32 0,5-2-9 0,4-3-10 16,5 1-68-16,3-1-260 0,5-3-189 0</inkml:trace>
  <inkml:trace contextRef="#ctx0" brushRef="#br0" timeOffset="43835.09">31467 13542 927 0,'5'-9'389'16,"2"2"8"-16,-7 7-82 0,8-11-16 0,-8 11-23 15,8-9-36-15,-8 9-12 0,0 0-12 0,5-8-19 16,-5 8-27-16,0 0-19 0,0 0-9 0,0 0-14 16,0 0-13-16,9 10-30 0,-9-10-15 0,4 23-14 15,-4-6 9-15,0 2-34 0,0 6 13 16,0 0-36-16,0 3-8 0,-1 0-62 0,0 0-41 15,-1 1-60-15,1-3-82 0,0 1-33 16,1-3-42-16,1 0-33 0,-1-7-95 0,3 0-321 16,-1-6-293-16</inkml:trace>
  <inkml:trace contextRef="#ctx0" brushRef="#br0" timeOffset="44918.08">31851 13458 87 0,'4'-8'996'15,"-4"8"-289"-15,2-17-185 0,-2 17-129 0,4-11-97 16,-4 11-74-16,0 0-33 0,3-13-51 0,-3 13-17 16,0 0-36-16,0 0 0 0,0 0-34 0,0 0-7 15,0 0-9-15,3 13-7 0,-3-13-7 0,6 20 17 16,-2-8-30-16,-1-1 15 0,1 0-17 0,1 3 9 16,2-4-19-16,-4-2 12 0,4 2-21 15,-2-1 17-15,-5-9-20 0,11 13 14 0,-11-13-17 16,13 7 18-16,-13-7-13 0,0 0 21 15,19-2-21-15,-10-3 15 0,-1-3-11 0,1-1 1 16,0-3 6-16,-3-2 1 0,1-4-2 0,-2-3 17 16,-4 0-21-16,2-1 15 0,-3-2-14 0,-3 0 16 15,1 4-8-15,-1 3 37 0,1 1-10 0,-4 3 24 16,3 4-23-16,3 9 10 0,-10-12-25 0,10 12 22 16,0 0-32-16,-22 3 18 0,5 9-20 0,3 2 15 15,-4 8-22-15,3 2 4 0,-1 3-1 0,3 2 21 16,1 1-22-16,2 1 14 0,1-1-20 15,1 0 17-15,5-5 12 0,1-1-46 16,2-4-34-16,4-3-18 0,2 2-21 0,0-6-33 16,5-4-34-16,3-1-39 0,0-4-34 0,-14-4 44 15,40-4-43-15,-16-5-6 0,6-2-14 0,0-4 17 16,1-2 37-16,-5-3 47 0,3-2 57 0,-4 0 45 16,-3-3 41-16,0 0 28 0,-2 0 1 0,-4-1 64 15,-3-1-22-15,-1 2 62 0,-3 3-39 0,-1 2 48 16,-3 1-11-16,-3 5 64 0,0 0 19 0,-2 14-19 15,0-17 0-15,0 17-27 16,-3-12-11-16,3 12-38 0,-8-7-5 0,8 7-22 0,0 0 0 16,-23 9-23-16,13 0 0 0,-3 2-23 0,2 3 11 15,-1 1-25-15,3 1-4 0,2 1 0 16,0 0-4-16,2-1 12 0,1-1-21 0,4-1-3 16,0-1-37-16,3-2-14 0,2 0-38 0,1-2-28 15,2-2-27-15,-8-7-35 0,20 7 24 0,-20-7-19 16,26-1 57-16,-11-2-19 0,5-4 67 0,-4-1 22 15,1-3-22-15,-3-1 77 0,1 0-9 0,-4-1 52 16,-2 2 25-16,1 1 38 0,-3-2 31 16,-1 4 37-16,-1-2 7 0,-5 10 27 0,8-13 10 15,-8 13-9-15,4-11-69 0,-4 11-5 0,0 0-55 16,5-9 7-16,-5 9-46 0,0 0 18 16,0 0-39-16,0 0 0 0,0 14-19 0,0-14-32 15,0 11-31-15,0-11-26 0,2 12-29 0,-2-12-19 16,5 13-19-16,-5-13-12 0,6 12-14 0,-6-12 1 15,12 6 9-15,-12-6 22 0,14 5 21 0,-14-5 22 16,16-2 18-16,-16 2-16 0,18-6 49 0,-7 0 0 16,-11 6 43-16,15-10 19 0,-7 3 40 15,3-2 14-15,-2 0 7 0,0-1 6 0,-2 2-5 16,1-1 6-16,-1 0-1 0,1 2 1 0,-2-1-3 16,1 0-17-16,1 2-12 0,-8 6-11 0,13-11-8 15,-13 11-5-15,14-8-7 0,-14 8-3 0,0 0-6 16,18-3 1-16,-18 3-7 0,0 0 0 15,22 5-3-15,-22-5-3 0,11 7-13 0,-11-7 12 16,14 10-20-16,-14-10 2 0,9 10-18 0,-9-10-5 16,8 10-3-16,-8-10-11 0,6 9 4 0,-6-9 4 15,0 0 5-15,5 10-11 0,-5-10-24 16,0 0-28-16,0 0 36 0,0 0-26 0,18-5 31 16,-18 5-3-16,14-17 7 0,-5 8 12 0,0-7 15 15,4 2 3-15,-3-2 10 0,2 1 6 0,-1-1 21 16,0 1 3-16,-1 5 6 0,-1 1 17 0,-1 1 5 15,-1 0 0-15,1 2 3 0,-8 6-3 0,11-9 14 16,-11 9-1-16,0 0 16 0,0 0-7 0,19 0 2 16,-19 0-8-16,9 7-8 0,-9-7-9 0,6 11-8 15,-6-11-3-15,3 11 2 0,-3-11-15 16,2 14-23-16,-2-14-28 0,2 13-15 16,-2-13-41-16,0 0 28 0,2 13-56 0,-2-13-9 15,0 0-46-15,0 0-53 0,0 0-114 0,0 0 63 16,15-4-157-16,-15 4 146 0</inkml:trace>
  <inkml:trace contextRef="#ctx0" brushRef="#br0" timeOffset="45218.08">32927 13097 518 0,'5'-35'195'0,"2"0"97"0,0 0-9 0,2 0 24 16,0 4 11-16,2 1-49 0,-4 7 14 0,0 1-14 15,-2 7 0-15,-1 1-35 0,0 1-27 16,0 5-58-16,0-2-14 0,-4 10-48 0,5-12-5 16,-5 12-32-16,5-8 6 0,-5 8-25 15,0 0 14-15,0 0-32 0,0 0 9 0,22 2-34 16,-22-2-24-16,13 7-47 0,-13-7-28 0,13 4-34 15,-13-4-37-15,15 6 12 0,-15-6-16 0,0 0 54 16,20 0-26-16,-20 0 61 0,18-8-26 0,-9 1 62 16,2-3-37-16,-2-1 79 0,2-4-34 0,-2-2 75 15,0-1 6-15,1-4-18 0,-3-2 32 0,2-2-9 16,0 3 47-16,0 4 11 0,-1 0 12 0,-3 4-7 16,0 1-11-16,0 4-21 0,-1 1-21 15,-4 9-11-15,6-8-10 0,-6 8-13 0,0 0 0 16,10 11-15-16,-9 0-33 0,3 6-37 0,-3 5-2 15,-1 6-7-15,1 0-41 0,-2 11 37 16,-2 1-69-16,1 4-28 0,-2-1-35 0,-1 2-112 16,0 1-196-16,-1-2-16 0</inkml:trace>
  <inkml:trace contextRef="#ctx0" brushRef="#br0" timeOffset="45452.08">33097 13392 203 0,'-22'23'534'0,"-1"-2"-203"0,-4 0-12 15,-4 2-114-15,-1-3 4 0,-9 5-47 0,-3 0 18 16,0-3 9-16,1 2 30 0,7-5-27 0,3-3-19 15,6-1-37-15,5-4-27 0,4-2-24 0,5 0-13 16,6-4-12-16,7-5-3 0,-9 6-2 0,9-6-4 16,0 0-11-16,21-6-6 0,1-6-9 0,8-1-4 15,4-3 0-15,10-6-15 0,2-2 10 16,0 1-11-16,1-4 12 0,-1 1-13 0,0 0-1 16,-2 0 9-16,-1 0-11 0,-2 1 11 0,-9 4-16 15,-3 3 6-15,-2 0-28 0,-3 2-50 16,-8 4-69-16,0-1-31 0,-7 3-57 0,-9 10-30 15,8-15-85-15,-8 15-392 0,-5-8-263 0</inkml:trace>
  <inkml:trace contextRef="#ctx0" brushRef="#br0" timeOffset="49287.09">12541 9499 256 0,'0'0'524'15,"0"0"-155"-15,-15-7-40 0,15 7-115 0,-16-5-4 16,16 5-54-16,-16-5 14 0,16 5-62 0,-23-6 44 16,23 6-66-16,-26-8 25 0,13 5-60 15,-3-2 34-15,0 1-48 0,1-2 57 0,0 0-45 16,-2 3 58-16,2-3-60 0,-4-1 55 0,-2 3-60 15,3-3 43-15,-2 0-57 0,1 2 48 0,-1-3-60 16,-1 2 49-16,-1-2-60 0,-3 1 44 16,2 0-56-16,-8-1 47 0,-4 2-58 0,0-2 50 15,-3 3-56-15,-2-1 56 0,1 2-53 0,-3-1 54 16,-1 3-54-16,0-4 50 0,-2 4-54 0,-1-1 2 16,-1-1 0-16,1 2 12 0,-4 0 2 0,1 1 1 15,-1-2 2-15,1 2 2 0,-1 0-1 0,-2 1 2 16,1 0 47-16,3-1-67 0,-3-1 64 0,0 2-55 15,0 0 8-15,0-1-4 0,3-1 0 16,-3 2 3-16,-2-1-3 0,3 0 0 0,-2 1 8 16,1-1 0-16,-2 0 0 0,3 0 2 0,-1-1-3 15,0 1 1-15,0 0 1 0,1-1 0 0,-1 1-4 16,1 0 2-16,-1 0 5 0,3-2 0 0,-1 2-2 16,1 0 1-16,0-2 0 0,-1-1-7 0,0 3-2 15,1-1 11-15,-1-1-3 0,-1 1 1 0,-1 0 0 16,3 1-2-16,-3 0 1 0,3 0-1 0,-3-2 1 15,3 2-11-15,-1 0 8 0,-1 0 1 0,1-1 5 16,-1-1-1-16,1 1-2 0,2 1 0 16,-2 0-5-16,1-2-12 0,-2 1 21 0,3 0-18 15,-1 0 21-15,-2 1-20 0,2-2 21 16,1 2-21-16,-2 0 21 0,1 0-7 0,2 1 0 16,-3-2 5-16,-1 1-1 0,2-1-1 0,-2 1-3 15,0 1-18-15,0-1 13 0,-2 0-14 0,0 0 25 16,0 0-22-16,-2-1 19 0,2 1-17 0,-1 1 21 15,0 0-19-15,-1 1 20 0,1 1-22 0,0-1 18 16,2 1-1-16,-1 0 6 0,0 1-3 0,-2 0-2 16,3 0-20-16,0 1 8 0,-1-1-5 0,1 1 22 15,0-1-22-15,0-1 21 0,-1 1-19 16,2 0 18-16,-2-1-17 0,1 1 19 0,1-2-1 0,0 0-7 16,1 0 2-16,1-1 2 0,0 0 0 15,0 0-1-15,2 0-2 0,1 0 1 0,1 0-21 16,0-1 17-16,1 0-12 0,1 0 20 0,1-1-20 15,3 0 21-15,-1 1-18 0,1 0 22 0,0-1-24 16,1-1 22-16,1 2-25 0,5 0 21 0,-1 0-16 16,-1 0 21-16,-4 0-19 0,6 1 17 0,-1-3-22 15,2 2 16-15,0-1 5 0,-1 1-1 16,1 0-1-16,0-2 0 0,2 1-2 0,-1 1 0 16,0-2-3-16,1 0-23 0,-2 1 24 0,2 1-16 15,-1-1 21-15,0-2-9 0,0 1 9 0,-1 1-21 16,1-3 22-16,-1 4-23 0,-4-5 17 0,-1 3-13 15,6-1 20-15,-2 1-22 0,2 1 21 16,-1-2-21-16,1 2 22 0,-2 1-19 0,3-1 15 16,0-1-16-16,-1 1 19 0,-1 2-18 0,1-1 18 15,-1 0-16-15,3 0 16 0,-3-1-24 0,0 1 18 16,0 1-11-16,0 0 21 0,3 0-24 0,-3 0 21 16,1 0-21-16,1 3 21 0,0-2-21 0,0 0 20 15,0 1-22-15,0 2 18 0,0 0-14 0,2 0 19 16,-1 1-16-16,0 1 15 0,3-1-22 0,-1 0 18 15,0 2-13-15,2 0 17 0,0 0-18 0,0 1 17 16,0-1-19-16,4 0 22 0,-1 2-20 0,3-1 19 16,0-2-24-16,4 2 21 0,-2-2-17 0,2 0 21 15,2 0-18-15,-1 2 15 0,2-1-23 16,0 1 19-16,1-2 4 0,0 2-2 16,0-1-2-16,1 0-2 0,3 2-1 0,-4 3 0 15,3-2 2-15,0 1-1 0,0 3-6 0,1 0 3 16,0 0 3-16,0 5 1 0,0 1-3 0,0-1 0 15,0 2-19-15,1-2 15 0,1-2-16 0,1 1 26 16,0-2-22-16,1 0 25 0,1-1-22 0,0 1 21 16,0 1-20-16,1-1 22 0,1 2-24 0,0-2 21 15,1 0-8-15,-2-1 10 0,3-1-16 0,1 2 16 16,1-1-19-16,-2 0 14 0,3-3-16 0,-1 4 25 16,3 0-22-16,0-3 14 0,-1-1-12 15,2 3 20-15,1 0-22 0,1-3 23 0,-2 2-26 16,4-3 20-16,-2 2-15 0,2-2 24 0,-1 2-23 15,2-2 17-15,0-1-20 0,0 0 13 0,2 1-15 16,1-2 24-16,0 1-21 0,0-1 20 0,0-2-22 16,2 2 23-16,-1-1-22 0,2-2 21 0,-2 0-6 15,1 0-1-15,0 1 1 0,0-4 1 0,1 3-2 16,-6-2-2-16,4 0 0 0,-2 1-4 16,1-1 1-16,0-2 4 0,1 2 0 0,0-2-1 15,-1 2 0-15,0 0-3 0,2-3 2 0,-2 1-4 16,1 1 0-16,-1 0-6 0,3-2 0 15,-1-1 8-15,-2 1-1 0,3 0-1 0,-1 1 0 16,-1-2 0-16,2 1-5 0,0-1 2 0,-1 1 5 16,1 0 1-16,-3-1 0 0,3 3-1 0,-1-2 0 15,0 2 0-15,-1-2 0 0,0 0 0 0,-1 1-4 16,0 1 0-16,0-1 5 0,1 0-1 0,-2-2 0 16,0 1 1-16,2 0 0 0,-1 1-7 0,0-2 1 15,1 1 8-15,-1-1-1 0,1 1 0 0,-2-1-4 16,2 1 4-16,0-1 0 0,-1 0-1 0,0 2-1 15,-18-2-3-15,33 1 1 0,-16-1 2 47,2 3-1-47,0-3 3 16,-1 1 0 0,0 0-2-16,0 0-3 0,3-1 0 15,-2 1 6-15,0 2-2 0,0 0 0 16,-1-2 1-16,3 0-1 0,3 1 1 0,-1 1 0 0,0-2-2 0,0 0-3 0,1 2 1 15,1 0 2-15,-2-2 2 16,1 0 0 0,0 0 0-16,2-1-6 0,-1 1 0 0,-3-1 7 15,4 3 0 1,-1-3 2-16,0 1-4 0,1-1 0 0,1 0 1 0,-4 0-1 0,4 2-9 0,0-2 8 0,-1 0 0 0,0 0 4 0,1 0-1 0,1 0 46 0,-1 0-53 0,4 0 38 16,-3 0-48-16,3 0 5 0,-2 0 7 0,3 0 1 0,0 0 0 0,0-2 2 0,9 2 0 0,-4 0 2 0,3-1 1 0,-3 1-1 0,1 0-3 0,-1-2 1 0,2 1 6 15,-6 1 0-15,4-1-1 0,1 1 1 0,-4 0-7 16,4 0 2-16,-1 0 5 0,2 0 0 0,0 0 43 15,-2-1-51-15,2 0 45 0,-1 1-52 0,2-1 1 16,-1-1 1-16,0 0 4 0,3 0-5 0,-2 2 1 16,1-1 9-16,1 0-2 0,-1 0 2 0,0-2-2 15,2 2-4-15,-1 1 1 0,-1 0 4 0,1-1 1 16,-1 0 0-16,0 1 0 0,0 0 0 0,-1-2-1 16,0 2 1-16,0 0 47 0,-1-1-65 0,0 4 59 15,1-3-51-15,0-2 3 0,-1 1 1 0,1 1 1 16,1-2 0-16,-1 1-5 0,1 1 2 15,3-1 7-15,-3 1-1 0,2 1 1 16,-1-2-1-16,0 0 2 0,1-1 1 0,-1-1-11 16,1 2 10-16,0-2-1 0,-1 2 7 0,2-3 44 15,-1 3-53-15,1-1 44 0,1-1-55 0,-2 1-1 16,0 0 2-16,2 1 6 0,-2-1 1 0,3-1 0 16,-3 3 2-16,3-3 2 0,-2 3 0 0,2-1-1 15,-4 0 0-15,2 0-4 0,-2-1 0 0,1 1 6 16,0 0 3-16,0 1-1 0,-1-1 48 0,1 0-58 15,-2-1 47-15,1 1-53 0,-1-1 53 0,0 1-56 16,3 0 3-16,-3 0 4 0,0 1 3 0,1-1-1 16,-1 0 3-16,0-1 1 0,1 1-5 0,-2 0 1 15,1 1 9-15,-1-2 0 0,0 1 2 16,0 0-1-16,1 1 1 0,-2-3 44 0,0 2-50 16,0 0 48-16,1-1-56 0,-2 0 49 0,3-1-53 15,-1 1 49-15,1 0-54 0,-1-1 50 0,2 1-57 16,-1-1 4-16,0 1 10 0,2-2 2 0,-2 3 5 15,3-3-3-15,-2 1 3 0,1 1 0 16,1-3 1-16,-2 2-8 0,0 0 12 0,1-1 49 16,0-1-59-16,-1 1 51 0,1 1-57 0,0-3 45 15,0 3-51-15,1-2 56 0,-3 1-55 16,5-1 53-16,-4 0-55 0,2 1 4 0,1-1 3 0,0 0 6 16,-1 0 0-16,0 0 1 0,2 0 3 15,-2-1 0-15,1 2 2 0,-3-2 0 0,3 0-4 16,-4 1 1-16,1-3 54 0,0 2-57 0,-2-2 49 15,1 2-55-15,-1 0 45 0,0-1-47 0,-1 0 3 16,-1-1 1-16,1 0 5 0,-1 0-6 0,-3 2 4 16,1-2 7-16,-2-1 1 0,1 0-1 0,0 0 0 15,-2 0 2-15,2 0 0 0,-2-3 0 0,-1 1 3 16,-2 0-3-16,1-1-4 0,-1 1-1 0,-2-1 7 16,0-1 46-16,-4 2-56 0,-2-1 47 0,-2 3-58 15,-2-1 50-15,0-1-51 0,-1-1 55 16,-4 1-54-16,-2 2 54 0,1-1-49 0,-5-1 50 15,-2 1-27-15,1 1 52 0,-2-2-6 16,0-1-4-16,-2 0-9 0,-2-1 1 0,-2-3 0 16,-2-1-1-16,-2-3 5 0,-1-4-2 0,-4-1 8 15,-5-2 10-15,0 1-4 0,-5-2 2 0,-6 0-16 16,-13 1-16-16,-11 2-10 0,-10 6-3 0,-16 9-68 16,-18 13-36-16,-47 14-190 0,-23 18-149 0,-29 23-731 15,-34 19-903-15</inkml:trace>
  <inkml:trace contextRef="#ctx0" brushRef="#br0" timeOffset="123387.32">14603 7353 39 0,'0'0'876'0,"0"0"-287"0,-5-10-161 16,5 10-83-16,0 0-79 0,-8-7-69 15,8 7-40-15,0 0-32 0,0 0-23 16,-5-9-18-16,5 9-27 0,0 0-7 0,0 0-9 15,0 0-9-15,0 0-5 0,0 0-4 0,-4 14-4 16,9 2-9-16,0 8-2 0,2 6 5 0,0 4-4 16,0 3-7-16,2 2-2 0,0 0 7 0,-2 0 42 15,1-3-51-15,0 0 43 0,-2-1-60 0,2-5 60 16,-3-6-54-16,1-1 48 0,-1-3-53 0,-1-3 50 16,0-2-50-16,0-3 44 0,-2-2-43 0,-2-10 63 15,6 17-35-15,-6-17 73 0,5 11-23 0,-5-11 50 16,0 0-64-16,0 0 8 0,0 0 6 15,1-18-3-15,-2-3-54 0,-4-7 38 0,-2-9-47 16,1-8 1-16,-5-13-3 0,-1-4 2 0,-2-7 2 16,0-1-2-16,1-1 38 0,1 1-40 0,1 1 33 15,3 4-42-15,2 5 2 0,2 14 5 0,2 2-2 16,0 7 3-16,4 6 0 0,-2 6 0 16,2 1-1-16,-2 6-2 0,4 2 0 0,-1 5 0 15,3 3 3-15,-6 8 1 0,17-5-2 0,-2 10 2 16,6 6 5-16,6 11 0 0,-1 4 40 0,11 12-43 15,-4 8 37-15,2 4-45 0,-1 6 4 0,1 4 1 16,-3 0 2-16,0 3 1 0,-3-1-1 0,1-1 40 16,-5-1-57-16,-1-4 18 0,-2-2-51 15,-1-4-45-15,-1-4-39 0,-5-8-83 0,1-4-38 16,-6-6-75-16,-1-6-72 0,0-4-366 0,-3-3-300 16</inkml:trace>
  <inkml:trace contextRef="#ctx0" brushRef="#br0" timeOffset="123737.32">14873 7592 683 0,'0'0'643'0,"0"0"-173"0,-19-1-105 16,19 1-69-16,0 0-72 0,0 0-56 0,0 0-43 16,-19-1-8-16,19 1-5 0,0 0-14 0,0 0-24 15,0 0-27-15,-8-7-26 0,8 7-24 0,8-12-28 16,1 1-9-16,3-3-24 0,5-3-19 0,4-2-17 15,1-4 2-15,2 1-18 0,1-2-11 0,0-2 3 16,1 1-4-16,-3-3 10 0,1 3 23 0,-2 0 21 16,1 2 22-16,-6 1 37 0,-2 5 35 0,-2 2 25 15,-4 5 10-15,1 0 52 0,-4 1-31 0,1 3 43 16,-7 6-62-16,9-10 33 0,-9 10-55 0,7-9 33 16,-7 9-54-16,0 0 45 0,0 0-44 0,0 0 44 15,20 4-53-15,-15 3 49 16,3 4-58-16,2 4 50 0,-1 3-53 0,1 3 1 15,1 5 1-15,1 2 2 0,2 2 0 0,-3-1 2 16,1 1-7-16,1 1 6 0,-3-1-12 0,3-1 1 16,-4-2-91-16,0-4-81 0,1-3-87 0,-3-3-80 15,-1-3-269-15,-1-5-152 0</inkml:trace>
  <inkml:trace contextRef="#ctx0" brushRef="#br0" timeOffset="123904.32">15208 7161 707 0,'-14'-21'527'0,"3"2"-76"0,0 2-158 0,-2 3-15 16,2 0-126-16,2 5 22 0,0 1-96 0,0 0 22 16,2 2-65-16,7 6 25 0,-12-9-73 15,12 9-1-15,0 0-63 0,-12-4-7 16,12 4-49-16,0 0-55 0,0 0-39 0,3 15-23 16,-3-15-57-16,14 15-155 0,-5-3 108 0</inkml:trace>
  <inkml:trace contextRef="#ctx0" brushRef="#br0" timeOffset="124221.32">15396 7166 290 0,'0'0'463'0,"20"1"-168"16,-20-1-58-16,17 3-42 0,-17-3-56 0,18 5-13 15,-18-5-5-15,19 6 4 0,-19-6-9 16,23 9-8-16,-9-3-20 0,-1 1-7 0,5 5-13 0,-3-1-10 16,7 6-11-16,-3 2-10 0,3 2-10 15,-3 2-4-15,1 0 1 0,0 1-11 0,-3 1-3 16,0 0-11-16,0-1 10 0,-4 0-4 0,-3-4 2 15,0-1-3-15,-1-1 1 0,-1-1 31 16,-3-5-41-16,0 0 42 0,0-3-44 0,-5-9 17 16,5 14 40-16,-5-14 40 0,0 0 49 0,3 11-48 15,-3-11 59-15,0 0-46 0,0 0 61 0,-17-8-67 16,8-1-3-16,-1-5-16 0,-3-5-12 0,-1-6-12 16,-1-1-11-16,2-4-4 0,0 2 24 0,2-1-52 15,-1 0 42-15,4 2-54 0,1 4 38 0,2 0-56 16,5 5 25-16,-4 1-72 0,4 1 14 15,-2 2-89-15,4 2 16 0,-2-1-69 0,4 3 28 16,-1 2-60-16,-3 8-28 0,12-13-39 0,-12 13-51 16,15-7 28-16,-15 7-275 0,19-3-123 0</inkml:trace>
  <inkml:trace contextRef="#ctx0" brushRef="#br0" timeOffset="124805.32">15989 7125 306 0,'0'0'348'0,"-2"-14"-93"0,2 14-48 0,-9-18-12 16,5 9-32-16,-5-4-33 0,3 1-12 15,-2-1 11-15,1 1 16 0,-1-1 21 0,0 2-38 16,3 2 54-16,1 0-57 0,4 9 34 0,-9-11-61 16,9 11 45-16,-6-10-69 0,6 10 33 0,-6-9-64 15,6 9 38-15,0 0-71 0,-5-8 52 0,5 8-59 16,0 0 42-16,0 0-54 0,0 0 49 0,0 0-54 15,0 0 40-15,0 0-40 0,3 12 49 0,2-1-37 16,4 7 50-16,0 4-51 0,2 6 53 16,3 5-50-16,1 6 46 0,2 10-50 0,1 5 45 15,1 1-54-15,2 2 47 0,-3 0-55 0,1-3 57 16,-1 2-54-16,2-6 45 0,-1-3-5 0,-4-10 1 16,2 0-12-16,-1-4-7 0,2-3-10 15,-4-1-15-15,1-4-9 0,-2-1-9 0,-2-7-60 16,-2-2 35-16,-2-3-53 0,-1-2 46 0,0-3-28 15,-6-7 43-15,6 10-40 0,-6-10 29 0,0 0-27 16,0 0 28-16,-4-10 13 0,-5-2-1 0,-1-7 27 16,-5-7-29-16,-2-6 65 0,-2-2-14 0,-2-13 45 15,-1 1-32-15,1-2 46 0,1 0-37 0,3 3 47 16,4 7-47-16,-1 3 49 0,5 4-53 0,1 3 41 16,2 5-54-16,2 2 47 0,1 3-56 0,2 4 41 15,2-1-55-15,2 4 51 0,2-3-41 16,4 4 48-16,1 2-51 0,2 1 46 15,2 1-47-15,0 4 50 0,-14 2-51 0,32 1 48 16,-13 3-49-16,1 0 51 0,0 4-59 0,-3-1 54 16,-1 3-46-16,-1 0 52 0,-3 1-51 0,-4 0 9 15,-1 0 5-15,-3 3 2 0,-2-2 2 0,0 1 0 16,-5 2 0-16,-1-2 0 0,-1 2 47 0,-4 2-60 16,0-2 32-16,2-3-69 0,-2-2 43 0,0-3-62 15,1 0-25-15,8-7-68 0,-15 6-40 0,15-6-41 16,-14-5-88-16,14 5 47 0,-11-15-222 0,6 3 25 15</inkml:trace>
  <inkml:trace contextRef="#ctx0" brushRef="#br0" timeOffset="125104.32">16313 7175 377 0,'0'0'453'16,"10"-9"-126"-16,-10 9-77 0,8-6-54 0,-8 6-28 15,0 0 7-15,0 0-37 0,14 2 20 0,-14-2-52 16,9 15 25-16,-4-5-63 0,-1 4 22 0,1 2-59 15,0 1-4-15,0 0-8 0,3 2-11 0,-3-2-3 16,1 2 49-16,2-5-53 0,-2-1 1 0,2 0 0 16,0-2 0-16,2-1 1 0,-1-2 6 0,-9-8 9 15,14 10 3-15,-14-10-2 0,18 5 3 0,-18-5-5 16,13-4 59-16,-13 4-55 0,17-10 60 0,-9 2-54 16,-3-2 58-16,4 1-48 0,-5-7 44 15,0 3-62-15,-3-1 44 0,-1-1-63 0,-1-1 47 16,-2-1-58-16,-2 2 30 0,-1 1-74 15,-2 2 24-15,0-1-56 0,-2 4 17 0,-1 1-47 16,11 8-8-16,-20-9-33 0,20 9-38 0,-19-3-63 16,19 3-25-16,0 0-16 0,-21-1-213 0,21 1 12 15</inkml:trace>
  <inkml:trace contextRef="#ctx0" brushRef="#br0" timeOffset="125705.32">16514 7095 485 0,'15'-4'354'0,"-2"-2"-74"0,2 3-37 16,-2 0-43-16,-13 3 13 0,29-3-33 15,-29 3 18-15,30 0-83 0,-30 0 33 0,29 2-64 16,-13 1 20-16,-1 1-57 0,-2 0 27 0,1 0-49 16,-4 2 38-16,3-2-56 0,-6 2 52 0,1 1-52 15,-2-1 63-15,-6-6-73 0,8 13 71 16,-8-13-54-16,5 10 53 0,-5-10-43 0,0 0 70 16,3 12-45-16,-3-12 40 0,0 0-68 0,0 0 44 15,0 0-65-15,0 0 40 0,-14-12-57 0,10 2 34 16,-1-5-14-16,-3-4-62 0,3-3 43 0,0 0-57 15,0 0 54-15,1-2-53 0,3 0 47 0,-1 1-47 16,1 0 12-16,1 2-15 0,1 0 50 0,2-3-30 16,-1 2 9-16,2 3-29 0,0-3 53 15,2 2 5-15,1-1 2 0,-1 1 5 0,1 1-6 16,-1 2 15-16,2 1 4 0,-3 1-3 0,1 1 62 16,-1 3-42-16,1 1 5 0,-3 1 17 0,-3 9 6 15,7-15 50-15,-7 15-58 0,4-9 43 0,-4 9-63 16,5-7 53-16,-5 7-38 0,0 0 63 0,0 0-41 15,13 6 48-15,-7 1-55 0,-1 6 44 16,1 2-51-16,1 2 41 0,2 3-59 0,-3 3 38 16,2 1-54-16,1 4 41 0,0 1-9 0,0 0-14 15,0 0 0-15,-2-2-4 0,3 1-6 0,-3-4 4 16,2 0-26-16,0-1-21 0,-3-2-43 0,2 0-49 16,-2-2-73-16,1-2 21 0,0-3-47 15,0 0-23-15,-3-4-7 0,-1-1 1 0,-3-9-7 16,6 11 12-16,-6-11 13 0,0 0 26 0,1 10 37 15,-1-10 44-15,0 0 71 0,0 0 54 0,0 0 64 16,-17-5 17-16,17 5 40 0,-16-9 33 0,7 3 2 16,0 1 29-16,-2 0-8 0,2-1-6 0,9 6-13 15,-17-9-21-15,17 9-11 0,-12-9-16 0,12 9-21 16,-10-8-22-16,10 8-65 0,-4-9 47 16,4 9-65-16,0-15 56 0,0 15-61 0,8-18 42 15,-2 7-60-15,6-3 38 0,2-1-57 0,0 3 33 16,1-2-64-16,2 3 6 0,1-1-58 15,-2 2-55-15,-2 4-76 0,-1 1-63 0,0 0-270 16,-13 5-136-16</inkml:trace>
  <inkml:trace contextRef="#ctx0" brushRef="#br0" timeOffset="126022.34">15492 8195 690 0,'-27'21'492'15,"-1"-1"-98"-15,0 0-75 0,1-1-53 0,4-2-34 16,3-3 22-16,4-2-101 0,2-2-27 0,2-1-23 16,3-3-14-16,2 1-17 0,7-7-4 0,-9 6 7 15,9-6 63-15,0 0-46 0,16-3-5 0,7-5-9 16,9-4-4-16,17-11-10 0,8-5-3 0,6-4-1 15,7-2-5-15,17-12 35 0,3 0-46 0,1-2 25 16,1 0-13-16,0 1 4 0,0-1-13 0,-4 2-12 16,-15 10-53-16,-4 2 14 0,-3 0-68 0,-5 3 15 15,-6 4-100-15,-8 3 11 0,-11 6-85 0,-7 5 7 16,-4 1-49-16,-6 4-1 0,-5 3 15 16,-14 5-41-16,0 0-22 0,0 0-287 15,5 7-142-15</inkml:trace>
  <inkml:trace contextRef="#ctx0" brushRef="#br0" timeOffset="126305.32">15680 8387 114 0,'-18'19'503'0,"2"-5"-138"0,5-2-79 0,1-3-64 16,2-1-50-16,8-8-4 0,-5 9-8 0,5-9-3 16,0 0-3-16,17 4 5 0,0-8 2 0,12-5-2 15,5-5 3-15,15-7 3 0,2-7-7 0,8-2 39 16,5-4-70-16,2-2 39 0,20-10-64 15,-16 8 15-15,16-8-47 0,-16 10 30 16,-2-1-4-16,-3 4-19 0,-2-1-30 0,-6 1 14 16,-4 3 19-16,-6 3-50 0,-4 2 2 0,-9 7-5 15,-6 1-14-15,-2 2-3 0,-5 5-7 0,-4 0-1 16,-3 3-3-16,-2-1-6 0,-2 3-9 0,-10 5-15 16,13-9-14-16,-13 9-43 0,0 0-39 0,0 0-53 15,0 0-67-15,0 0 27 0,0 0-64 0,-23 4-91 16,8 0-84-16,-2 3-298 0,-3 1-282 0</inkml:trace>
  <inkml:trace contextRef="#ctx0" brushRef="#br0" timeOffset="144779.98">11160 6871 19 0,'0'0'244'16,"0"0"-148"-16,0 0-42 0,0 0-195 16,-18 0 47-16</inkml:trace>
  <inkml:trace contextRef="#ctx0" brushRef="#br0" timeOffset="144979.98">11142 6871 126 0,'-14'-4'469'0,"14"4"-106"0,0 0-14 15,0 0-44-15,0 0 5 0,0 0-76 0,0 0 47 16,0 0-69-16,0 0 29 0,0 0-57 0,0 0 48 16,0 0-54-16,0 0 31 0,0 0-48 0,0 0 15 15,0 0-23-15,0 0-23 0,0 0-23 16,0 0-21-16,0 0-19 0,0 0-18 0,0 0-9 16,0 0-16-16,0 0-10 0,0 0 1 0,-7 8-2 15,13 2-6-15,2 7-1 0,4 12 6 0,1-1 26 16,3 4-38-16,0 3-1 0,4 10-2 0,1 2-15 15,-1 0-43-15,-1-2 13 0,-2-8-70 0,-2-1 3 16,2-1-117-16,-2-2 13 0,1-1-75 0,-2-4-66 16,1-4-35-16,-6-7-58 0,1-2-282 0,-3-5-258 15</inkml:trace>
  <inkml:trace contextRef="#ctx0" brushRef="#br0" timeOffset="145263.98">11111 6750 169 0,'-19'-30'785'0,"-3"1"-295"0,3-1-80 16,-1 3-126-16,0 0 7 0,3 2-103 0,0 3 8 16,4 3-62-16,3 2 16 0,-2 0-67 0,5 1 25 15,2 1-72-15,-1 1 37 0,6 2-58 0,0-2 38 16,6-1-54-16,0 3 42 0,7-4-53 0,2 4 42 16,4 1-49-16,1 2 43 0,2 2-49 0,5 3 43 15,-1 4-53-15,1 1 51 0,-2 7-52 0,4 1 48 16,-1 8-43-16,-3 1 49 0,-4 7-54 15,-3 4 6-15,-2 4 12 0,-5 2 3 0,-1 1 1 16,-7 3 4-16,1 1-2 0,-4 1 35 0,-2-2-66 16,-1 0 29-16,-4 1-67 0,2-4 26 0,-3-1-56 15,1-1-25-15,-1-2-43 0,1-1-45 0,1-7-54 16,0-3-34-16,3 1-244 0,1-6-62 16</inkml:trace>
  <inkml:trace contextRef="#ctx0" brushRef="#br0" timeOffset="146063.98">11693 6940 485 0,'0'-15'520'0,"-3"2"-87"16,-1-2-173-16,-2 2 17 0,3-3-82 0,-4 5-9 15,3 1 59-15,-1 2-105 0,5 8 35 0,-7-13-76 16,7 13 23-16,-8-6-72 0,8 6 32 0,0 0-68 15,-13 5 49-15,9 4-63 0,-2 2 48 0,2 5-54 16,0 5 46-16,0 0-51 0,2 4 43 0,0 1-5 16,1 1-55-16,1-1 55 0,1 1-49 15,1-2 46-15,2-2-50 0,1-2 43 0,0 1-50 16,2-5 31-16,-1-2-56 0,1-4 44 0,-2-2-54 16,-5-9 51-16,16 9-42 0,-16-9 48 0,0 0-52 15,20-8 55-15,-11-2-43 0,-1-2 57 16,1-4-3-16,-3-4 2 0,0 0-35 0,-2-2 52 15,-2 0-35-15,-2 2 59 0,1 0-39 0,-2 0 62 16,-1 2-33-16,1 6 69 0,-2-2-36 0,3 4 61 16,0 10-62-16,-2-16 35 0,2 16-69 0,-1-9 33 15,1 9-55-15,0 0 34 0,0 0-48 0,-8 15 48 16,7-4-14-16,0 5-7 0,1 0-3 0,0 2-9 16,0 3-9-16,1-1-24 0,1-1-50 0,2 3-84 15,1-4 27-15,2 0-56 0,-1-4-8 0,3-3-26 16,2-4-18-16,0-1 3 0,-11-6-42 0,23-2 5 15,-8-4 7-15,3-4 65 0,4-7 26 16,-3-4 23-16,1-1 38 0,-3 0 64 0,0-3 72 16,-3-2 22-16,-4 5 66 0,-2-1 40 0,-2 2 24 15,-2-1-3-15,0 3 23 0,-2 0-4 16,1 4 55-16,-2 1-67 0,0 3 27 0,-1 0-69 16,0 11 50-16,2-18-67 0,-2 18 32 0,0-12-72 15,0 12 29-15,0-12-71 0,0 12 31 0,0 0-58 16,3-7 38-16,-3 7-53 0,0 0 48 0,13 4-54 15,-13-4 46-15,16 11-51 0,-7-1 46 16,0 0-53-16,1 1 49 0,-1 4-52 0,1-1 44 0,0 1-50 16,-2 1 49-16,-3-2-59 0,0-1 22 0,-1 1-20 15,-1-1-84-15,-2-2 37 0,-1-11-63 16,1 18 40-16,-1-18-38 0,-2 15-19 0,2-15-39 16,-9 9-13-16,9-9 20 0,0 0 13 0,-20-2 38 15,11-4 13-15,0-3 2 0,-2-6 21 0,-3-2 47 16,0-7-1-16,-2-2 41 0,4 0 10 0,-2-1 67 15,3 5 49-15,2 4 37 0,1 1 26 0,1 7 56 16,2-1-70-16,5 11 21 0,-9-12-86 0,9 12 24 16,0 0-70-16,0 0 33 0,-15 12-61 0,11 2 47 15,-1 5-55-15,1 3 43 0,-1 3-59 16,1 1 51-16,1 9-52 0,2-6 48 0,0-2-8 16,3 4-52-16,0-3 46 0,3-2-57 0,-2-1 21 15,3-2-63-15,3-5 3 0,0-2-56 16,1-5-26-16,1-3-34 0,-11-8-52 0,25 2-23 15,-6-9 29-15,-3-5-284 0,7-7 6 0</inkml:trace>
  <inkml:trace contextRef="#ctx0" brushRef="#br0" timeOffset="146413.98">12232 6785 654 0,'9'-19'449'0,"1"4"-78"0,-4 4-80 0,-1-1-36 16,-1 4-34-16,-4 8-28 0,9-11-29 0,-9 11-31 16,5-10-12-16,-5 10-21 0,7-8-2 0,-7 8-5 15,0 0 33-15,0 0-64 0,17-1-10 0,-17 1 29 16,15 9-58-16,-6-2 44 0,2 3-58 0,1 2 55 15,-2 2-69-15,2 3 44 0,-3-1-51 16,2 1 41-16,-1 0-68 0,-2 0 20 0,-2-2-78 16,-1-3 33-16,1 2-57 0,-2-4 33 0,-1 0-29 15,-3-10 62-15,4 14-18 0,-4-14 35 0,0 0-25 16,-3 11 32-16,3-11-18 0,0 0 43 16,0 0-18-16,-16-2 43 0,16 2-30 0,-16-11 43 15,4-2-37-15,-1-2 42 0,0 0-46 0,-2-2 25 16,2-1 26-16,-1 3 22 0,1 0 15 0,1 1 31 15,3 4 50-15,2 3-50 0,0-1 35 0,7 8-67 16,-12-10 29-16,12 10-69 0,0 0 34 16,0 0-59-16,-18 5 35 0,10 5-54 0,2 8 50 0,-2 0-54 15,3 6 46-15,-2 1-50 0,0 5 46 16,3 4-11-16,0 0-6 0,1 1-18 0,1 0-92 16,2-5 5-16,1-2-83 0,0-1 7 0,3-1-66 15,1-4-57-15,1-1-50 0,1-9-49 0,0-3-281 16,-7-9-198-16</inkml:trace>
  <inkml:trace contextRef="#ctx0" brushRef="#br0" timeOffset="146881.98">12371 6486 782 0,'-1'-19'678'0,"1"3"-117"0,-3 2-84 0,2 3-113 16,1 11-71-16,-4-17-54 0,4 17-35 0,-2-14-40 15,2 14-23-15,0 0-41 0,0 0-19 16,0 0-16-16,0 0-14 0,0 0-46 0,13 14 35 15,-4 3-44-15,1 6 41 0,3 6-42 0,2 9 60 16,4 8-51-16,-2 4 41 0,2 1-15 0,0 2-14 16,-1-1-11-16,2 2 1 0,0-1-46 0,-1-3-25 15,0-3-46-15,-4-8-33 0,-1-1-72 0,0-5 40 16,-1 1-45-16,-2-7 1 0,-2-3-19 0,2-5 6 16,-6-4 11-16,0-5 12 0,-5-10-4 0,6 10-1 15,-6-10 47-15,0 0 24 0,5-10 25 0,-5 10 18 16,-2-26 21-16,-1 3 38 0,-4-8 23 0,-1-4 47 15,-4-2 44-15,0-5 44 0,-4-9 20 16,1-1 13-16,-2-1 14 0,2 4-24 0,2 12 69 16,2 2-44-16,2 4 48 0,2 7-80 0,0 4 38 15,2 4-64-15,1 1 17 0,-1 5-69 0,3-2 35 16,2 12-64-16,-2-15 43 0,2 15-52 16,4-10 42-16,-4 10-49 0,9-5 46 0,-9 5-43 15,21 2 81-15,-8 0-71 0,2 4 46 0,-2 1-62 16,4 3 46-16,0 1-56 0,-4 3 51 0,0-1-62 15,-2 2 48-15,-1 2-47 0,-3 0 46 0,-3-1-49 16,-2 1 43-16,-2-1-57 0,0 0 34 16,-4 0-77-16,0-1 43 0,-1 2-68 0,-2-6 36 0,-2 1-68 15,2-4 16-15,0-2-71 0,7-6-36 16,-14 6-31-16,14-6-62 0,-13-3-18 0,13 3-247 16,-9-15-112-16</inkml:trace>
  <inkml:trace contextRef="#ctx0" brushRef="#br0" timeOffset="147181.98">12663 6576 222 0,'3'-11'585'0,"3"-1"-134"16,-6 12-128-16,6-15-26 0,-6 15-87 0,4-11 20 16,-4 11-74-16,0 0 16 0,6-7-76 0,-6 7 46 15,0 0-65-15,9 12 45 0,-5-2-67 16,2 5 37-16,-2 4-63 0,0 4 39 0,0-1-56 16,0 2 41-16,1-1-59 0,-1 1 37 0,3 0-41 15,-2-4 52-15,1 1-55 0,0-2 45 16,2-3-51-16,0-2 40 0,-1-4-61 0,1-1 48 15,-1-3-49-15,-7-6 50 0,16 8-50 0,-16-8 54 16,15-4-46-16,-4 0 53 0,-2-6-51 0,1-2 61 16,0-4-47-16,-3-1 61 0,-2-2-42 0,1-1 62 15,-6 1-43-15,1 1 62 0,-2-1-50 0,-3-2 42 16,-1 2-55-16,-1 2 49 0,-1 3-59 0,-3 1 36 16,1 3-59-16,0 1 34 0,-4 6-57 0,13 3 33 15,-18-8-68-15,18 8 28 0,-20 0-85 0,20 0 3 16,-18 1-96-16,18-1-87 0,-13 4-44 0,13-4-403 15,0 0-279-15</inkml:trace>
  <inkml:trace contextRef="#ctx0" brushRef="#br0" timeOffset="147464.99">12875 6449 140 0,'0'0'514'16,"18"-7"-161"-16,-18 7-59 0,18 0-27 0,-18 0-6 15,21 5-85-15,-21-5 31 0,21 10-87 0,-8-2 49 16,-3 2-84-16,4 1-24 0,-2 3-12 0,0-1-8 15,-2 3-8-15,0 1-6 0,0-1-4 16,-5-2-5-16,0 1 2 0,0 0-10 0,-1-1-1 0,-1-2-12 16,-1-2 1-16,-2-10 11 0,4 17-5 0,-4-17 7 15,5 13-1-15,-5-13 9 0,2 12 28 16,-2-12 27-16,0 0 70 0,2 9-69 0,-2-9 33 16,0 0-75-16,0 0 43 0,0 0-63 0,0 0 42 15,0 0-57-15,-2-12-2 0,2 12-4 0,2-11-11 16,-2 11-9-16,4-17 35 0,-2 7-82 0,1 1 19 15,2-4-72-15,0 1-36 0,3-4-65 0,-3-1-25 16,2 0-65-16,2-2-346 0,-1-3-195 16</inkml:trace>
  <inkml:trace contextRef="#ctx0" brushRef="#br0" timeOffset="147648.98">13198 6251 794 0,'0'-14'572'0,"0"2"-59"0,0 0-99 0,0 12 3 15,0-18-118-15,0 18 6 0,0-13-46 16,0 13-42-16,-2-10-44 0,2 10-35 0,0 0-32 15,0 0-21-15,0 0-24 0,0 0-11 0,9 7-2 16,-4 6-9-16,1 4 23 0,0 2-47 0,4 4 3 16,-3 7-8-16,2-1-20 0,-1 1-30 0,2 1-75 15,-2 0-15-15,1 1-89 0,0-1 8 0,-2-1-67 16,0 0-73-16,1-6-11 0,-4-2-29 0,2-1-349 16,-5-6-262-16</inkml:trace>
  <inkml:trace contextRef="#ctx0" brushRef="#br0" timeOffset="147781.98">13282 6557 621 0,'-5'-15'514'0,"-3"1"-61"0,3 3-167 16,-4-3-8-16,5 4-100 0,-1 1 24 0,1 0-87 15,1-1 20-15,3 10-69 0,-4-18 33 0,4 18-67 16,0-20 35-16,3 10-70 0,1-3 10 0,2 1-87 16,0-2-51-16,2 2-71 0,1-1-96 0,-1-2-27 15,0 4-255-15,1 2-108 0</inkml:trace>
  <inkml:trace contextRef="#ctx0" brushRef="#br0" timeOffset="148197.98">11326 7892 794 0,'-29'16'472'15,"0"2"-53"-15,1-2-136 0,2 0-2 0,1 0-90 16,7-5 27-16,0 0-95 0,6-4 38 0,0 1-74 16,3-2 31-16,9-6-73 0,-13 8 40 0,13-8-61 15,0 0 40-15,0 0-42 0,0 0 79 16,14-1-48-16,13-12 51 0,8-3-42 0,17-11 43 15,8-5 1-15,7-5-55 0,24-15 38 0,2-4-52 16,7-4 38-16,7-4-57 0,1-2 1 0,4-2 1 16,0 0 2-16,0-2 34 0,-1 2 0 0,1 1 13 15,-2 0-32-15,-4 6-9 0,-1 3-43 0,-10 1 28 16,-4 6-43-16,-7 3 41 0,-21 12-48 0,-6 4 43 16,-4 0-56-16,-7 7 28 0,-15 8-74 0,-5 2 20 15,-6 4-81-15,-6 4-3 0,-14 7-11 0,12-4-18 16,-12 4-33-16,0 0-46 0,-17 18-6 0,-3 0-70 15,-9 2-370-15,-4 2-240 16</inkml:trace>
  <inkml:trace contextRef="#ctx0" brushRef="#br0" timeOffset="148482.98">11812 7881 965 0,'-13'10'690'0,"3"-1"-224"0,2-3-46 0,8-6-161 15,-12 10-14-15,12-10-93 0,-9 9 14 16,9-9-71-16,0 0 41 0,0 0-32 0,0 0 65 0,18-9 6 16,8-7 7-16,18-7 13 0,7-5-56 15,9-6-28-15,9-5-22 0,18-12-7 0,5-2-15 16,2-3-1-16,3-2-7 0,3 0 2 0,-1-1 14 16,2 1-30-16,-1 3-14 0,-5 3-14 0,-8 3 5 15,-18 13-42-15,-5 1 3 0,-4 4-30 0,-9 2 19 16,-5 7-50-16,-13 5-11 0,-5 2-8 0,-7 5-15 15,-4 2-8-15,-7 1-2 0,-10 7-71 16,0 0 21-16,0 0-78 0,0 0 16 0,-23 12-70 16,-5 2-36-16,-6 4-36 0,-18 3-422 0,-2 3-342 15</inkml:trace>
  <inkml:trace contextRef="#ctx0" brushRef="#br0" timeOffset="148914.98">10429 7506 151 0,'0'0'609'0,"-12"-6"-155"0,12 6-91 15,0 0-66-15,-12-7-51 0,12 7-34 0,0 0-34 16,0 0-36-16,-12-3-31 0,12 3-24 0,0 0-21 15,0 0-16-15,0 0-11 0,0 0-10 0,0 0-10 16,0 0 0-16,-6 7-2 0,6-7-8 0,10 15-3 16,-3-1 6-16,2 3-3 0,1 1 2 0,2 3-4 15,-1 3-1-15,3 1-6 0,-4-6-12 16,-1 1-63-16,3 1-23 0,-2-4-82 0,2 0-52 16,-2-2-98-16,-4-5-45 0,1-2-161 0,-7-8-29 15</inkml:trace>
  <inkml:trace contextRef="#ctx0" brushRef="#br0" timeOffset="149249.98">10380 7424 418 0,'-8'-8'655'0,"8"8"-184"16,-18-8-122-16,18 8-78 0,-12-4-66 0,12 4-41 0,0 0-39 16,-17 8-29-16,17-8-18 0,-5 20-17 0,2-2-16 15,3 0-4-15,3 9-10 0,0 6-2 16,5 4-4-16,1-1 51 0,1 3-54 0,1-3 44 15,2-1-50-15,2-1 28 0,1-4-51 0,2-3 65 16,1-2-51-16,3-5 44 0,2-5-49 0,-3-5 50 16,4-5-50-16,1-4 47 0,2-4-44 0,4-8 51 15,1-4-51-15,-1-8 56 0,5-8-36 0,-2-4 57 16,-2-4-50-16,-2-4 69 0,-4 0-23 0,-3-1 56 16,-5-2-14-16,-6 7 22 0,-4 0-11 15,-5-1-9-15,-2 4 5 0,-5-1 25 0,-6 3-35 16,-4 4-19-16,-6 1-53 0,-6 5-4 0,1 5-44 15,-9 5 6-15,-4 7-42 0,-3 5 14 16,-2 8-16-16,-12 8 6 0,0 7 4 0,-1 9-10 16,3 4-14-16,1 7-79 0,-2 3-16 0,8 6-131 15,0 2-8-15,5 4-97 0,4 2-56 0,5 1-496 16,4-2-605-16</inkml:trace>
  <inkml:trace contextRef="#ctx0" brushRef="#br0" timeOffset="149882.98">11162 8760 716 0,'0'0'603'15,"-11"-8"-218"-15,11 8-39 0,-12-10-122 0,12 10 1 16,-9-11-100-16,9 11 11 0,-5-15-63 0,5 15 15 15,2-19-61-15,1 7 42 0,5-1-58 16,2-1 43-16,3 3-65 0,2-1 49 16,1 4-51-16,0 3 44 0,-1 0-49 0,-15 5 44 15,30 0-45-15,-15 5 48 0,0 1-52 0,1 6 54 16,-4 1-51-16,-1 5 48 0,-2 2-54 0,-4 0 52 16,-1 4-45-16,-3-1 54 0,-2 2-55 0,-1 2 58 15,-2-1-44-15,0-1 14 0,-1 0 9 0,0-1 1 16,-3-1 12-16,2-3-17 0,2-4-10 0,-1 0 1 15,2-5-2-15,0 0-5 0,3-11 1 16,-2 15 1-16,2-15 47 0,0 0-62 0,6 9-17 0,-6-9-14 16,14-10-20-16,2-4-21 0,3-7 5 0,1-3-40 15,1-3-21-15,-1-1-16 0,0-3-39 16,-1 2-37-16,-6-1 14 0,-1 2 21 0,-5 1-298 16,-4 2 39-16</inkml:trace>
  <inkml:trace contextRef="#ctx0" brushRef="#br0" timeOffset="150233.98">11194 8567 454 0,'-21'3'471'0,"-4"2"-96"0,2 1-115 16,1 2-38-16,2 0-107 0,-2 2 41 0,3 1-43 15,-3 4 11-15,2 4-77 0,3 1 45 0,5 0-40 16,0 4 29-16,2 2-42 0,3-1 40 0,4 4-46 16,3 0 47-16,1 6-46 0,4-1 42 15,5 0-58-15,2-1 59 0,4-2-61 0,2-2 48 16,3-1-50-16,2-6 45 0,5-2-50 0,2-4 65 15,4-4-59-15,-1-4 52 0,3-4-54 0,1-5 55 16,1-7-49-16,1-3 49 0,-2-7-52 0,6-7 47 16,-3-3-48-16,-2-7 50 0,-3-3-46 0,-5-3 62 15,-1-2 16-15,-5 1 7 0,-7 3 42 0,-5 2-29 16,-1-2-2-16,-5 2-12 0,-3-1-9 0,-6 2-4 16,-2-1-9-16,-3 4 2 0,-5 3-8 0,1 4 10 15,-6 2-14-15,-2 4-15 0,-3 6-25 0,0 5-9 16,-3 4-13-16,-2 5-13 0,-8 4-15 0,1 3-11 15,-1 6-17-15,0 1-16 0,2 2-15 16,2 2-34-16,2 0-43 0,4 1-49 0,3 2-90 16,4 0 2-16,8 0-81 0,2 0-25 15,5 0-494-15,-1 0-523 0</inkml:trace>
  <inkml:trace contextRef="#ctx0" brushRef="#br0" timeOffset="150515.98">11856 8376 535 0,'-4'-9'786'0,"4"9"-163"16,-6-15-172-16,6 15-65 0,-6-11-130 0,6 11-5 15,-4-10-85-15,4 10 1 0,0 0-71 0,-3-11 20 16,3 11-67-16,0 0 29 0,0 0-58 0,0 0 38 15,0 0-54-15,7-6 39 0,-7 6-46 0,23 10 43 16,-6-2-52-16,0 3 46 0,2 3-49 16,4 3 43-16,-1 0-55 0,0 0 27 0,1 1-90 15,0 1-8-15,-2-2-103 0,1-1 13 0,-3-2-88 16,-2 0-66-16,-1-4-88 0,-4-1-315 0,2-3-269 16</inkml:trace>
  <inkml:trace contextRef="#ctx0" brushRef="#br0" timeOffset="150715.98">12092 8132 990 0,'-9'-12'647'0,"2"0"-114"0,-1 4-141 15,1 0-53-15,7 8-109 0,-11-10 2 0,11 10-89 16,-8-8 11-16,8 8-72 0,0 0 24 0,0 0-63 16,0 0 34-16,-7 11-62 0,7 3 37 0,1 3-46 15,3 7 39-15,0 1-51 0,1 6 47 0,2 1-54 16,4 4 35-16,-2-1-62 0,1-2-1 15,3 2-105-15,-3 0 1 0,2-1-81 16,0-3-68-16,0-2-53 0,-2-8-112 0,-1 1-261 16,1-4-246-16</inkml:trace>
  <inkml:trace contextRef="#ctx0" brushRef="#br0" timeOffset="152100.98">11917 8228 74 0,'-9'-12'828'16,"9"12"-219"-16,-6-9-226 0,6 9-20 0,0 0-128 15,-7-10-17-15,7 10-101 0,0 0 19 0,0 0-72 16,0 0 34-16,0 0-66 0,2 11 43 0,6 3-68 16,1 3 47-16,0 2-53 0,7 9 38 0,-2 3-49 15,2 2 50-15,1 0-58 0,1 2 53 0,-1 4-51 16,0-3 46-16,-1 1-24 0,2-1-67 16,-4-2 34-16,2-1-55 0,-3-2 34 0,0-4-48 15,-1-2-15-15,-1-6 17 0,-3-2-3 16,-2-4-6-16,-2-3-14 0,-4-10 22 0,8 14-5 0,-8-14 8 15,0 0 11-15,0 0 17 0,0 0 14 16,-5-15 5-16,-5-2 22 0,1-5 19 0,-4-6 11 16,-3-4 11-16,-3-2 14 0,-4-12 1 0,1 0 9 15,0-1 20-15,1 2 13 0,7 8 14 0,-2 3 48 16,5 1-55-16,2 5 29 0,0 4-58 0,2 1 39 16,4 3-65-16,-1 3 54 0,2 1-60 0,2 2 40 15,0 2-62-15,2-1 45 0,2 2-43 0,-1 2 39 16,5 0-59-16,1 3 54 0,-9 6-49 0,21-6 49 15,-21 6-51-15,24 2 50 0,-8 3-50 16,-1 5 8-16,1 3 4 0,-3 1 4 0,-1 0 0 0,0 5 4 16,-3 1-4-16,-1 0 48 0,-1 1-47 0,-1 1 12 15,-3-2-12-15,0-2 57 0,0 0-55 16,-3-1 48-16,1-3-52 0,0-1 43 16,1-1-53-16,-2-12 45 0,1 18-54 0,-1-18 50 15,4 15-49-15,-4-15 46 0,6 15-52 0,-6-15 48 16,11 10-43-16,-11-10 47 0,20 10-54 0,-10-6 55 15,-10-4-50-15,28 6 49 0,-13-2-50 0,5-3 50 16,-1 1-49-16,-1 2 47 0,-1-2-51 0,2 1 50 16,0 2-52-16,-4-1 50 0,2 1-49 0,-4 1 56 15,0 0-59-15,-1 2 62 0,-3 0-51 16,0 4 50-16,-4-2 1 0,0 4 4 0,-4-2 3 0,-1 2-2 16,-2 3-3-16,-2 2-4 0,-2 1-45 15,-4 0 43-15,-2 0-48 0,-2 2 48 0,-5 1-49 16,0-4 45-16,0-1-51 0,2-4 53 0,-1-2-57 15,-3 0 29-15,2-3-82 0,4-5 18 0,-1 1-70 16,16-5-30-16,-26 0-74 0,15-7-42 0,1-2-34 16,4 0-46-16,-1-7-208 0,4 0-91 0</inkml:trace>
  <inkml:trace contextRef="#ctx0" brushRef="#br0" timeOffset="152452.98">12331 8342 413 0,'7'-10'505'0,"-2"2"-104"0,-5 8-55 0,6-13-105 0,-6 13 20 15,5-9-86-15,-5 9 28 0,0 0-90 16,6-7 23-16,-6 7-69 0,0 0 42 0,0 0-65 16,6 11 39-16,-6-11-61 0,2 20 40 0,0-6-58 15,0 2 43-15,2 2-53 0,-1 1 47 0,2 2-56 16,0-2 52-16,1 0-57 0,2 0 47 0,0-1-49 16,-1-4 53-16,1-1-3 0,2-2-3 0,-1-2-3 15,2 0 0-15,0-4 0 0,-11-5-2 0,24 3-3 16,-24-3 1-16,27-8-4 0,-10-2-45 0,0-3 51 15,-1-3-51-15,2-4 58 0,-5 1-37 47,-3-1 62-31,0-1-37 0,-4 0 55-16,-2-2-49 0,-2 5 55 0,-2-3-34 0,-4 0 44 15,-1 1-53-15,-4 1 44 0,-1 3-55 0,-3 2 36 0,-1 3-58 0,0 5 32 0,-4 2-51 0,18 4 48 0,-34 1-58 0,14 3 38 0,-1 2-71 0,0 3 26 0,3 1-81 0,0 3 32 0,4-2-74 16,-2 2 16-16,5-1-69 0,2 2-60 0,3-2-58 0,-1-2-30 15,5 0-304-15,2-10-192 16</inkml:trace>
  <inkml:trace contextRef="#ctx0" brushRef="#br0" timeOffset="152833.98">12730 8142 354 0,'7'-9'605'0,"-7"9"-113"16,5-15-175-16,-5 15-4 0,0-11-94 0,0 11-7 15,-3-8-47-15,3 8 14 0,-9-7-74 0,9 7 32 16,0 0-68-16,-16 1 27 0,16-1-60 16,-16 13 34-16,6-3-59 0,0 5 42 0,0 0-58 15,1 3 46-15,1 1-52 0,2 0 43 0,-2 3-47 16,4-3 45-16,0 3-56 0,2-5 53 0,2 1-53 16,1-3 48-16,2-2-61 0,-1 0 33 0,2-3-49 15,4-1 52-15,-2-2-48 0,-6-7 54 0,15 5-47 16,-15-5 46-16,22-6-48 0,-9-2 60 0,2-3-47 15,-1-3 53-15,2-2-57 0,-5-1 59 16,1-2-51-16,-2 2 53 0,0-2-44 0,-2 2 64 16,-2 4-23-16,1 0 77 0,-3 3-29 0,-4 10 78 15,5-15-61-15,-5 15 53 0,4-11-50 0,-4 11 27 16,6-9-59-16,-6 9 18 0,0 0-55 0,0 0 33 16,0 0-48-16,0 0 36 0,5 10-47 0,-5-10 41 15,2 19-51-15,-2-6 38 0,3-1-70 0,-2 1 15 16,2-2-82-16,-1 1 11 0,0-1-89 0,2-1 32 15,0-1-52-15,-4-9-40 0,10 15-5 0,-10-15-53 16,9 8-25-16,-9-8-337 0,0 0-202 16</inkml:trace>
  <inkml:trace contextRef="#ctx0" brushRef="#br0" timeOffset="153301.98">12943 8158 137 0,'0'0'718'0,"4"-13"-284"15,-4 13-42-15,0 0-135 0,1-14 3 0,-1 14-112 16,0 0 24-16,3-10-94 0,-3 10 20 0,0 0-57 15,0 0 35-15,0 0-55 0,0 0 38 0,22 4-53 16,-12 1 38-16,0 0-60 0,0 3 52 0,2 0-52 16,-1 1 52-16,0 1-56 0,2 0 4 0,-3 0 2 15,1 0 4-15,-1-2 2 0,-4-1 3 0,-6-7-1 16,11 10 3-16,-11-10 3 0,10 8 6 0,-10-8 14 16,9 7 85-16,-9-7-48 0,0 0 34 0,0 0-72 15,0 0 47-15,0 0-62 16,11-9 40-16,-11 9-61 0,3-14 6 0,2 4-28 15,-3-2 29-15,2-2-61 0,1-2 26 0,-1 0-46 16,3-2 11-16,-1-2-31 0,2 1-19 0,-1 1-3 16,0-5-13-16,2 5 3 0,-2 0 8 0,0-2 14 15,-1 2 19-15,-1 2 12 0,-1 0 33 0,1 1 27 16,-2 0 26-16,-3 0 19 0,1 0 25 0,-2 2 29 16,-1-1 21-16,0 2 23 0,-3-1 60 0,2 5-57 15,-2-1 55-15,5 9-54 0,-9-15 42 0,9 15-60 16,-11-9 30-16,11 9-69 0,-14-2 32 0,14 2-65 15,-16 2 41-15,7 5-61 0,0 1 41 16,0 2-1-16,-2 5-55 0,1 3 45 0,2 0-56 16,2 4 53-16,1 0-49 0,1 2 50 0,1 1-55 15,3 0 52-15,1 0-49 0,1-1 48 0,2-1-53 16,1-3 48-16,2 2-65 0,1-6 41 0,2-1-63 16,0-4 40-16,1-3-79 0,-2-2 53 0,-9-6-58 15,23 2-20-15,-12-7-47 0,2-1-51 16,2-6-71-16,0-3 38 0,-4-4-330 0,0 0-120 15</inkml:trace>
  <inkml:trace contextRef="#ctx0" brushRef="#br0" timeOffset="153501.98">13233 7768 252 0,'-13'-32'441'0,"-2"2"-64"0,0 0-29 15,0 4-63-15,0 2-11 0,4 5 23 16,-1 4 19-16,1 0-43 0,2 5 38 0,2 1-72 16,0 1-7-16,7 8-83 0,-9-13-14 0,9 13-49 15,-7-9 14-15,7 9-61 0,0 0-5 0,0 0 21 16,0 0-42-16,0 0 36 0,5 17-45 0,4-1 33 15,4 4-42-15,2 3 35 0,3 4-5 0,-2 0-8 16,4 2-4-16,0 2-16 0,0 1-19 0,-1-1-61 16,3-1-48-16,-4-1-89 0,1-2 16 0,-2 1-72 15,0-5-45-15,0 0 16 0,-4-8-26 0,-4-5-31 16,0-2-268-16,-9-8-162 0</inkml:trace>
  <inkml:trace contextRef="#ctx0" brushRef="#br0" timeOffset="153667.98">13436 7885 585 0,'0'-15'438'0,"0"2"-27"0,0-1-126 15,-2 3 14-15,2 11-66 0,-1-20 57 0,1 20-80 16,0-12 26-16,0 12-95 0,-3-13 26 0,3 13-80 16,0 0 33-16,0 0-22 0,0 0-17 0,0 0-16 15,9 6-17-15,-4 3-5 0,-1 4-2 0,1 0-10 16,0 8-11-16,2-3-16 0,-1 2-43 0,1 0-104 16,-1-1 15-16,0 2-77 0,1-3-16 0,-2-5-48 15,1-1-28-15,-2-2-34 0,-4-10-16 0,5 10-217 16,-5-10-79-16</inkml:trace>
  <inkml:trace contextRef="#ctx0" brushRef="#br0" timeOffset="154501.98">13436 7650 361 0,'-3'-13'479'16,"-1"3"-118"-16,4 10-74 0,-5-16-82 0,5 16-46 16,-4-11-37-16,4 11-25 0,0 0-20 0,0 0-13 15,0 0-14-15,0 0-11 0,0 0-9 0,0 0-35 16,0 0-32-16,11 6-32 0,-11-6-19 0,13 10-15 15,-4-4 5-15,0-1 5 0,4 4 13 0,1 1 16 16,0 1 13-16,4-1 17 0,-2 1 5 0,0 3 5 16,2-1 15-16,-4-1 6 0,4 3 12 0,-4-2 13 15,1 0 7-15,-2 3 6 0,0-4 19 16,1 2 19-16,-4-2-20 0,-1 1-6 0,0-2-5 16,-4-2-16-16,0 1 5 0,0 0-6 0,-5-10-5 15,8 15-2-15,-8-15 1 0,4 12 4 0,-4-12-4 16,2 10 11-16,-2-10-4 0,0 0 3 15,0 0 37-15,-2 10-34 0,2-10 30 0,0 0-40 16,0 0 18-16,-9-10-15 0,9 10 14 0,-5-17-30 16,0 2 12-16,3-2-20 0,0 0 10 0,-1-2-15 15,2 2-2-15,1-3 1 0,1 0-2 0,0 2-5 16,1 1 7-16,0 0 0 0,0 1 8 16,3 2-6-16,-3 3 0 0,2 0-3 0,2 2 4 0,-6 9 0 15,9-14-1-15,-9 14 9 0,11-7-6 16,-11 7-7-16,0 0 8 0,19 0 5 0,-19 0-6 15,13 9-12-15,-3-3-6 0,0 3-10 0,-1-1-10 16,2 2-14-16,0 0-18 0,-2 1-19 0,2-3-17 16,-1 1-18-16,1-3 0 0,-1 0 2 0,0 0 10 15,-10-6 16-15,18 2 10 0,-18-2 40 0,14-1-16 16,-14 1 37-16,17-9-17 0,-10 0 44 16,0-1-2-16,1-4 65 0,-3-1 12 0,0-1 32 15,0-3 7-15,-4-3 14 0,0 1 14 0,-1-2-7 16,-2-1-7-16,-1 3-3 0,-1 2 6 0,-1 6-4 15,2-2 13-15,-3 5-9 0,1 1-26 16,5 9-11-16,-10-11-15 0,10 11-17 0,0 0-14 16,-19 0-26-16,19 0 7 0,-12 13-2 0,3-1-5 15,4 3-6-15,1 1 44 0,1 5-60 0,-1 0 48 16,4 3-61-16,1 2 51 0,2 2-60 0,4 6 53 16,6 0-5-16,2 3 2 0,8 9-54 0,2 0 50 15,3 3-55-15,1 0 47 0,1 1-61 0,2 0 39 16,1-1-59-16,1 0 61 0,0-2-48 0,0 0 62 15,1-2-50-15,1-1 47 0,-1-2-48 0,-3-4 59 16,-1-1-55-16,-5-9 63 0,-3 0-6 0,-3-1 0 16,-3-2 2-16,-2-2 11 0,-3-3 14 15,-3-2 18-15,-4 0 24 0,0-3-13 16,-5-4 34-16,0 2 15 0,-3-2 11 0,-3-1 29 16,-1 3-34-16,-5-4 31 0,-2 0-45 0,-4 0 21 15,-2-2-36-15,-2-4 15 0,-2 0-9 0,-1-6-16 16,-3-1-13-16,-3-6-11 0,-1-5-9 0,-1-5-33 15,-5-10-7-15,3-6-36 0,2-5-18 0,3-6-14 16,3-3-19-16,6-1 2 0,3-3-14 0,5 2-23 16,3-2-23-16,5 7-38 0,3-1-41 0,2 2-46 15,2-5-20-15,4-8-53 0,3-1-30 0,-1 1-50 16,2-1-17-16,1 1-346 0,0 2-288 0</inkml:trace>
  <inkml:trace contextRef="#ctx0" brushRef="#br0" timeOffset="154985.98">14101 6904 488 0,'-3'-8'793'15,"3"8"-267"-15,-7-15-74 0,7 15-140 0,-7-11-39 16,7 11-102-16,-4-10 11 0,4 10-83 0,0 0 19 16,-4-10-72-16,4 10-22 0,0 0 0 0,0 0 48 15,0 0-62-15,8 12 44 0,-1 1-55 0,3 4 46 16,5 7-57-16,1 2 47 0,1 3 0 0,1 2-6 15,1 3-50-15,0 1 49 0,0 1-53 16,-2-1 50-16,1 0-67 0,0-1 48 0,-3 0-83 16,1-4 31-16,-1-3-73 0,-5-2 38 0,0-6-52 15,-1-4 28-15,-2-1-28 0,-2-6 21 0,-5-8 10 16,6 12 2-16,-6-12 8 0,0 0 13 0,0 0 7 16,-9-10 23-16,3-1 18 0,-6-7-1 0,-4-6 9 15,-1-5 2-15,-6-2 6 0,-5-13 11 16,-2-2 21-16,0-5 22 0,-4-4 8 0,-2-3 16 15,1 1 11-15,-2-2 12 0,3 3-1 0,1 2-5 16,1 3 7-16,4 2 1 0,1 4-11 0,8 10 41 16,1 1-66-16,4 6 37 0,1 0-60 0,4 6 39 15,2 1-58-15,1 2 40 0,3 4-56 16,3 2 43-16,0 1-53 0,3 1 47 0,3 2-54 16,1 2 55-16,-7 7-52 0,25-5 46 0,-9 9-47 15,5 4 48-15,2 7-55 0,1 5 14 0,-2 5 0 16,1 5 3-16,0 11 2 0,-3 3 2 0,-1 2-1 15,-7-5 42-15,2 9-68 0,-6-6 36 0,-1 0-70 16,1-2 28-16,-3 2-22 0,0-3-55 0,0-1-6 16,-1-1-41-16,4-3-36 0,-4-4-45 0,1-7-13 15,1-4-54-15,1-4-230 0,1-3-38 0</inkml:trace>
  <inkml:trace contextRef="#ctx0" brushRef="#br0" timeOffset="155384.98">14456 6851 142 0,'-1'-12'724'16,"-2"-1"-284"-16,0 3-103 0,1 0-96 0,2 10 26 15,-9-14-91-15,9 14-25 0,-13-7 20 0,13 7-96 16,0 0 39-16,-22 7-71 0,12 2 39 0,1 4-62 16,0 1 41-16,0 4-58 0,3 2 47 0,1 0-57 15,1 0 45-15,0 1-55 0,3-2 53 0,1 0-67 16,0 0 66-16,1-3-60 0,3-1 42 0,0-3-51 15,0 0 36-15,2-2-48 0,1-3 36 16,-7-7-38-16,15 6 32 0,-15-6-39 0,16-1 27 16,-16 1-14-16,21-15-27 0,-9 3-1 0,0-5-10 15,-2-3-1-15,2-1 7 0,-6-3 16 16,2-4 12-16,-1 3 20 0,-3-2 19 0,0 2 36 16,-1 3 15-16,-1 3 33 0,0 5 15 0,-2 0 10 15,0 14 20-15,0-19-6 0,0 19-40 0,1-10-16 16,-1 10-7-16,0 0-10 0,0 0-10 0,0 0 40 15,-4 15-61-15,3-5 48 0,1 2-63 16,0 2 47-16,0-2-54 0,1 2 49 0,2 2-59 0,0-1 48 16,1-1-84-16,3-1 20 0,-1-5-71 15,2 0 21-15,-8-8-50 0,21 6-58 0,-6-10-45 16,5-5-68-16,5-6-356 0,-3-3-192 0</inkml:trace>
  <inkml:trace contextRef="#ctx0" brushRef="#br0" timeOffset="155634.98">14805 6575 677 0,'0'-10'540'0,"-3"-3"-45"15,1 3-127-15,-5 2 23 0,4-2-113 0,-3 2 4 16,6 8-68-16,-9-14 25 0,9 14-62 0,-7-10 3 16,7 10-71-16,-7-7 6 0,7 7-65 0,0 0 23 15,0 0-52-15,0 0 34 0,0 0-49 16,0 0 28-16,0 0-43 0,12 12 38 0,-3-2-51 16,2 0 0-16,5 1 2 0,-3 3 29 0,3 0-46 15,1 1 49-15,-2 0-51 0,1 1 53 16,-4 0-48-16,0 2 49 0,-3 0-50 0,-2 2 50 15,-4-4-40-15,-1 1 48 0,-3 1-50 0,0-2 48 16,-4 0-52-16,-4 2 34 0,0-2-70 0,-1-1 28 16,0-5-72-16,-2-1 26 0,2-2-77 0,-3-3 27 15,13-4-41-15,-19 0-16 0,7-5-28 0,1-5-11 16,-2-7-51-16,0-6-88 0,3-6-228 0,-2-3-132 16</inkml:trace>
  <inkml:trace contextRef="#ctx0" brushRef="#br0" timeOffset="155802.98">14731 6486 755 0,'-2'-10'436'0,"2"10"-20"0,-2-15-141 0,2 15 16 15,0 0-104-15,-4-10 17 0,4 10-102 16,0 0 34-16,-10 14-68 0,0 2 4 16,1 3-16-16,1 5-9 0,-1 4-11 0,0 4-6 15,1 0-8-15,2 1-5 0,2 0 46 0,3-5-59 16,-1-1 47-16,4 0-65 0,-1-1 52 0,4-4-71 16,2 0 18-16,2-6-78 0,2-1 2 0,1-6-58 15,3-5-57-15,-15-4-100 0,33-2-53 0,-12-6-228 16,6-4-120-16</inkml:trace>
  <inkml:trace contextRef="#ctx0" brushRef="#br0" timeOffset="156118.98">15093 6445 33 0,'5'-10'814'0,"-1"0"-188"0,-2 0-220 0,2 1-33 16,-4 9-128-16,6-16-61 0,-6 16 3 0,5-14-80 16,-5 14 24-16,4-10-68 0,-4 10 39 0,7-7-65 15,-7 7 45-15,10-5-58 0,-10 5 41 16,0 0-56-16,23 3 42 0,-23-3-54 0,22 9 47 15,-12-3-59-15,3 3 50 0,-4-2-57 0,0 4 32 16,1-1-60-16,-2-1 50 0,-3 1-72 0,0 2 74 16,-4-2-62-16,0 0 52 0,-1 0-59 0,-1 1 44 15,0-1-48-15,-4-1 29 0,1 0-15 0,4-9 57 16,-9 12-46-16,9-12 52 0,-15 6-46 0,15-6 50 16,0 0-40-16,-25-2 47 0,16-3-49 0,-2-4 54 15,-3-2-47-15,0-3 45 0,0-1-47 16,2 0 48-16,2 1-33 0,1 4 62 0,3 2-43 15,-1 0 50-15,7 8-65 0,-10-10 42 0,10 10-47 16,0 0 45-16,-22 10-58 0,10 3 53 0,0 7-57 16,-5 6-5-16,2 2-8 0,-2 6-16 0,-1 4-19 15,-3 8-61-15,-5 1-76 0,2 3-47 0,-7 0-421 16,-1 3-211-16</inkml:trace>
  <inkml:trace contextRef="#ctx0" brushRef="#br0" timeOffset="156484.98">13247 8678 65 0,'-42'24'748'16,"-2"-1"-202"-16,6-5-190 0,1 1-23 0,1-3-99 16,-1 0 42-16,3-2-98 0,2 0 28 0,2-4-13 15,10-1 63-15,0-3-6 0,5-1-10 0,4 0-31 16,11-5-38-16,-17 1-41 0,17-1-29 0,-4-8-22 15,9-5-20-15,11-9-14 0,8-8 20 0,16-10-50 16,11-5 5-16,22-19-6 0,7-4-2 16,11-3-2-16,6-6 1 0,7-3-11 0,10-4 9 0,1-1 5 15,2-3 32-15,2 2-43 0,-3-1-5 16,-3 2-7-16,-4 1-27 0,-5 1 18 16,-7 7-24-16,-10 4 26 0,-9 7-21 0,-19 17 21 15,-7 4 11-15,-6 6-2 0,-8 4 2 0,-10 11 2 16,-4 4 1-16,-7 4-8 0,-6 2-14 0,-4 5-22 15,-7 8-26-15,0 0-77 0,-14 3 29 0,-10 13-64 16,-7 5-10-16,-12 13-11 0,-8 7-17 0,-8 7-48 16,-15 14-25-16,-7 7 0 0,-2 1-115 0,-3 5-231 15,-3 0-172-15</inkml:trace>
  <inkml:trace contextRef="#ctx0" brushRef="#br0" timeOffset="156751.98">13150 8686 361 0,'-27'22'638'0,"2"-2"-202"16,-1 2-56-16,4-5-131 0,3-2 18 0,5-3-103 15,-1 0 11-15,6-4-82 0,-1-3 48 0,10-5-28 16,-8 6 14-16,8-6-43 0,11-7 60 0,10-9-50 16,11-6 39-16,17-16-21 0,13-9-4 15,22-20-63-15,11-4 50 0,10-10-41 0,9-5 5 16,6-4 37-16,3-2-45 0,3 1 41 0,-2 1-12 16,0 4-18-16,-3 1-36 0,-10 4 18 0,-5 6-38 15,-9 6 25-15,-11 4-22 0,-9 6 33 16,-22 17-23-16,-7 2 13 0,-8 6-6 0,-9 10 17 0,-7 3 15 15,-5 2 19-15,-2 7 38 0,-8 0-30 16,-5 4-56-16,-4 8-50 0,2-10-30 0,-2 10-27 16,0 0-61-16,-23 2 15 0,3 8-97 0,-7 3-66 15,-4 4-29-15,-2 3-90 0,-2 0-40 0,-7 8-435 16,-1-1-498-16</inkml:trace>
  <inkml:trace contextRef="#ctx0" brushRef="#br0" timeOffset="158552.98">19635 9025 694 0,'0'0'689'0,"-16"8"-161"0,16-8-108 16,-14 8-97-16,14-8-87 0,-18 6-52 0,18-6-44 15,-14 8-22-15,14-8-22 0,-14 5-22 0,14-5-11 16,-9 5-12-16,9-5-11 0,0 0-11 0,-12 4-7 16,12-4-11-16,0 0 2 0,0 0 9 0,0 0-13 15,26-2-1-15,-1-5 6 0,11-3-1 16,17-8 2-16,6-2-1 0,6-3-3 0,5-2 5 16,7-4 0-16,20-6 10 0,0-1 37 0,2-1-45 15,3 2 39-15,3-2-50 0,-3-1 40 0,-2 2-52 16,-3-2-3-16,-19 9 5 0,1-2 3 0,-3 3 0 15,1-1 0-15,-7 3 3 0,-2 1 1 16,-5 1 19-16,-6 3-23 0,-7 2-8 0,-12 7 10 16,-4 0-5-16,-5 2 8 0,-7 3-7 0,-4 1 7 15,-3 0-6-15,-3 3 6 0,-12 3-6 0,19-6 6 16,-19 6 1-16,11-6 2 0,-11 6-8 0,0 0-5 16,0 0-4-16,0 0-19 0,0 0-43 0,0 0-42 15,-1 10-105-15,-13 2-1 0,-5 0-92 16,-7 3-75-16,-1 0-432 0,-2 3-380 0</inkml:trace>
  <inkml:trace contextRef="#ctx0" brushRef="#br0" timeOffset="158986.98">19715 9918 131 0,'-9'9'801'0,"0"-3"-264"16,-1 1-159-16,10-7-67 0,-13 9-65 0,13-9-57 16,-9 7-48-16,9-7-28 0,0 0-20 0,-10 8-9 15,10-8-9-15,0 0-6 0,0 0 15 0,21-11 6 16,6-1-5-16,8-5-17 0,12-8-10 0,11-7-1 15,7-3 2-15,19-12 0 0,6-2 7 0,2-1 43 16,5-1-47-16,3-1 42 0,5 1-49 16,-4-1-4-16,1-1-3 0,-1 3-5 0,-5 1-2 0,-1 3 1 15,-4 1-4-15,-21 9-8 0,-1 2-1 16,-3 3-3-16,-7 2-4 0,-4 3 4 16,-6 3-2-16,-16 7-3 0,-2 1 0 0,-4 4-1 15,-9 2-5-15,-2 2 3 0,-3-1 16 0,-2 5 14 16,-11 3 15-16,16-8-6 0,-16 8-16 0,11-6-4 15,-11 6-15-15,0 0-13 0,0 0-22 0,0 0-33 16,0 0-44-16,0 0-40 0,-19 12-69 0,8-5-83 16,-7 5-31-16,-1-2-101 0,-2-1-77 0,-1-1-381 15,2 0-482-15</inkml:trace>
  <inkml:trace contextRef="#ctx0" brushRef="#br0" timeOffset="159970.98">18413 10182 594 0,'-18'7'649'0,"18"-7"-114"16,-14 3-170-16,14-3-21 0,0 0-133 0,-19 7-2 0,19-7-81 16,0 0 38-16,-13 2-55 0,13-2 36 0,0 0-67 15,0 0 39-15,-14 4-66 0,14-4 43 16,0 0-64-16,0 0 39 0,0 0-55 0,0 0 64 15,23-8-39-15,0 0 55 0,10-6-53 0,13-6 40 16,9-3-33-16,5-3 3 0,7-4 3 0,7 0 14 16,19-11-1-16,1-3 6 0,-1 0-5 0,0 1-1 15,-1-3-4-15,1 1-12 0,-4 4 2 16,-16 7-17-16,0 1-8 0,-2 0-4 0,-4 3-9 16,-6 3 1-16,-4 3-5 0,-10 3-2 0,-12 6-2 15,-6 1-2-15,-6 4-6 0,-4 1 10 0,-5 3 15 16,0 1 11-16,-3 0 13 0,-11 5-4 0,14-7-6 15,-14 7-7-15,0 0-15 0,0 0-25 16,0 0-24-16,0 0-16 0,-17 3-15 0,0 1-20 16,-3 3-10-16,-4 0-53 0,-2 0 24 0,-3 2-52 15,-2-1 29-15,0-3-59 0,4 2 52 0,1-3-34 16,-4-2 80-16,3-1-28 0,-1 1 69 0,-1-4-26 16,0 2 66-16,0-2-31 0,2 1 70 15,2-2-29-15,0 2 71 0,5-1-33 0,2 0 78 16,-1-1-36-16,19 3 61 0,-26-2-34 0,26 2 39 15,-19-2-44-15,19 2 13 0,-18-1-46 0,18 1 7 16,0 0-31-16,-18-3 16 0,18 3-41 0,0 0 32 16,0 0-32-16,0 0 32 0,0 0-14 0,0 0 31 15,27 0 0-15,-8 0-3 0,7 0 0 16,5 1-8-16,-2-1 2 0,3 2-3 0,0-1-7 16,-1 0-8-16,-3 0-9 0,-1 1-2 0,-3 3-5 15,-1-3-4-15,-5 3-2 0,-3 0-6 0,2 3 2 16,-8 4-2-16,1 0 1 0,-6 6-24 15,-4 2-63-15,-7 10-65 0,-5 2-92 0,-5 5-110 16,-9 8-134-16,-8-1-113 0,2 1-306 0,-1-3-544 16</inkml:trace>
  <inkml:trace contextRef="#ctx0" brushRef="#br0" timeOffset="162504.98">12732 5856 126 0,'-30'3'334'0,"14"-1"-85"0,-2 0-33 15,1 1-30-15,-1-2-29 0,1 0-12 16,-2 1-20-16,0-2-17 0,3 1 1 0,16-1-16 16,-34 0 18-16,15 0-22 0,2-1 22 0,17 1-38 15,-36-2 19-15,19 2-34 0,-2-1 27 0,1 1-41 16,-3-1 31-16,0 0-51 0,-4 2 34 0,-1-2-40 15,0 2 34-15,-2-1-36 0,-1 1 35 0,3 0-41 16,-5 2 26-16,2 0-30 0,-2-2 30 0,-4 2-38 16,6 1 32-16,-4-1-26 0,2 2 34 0,1-3-5 15,-1 3-32-15,2-1 31 0,1-1-32 16,0 3 27-16,-1-1-30 0,2-2 25 0,1 3-30 16,-2-2 30-16,2 2-31 0,0 0 24 15,-2-1-26-15,-3 2 29 0,5 0-38 0,-4 1 33 16,-1 0-22-16,2 1-16 0,-2-2 22 0,0 2 26 15,7-3-28-15,-7 3 25 0,2-2-2 0,2-1-8 16,1 2-1-16,1-2 2 0,-1 2-2 0,1-1-40 16,0 1 45-16,1 1 1 0,0-4-1 0,1 4-8 15,1-1 6-15,0 0-2 0,0 1 44 0,-1 0-55 16,4 0 45-16,-1 0-53 0,2 0 44 0,-3 1-50 16,2-2 45-16,1 1-49 0,-1 2 53 0,0-1-56 15,1 2 37-15,-1-1-37 0,1 3 45 0,0-3-43 16,-1 3 47-16,2 1-54 0,-2-2 11 0,0 4-8 15,0 0 15-15,-3 3 1 0,6-2 2 16,-3 1 0-16,1 3-18 0,0-4 24 0,1 4-1 16,1-2 1-16,0 2-3 0,1 0 2 0,3 1 3 15,-4 1 5-15,7-3 0 0,-3 6-6 0,3-6 8 16,0 1 8-16,2 3 7 0,0 0 3 16,2 0-2-16,-1 1 8 0,3 1-1 0,0 2 4 15,2-3 43-15,-1 2-52 0,4 1 47 0,0-1-44 16,1 5 40-16,2 0-44 0,1 0 44 0,4 0-46 15,0 1 1-15,0 0 4 0,2-1-44 0,1 1 10 16,3-1 10-16,-2 0 5 0,2 0 7 0,1-2 4 16,1-1 7-16,0 0-5 0,1-1 5 0,1-1 7 15,0-2 0-15,1-1 0 0,0-1-2 16,-1-1 37-16,2-2-42 0,1 2 37 0,-1-4-35 16,2 0 34-16,0 1-3 0,3-1-2 0,-1-2-4 15,2-1-3-15,-1-1-3 0,2 0-3 0,1-3-5 16,1 2-4-16,2-1-2 0,1-2-14 0,-1 0 14 15,2-2-8-15,-1 0 1 0,1-2 28 0,0 1-29 16,0-2 22-16,1-2-34 0,1 1 35 0,0-4-30 16,-5 0 23-16,2-1-20 0,3-1 17 0,0-1-21 15,2-1 21-15,0-1-22 0,-2-1 17 0,1-1-17 16,2 0 1-16,0-3 4 0,-1-1-3 0,3-1 1 16,1-2 5-16,8-2-2 0,-3-2 2 15,5-2-3-15,-3-1 13 0,0 1-29 0,-2-1 20 16,0 0-25-16,-3-1 2 0,2 0-1 0,-3-1-1 15,-5 4 3-15,3-5 1 0,-6 4-1 0,7-4 2 16,-2 0 24-16,-8 1-18 0,1 1 26 16,0 0-22-16,6-5 2 0,-8 2 0 0,1 2 1 15,4-6-4-15,-5 5 1 0,-2-1-3 0,2-1 0 16,-4 1-6-16,1-1 5 0,0 0-6 0,0 0 0 16,-3-1-2-16,3 0-1 0,-4 0 0 0,0-2-2 15,1 0 1-15,-1 1 21 0,-2 1-26 0,-1 0 20 16,-2-2-22-16,2 3 23 0,-4-1-20 0,1 1 37 15,-1 0-17-15,-3-2 37 0,1 2-21 16,0-1 6-16,0 0 26 0,-1-3-28 0,-1 2 7 16,-2-2-4-16,0-1-3 0,1-1-8 0,0-1-4 15,-2 1-7-15,1-1-8 0,-3 0 11 0,2 2 1 16,-2 1 2-16,-1 1 1 0,-2 6-7 0,2-1-3 16,-4 2-3-16,1-1-5 0,-1 5-3 0,-3 0 21 15,1 0-33-15,0 0 17 0,-4-1-51 0,1 2 21 16,-1-1-38-16,-4-5 17 0,0 4-28 0,-4-4 15 15,0 2-30-15,-3-4 22 0,-5 2-27 0,0 0 20 16,0-2-5-16,-2 2-2 0,-3 1-3 0,1 0 0 16,-1 1 1-16,-1 0 1 0,-1 1 1 0,1 3-17 15,-4 1 16-15,0 1 0 0,-3 0 11 16,-1 5-4-16,-1 0 1 0,-6 1-2 0,0 2 5 16,0 4 3-16,-4-1 3 0,2 1 1 0,-1 5-3 15,0-1 5-15,1 1 3 0,-2 2 3 16,1 2 1-16,3-2-4 0,-2 6 2 0,0-2-3 15,1 2 3-15,0 3 1 0,0-2 3 0,-1 3 3 16,2 1 2-16,-7 5 4 0,9-2-4 0,-7 2 5 16,9 0-16-16,-6 2-56 0,8-2-55 0,1 3-49 15,0-1-63-15,-6 5-55 0,7-5-120 16,4 1-285-16,0-2-260 0</inkml:trace>
  <inkml:trace contextRef="#ctx0" brushRef="#br0" timeOffset="164971.98">19871 9691 213 0,'0'0'337'0,"-18"-1"-52"16,18 1-53-16,0 0-28 0,0 0-9 0,-18-4-41 15,18 4 18-15,0 0-40 0,0 0 11 16,-14-4-22-16,14 4 1 0,0 0-11 0,0 0-9 15,0 0-10-15,-13-5-15 0,13 5-18 0,0 0 3 16,0 0-17-16,0 0 2 0,0 0-11 0,0 0-4 16,0 0-6-16,-10-5-3 0,10 5-2 0,0 0-13 15,0 0 5-15,0 0-10 0,0 0 6 0,1-11 4 16,-1 11-6-16,0 0-3 0,0 0 2 16,0 0 2-16,4-9-4 0,-4 9 12 0,0 0-7 15,0 0 21-15,0 0 3 0,0 0 3 0,0 0-2 16,0 0-2-16,0 0-8 0,0 0-12 0,0-10-16 15,0 10-16-15,0 0-3 0,0 0-7 16,0 0-2-16,-10-3 0 0,10 3 2 0,0 0 1 16,-14-4-6-16,14 4 11 0,0 0 3 0,0 0 7 15,-22-2-7-15,22 2-5 0,0 0 6 0,-23 2 5 16,23-2 1-16,-19 2-6 0,19-2 14 0,-18 4-6 16,18-4 9-16,-24 5-1 0,24-5 3 15,-25 9 1-15,9-6 0 0,3 3 0 0,0-3-19 16,-2 4 23-16,1-3 9 0,0 1 8 0,1 2 4 15,0-4-49-15,2 4 68 0,-1-2 3 16,12-5-4-16,-19 9 5 0,19-9-1 0,-14 4-3 0,14-4 10 16,-13 7-2-16,13-7-3 0,0 0-5 0,-14 6-2 15,14-6-9-15,0 0 0 0,0 0-2 16,-14 5-6-16,14-5-1 0,0 0-5 0,0 0-1 16,0 0-3-16,-10 6-1 0,10-6-8 0,0 0 6 15,0 0-2-15,0 0-1 0,0 0-6 0,0 0 5 16,0 0-2-16,0 0-1 0,0 0-1 15,-13 4-4-15,13-4 3 0,0 0-14 0,0 0 16 16,0 0-3-16,0 0 7 0,0 0 28 0,0 0 18 16,0 0 9-16,20-4 8 0,-20 4 14 0,27-6-3 15,-7 0-2-15,2-2-6 0,8-3-9 0,3 0-3 16,3-4 15-16,2-2 5 0,11-2-21 0,1-4-7 16,2-1-17-16,2-1 4 0,1-1 2 0,1 0-7 15,2-2-2-15,-1-2-6 0,1 3-2 16,-1-3-2-16,1 2-5 0,-1-2 2 0,1 3-13 15,1-2 12-15,-2 0-5 0,1 2-1 0,-2-2-2 16,-1 1-4-16,0 2 2 0,0-1 6 16,0 0-10-16,-5 1-16 0,1 1 17 0,-1 0-8 15,-4 3 8-15,1-1-8 0,-2-1 7 0,0 5-6 16,-8-1 9-16,0 3-11 0,0-2 8 0,0 3-9 16,3 0 7-16,-3 0-8 0,0-1 5 0,2 2-5 15,-1 1-4-15,-2-1 5 0,-2-1 1 0,2 3-1 16,-1-1-3-16,-2 0 6 0,0 3 0 0,-1-3 0 15,1-1 0-15,0 4-3 0,1-3 4 16,-4 2 10-16,2-2-12 0,2 2-10 0,-1-2 26 16,-1 0-24-16,3 2 15 0,-1-4-7 0,-1 3 7 15,1 0-5-15,-1-2 7 0,0 1-2 16,1 2 0-16,-3-2 7 0,2 2-9 0,-2-1 0 16,1-2-1-16,-1 3-4 0,-2-2 6 0,2 2 6 15,-2-1 6-15,-2 1 1 0,0-2-4 0,1 1 6 16,-1-1-4-16,0 3-5 0,0-3-2 0,-2 1-5 15,0 0 1-15,0-2-2 0,0 3-1 0,-5-1 1 16,1 3-1-16,4-4-18 0,-4 3 26 0,0 0-23 16,0 0 21-16,-2 1-21 0,3-1 17 0,-3-1-18 15,0 2 19-15,0 1-16 0,0 0 18 16,1-1-17-16,-4-1 25 0,5 3-28 0,-5-1 24 16,2 0-28-16,0 0 26 0,0 1-19 0,1-1 19 15,-2 0-20-15,-1 2 30 0,1-2-33 16,1 0 21-16,-5 3-16 0,6-3 16 0,-5 3-25 15,4-1 26-15,-3 0-21 0,-2 0 5 0,1-1 2 16,2 2 1-16,-2 0 6 0,1 0-5 0,-1-1 4 16,1 0 1-16,0 0-13 0,2-1 6 0,0 0 6 15,-3 2 0-15,5-1-1 0,-3-1 1 16,-1 0 0-16,-1 1-2 0,0 1 2 0,0-2 3 0,0 2-6 16,2 0-4-16,-4-2 1 0,4 2 4 0,-5 1 4 15,3-1-3-15,-5 1 5 0,-9 5-3 16,21-10-1-16,-21 10 3 0,15-8 4 0,-15 8 2 15,15-6-7-15,-15 6 0 0,12-6 7 0,-12 6-1 16,10-5-2-16,-10 5-4 0,0 0 4 16,13-7-1-16,-13 7 0 0,0 0 3 0,0 0-6 15,10-4-5-15,-10 4 5 0,0 0 3 0,0 0-2 16,0 0-3-16,12-7-3 0,-12 7 4 0,0 0-1 16,0 0 0-16,0 0 7 0,0 0-8 0,0 0-3 15,10-6 4-15,-10 6-5 0,0 0 1 0,0 0-2 16,0 0 0-16,5-8-9 0,-5 8-18 0,0 0-8 15,0 0-7-15,-1-10 6 0,1 10-3 16,-7-8 4-16,7 8 1 0,-11-10 15 0,11 10-6 16,-18-10 10-16,5 5 5 0,-1-2-2 0,-1 4 5 15,-1-2 0-15,0 2 4 0,0-2 2 0,0 3 2 16,-1-1 6-16,-1 2 7 0,18 1 11 16,-29-4 1-16,29 4-7 0,-28-1 24 0,28 1-11 15,-24-1 30-15,24 1-1 0,-19 0-2 0,19 0-8 16,0 0-9-16,-20-1-9 0,20 1-1 0,0 0-9 15,0 0-10-15,-21 0-8 0,21 0-18 0,0 0-14 16,0 0-13-16,0 0-6 0,0 0 27 0,0 0-7 16,0 0 13-16,0 0-3 0,3 8 9 0,-3-8-2 15,18 7 7-15,-18-7-6 0,28 8 10 16,-14-4-3-16,2 2 13 0,0-2-16 0,-2 2 9 16,1-1-8-16,0 1 2 0,-2-1 5 0,-1 2-5 15,-1-2 1-15,0 1 0 0,-3 1 2 16,-1 0 10-16,0 2-9 0,-2 0 11 0,0 3 29 15,-4 1-35-15,-2 4-4 0,-5 5-16 0,-6 5-45 16,-2 1-102-16,-8 3-112 0,-6 8-126 0,-8-3-201 16,-6 3-437-16,-1-3-791 0</inkml:trace>
  <inkml:trace contextRef="#ctx0" brushRef="#br0" timeOffset="166389.98">19587 9733 213 0,'0'0'565'0,"-12"4"-161"16,12-4-90-16,0 0-84 0,-12 5-50 15,12-5-33-15,0 0-45 0,0 0-9 0,-12 5-20 16,12-5-12-16,0 0-11 0,0 0-6 0,0 0-10 16,0 0-8-16,-13 4-15 0,13-4-21 0,0 0 35 15,0 0-33-15,0 0 34 0,0 0 3 16,0 0 6-16,21-1-27 0,-11-5 43 0,7 3 18 15,4-5-12-15,9-3 29 0,0-3-4 0,5-2 10 16,10-5-2-16,5-1-11 0,-3-3-8 0,5-2-7 16,2-2 42-16,1 1-51 0,0-4 38 0,3 1-60 15,-2 0 45-15,4-1-59 0,0-2 1 16,2 0 0-16,0-1-14 0,2 0 13 0,1 1-11 16,2-2 7-16,-2 1-8 0,3-1 7 0,-2 1-2 15,1 2 0-15,-1-2 1 0,0 0-5 0,-1 3 10 16,1-1-2-16,-2 1 1 0,0 1-1 0,-1 4-3 15,1 0-1-15,-1-1 40 0,-3 1-49 16,-4 0 25-16,0 2-31 0,-1 0 6 0,0 2 1 16,-1 0 0-16,-3 1-1 0,2-1 0 0,-2 1 1 15,0 2 1-15,0-3-4 0,0 3-2 0,-3-1-3 16,3 1 8-16,0-1-6 0,-2 1 8 0,-1 0-9 16,-1-2 6-16,1 3-7 0,-10 2 27 15,-1 0-28-15,1 1 3 0,1-1-2 0,-5 0 4 16,2 1 1-16,0-1 2 0,-3 1-1 0,2 1 2 15,-2-1 5-15,0 1-4 0,-2 0-2 0,1 0 2 16,-3 0 15-16,2 0-19 0,0 0-1 0,-2 0 2 16,-1 0 0-16,3 0 2 0,-3 0-6 15,0 1 6-15,2 0-1 0,-1-1 4 0,-1 1-4 16,0 1 41-16,-1 0-50 0,0-1 42 0,-1 3-47 16,-6 0 35-16,3 1-36 0,-2-1 43 0,-2 2-45 15,0 0 40-15,-2 0-41 0,-1 1 48 0,-1 0-48 16,-3 2 44-16,-2 1-46 0,3-1 43 15,-4 1-44-15,-9 5 44 0,19-10-41 0,-19 10 40 16,17-10-43-16,-17 10 38 0,19-9-38 0,-10 4 41 16,-9 5-42-16,17-9 4 0,-17 9 1 0,12-9 5 15,-12 9 2-15,13-6 1 0,-13 6 5 0,12-6 1 16,-12 6 0-16,0 0 0 0,11-6 2 0,-11 6-5 16,0 0 4-16,0 0-1 0,12-7 2 0,-12 7 1 15,0 0-5-15,0 0 5 0,0 0-2 16,10-6-1-16,-10 6 37 0,0 0-42 0,0 0 34 15,0 0-41-15,0 0 40 0,0 0-51 16,0 0 34-16,0 0-56 0,10-5 44 0,-10 5-51 16,0 0-7-16,0 0 10 0,0 0-63 0,0 0-5 15,2-10-6-15,-2 10 3 0,0 0 5 0,-6-12 12 16,6 12-9-16,-7-10 28 0,0 2 15 0,-1 1 19 16,0 0 14-16,-4 0 7 0,0-2 14 0,-1 3-30 15,-4-3 54-15,-1 2-21 0,-1 0 42 0,-3 1-18 16,2 4 47-16,-3-1-10 0,-2 1 26 15,4 2 6-15,-4 0 7 0,1 1-5 0,0 2 7 16,0-2-1-16,5 1-3 0,0 2-6 0,4-3-7 16,15-1-10-16,-26 4-9 0,26-4-14 15,-19 3-11-15,19-3-8 0,-14 2-5 0,14-2-3 16,0 0-5-16,-13 6 4 0,13-6 4 0,0 0 20 16,11 11 14-16,0-7 9 0,7 1-3 0,3 0 0 15,4-1 4-15,2 0 7 0,1-1-65 0,1-1 15 16,0 0 18-16,-1 1-19 0,-2-1 8 0,-1 1-16 15,-1 1 9-15,-5-2-16 0,-2 2 14 0,0-1-20 16,-3 4 23-16,-3 0-11 0,-1 4 20 0,-2 2 0 16,-5 5-2-16,-4 5-3 0,-9 8-16 0,-5 6-36 15,-8 9-24-15,-9 4-125 0,-7 2-105 16,-4 3-83-16,-6-1-150 0,-3 0-478 16,0-3-709-16</inkml:trace>
  <inkml:trace contextRef="#ctx0" brushRef="#br0" timeOffset="171525.39">13026 6422 913 0,'0'0'703'0,"0"0"-229"0,0 0-52 16,0 0-159-16,-9-5-17 0,9 5-96 0,0 0 10 16,0 0-77-16,0 0 24 0,0 0-66 0,0 0 35 15,0 0-58-15,7-8 39 0,8 1-56 0,5-2 58 16,9 0-49-16,11-5 59 0,11-4-47 0,7 0 45 15,6-4-4-15,5 2-12 0,9-4-47 0,3 2 47 16,27-7-48-16,0 2 47 0,3-2-48 16,3 2 38-16,0-3-45 0,3 3-3 0,5 0 4 15,2 2 2-15,-1 0-1 0,-1 0 2 0,0 1-1 16,-2 2 38-16,3 3-43 0,-4-1-2 0,-3 0 0 16,-21 6-4-16,-1-1-1 0,0 0 2 15,0 1 44-15,0 2-48 0,2-1 48 0,-2 1-55 16,1 2 9-16,-3-1 1 0,0 2 1 0,-1 1 6 15,-4 5 46-15,-3-3-49 0,-6 4 51 0,0 1-49 16,-6 3 49-16,-4 0-47 0,-2 4 4 0,-3 0 1 16,-4 2-2-16,-9-3 2 0,-4 6 1 0,1-2 4 15,-3-1 1-15,-2 1-4 0,0 0 1 0,-1 1 2 16,-2-2-1-16,-3 1-1 0,-1 0-1 0,-3 0 1 16,-5-3 0-16,-3 0-1 0,-2 0 2 0,0-1-1 15,-7 2-2-15,-1-4 35 0,-2 1-31 0,-12-4 48 16,19 5-31-16,-19-5 46 0,13 6-9 15,-13-6 23-15,0 0-23 0,10 6-6 0,-10-6-23 16,0 0 6-16,0 0-17 0,0 0 6 16,-22 3-12-16,22-3 2 0,-23 0-16 0,23 0 8 15,-28-2-21-15,28 2 8 0,-31-4-24 0,16 1-13 16,-3 1-7-16,2-3-6 0,0 0-2 0,-2-1-11 16,-1-1 8-16,1 1 2 0,0 0 11 0,1 0 13 15,-1-2 6-15,-1 2 7 0,4-1 3 0,-3 2 5 16,1-2 5-16,1 1 0 0,1 2 5 0,-1-2 4 15,2 1 5-15,-3 1 8 0,2 0 6 0,15 4 6 16,-26-4 17-16,26 4 34 0,-25-6-26 0,25 6 28 16,-19-2-13-16,19 2 1 0,-17-1-13 15,17 1-4-15,0 0 11 0,-19-4-33 0,19 4-14 16,0 0 7-16,0 0-13 0,-14-3-6 0,14 3-8 16,0 0 13-16,0 0-15 0,0 0 16 0,0 0-13 15,22 7 13-15,-6-6-11 0,7 2 9 0,3 2 8 16,2-2-10-16,5 2-16 0,4 2 14 15,-1-3-10-15,0 3 6 0,-3 0-13 0,-1 1 12 16,0-1-11-16,-1 2 18 0,-8-1-16 0,1 0 17 16,-5 1-18-16,2 0 17 0,-6 1-17 0,0 1 13 15,-3 3-23-15,-5 0 5 0,-3 0-56 0,-2 4 13 16,-6 3-84-16,-5 2-10 0,-5 5-106 0,-5 3 0 16,-6-2-101-16,-7 9-88 0,-3-2-427 15,-5 1-496-15</inkml:trace>
  <inkml:trace contextRef="#ctx0" brushRef="#br0" timeOffset="172859.38">19176 5131 382 0,'0'0'919'0,"-1"-14"-241"0,1 14-142 0,0 0-146 16,0-14-86-16,0 14-64 0,0 0-46 0,-1-10-42 16,1 10-28-16,0 0-30 0,0 0-17 15,0 0-13-15,-2-11-18 0,2 11-16 16,0 0-17-16,0 0-7 0,0 0 1 0,0 0-5 15,8 11 2-15,-3-1-2 0,0 3-5 0,2 0 0 16,-3 3-4-16,3 2-3 0,0 1 0 0,-2 0-3 16,0-3 37-16,-1 1-40 0,1-2 42 0,-3-1-55 15,1-2 42-15,1 0-47 0,-3 0 47 0,-1-12-45 16,4 16 50-16,-4-16-44 0,3 11 49 0,-3-11-44 16,1 10 57-16,-1-10-30 0,0 0 40 0,0 0-55 15,0 0 36-15,0 0-44 0,-9-10 3 0,5-4 2 16,-4-5 4-16,2-3 2 0,-2-8-4 15,2-4-1-15,-1-3-3 0,3-2 10 0,0 0 1 16,1-1 1-16,3 3 3 0,3 1 2 0,-1 8 1 16,1 2-1-16,3 2 36 0,0 3-46 15,1 1 39-15,-1 2-53 0,4 3 48 0,-1 4-47 16,3 1 44-16,1 3-44 0,1 0 40 0,2 3-37 16,-16 4 39-16,35 3-45 0,-13 1 45 0,0 2-44 15,0 3 4-15,4 5 0 0,0 0 3 0,-6 4 7 16,2 2-1-16,-1 4 1 0,-2 1 2 0,-2 0 2 15,-2 3-31-15,-2 1-21 0,-2 1-27 0,-2 1-30 16,1 1-43-16,-6-1-37 0,1 0-31 0,-3-3-70 16,1-2-32-16,-4-2-472 0,-1-5-341 15</inkml:trace>
  <inkml:trace contextRef="#ctx0" brushRef="#br0" timeOffset="173626.38">19414 5246 585 0,'0'0'699'0,"-18"-11"-189"0,8 5-110 0,10 6-78 16,-14-8-79-16,14 8-50 0,-13-8-32 0,13 8-30 16,-11-4-29-16,11 4-21 0,0 0-8 0,-11-8-23 15,11 8-16-15,0 0-9 0,0 0-11 0,4-14-4 16,-4 14-17-16,19-12-28 0,-6 3-23 0,5 0-18 16,1-1-10-16,2-1-7 0,6 0-7 15,-1-2 14-15,1 1 4 0,-1-1 6 0,0 1-14 16,-3 0 34-16,-3 1-9 0,-2 1 33 0,1 2-24 15,-3-1 43-15,-5 1-13 0,-2 2 53 0,-9 6 26 16,15-9-4-16,-15 9 69 0,13-6 20 0,-13 6 9 16,0 0 0-16,13-6-10 0,-13 6-10 15,0 0-16-15,0 0-19 0,10-5-17 0,-10 5-18 16,0 0-16-16,0 0-18 0,0 0-14 0,0 0-3 16,0 0-5-16,12 10 5 0,-12-10-2 0,2 22-3 15,1-10 1-15,-2 5-2 0,3 0-3 0,1 4-8 16,0-3-11-16,0 1-11 0,3 1-8 15,0-4-6-15,0 1-8 0,0-5-3 0,0-1 3 16,1 1 1-16,0-5 2 0,-2-2 2 0,-7-5 16 16,18 7 6-16,-18-7 4 0,0 0 8 0,27-2 3 15,-15-4 2-15,-2-2 2 0,-1-2 5 0,0-1 6 16,-1-3 20-16,-1-2 10 0,-2 1-9 0,0-2 20 16,-2 1 10-16,1 0 8 0,-3 1-1 15,0 1 4-15,1 3 6 0,-1 1 1 0,-1 10-3 16,0-15-9-16,0 15-13 0,1-12-14 0,-1 12-24 15,0 0-11-15,2-10-2 0,-2 10-2 0,0 0 5 16,3 7-4-16,-3-7 5 0,4 19 2 0,-1-6-2 16,1-1 0-16,1 2 0 0,0 1 0 15,0-2-3-15,0 1-8 0,3-3-9 0,-2 2-12 16,2-4 5-16,-3-2 1 0,3 1 0 0,-8-8 3 16,16 9 6-16,-16-9 4 0,17 1 2 0,-17-1 3 15,23-12 1-15,-9 0 1 0,-1-3-3 0,-2-4 5 16,2-6 3-16,-1-2 0 0,-2-3-4 0,-3-3 1 15,-1-2 4-15,-5 0 0 0,0-4 2 0,-2 1 42 16,-3 0-48-16,0 1 5 0,-2 3 11 16,-1 4 29-16,2 6 22 0,0 4 15 0,3 4 12 15,-2 3-6-15,1 4-14 0,2-1-17 0,1 10-19 16,-6-14-11-16,6 14-6 0,0 0-10 0,0 0 4 16,0 0 21-16,-12 11-27 0,9 2 31 15,2 3-37-15,0 2-3 31,1 7-3-31,1 3-13 16,0 1-32-16,2 6-12 16,1 4-37-16,-3-2-13 15,3 3-32-15,0-1-46 0,2-1-14 0,-2 0-47 0,-1-2-45 0,-1-2-73 16,1-8-402-16,-2-2-300 0</inkml:trace>
  <inkml:trace contextRef="#ctx0" brushRef="#br0" timeOffset="174110.38">20118 5165 231 0,'0'0'734'0,"0"0"-169"0,-4-9-136 0,4 9-78 0,0 0-74 15,0 0-77-15,-7-7-33 0,7 7-23 0,0 0-10 16,0 0-18-16,-3-9-22 0,3 9-33 0,0 0-49 16,1-13-46-16,-1 13-30 0,5-15-32 0,0 3-5 15,3-1-9-15,3-3-25 0,1-2-29 0,0 1-29 16,0-2-7-16,4-3-11 0,-1 1 42 0,-4 0-6 16,2 3 66-16,-3-1 16 0,1 2 61 0,-3-2 23 15,0 2 68-15,-3 4 30 0,-1 0 29 16,0 1 4-16,-1 0 28 0,-2 2 58 0,-1 10-42 15,5-17 39-15,-5 17-43 0,0-12 53 0,0 12-57 16,1-13 33-16,-1 13-73 0,0 0 14 0,0-11-61 16,0 11 26-16,0 0-73 0,0 0 30 15,0 0-53-15,0 0 43 0,0 0-53 0,0 0 48 16,5 17-52-16,-2 0 3 0,-1 6-4 0,1 2 9 16,1 8 0-16,0 1 3 0,0 2-1 0,-1-3-1 15,1 2 3-15,1-2-3 0,-2-6-4 0,2-2-1 16,-1 0-7-16,1-3-7 0,0-3 2 0,-1-2 44 15,-2-4-59-15,1-4-1 0,0 0 1 0,-3-9 10 16,5 14 6-16,-5-14 6 0,0 0 2 16,0 0 2-16,0 0 0 0,20-9 3 0,-15-3 3 15,3-4-1-15,2-2-3 0,-2-1 7 0,0 1-2 16,-2-3 2-16,4 4 0 0,-5 2 0 0,0 3-3 16,1 2 3-16,-4-1 1 0,-2 11-1 15,8-13-5-15,-8 13-5 0,6-13 7 0,-6 13 0 16,0 0 4-16,0 0 1 0,13-2 0 0,-13 2 1 15,9 8-6-15,-9-8 8 0,7 18-6 0,-4-8-11 16,1 3-44-16,-2-2-41 0,1 1-34 0,-2-1-29 16,2 3-62-16,-2-4-43 0,2-1-79 0,-3-9-59 15,5 12-161-15,-5-12-83 0</inkml:trace>
  <inkml:trace contextRef="#ctx0" brushRef="#br0" timeOffset="174777.39">20587 5021 297 0,'5'-10'581'0,"-5"10"-114"0,4-12-108 15,-4 12-63-15,1-12-65 0,-1 12-35 0,0 0-41 16,3-11-50-16,-3 11-18 0,0 0-12 0,0 0-13 16,0 0-43-16,8 8 29 0,-8-8-37 0,3 15 26 15,0-5-36-15,1-1-12 0,-1 2 46 0,0 2-4 16,1-3-14-16,1 1 7 0,-1 1-3 0,0-3-3 16,1-1 2-16,-5-8-1 0,10 14-3 0,-10-14 4 15,8 10 9-15,-8-10 4 0,0 0-5 0,10 5-13 16,-10-5 6-16,0 0-8 0,14-10-2 0,-14 10-1 15,9-16-29-15,-5 6 29 0,-3-3 0 16,1 0-2-16,-2-1-3 0,-2-2-7 0,1 3 7 16,1-1 1-16,-3 3 3 0,2 1 8 15,1 10 5-15,-5-15-4 0,5 15-5 0,-3-10-8 16,3 10 1-16,0 0 0 0,0 0-1 0,-14 9-7 16,8 1 0-16,1 2 6 0,0 3-2 0,-3 4 0 15,4-3 0-15,0 0-2 0,2 1-4 0,-1-1 0 16,2-2-13-16,1-1-33 0,1-1-11 0,-1-12-7 15,3 17-8-15,-3-17 4 0,10 14-7 0,-10-14-5 16,12 5-25-16,-12-5-34 0,15-2-9 0,-5-6-7 16,0-1-16-16,6-1 52 0,-5-2 28 0,2-2 39 15,-2 0 34-15,1-1 20 0,-3 4 34 16,1-2 24-16,-2 2-1 0,-2 3 46 0,-1 0-27 16,-5 8 41-16,11-11-46 0,-11 11 41 15,5-8-60-15,-5 8 30 0,0 0-52 0,0 0 39 16,0 0-36-16,0 0 24 0,13 6-48 0,-13-6 32 15,3 14-28-15,-3-14 25 0,4 18-38 0,-4-18 32 16,3 18-36-16,-2-7 30 0,-1-11-11 0,3 17 5 16,-3-17-12-16,2 15 5 0,-2-15-12 0,4 11-5 15,-4-11-9-15,3 9-2 0,-3-9 9 0,0 0-22 16,0 0 4-16,0 0 5 0,15-1-39 0,-15 1 51 16,9-13-31-16,-4 4 44 0,0-1-38 15,-1 1 32-15,1-1-22 0,1-2 41 0,-1 3-34 16,-5 9 47-16,7-13-41 0,-7 13 42 15,5-12-45-15,-5 12 44 0,5-8-48 0,-5 8 48 16,0 0-44-16,0 0 41 0,12-7-33 0,-12 7 43 16,0 0-32-16,7 7 32 0,-7-7-37 0,5 8 33 15,-5-8-40-15,6 12 34 0,-6-12-41 0,6 13 26 16,-6-13-20-16,2 14-35 0,-2-14-57 0,3 10-32 16,-3-10-60-16,4 9-103 0,-4-9-34 0,0 0-225 15,0 0-59-15</inkml:trace>
  <inkml:trace contextRef="#ctx0" brushRef="#br0" timeOffset="174977.39">21032 4703 773 0,'3'-16'581'0,"-2"4"-111"0,0 3-82 0,-1 9-59 16,3-17-88-16,-3 17-52 0,0-13-41 0,0 13-30 16,0 0-25-16,0 0-22 0,0 0 37 0,0 0-66 15,5 9 39-15,-5 3-66 0,4 5 47 0,-2 1-58 16,2 5 0-16,0 2-1 0,-1 2-7 0,-1 1-37 15,2 4-49-15,0 2-59 0,-2-2-25 0,1-3-63 16,0-1-80-16,-3-3-69 0,2-3-297 0,-1-4-210 16</inkml:trace>
  <inkml:trace contextRef="#ctx0" brushRef="#br0" timeOffset="175144.39">21087 4988 581 0,'0'0'579'0,"-4"-16"-125"0,4 16-102 16,-6-15-60-16,6 15-39 0,-6-15-48 0,6 15-26 15,-7-10-19-15,7 10-23 0,-4-8-23 0,4 8-29 16,0 0-17-16,-5-12-17 0,5 12-18 0,0 0-16 16,0 0-13-16,0 0-36 0,4-10-52 0,-4 10-54 15,0 0-31-15,14-3-53 0,-14 3-36 0,18-3-84 16,-18 3-15-16,18-5-210 0,-18 5-82 16</inkml:trace>
  <inkml:trace contextRef="#ctx0" brushRef="#br0" timeOffset="175495.38">21202 4852 99 0,'0'0'568'15,"0"0"-84"-15,0 0-73 0,13-3-88 0,-13 3-52 0,0 0-33 16,0 0-40-16,0 0-47 0,0 0-24 0,0 0-26 16,0 0-17-16,0 0-15 0,13 8-12 0,-13-8-12 15,2 11-11-15,-2-11-10 0,3 18 1 0,-2-5-5 16,3-1-2-16,-3 2-4 0,2-2-2 0,-2 4-7 16,3-2 4-16,-3-3-5 0,2 3-1 0,1-4 0 15,-2 1-9-15,2 0-27 0,1-4 33 0,-5-7-15 16,8 12-2-16,-8-12 3 0,9 8-2 15,-9-8 6-15,0 0-9 0,0 0 2 0,20-5-3 16,-20 5 11-16,12-14 2 0,-6 2 1 0,2 1 3 16,-3-5 0-16,0 0 1 0,-1 0-1 15,0 0 2-15,-2-1 0 0,1 1 11 0,-2 4 23 16,2-1 7-16,-3 13 22 0,1-17 11 0,-1 17-7 16,0-11-10-16,0 11-12 0,0 0-16 0,0 0 3 15,0 0-5-15,-10 3-7 0,3 9-7 0,1-1-3 16,-4 6 5-16,2 1-7 0,0-1-1 0,2 3-2 15,1-2 0-15,-1-1-7 0,0-2 2 0,4-1-13 16,-1-1-42-16,2-4-47 0,1-9-10 0,0 17-22 16,0-17-5-16,3 11-38 0,-3-11-32 15,0 0-58-15,0 0-35 0,20-1-27 0,-11-6-215 16,0-2-49-16</inkml:trace>
  <inkml:trace contextRef="#ctx0" brushRef="#br0" timeOffset="175811.39">21429 4937 115 0,'10'-10'499'0,"-4"3"-117"16,3 0-45-16,-9 7-100 0,9-7-5 0,-9 7-42 15,0 0-9-15,0 0-69 0,16 3 34 0,-16-3-49 16,5 9 12-16,-5-9-47 0,2 17 25 0,-2-7-49 16,0 2 28-16,0-1-48 0,-1 3 23 0,0-1-31 15,-1-1 22-15,0 1-34 0,2-1 31 0,-1-2-6 16,1-10-11-16,0 17-15 0,0-17-62 16,0 12 27-16,0-12-34 0,0 0 34 0,1 13-30 15,-1-13 19-15,0 0-24 0,0 0 0 0,15-9-23 16,-10 1 6-16,2-2 20 0,-1-2-2 15,2-1 21-15,-2-1 7 0,3-2 26 0,0 4 7 16,-1-2 19-16,-2 4 10 0,1-1-8 0,-1 2 25 16,-6 9-13-16,9-12 12 0,-9 12-12 0,6-10 34 15,-6 10-29-15,0 0 33 0,12-6-36 0,-12 6 20 16,0 0-28-16,0 0 29 0,11 10-44 0,-11-10 35 16,4 14-42-16,0-5 12 0,-4-9-50 15,5 16-39-15,-5-16-55 0,4 17-58 0,-4-17-44 16,6 13-40-16,-6-13-191 0,9 10 89 0</inkml:trace>
  <inkml:trace contextRef="#ctx0" brushRef="#br0" timeOffset="176211.39">21815 4763 158 0,'6'-21'643'0,"-1"5"-150"0,-2 2-159 16,-1 3-68-16,2 1-45 0,-4 10-51 0,4-16-24 15,-4 16-27-15,4-12-32 0,-4 12 3 0,0 0-11 16,0 0 36-16,0 0-59 0,18 3 36 15,-18-3-63-15,9 14-4 0,-4-3-9 0,0 1 1 16,0 3-10-16,-1 1 7 0,0 1-6 0,-2 3-8 16,1-3 0-16,-2 1-16 0,2 0-6 0,-3-2 3 15,1-3-38-15,-1 1 51 0,0-3-5 0,-1-1-37 16,1-10 56-16,0 17-37 0,0-17 43 0,0 12-38 16,0-12 36-16,0 0-38 0,0 0 29 15,0 0 6-15,0 0-4 0,0 0-4 0,0 0-3 16,0-16-7-16,5 7-2 0,-1-2-2 0,3-2 3 15,0 1 4-15,-1 1-9 0,-1 1 10 0,3 2-1 16,-2 1 6-16,-6 7 0 0,12-10 2 0,-12 10 3 16,0 0 5-16,16-3 11 0,-16 3 2 15,0 0 1-15,16 6 1 0,-16-6 8 0,9 12-6 16,-9-12-2-16,7 17-10 0,-3-7-1 0,-1 1-3 16,0 1 1-16,-2-1-11 0,0 0 7 0,-1-1-12 15,0-10-6-15,0 19-25 0,0-19-29 0,0 15-25 16,0-15-45-16,0 0-40 0,0 11-55 15,0-11-32-15,0 0 65 0,0 0-33 0,0 0-19 16,1-15-194-16,2 4 145 0</inkml:trace>
  <inkml:trace contextRef="#ctx0" brushRef="#br0" timeOffset="176328.39">22036 4786 834 0,'0'-27'251'0,"1"2"28"0,-1 1-14 0,0 6-22 16,0 3-16-16,0 4-23 0,0 0-37 16,0 11-42-16,-1-17-28 0,1 17-26 0,-2-10-24 15,2 10-2-15,0 0-8 0,0 0 33 0,0 0-73 16,-5 9 11-16,5-9-68 0,0 16-32 0,0-6-76 15,1 4-58-15,0 0-89 0,-1 0-11 0,5 2-193 16,-2 0 4-16</inkml:trace>
  <inkml:trace contextRef="#ctx0" brushRef="#br0" timeOffset="176628.4">22255 4843 302 0,'13'-5'367'0,"-2"-1"-93"0,3-1-26 15,-3-3-1-15,0 0-43 0,-3 1 3 0,-2 0-12 16,2 2-1-16,-8 7 9 0,10-12 14 0,-10 12-13 15,5-8 37-15,-5 8-85 0,0 0 22 0,5-9-85 16,-5 9 24-16,0 0-66 0,0 0-10 0,-6 8-7 16,6-8-10-16,-13 16-3 0,8-7-6 0,0-1-2 15,1 2-3-15,-1 0-14 0,1-1-11 0,4-9-12 16,-5 17-19-16,5-17-28 0,0 13-9 0,0-13-1 16,5 10 2-16,-5-10 7 0,9 7 16 15,-9-7 4-15,0 0 18 0,18 3-6 0,-18-3 8 16,0 0 15-16,23-3-4 0,-23 3 12 0,15-2 2 15,-15 2 3-15,16-3 1 0,-16 3 2 16,0 0 0-16,20-2 1 0,-20 2-6 0,0 0 7 16,18 0-5-16,-18 0 4 0,0 0-34 0,18 2-36 15,-18-2-62-15,0 0-62 0,10 5-63 0,-10-5-78 16,0 0-234-16,0 0-96 0</inkml:trace>
  <inkml:trace contextRef="#ctx0" brushRef="#br0" timeOffset="176961.38">21939 5252 891 0,'-15'14'491'0,"-2"-2"-133"16,3 1-82-16,0-2-2 0,2-2-112 0,3 0 23 15,1-3-97-15,1 2-17 0,7-8-15 0,-8 8-7 16,8-8 45-16,0 0-60 0,7 8 46 0,-7-8-64 15,24-7-9-15,-2 0 0 0,7-4-12 0,6-5-15 16,1-3-4-16,10-5-16 0,0 0 8 0,1-2-44 16,-1-2 44-16,0 3-35 0,-3 0 53 15,0 3-34-15,-6 3 56 0,0 0-26 0,-1 3 41 16,-2 3-3-16,1-2-5 0,-3 2-2 16,-4 3-13-16,-6 3 10 0,-3 2-1 0,-4-1-5 15,-15 6 4-15,22-5-1 0,-22 5-38 0,0 0 46 16,19 2-41-16,-19-2 40 0,0 0-52 0,4 10 28 15,-4-10-51-15,-8 12-6 0,3-3-62 0,-3 1-107 16,-3 0-45-16,2-1-303 0,-4 3-116 0</inkml:trace>
  <inkml:trace contextRef="#ctx0" brushRef="#br0" timeOffset="178246.38">15531 7015 667 0,'0'0'444'15,"-19"-6"-41"-15,19 6-130 0,-18-9 20 0,18 9-89 16,-13-8 27-16,13 8-104 0,-12-8 16 0,12 8-75 16,-7-12-15-16,7 12-11 0,2-20-9 0,3 7-9 15,9-6-16-15,4-6 3 0,6-2 4 0,11-7-7 16,7-4-5-16,4-1 2 0,5-1 4 0,6-2 1 16,5 1 0-16,6 0 48 0,20-6-54 15,-2 4 46-15,-10 12-58 0,1 2 55 0,5 4-55 16,-2 3 53-16,1 3-59 0,1 3 53 0,1 5-55 15,-2 3 56-15,2 2-48 0,1 5 47 0,-1 6-50 16,2 1 53-16,-2 7-50 0,0 4 47 0,-1 6-52 16,-3 3 54-16,16 14-58 0,-7 4 61 0,-6 3-53 15,0 4 4-15,-6 3 5 0,-4 3 47 16,-13-8-59-16,9 13 57 0,-15-9-43 0,-3 2 63 16,1 3-45-16,-2 0 63 0,-6 1-58 0,0 1 45 15,-2-1-58-15,-4-1 47 0,-4-2-56 0,-1-2 50 16,-4-3-60-16,-1-2 54 0,-4-6-8 15,-5-9-9-15,0-3-7 0,-4-2-6 0,0-4 0 16,-5-5 5-16,0-4-13 0,-3-3 3 0,2-3-18 16,-3 0-7-16,-5-10-41 0,6 12-58 0,-6-12-57 15,0 0-53-15,0 0-113 0,0 0-46 0,0 0-94 16,-6-7-223-16,-1-1-227 0</inkml:trace>
  <inkml:trace contextRef="#ctx0" brushRef="#br0" timeOffset="178595.38">18215 7528 315 0,'0'0'902'15,"-20"0"-304"-15,20 0-81 0,0 0-169 0,-21 3-47 16,21-3-113-16,0 0 5 0,-17 5-81 0,17-5 25 16,-10 10-74-16,10-10 29 0,-4 15-61 0,4-15 39 15,0 16-59-15,4-6 43 0,5 2-61 0,1-3 47 16,5 0-49-16,5-1 37 0,0-2-73 0,4-4 27 15,2 0-75-15,3-4 33 0,5-3-68 16,-1-3 37-16,0-4-39 0,-2 0 36 0,0-3-32 16,-2-4 65-16,-4 2-19 0,0-3 49 0,-6-1-17 15,-1 0 57-15,-7 3-15 0,1-2 73 0,-6 0-24 16,1 1 83-16,-1 2-28 0,-5 3 81 0,0 1 8 16,-1 13-4-16,-1-19-22 0,1 19-25 15,-6-11-26-15,6 11-23 0,0 0-12 0,-17 0-22 16,7 9-10-16,-4 6-13 0,1 3-30 0,-2 8-82 15,-1 0 16-15,2 5-94 0,3-1-6 0,2 3-92 16,0-1-70-16,3 1-112 0,0 2-455 0,4-8-524 16</inkml:trace>
  <inkml:trace contextRef="#ctx0" brushRef="#br0" timeOffset="179362.38">18803 7207 821 0,'0'0'716'0,"-10"-8"-230"16,10 8-50-16,0 0-159 0,-9-9-27 0,9 9-90 16,0 0 2-16,0 0-79 0,0 0 23 15,0 0-58-15,0 0 37 0,10 26-59 0,4-1-6 16,4 6-3-16,1 3-8 0,4 9 3 15,2 0-2-15,0 5-11 0,2-5 6 0,-3 2 45 16,2 1-55-16,-1-5 42 0,-4-7-55 0,-2-1 40 16,1-3-14-16,-2 0-54 0,0-5 36 0,-2-1-48 15,-4-9 36-15,0 1-62 0,-6-5 63 0,1-1-39 16,0-1 60-16,-7-9-30 0,8 9 49 0,-8-9-54 16,0 0 55-16,0 0-52 0,-15-18 64 0,3 2-45 15,-6-9 61-15,-2-3-52 0,-7-15 3 0,-4-6 2 16,-2-6-2-16,0-5-3 0,-3-5 3 15,0-1 49-15,4 2-39 0,3 0 70 0,2 5 7 16,4 3-35-16,2 8 46 0,9 10-54 16,-1 6 29-16,4 0-48 0,1 9 35 0,3 2-54 15,4 4 35-15,1 2-46 0,1 1 41 0,4 3-50 16,4 1 2-16,3 2 4 0,3 1 1 0,4 6-4 16,3 1 3-16,5 2 3 0,9 5 43 0,-2 4-48 15,6 4 14-15,3 8-14 0,2 2 47 0,-1 3-33 16,-2 6-20-16,-1 4 50 0,-3 2-51 0,-2 5 46 15,0-1-58-15,-3 4 28 0,-4 1-79 0,-2 0 12 16,0-3-88-16,-7 0 11 0,-4-9-63 0,-2 1-21 16,-1-3-36-16,-6-1-36 0,1-4-39 15,-7-8-348-15,0-2-216 0</inkml:trace>
  <inkml:trace contextRef="#ctx0" brushRef="#br0" timeOffset="180496.39">19274 7670 92 0,'-23'-13'698'16,"2"1"-187"-16,2 0-100 0,0 0-64 0,2 1-53 15,-2 1-30-15,5 0-45 0,1 2-26 0,3 2-29 16,2 1-30-16,8 5-33 0,-14-9-17 0,14 9-21 16,-10-6-22-16,10 6-19 0,0 0-8 0,-4-10-4 15,4 10-3-15,9-14-14 0,3 6-8 0,3-6-14 16,5-3-19-16,5-1-17 0,-1-1-9 0,4-4 5 16,-1 2 3-16,-2-2 14 0,0 0 52 15,0-1-43-15,-3 2 52 0,1-1-44 16,-6 1 51-16,-3 4-56 0,-4 2 67 0,0 0-9 15,-2 5 88-15,-3 0-23 0,0 3 65 0,-5 8 6 16,7-14-9-16,-7 14-15 0,3-10-33 0,-3 10-12 16,0 0-22-16,7-11-21 0,-7 11-20 0,0 0-4 15,0 0 0-15,0 0-47 0,6 10 46 0,-6-10-50 16,4 21 46-16,0-5-39 0,1 3 42 0,-1 2-53 16,5 0 30-16,-2 1-58 0,1-2-1 0,2 1 0 15,2-2-1-15,-1-3 2 0,2-1 3 0,0-3-2 16,-3-2 13-16,3-2-2 0,-13-8 9 15,21 7 7-15,-21-7 1 0,20-1 13 0,-11-5 7 16,2-2 3-16,0-3 4 0,-2-3 2 16,-1-2 0-16,-1-3 14 0,-5 2 15 0,1-1 47 15,-3-3-50-15,-1-1 56 0,-2 3-41 0,2 1 63 16,0 5-38-16,-1 0 43 0,1 3-21 0,1 10-18 16,-3-15-31-16,3 15-63 0,0 0 49 0,0 0-46 15,0 0 50-15,0 0-48 0,7 16 48 0,-2 5-48 16,1-1 1-16,1 3 7 0,3 1 4 0,-1 3-6 15,3-2-15-15,-1-4-17 0,-2 0 10 0,5-4-2 16,-4-3-5-16,2-2-1 0,-1-4 10 0,-2-2 5 16,-9-6 6-16,18 0-3 0,-6-5 12 15,-2-5 0-15,3-5 4 0,-3-4 3 16,-4-4 3-16,2-9 1 0,-5-3 41 0,-3-1-49 16,-3-5 53-16,-5-1-50 0,-2-14 45 0,-6 0-51 15,-1-2 5-15,-5-1 0 0,2 0 5 0,-1 4 2 16,2 5 37-16,5 11 25 0,1 8 19 0,3 4-3 15,2 8-11-15,1 0-18 0,0 7-30 0,3 2-20 16,4 10 1-16,0 0 2 0,0 0-4 0,-2 10 8 16,3 6-3-16,3 6-1 0,1 8 3 0,4 4-7 15,0 1-19-15,1 3 30 0,3 2-70 0,-3 1 21 16,3 0-85-16,1 7 42 0,-2-7-39 0,-1-1 6 16,-2 0-6-16,0-4 6 0,0-1-4 15,0-5 16-15,-4-5-3 0,0-2 7 16,-1-6 24-16,0-4 4 0,-3 0 40 0,-1-13 26 15,4 15-5-15,-4-15 16 0,0 0 7 0,0 0 16 16,0 0-8-16,0 0 7 0,0 0-16 0,11-8 10 16,-7-2-5-16,0-2-1 0,1-1-2 0,2-2-12 15,0-5 8-15,1 1-19 0,-2-4-19 0,2 1-10 16,3-7-8-16,0 0-11 0,-4-2-29 0,2-2 21 16,-1 0-13-16,-3-2 24 0,0-1 22 0,-2-3-6 15,-4 0 29-15,-1-1 29 0,0 1 38 0,-2 0 27 16,-1 5 26-16,-1 0 25 15,-1 2 29-15,2 9-2 0,0 3 12 0,0 4-6 16,1 0 0-16,0 7-20 0,0-1-26 0,4 10-23 16,-5-17-21-16,5 17-19 0,0 0-7 0,0 0-10 15,0 0-11-15,0 0 2 0,-6 14-7 0,7 2-5 16,4 6-1-16,1 4-5 0,2 6-3 0,2 3 2 16,3 3-6-16,-1 0 5 0,2 1 0 0,0 3 39 15,0-4-49-15,1 2 40 0,-2-2-60 0,1-3 42 16,-3-3-55-16,2-3-1 0,-5-7 4 0,1-1-1 15,-1-4 0-15,-2-5 3 0,-2-2 12 0,-4-10 12 16,7 14 7-16,-7-14-7 16,0 0 50-16,0 0-53 0,11-8 40 0,-7-1-42 15,-2-2 52-15,3-3-48 0,-1-1 53 0,-1 0-46 16,0 1 50-16,0 1-55 0,1 4-1 0,-4 9 3 16,4-17-2-16,-4 17-13 0,4-14 8 0,-4 14 7 15,4-8 2-15,-4 8 1 0,0 0 44 0,0 0-57 16,0 0 46-16,21 6-49 0,-14 2 52 0,0 3-59 15,-2 4 59-15,3 2-54 0,-3 2 38 0,4 2-74 16,-3-1 8-16,2 0-78 0,0-1-38 0,-2-3-36 16,3-2-38-16,0-5-15 0,-9-9-30 0,17 10 41 15,-17-10-9-15,18-3 12 0,-7-2-147 16,2-6 205-16</inkml:trace>
  <inkml:trace contextRef="#ctx0" brushRef="#br0" timeOffset="181113.38">20412 6997 204 0,'1'-21'542'0,"0"4"-142"16,-1 1-64-16,-1 4-72 0,1 1-33 0,-3 1-38 15,3 10-33-15,-5-11-31 0,5 11-25 0,0 0-25 16,0 0-17-16,-17 2 27 0,10 8-58 0,-1 4 41 16,1 6-61-16,0 1 39 0,1 2-48 0,1 0 39 15,1 0-43-15,4 2 38 0,0-6-61 0,1 1 34 16,3-4-44-16,1-2 39 0,2-1-44 0,0-3 7 16,2-2 5-16,0-3 6 0,-9-5 7 15,19 2 39-15,-7-7-33 0,2-1 28 0,1-5-40 16,-2-2 45-16,4-3-42 0,-3 0 38 15,0-3-38-15,-4-1 38 0,1 1-38 0,-3 1 2 16,-1-3 5-16,-2 7-7 0,-3-1 9 0,2 3 20 16,-1 1-5-16,-3 11 6 0,5-15-7 0,-5 15-5 15,2-11-8-15,-2 11-3 0,3-9-26 0,-3 9 39 16,0 0-6-16,4-9 0 0,-4 9-10 0,0 0-18 16,0 0-7-16,0 0-12 0,11-6-9 0,-11 6 15 15,0 0-15-15,17-2 17 0,-17 2 3 0,13-4 16 16,-13 4-3-16,19-2 14 0,-19 2-6 15,19 0 10-15,-19 0 1 0,21 3 12 0,-21-3-10 16,20 4 16-16,-20-4 0 0,18 4 1 0,-18-4-2 16,17 7-5-16,-17-7 8 0,15 6 10 15,-15-6-15-15,13 8 2 0,-13-8-3 0,10 9 0 16,-10-9 0-16,9 8-11 0,-9-8 14 0,6 8-1 16,-6-8-7-16,7 7 1 0,-7-7 4 0,0 0 17 15,5 9 15-15,-5-9 60 0,0 0-45 0,0 0 18 16,0 0-47-16,0 0 52 0,0 0-57 0,0 0 3 15,1-12-7-15,-1 12-1 0,-1-19-2 16,1 5 2-16,0 0 5 0,0-1 6 0,2-1 11 16,0 2 18-16,-1 3 7 0,0 1 4 0,-1 10-9 15,3-16-12-15,-3 16-15 0,2-13-5 0,-2 13 7 16,0 0 0-16,11-9-3 0,-11 9 8 0,0 0-1 16,16 4-6-16,-16-4-1 0,19 10-3 15,-8-2-9-15,0 1 3 0,1-1-3 0,-2 2-5 16,3 3 48-16,-3 0-60 0,-1 0 49 0,0-2-56 15,-4 3 38-15,0-4-79 0,-1 1 29 0,-3-2-96 16,-1-9 14-16,0 19-65 0,0-19-45 0,-6 13-45 16,6-13-60-16,-14 7-49 0,14-7 55 15,-20-1-224-15,7-6-29 0</inkml:trace>
  <inkml:trace contextRef="#ctx0" brushRef="#br0" timeOffset="181246.38">20666 6496 460 0,'-2'-12'463'0,"2"12"-103"0,-4-17-90 15,4 17-70-15,-3-11-46 0,3 11-29 0,0 0-24 16,0 0-22-16,4-9-23 0,-4 9-5 0,0 0-10 16,14 10-39-16,-5-2-56 0,1 1-70 0,2 2-50 15,2 0-58-15,-2-1-286 0,4 0 4 16</inkml:trace>
  <inkml:trace contextRef="#ctx0" brushRef="#br0" timeOffset="181697.38">21001 6396 574 0,'0'0'637'0,"7"-9"-189"0,-7 9-45 16,0 0-129-16,5-9-11 0,-5 9-124 0,0 0 20 15,0 0-85-15,0 0-8 0,0 0-14 0,10 12-8 16,-7-2-10-16,-2 1-9 0,2 5-2 16,-2 2-10-16,3 4 3 0,-3 3-12 0,3 0 1 15,0 1-5-15,0 2-23 0,-1 0-25 0,1-2-23 16,0 0 1-16,-3-1-8 0,3-1 21 0,0-3 6 15,-3-3 7-15,2-4 15 0,-2 0 0 0,-1-14 12 16,1 19-11-16,-1-19 24 0,3 15 12 0,-3-15-3 16,0 0 4-16,0 13 4 0,0-13 13 0,0 0 6 15,0 0 7-15,0 0 4 0,0 0-7 0,0 0-3 16,-1-12-12-16,1 12 1 0,1-15-4 0,-1 15-6 16,3-20 2-16,-1 7-7 15,3-2-2-15,0-4-9 0,3-1 2 0,0-2-1 16,2 3 6-16,0-4 0 0,-1 4 0 0,5 1-3 15,-4-2 3-15,1 6-7 0,0-1 7 0,-2 3 8 16,-4 3-13-16,4 2 2 0,-9 7 16 0,10-10 12 16,-10 10 13-16,0 0 1 0,16-1-2 0,-16 1 4 15,12 7-10-15,-5 0-4 0,-1 2-9 0,1 2-1 16,-1 3-3-16,2-1-4 0,-3 2 0 0,1 4-6 16,2 0 2-16,-4-1-1 0,1-1-9 0,-3-1-33 15,2 0-29-15,0-1-32 0,-3-2-38 0,2-1-70 16,0-3-63-16,-3-9-108 15,1 11-291-15,-1-11-196 0</inkml:trace>
  <inkml:trace contextRef="#ctx0" brushRef="#br0" timeOffset="181866.39">21234 6325 901 0,'-2'-9'445'0,"2"9"-70"0,-5-15-138 15,5 15-21-15,-4-9-96 0,4 9 2 0,0 0-71 16,0 0 31-16,0 0-51 0,-8 12 2 0,11-1-45 15,-1 5-14-15,5 3-21 0,-1 2-37 16,7 7-34-16,0-3-70 0,2 0 0 0,-1-2-17 16,4 0 5-16,-3-2-19 0,2-6-172 15,-2-1 202-15</inkml:trace>
  <inkml:trace contextRef="#ctx0" brushRef="#br0" timeOffset="182164.38">21487 6562 390 0,'7'-9'351'15,"-2"1"-64"-15,-1-2-16 0,1 0-47 0,-4-2-19 16,-1 12-29-16,4-18-8 0,-4 18-10 0,0-13-10 15,0 13-24-15,0-10-20 0,0 10-27 0,0 0-14 16,0 0-14-16,0 0-10 0,-14 5-7 16,10 4-15-16,2 1 5 0,-4 4-12 0,4 2 5 15,-3 0-2-15,4 2-4 0,-1-2 0 0,2 0-5 16,2-2-1-16,3 0-10 0,-2 0 7 0,3-3-5 16,-1-3-1-16,1 0 6 0,3-2 3 15,-9-6 2-15,18 8 0 0,-18-8-39 0,20-1 48 16,-8-5-46-16,2-1 44 0,1-3-32 0,-1-1 43 15,-1-3-4-15,0 0 0 0,-3-1-65 0,-2 2 71 16,-3-3-4-16,-4 4-11 0,1-2 0 0,-5 3-15 16,-1-3-4-16,-2 3-11 0,-3 0-4 0,-4 3-3 15,1 2-2-15,-1 0-1 0,1 2-13 16,12 4-20-16,-24-4-30 0,24 4-49 0,-22-2-44 16,22 2-47-16,-18-3-23 0,18 3-21 0,-14-5-181 15,14 5 115-15</inkml:trace>
  <inkml:trace contextRef="#ctx0" brushRef="#br0" timeOffset="182464.38">21576 6363 130 0,'0'0'395'0,"20"-4"-106"0,-20 4-81 16,22-3-3-16,-22 3-34 0,24 3-26 0,-24-3-18 15,27 6-15-15,-13-3 7 0,1 4-28 0,1 0 10 16,-2 1-24-16,0 2-27 0,-1-1 19 16,-2-1-38-16,1 2 18 0,-3 0-34 0,0 2 27 15,-3-2-34-15,-2-1-4 0,0 0 3 0,-4-9 28 16,4 18-27-16,-4-18 17 0,2 14-28 0,-2-14 47 15,0 9 9-15,0-9-41 0,0 0 25 0,0 0-4 16,0 0 2-16,0 0 6 0,0 0-12 0,-6-7 4 16,3-2-5-16,2-2-4 0,0-3 2 15,1 2-11-15,1-3-2 0,-1 0-7 0,1 0 60 16,2 2-50-16,-2 1 59 0,2 1-53 0,-3 11 42 16,4-17-61-16,-4 17 59 0,3-13-70 15,-3 13 40-15,7-9-47 0,-7 9 50 0,7-5-54 16,-7 5 52-16,0 0-55 0,17-3 50 0,-17 3-61 15,0 0-5-15,18 6-33 0,-18-6-20 0,15 6-43 16,-15-6-62-16,13 3-42 0,-13-3-93 0,0 0-303 16,22-1-165-16</inkml:trace>
  <inkml:trace contextRef="#ctx0" brushRef="#br0" timeOffset="182664.39">22096 6181 238 0,'0'0'658'0,"13"-11"-155"16,-13 11-115-16,9-9-76 0,-9 9-65 0,9-7-56 15,-9 7-44-15,0 0-34 0,10-8-21 0,-10 8-19 16,0 0-17-16,13-5-14 0,-13 5-1 0,15-6-14 16,-15 6-9-16,17-6 0 0,-17 6-7 0,23-1-13 15,-23 1-22-15,20 1-19 0,-20-1-24 0,20 7-23 16,-10-1-23-16,-3 1-38 0,-1 4-39 0,-2 0-11 16,-4 3-36-16,-3 2 21 0,-1 4-81 0,-2 1-160 15,-7 5 116-15</inkml:trace>
  <inkml:trace contextRef="#ctx0" brushRef="#br0" timeOffset="182897.39">20825 7377 188 0,'-24'14'833'0,"4"-5"-215"0,1-2-151 15,5-2-97-15,3-1-95 0,11-4-69 0,0 0-49 16,-17-2-34-16,17 2-28 0,6-19-14 0,11-1-13 15,9-5-6-15,12-10-1 0,9-4 33 16,10-2-48-16,7-2 56 0,20-9-14 0,4-2-62 16,4 2-3-16,3-1-5 0,-3 3-4 15,-3 1-3-15,-18 10-3 0,-6 5-19 0,-1-1-28 16,-8 3-43-16,-5 5-62 0,-7-1-35 0,-12 9-29 16,-5 4-83-16,-8 4-38 0,-10 3-138 0,-9 8-203 15,0 0-198-15</inkml:trace>
  <inkml:trace contextRef="#ctx0" brushRef="#br0" timeOffset="183131.38">20836 7386 483 0,'-24'21'714'15,"2"-6"-175"-15,7-4-127 0,2-2-78 0,3-1-82 16,1-1-61-16,9-7-35 0,-13 9-25 0,13-9-4 16,0 0 17-16,0 0 14 0,17-14 11 15,10-5 6-15,14-8 10 0,7-7-9 0,11-6 3 16,23-13-25-16,4-1-33 0,4-3 0 0,5 1-41 15,1 1-24-15,0 0 9 0,-5 2-45 0,-4 1-9 16,-21 12-31-16,0 0-46 0,-5 2-4 0,-6 4-73 16,-6 4-44-16,-6 1-50 0,-11 9-50 0,-7 1-19 15,-4 4-67-15,-7 3-46 0,-8 3-472 0,-6 9-517 16</inkml:trace>
  <inkml:trace contextRef="#ctx0" brushRef="#br0" timeOffset="200621.88">13152 6560 701 0,'0'0'553'0,"0"0"-175"15,0 0-10-15,0 0-104 0,0 0 14 0,0 0-106 0,0 0 35 16,0 0-50-16,0 0 55 0,0 0-58 16,0 0 45-16,0 0-46 0,0 0 28 0,0 0-50 15,0 0-11-15,0 0-10 0,0 0-10 0,0 0-28 16,0 0 0-16,0 0-32 0,0 0 3 0,0 0-18 16,0 0 7-16,0 0-19 0,0 0 8 0,0 0-18 15,0 0 12-15,0-14-2 0,7 6-4 0,4-5-4 16,3-3 0-16,5-7-2 0,3 0-19 0,3-2 16 15,2-1 23-15,6-5-23 0,3 0 29 0,-7 6-37 16,7-4 1-16,-5 5 6 0,2 2-2 0,-1-2 0 16,0 1 0-16,-2 4 0 0,1-2 2 15,-2 3-1-15,-2 1-2 0,0 2-15 0,-2 2 19 16,-6 1-19-16,-1 2 1 0,1 2-3 0,-6 1 14 16,-3 3-37-16,-10 4 24 0,16-9-38 15,-16 9 28-15,13-7-41 0,-13 7 40 0,0 0-45 16,10-5 21-16,-10 5-68 0,0 0 25 0,-11 5-54 15,-2 2 49-15,-8 4-40 0,-4 3 68 0,-4 3-32 16,-3 0 73-16,0 1-41 0,-4 0 45 0,3 0 16 16,-2 0 2-16,1 0-37 0,0-4 57 15,1 1-53-15,2-1 57 0,-1-3-45 0,0 2 53 0,2-3-41 16,2 0 55-16,3-3-36 0,1 0 55 0,1 0-38 16,3-2 53-16,-2 1-40 0,8-2 59 15,-3 0-41-15,17-4 45 0,-22 8-48 0,22-8 38 16,-19 3-57-16,19-3 36 0,-13 4-51 0,13-4 37 15,0 0-53-15,-15 2 40 0,15-2-48 0,0 0 46 16,0 0-49-16,0 0 43 0,17-8-44 0,-2-1 41 16,11-5-1-16,2-3 5 0,4-3-8 0,9-6-45 15,3-3 47-15,0-1-43 0,2-1 43 0,0-1-44 16,1 1 6-16,-2 1 4 0,1 0 2 0,-4 3 4 16,-2 2 1-16,-7 6 0 0,-2 0 3 0,-3 2 0 15,-2 4-5-15,-7 1-1 0,-1 3 7 16,-4 1-1-16,-14 8 2 0,19-9 4 0,-19 9-2 15,17-8 6-15,-17 8-1 0,0 0 0 0,0 0 0 16,0 0-4-16,-17 15-1 0,-4 2-1 16,-5 5-2-16,-10 6 39 0,-6 5-51 0,-3-1 50 15,-2 2-3-15,2 1-9 0,-2-3-4 0,2 2-3 16,3-2-6-16,1-3-42 0,1 0 49 0,9-5-43 16,2-2 48-16,1 0-46 0,0-4 52 0,5 3-30 15,4-9 54-15,2 2-34 0,3-4 30 0,2-3-31 16,3 1 36-16,9-8-48 0,-13 10 29 0,13-10-42 15,-12 7 35-15,12-7-42 0,0 0 35 0,0 0-8 16,0 0 8-16,0 0-40 0,17-1 40 0,0-8-40 16,9-6 42-16,6-2-6 0,0-4-2 0,11-6 2 15,2-3-7-15,3-1-2 0,2-3-28 16,1-2 40-16,2 0-40 0,1 0 8 0,-1-1 7 16,0 1 5-16,-4 1 2 0,-1 1 0 0,-4 2 7 15,-4 3-1-15,-8 8 1 0,-4-1-2 0,-4 5 7 16,-4 5 22-16,-3-1-36 0,-3 3 0 0,-3 2 3 15,-1 2-1-15,-10 6 5 0,13-10 15 16,-13 10 29-16,0 0-32 0,0 0 19 0,0 0-36 16,0 0 22-16,-25 14-30 0,-2 2 1 0,-8 3 0 15,-8 8 27-15,-4 5-33 0,-1 0 17 0,-2 1-15 16,2-1 21-16,0-1-1 0,4-1-8 0,0 1-1 16,6-5-6-16,7-5 0 0,2 0-2 0,3-3-1 15,4-1 1-15,4-3 2 0,2-4 1 16,4 0 0-16,2-3 0 0,0 0 1 0,10-7-2 15,-13 10 1-15,13-10-1 0,-10 7-8 0,10-7 4 16,0 0 7-16,0 0-1 0,0 0 1 0,0 0 3 16,13-4 0-16,4-5 1 0,7-4 1 0,4-6 1 15,5-2-34-15,9-6 39 0,2-4-32 0,2-1 37 16,2-2-34-16,1 0 4 0,-4 0-3 0,3 0 11 16,-4-1 3-16,0 2-1 0,-5 1 2 0,1 3 7 15,-12 5-2-15,0 3 31 0,-4 2-39 0,-2 3 30 16,-8 3-35-16,-1 3 35 0,-3 2-35 0,-1 1 36 15,-9 7-27-15,14-11 31 0,-14 11-35 16,0 0 20-16,0 0-45 0,-12-7 26 0,12 7-29 16,-33 6 4-16,9 1 7 0,-8 2 7 15,-1 1 0-15,-3 2 3 0,0 1-4 0,1 2 0 16,-1 2-5-16,0-4-1 0,2 3 0 0,1 2-4 16,0-2 0-16,2 0 42 0,0 2-40 0,2-3 50 15,2 0-45-15,3 0 44 0,5-4-45 0,0-1 50 16,3-1-42-16,2-3 49 0,5 1-41 0,9-7 40 15,-15 8-46-15,15-8 42 0,-14 7-47 0,14-7 42 16,0 0-44-16,-12 5 42 0,12-5-44 0,0 0 38 16,0 0-40-16,3-9 47 0,4 1-46 0,5-5 46 15,7-7-45-15,3 0 5 0,3-5 7 16,1-2-2-16,11-6 1 0,-2-1 3 0,2 0 0 16,-1 2 1-16,1 0 40 0,-3 1-45 0,-6 7 39 15,0 2-45-15,-3-1 40 0,-2 5-35 0,-5 3 40 16,-3 1-42-16,-2 3 43 0,-2 2-40 0,-3 1 53 15,0 2 3-15,-8 6 38 0,9-10 6 0,-9 10-4 16,10-6-5-16,-10 6-8 0,6-7-14 16,-6 7-12-16,0 0-8 0,0 0-9 0,9-7-11 0,-9 7-10 15,0 0-6-15,0 0-13 0,0 0-8 16,10-5 10-16,-10 5 1 0,0 0 3 16,12 8 1-16,-12-8 2 0,19 12-1 0,-7-4 1 0,2 3-3 15,4 0 4-15,-1 0 1 0,0 2-9 16,1 0 8-16,0 0 0 0,0 2-14 0,0-3 14 15,0 3 2-15,-1 1-3 0,-2-1 7 0,0 1-6 16,-2-2 9-16,-4 7-8 0,0 3 6 0,-6 2-10 16,-4 3 5-16,-6 12-14 0,-10 13-33 0,-9 3-73 15,-11 7-169-15,-18 25-62 0,-14 1-215 0,-11 11-453 16,-12 6-752-16</inkml:trace>
  <inkml:trace contextRef="#ctx0" brushRef="#br0" timeOffset="212045.3">16038 13571 217 0,'0'0'358'0,"0"0"-94"0,0 0-62 0,-4 9-41 16,4-9-31-16,0 0-27 0,0 0-33 0,0 0-6 16,0 0-14-16,-1 9-6 0,1-9 38 0,0 0-32 15,0 0 8-15,0 0 13 0,15 1 3 0,-15-1-22 16,18-1 35-16,-18 1-31 0,22-6 13 16,-22 6-29-16,30-4 29 0,-10 1-38 15,1-1 18-15,1 0-23 0,4 1 39 0,2-3-47 16,4 2 35-16,1 0-42 0,3-1 31 0,1 0-40 15,2-2 26-15,1 3-29 0,4-1 31 0,-2-3-37 16,3 2 40-16,2-1-4 0,3-1-2 0,-2 2 2 16,11-3-4-16,1-1-2 0,0 1-5 0,-1 1-43 15,0-3 49-15,1 4-48 0,-11 2 55 0,1-1-44 16,-1-1 41-16,2 3-41 0,-4-2 38 0,0 3-42 16,0-2 35-16,-2 1-40 0,1 0 48 15,-1 2-3-15,0-4-5 0,0 4-40 0,0-1 41 16,0-1-41-16,1-1 38 0,2 0-38 15,0-2 38-15,1 3-25 0,12-3 43 0,1-1-25 16,2 0 43-16,0-1-29 0,2 1 23 0,2-1-16 16,2 0-1-16,2 0-26 0,2 1 29 0,3-1-28 15,5-2 27-15,1 2-32 0,-1 0 25 0,2 0-29 16,2 0 27-16,-1 1-27 0,0-1 19 0,2 1-18 16,1 2 24-16,0-2-28 0,3 4 23 0,-1-3-24 15,-1 1 20-15,-2 1-16 0,3 0 20 16,-2 2-29-16,-1-3 31 0,2 1-28 0,1 2 26 15,-2-3-27-15,3 3 15 0,0-1-16 0,-1 0 29 16,-1 2-27-16,0-2 19 0,1 2-17 0,1-1 28 16,0-1-38-16,-1 3 36 0,2-1-33 15,1 1 33-15,0-2-25 0,-2 0 22 0,-1 2-31 16,1-1 35-16,-1-1-29 0,-1 1 25 0,2 1-26 16,-3-2 22-16,1 0-23 0,-1 2 27 0,0 1-27 15,-1-1 19-15,0 0-17 0,-3 0 29 0,1-2-28 16,2 3 26-16,-1 0-32 0,-1-1 30 0,0-1-22 15,-1 2 22-15,0 0-29 0,0-1 30 16,-4 1-22-16,1 0 21 0,-3 0-25 0,-2 0 22 16,0-1-22-16,-2 1 26 0,-1 0-23 0,-1-1 18 15,-2-1-16-15,-3 1 24 0,-1 0-27 0,-11-1 24 16,-1 0-27-16,-4-1 27 0,-1 2-21 0,-1-2 15 16,-5 0-25-16,-2 1-21 0,-4-2-31 15,-6 0-64-15,-4 1 8 0,-4-3-71 0,0 0-105 16,-8-4-82-16,-2 1-241 0,-4-1-151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5:44.449"/>
    </inkml:context>
    <inkml:brush xml:id="br0">
      <inkml:brushProperty name="width" value="0.05" units="cm"/>
      <inkml:brushProperty name="height" value="0.05" units="cm"/>
    </inkml:brush>
  </inkml:definitions>
  <inkml:trace contextRef="#ctx0" brushRef="#br0">0 228 156 0 0,'0'0'8770'0'0,"2"1"-8723"0"0,0 0-1 0 0,-1 0 0 0 0,1-1 1 0 0,0 1-1 0 0,0-1 1 0 0,0 1-1 0 0,-1-1 1 0 0,1 0-1 0 0,0 0 1 0 0,0 0-1 0 0,3 0 1 0 0,242-79 671 0 0,-14 3-794 0 0,-190 64-54 0 0,145-36-317 0 0,-153 41-1235 0 0,52-3 0 0 0,-76 10 37 0 0,13 2 89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07:15:46.576"/>
    </inkml:context>
    <inkml:brush xml:id="br0">
      <inkml:brushProperty name="width" value="0.05" units="cm"/>
      <inkml:brushProperty name="height" value="0.05" units="cm"/>
    </inkml:brush>
  </inkml:definitions>
  <inkml:trace contextRef="#ctx0" brushRef="#br0">0 766 10855,'1062'-766'0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5:49.813"/>
    </inkml:context>
    <inkml:brush xml:id="br0">
      <inkml:brushProperty name="width" value="0.05" units="cm"/>
      <inkml:brushProperty name="height" value="0.05" units="cm"/>
    </inkml:brush>
  </inkml:definitions>
  <inkml:trace contextRef="#ctx0" brushRef="#br0">298 47 1224 0 0,'0'0'1141'0'0,"-24"-30"2309"0"0,-12 20-2775 0 0,30 9-596 0 0,2 3-18 0 0,-4 2-18 0 0,0 1-1 0 0,0 0 1 0 0,1 1-1 0 0,0 0 1 0 0,-1 0-1 0 0,2 1 1 0 0,-1 0 0 0 0,1 0-1 0 0,0 0 1 0 0,1 1-1 0 0,-9 16 1 0 0,3-4 35 0 0,0 1 0 0 0,2-1 0 0 0,-12 44 0 0 0,19-61-54 0 0,1 1 0 0 0,0-1 1 0 0,0 0-1 0 0,1 1 0 0 0,-1 0 1 0 0,1-1-1 0 0,0 1 0 0 0,0-1 1 0 0,0 1-1 0 0,0-1 1 0 0,1 1-1 0 0,-1-1 0 0 0,1 1 1 0 0,0-1-1 0 0,0 1 0 0 0,0-1 1 0 0,1 0-1 0 0,-1 1 0 0 0,1-1 1 0 0,2 4-1 0 0,-2-5 196 0 0,3-3-127 0 0,2 0-72 0 0,0-1 0 0 0,-1 0-1 0 0,1-1 1 0 0,-1 1 0 0 0,0-1-1 0 0,0 0 1 0 0,0-1-1 0 0,0 0 1 0 0,0 0 0 0 0,-1 0-1 0 0,0 0 1 0 0,10-11-1 0 0,-4 0 44 0 0,0-1-1 0 0,-1-1 1 0 0,0 1-1 0 0,-1-2 1 0 0,-1 1-1 0 0,-1-1 0 0 0,8-29 1 0 0,-2 7 603 0 0,-12 38-641 0 0,0 0 1 0 0,-1 0 0 0 0,1 0 0 0 0,-1 1 0 0 0,1-1 0 0 0,-1 0-1 0 0,0 0 1 0 0,0 0 0 0 0,0 0 0 0 0,0 0 0 0 0,0 0 0 0 0,0 0 0 0 0,0 1-1 0 0,-1-1 1 0 0,1 0 0 0 0,-1-2 0 0 0,0 3-19 0 0,1 0 0 0 0,-1 0 1 0 0,1 1-1 0 0,-1-1 0 0 0,0 0 0 0 0,0 0 1 0 0,1 1-1 0 0,-1-1 0 0 0,0 0 1 0 0,0 1-1 0 0,0-1 0 0 0,0 1 0 0 0,0-1 1 0 0,0 1-1 0 0,0-1 0 0 0,0 1 0 0 0,0 0 1 0 0,0-1-1 0 0,0 1 0 0 0,-2 0 0 0 0,0 0-10 0 0,-1 0 0 0 0,0 0 0 0 0,0 0 0 0 0,0 0 0 0 0,0 1 0 0 0,0 0 0 0 0,1 0 0 0 0,-1 0 0 0 0,0 0 0 0 0,1 1 0 0 0,-1-1 0 0 0,-6 5 0 0 0,-12 9-163 0 0,0 0 0 0 0,2 2-1 0 0,-1 1 1 0 0,2 0 0 0 0,0 1 0 0 0,2 1-1 0 0,0 1 1 0 0,1 1 0 0 0,-13 23 0 0 0,22-22-3005 0 0,6-19 653 0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20T05:43:20.728"/>
    </inkml:context>
    <inkml:brush xml:id="br0">
      <inkml:brushProperty name="width" value="0.05292" units="cm"/>
      <inkml:brushProperty name="height" value="0.05292" units="cm"/>
      <inkml:brushProperty name="color" value="#FF0000"/>
    </inkml:brush>
  </inkml:definitions>
  <inkml:trace contextRef="#ctx0" brushRef="#br0">25581 5932 213 0,'-21'11'184'0,"2"0"-89"0,1 1-63 15,1-2-198-15,2 0 43 0</inkml:trace>
  <inkml:trace contextRef="#ctx0" brushRef="#br0" timeOffset="350">25369 5136 30 0,'-9'-37'611'16,"0"-2"-220"-16,-1 1-88 0,-3 2-103 0,4 3-27 16,-1 6-53-16,2 4-17 0,2 5-34 0,1 4-5 15,1 3-22-15,0 1-4 0,0 1-30 0,4 9 5 16,-5-10-4-16,5 10 3 0,0 0-5 0,-5 16 4 16,5 8-4-16,0 12 15 0,3 9-13 0,-1 19 38 15,1 7-10-15,3 9 45 0,2 7 66 16,3 31-57-16,5 5 11 0,1 6-6 0,3 0 18 15,2 0 65-15,0 0-43 0,2-3 47 16,0-4-67-16,-1-7-17 0,1-12-9 0,-7-21-13 16,2-5 28-16,0-4-58 0,-1-7 21 0,1-4 0 15,-2-4-59-15,-1-4 43 0,0-7-75 16,-5-9 11-16,1-5-96 0,-3-1 3 0,-2-10-99 0,0-1-26 16,-2-4-66-16,0-5-48 0,-5-12-103 0,3 13-269 15,-3-13-241-15</inkml:trace>
  <inkml:trace contextRef="#ctx0" brushRef="#br0" timeOffset="850">23540 8155 613 0,'-23'12'480'15,"-1"2"-107"-15,2-3-111 0,4-1-43 0,-1 2-42 16,1-2-51-16,7-2-14 0,-1 2-26 0,2-2-54 15,5 0 31-15,5-8-51 0,-5 16 32 0,5-16-43 16,5 11 34-16,3-5-38 0,4-2 36 0,5 0-37 16,10-3 39-16,3-1 5 0,15-7-1 0,10-3 2 15,8-3 8-15,7-6-12 0,6-4 4 16,7-3-5-16,22-9 4 0,2-4-5 16,2 1-51-16,1-6 97 0,1 0-59 0,4 0 56 15,2-3-62-15,0 1 3 0,-2-2 3 0,-2 1 12 16,-3 2 3-16,-4 1 2 0,-4 0 12 0,-2 3-16 15,-8 2 18-15,-19 8-15 0,-4 4 8 0,-2-1-19 16,-8 3 7-16,-6 4-17 0,-4-1 8 0,-15 9-7 16,-3-1-9-16,-8 5 1 0,-5 0 0 0,-3 3-6 15,-1 3-12-15,-2-3-5 0,-12 6-29 0,15-7-32 16,-15 7-50-16,0 0-33 0,0 0-49 16,0 0-52-16,-18 11-90 0,2 0-5 0,-10 6-281 15,-2 3-166-15</inkml:trace>
  <inkml:trace contextRef="#ctx0" brushRef="#br0" timeOffset="1350">23038 10499 734 0,'-7'8'511'0,"7"-8"-116"16,-9 14-91-16,9-14-66 0,-6 9-120 0,6-9 40 15,0 0-33-15,0 0-35 0,29-9-20 16,-2-6-12-16,6-6-15 0,15-8 0 0,3-6-6 15,6-4 46-15,7-3-46 0,18-15 58 0,3 0-47 16,0-2 3-16,9-2-5 0,3-3-3 0,4-1 22 16,1-2 9-16,7-1 3 0,-3 1 3 0,4-1 34 15,0 1 11-15,4-1-58 0,2-2 6 16,1 3 6-16,-2-1 7 0,1 0 11 0,-1-1 1 0,-1 0 9 16,-1 1-18-16,0 3-2 0,-1 2-9 0,-3 1-11 15,-5 6-5-15,-5 1 21 0,-6 4-51 16,-7 3 0-16,-20 13-7 0,-3 2 5 0,-4 0-15 15,-8 6 6-15,-2 2-18 0,-6 2 15 16,-11 6-23-16,-4 3 22 0,-5 3-16 0,-4 2 12 16,-2 0-13-16,-4 3 20 0,-13 6-14 0,17-10-20 15,-17 10 20-15,15-8-14 0,-15 8 1 0,11-6-27 16,-11 6-39-16,0 0-21 0,13-5-23 0,-13 5-34 16,0 0-72-16,0 0-85 0,0 0-43 0,0 0-116 15,0 0-29-15,-13-5-339 0,13 5-410 16</inkml:trace>
  <inkml:trace contextRef="#ctx0" brushRef="#br0" timeOffset="3000.99">25429 5011 507 0,'-14'-11'330'0,"3"-2"-100"16,0 3-44-16,-1 0-40 0,1 2-37 0,1-2-35 15,1-1-8-15,0 1-16 0,0 2-15 0,0-1-5 0,4 0-8 16,0 2-7-16,5 7-5 0,-4-17-7 16,4 7 4-16,5-3 3 0,8-4-13 0,6-3 14 15,8-2-9-15,14-6 27 0,10 1-5 0,8-3-1 16,10-3 9-16,23-7 3 0,6 1-8 0,1-3 3 16,5 0-2-16,2 1-5 0,3-3 0 0,2 1-42 15,0 1 43-15,0-2-29 0,-2 3 27 16,-4-2-4-16,-4 3-5 0,-4 1 0 0,-20 10 5 15,1-2-12-15,-5 4 10 0,-1 1-1 0,-7 2-2 16,-6 5 11-16,-7 0-17 0,-11 7 9 0,-6 2-13 16,-3 1 7-16,-8 3-9 0,-4 2 13 0,0 2-13 15,-20 2 7-15,34 1 0 0,-14 5 6 16,0 3 6-16,4 6-13 0,-1 5 10 0,1 6 13 16,4 12 3-16,2 7-3 0,-1 7 5 0,3 6 11 15,1 7 7-15,2 6 36 0,9 21-40 16,2 7 21-16,-2 2-54 0,4 6 13 0,0 3 1 15,3 0-3-15,-1 1 29 0,0 0-31 0,1 3 28 16,-1 2-15-16,-1 2 27 0,-1-1 27 0,1-3 19 16,0-1-5-16,-1-4 20 0,2 1-9 0,-4 2-9 15,1-3-2-15,1-2-2 0,0-3-13 0,0-3-15 16,-3-3-14-16,2-6 26 0,-1-1-50 0,0-5-7 16,-3 2-3-16,-8-18-6 0,1 1-12 0,-2-2 1 15,1 0 2-15,-3-3-4 0,-2-2-1 16,0-3 29-16,-3-2-8 0,-2-3-4 0,-2-4-13 15,0-2-14-15,-3-2-10 0,-4-8 32 16,-2-5-29-16,0 1 25 0,-1-3-27 0,-1-1 29 16,-2-1-32-16,-2 2 24 0,-1-4-22 0,-1-3 1 15,-2-1 5-15,0 1 2 0,-1-2 1 0,-1 0 30 16,-2 1-36-16,2-2 30 0,-2 2-19 0,-2 2 6 16,2-2-24-16,-1-2 33 0,-1 1-3 15,2-6-1-15,-2-1-3 0,1-3-3 0,1-2-4 0,-1 2 3 16,-1 0-10-16,2-3 10 0,0-11-7 0,0 19 4 15,0-8 1-15,0-11-27 0,0 17 31 16,0-17-1-16,0 18-4 0,0-18 1 16,0 18-9-16,0-18 9 0,0 17-5 0,0-17 6 15,0 15-3-15,0-15 38 0,0 13-43 0,0-13 37 16,0 12-44-16,0-12 28 0,0 10-35 0,0-10 46 16,0 0-41-16,-2 14 38 0,2-14-40 0,-5 9 2 15,5-9 2-15,-8 6 3 0,8-6 1 0,-11 9-24 16,11-9 30-16,-17 10-4 0,7-5 6 0,-4 1-2 15,-3 4 0-15,-5 3 2 0,-3 2-2 0,-5 3 2 16,-5 3-3-16,-8 8-22 0,-3 1 28 0,-4 4-31 16,-5 3 33-16,2 4-26 0,-6 0 29 15,-1 1-29-15,-2 3 29 0,-16 11 0 0,-2 2-12 16,0 0 7-16,1-2-5 0,-2 0 43 16,0 0-43-16,-1 2-2 0,2 0 0 0,-1-1 2 15,5-3-1-15,13-8-24 0,2-1 27 0,0-2-10 16,2 1 24-16,1-1-14 0,3-3 17 0,2-3-1 15,4 1-3-15,2-4-1 0,3-4 1 0,3 1 3 16,12-10 41-16,2-1-47 0,3-3 47 0,5-3-44 16,3-3 40-16,2-3-45 0,5 0 33 0,0-2-40 15,9-6 32-15,-15 10-42 0,15-10 21 0,-12 7-28 16,12-7 32-16,-7 6-41 0,7-6 37 0,0 0-27 16,-9 5 34-16,9-5-37 0,0 0 30 15,0 0-36-15,-8 7 25 0,8-7-25 16,0 0 32-16,0 0-32 0,0 0 40 0,0 0-36 15,0 0 36-15,-8 6-39 0,8-6 40 0,0 0-35 16,0 0 26-16,0 0-33 0,0 0 36 0,0 0-28 16,0 0 34-16,0 0-32 0,0 0 43 0,0 0-46 15,0 0 39-15,0 0-37 0,-10 5 34 0,10-5-16 16,0 0 43-16,0 0-30 0,0 0 19 0,0 0-21 16,-13-10 16-16,4 0-34 0,-2-4 26 0,-6-7-45 15,-1-4 21-15,-1-6-34 0,-9-12-22 16,0-5 17-16,-3-8-3 0,0-4 5 0,-1-2 1 0,1-4 7 15,-1-2 44-15,1 0-40 0,0 4 1 16,0 1 9-16,3 4-13 0,0 3 52 16,1 6-46-16,1 4 16 0,1 4-12 0,5 8 18 15,-1 4-17-15,0-2 14 0,0 5-24 0,-1 1 2 16,2 1-35-16,-1 0 23 0,2-1-49 0,0 2 15 16,1-1-71-16,0 0 40 0,2 1-75 0,-1 0 36 15,3 0-68-15,1 6 43 0,3-1-50 0,0-2-95 16,0 3-68-16,2 1-418 0,0 0-346 0</inkml:trace>
  <inkml:trace contextRef="#ctx0" brushRef="#br0" timeOffset="4301.46">22765 9841 131 0,'-28'9'373'0,"5"-2"-117"15,-8 3-66-15,2-2-34 0,-1 0-19 0,6-1-26 16,-1 0-15-16,0-1-29 0,1 2-12 0,2-2-21 15,2 2 14-15,-2-2 11 0,7-2 28 0,1 1 27 16,2-2-16-16,12-3 14 0,-20 7-40 0,20-7 31 16,-14 5-60-16,14-5 39 15,0 0-82-15,-17 3 69 0,17-3-44 0,0 0 29 16,0 0-44-16,0 0 35 0,0 0-37 0,17-17 43 16,4-2-36-16,10-3 53 0,10-11-48 0,5-4 50 15,9-4 0-15,5-6-7 0,19-13 47 0,7-3-51 16,5-1 48-16,6-1-51 0,4-4 1 0,2-1 4 15,1 0 3-15,0-3 6 0,0-2-1 0,4 3-3 16,-3 0-6-16,4 0 41 0,-4 1-50 0,-2 1 34 16,-3 1-53-16,-3 1 0 0,-3 0-6 0,-5 3 1 15,-5 0-5-15,-3 4-3 0,-4 2 1 16,-18 13-1-16,-3 3 3 0,-4 2-6 0,-3 2-1 16,-5 5-7-16,-4 3 39 0,-14 9-46 15,0 3 29-15,-5 1-37 0,-5 7 36 0,-2 0-45 16,-4 4 39-16,-2 0-43 0,-8 7 35 0,11-10-65 15,-11 10 14-15,0 0-106 0,0 0 32 0,0 0-85 16,0 0-8-16,-20 1-11 0,2 8-33 0,-3 1-25 16,-8 5-54-16,-2 0-16 0,-1-2 0 0,-1 2-205 15,-2-1-49-15</inkml:trace>
  <inkml:trace contextRef="#ctx0" brushRef="#br0" timeOffset="4568.46">24439 8156 620 0,'0'0'548'0,"-28"1"-131"0,28-1-39 15,-22 0-71-15,22 0-25 0,0 0-89 16,-24 1-17-16,24-1-41 0,0 0-16 0,-17-1-36 16,17 1-2-16,0 0-29 0,0 0 7 0,7-14-8 15,2 8-7-15,6 1 6 0,4-5-1 0,11-1-2 16,2 1 2-16,2 0-1 0,6 1-5 0,1 1-2 16,1 0-2-16,3 0-8 0,-4 5 7 15,2-1-7-15,-3 3-3 0,-7 2-7 0,-3 1-5 16,-2 2-4-16,-3 3-2 0,-3 3-1 0,-3 1-6 15,-6 5 6-15,1 3-3 0,-8 3 0 0,-3 4-1 16,-3 5 0-16,-6 5-3 0,-5 4-1 0,-7 7-1 16,-2 3 30-16,-2-2-74 0,-5 0 6 15,1 1-123-15,-1-1 23 0,1-1-81 0,-1-1-61 16,4-1-70-16,-2-3-10 0,6-10-412 0,3-2-294 16</inkml:trace>
  <inkml:trace contextRef="#ctx0" brushRef="#br0" timeOffset="5901.46">22277 10751 128 0,'-15'7'604'16,"2"2"-192"-16,0-2-73 0,1-1-82 0,1-3-44 15,-1 3-38-15,12-6-31 0,-16 7-40 0,16-7-1 16,-13 5-10-16,13-5-4 0,-12 4 8 0,12-4 0 16,0 0 19-16,-13 5-4 0,13-5-11 0,0 0-22 15,0 0-15-15,-10 4-19 0,10-4-6 16,0 0-8-16,0 0-9 0,0 0-2 0,0 0-12 15,0 0 3-15,0 0-5 0,0 0 1 16,0 0-6-16,0 0 3 0,0 0 4 0,9-13-1 16,5 2 0-16,8-7-1 0,5-3 10 0,10-12 5 15,9-4-9-15,4-9 10 0,6-4 8 0,19-18 1 16,5-3 51-16,3-6-59 0,3-1 38 0,4-6-51 16,5-5-2-16,4-2 1 0,3-1 3 0,0-1 5 15,2 1 46-15,0-1 13 0,0 2-51 0,-1 0 7 16,-2 2 4-16,0 3 6 0,-7 3 1 0,-2 5 3 15,-8 4 4-15,-6 5 28 0,-5 6-32 0,-20 16 22 16,-2 3-14-16,-6 4 0 0,-3 4-13 16,-5 3-2-16,-9 8-7 0,-1 0-5 15,-5 4-2-15,1 1-9 0,-4 3-5 0,-5 2 0 16,2 4-13-16,-6 1 17 0,-1-1-30 0,-3 5 15 16,3 0-21-16,-9 6 12 0,9-10-38 0,-9 10 16 15,9-7-55-15,-9 7 15 0,0 0-70 0,9-9 26 16,-9 9-77-16,0 0 10 0,0 0-67 0,0 0-2 15,-9-7-5-15,9 7 8 0,-16 3 30 0,2 1 32 16,-2-2 8-16,-6 5 51 0,-1-1 22 0,0 0 56 16,-7 5 28-16,-1-2 42 0,-1 2 27 15,-5-1 29-15,4 4 56 0,-6-2-39 0,2 2 68 16,0 1-55-16,-4-1 56 0,3 1-44 0,-1-1 59 16,4 2-58-16,1-2 48 0,0-2-62 15,7 2-6-15,0-3-11 0,7-3-13 0,2-1-13 16,5 0-14-16,1-4-11 0,12-3-13 0,-16 8-2 15,16-8-7-15,-12 6-1 0,12-6-3 0,0 0 9 16,14 2 7-16,4-4 8 0,9-4 4 0,12-2 0 16,4-3 36-16,16-5-41 0,2-4 30 0,3 0-20 15,-1-2 12-15,-2 1-8 0,-1 3-8 0,-2-1-33 16,-7 4 23-16,-13 3-32 0,-3 5 20 16,-9 3-30-16,-6 3 26 0,-2 3-26 15,-5 6 25-15,-2 8 2 0,-6 4-7 0,-5 10-14 0,-6 10-60 16,-11 15 1-16,-6 7-120 0,-6-1-58 0,-6 7-30 15,-12 20-40-15,-3-5-75 0,0-6-10 16,-2 0-411-16,8-13-367 0</inkml:trace>
  <inkml:trace contextRef="#ctx0" brushRef="#br0" timeOffset="6719.46">22103 9897 390 0,'-23'4'476'16,"-2"0"-151"-16,4-1-38 0,4-1-96 0,-1 2-13 15,18-4-72-15,-28 3 15 0,28-3-53 16,-18 1 15-16,18-1-40 0,-17 3 19 0,17-3-38 16,0 0 24-16,0 0-45 0,-9-5 45 0,9 5-31 15,17-15 39-15,0 0-5 0,11-4-4 0,14-8-1 16,8-6-38-16,9-3 29 0,6-3 4 0,23-11-16 15,3-2 8-15,5-2 38 0,4 3-53 16,4-6 2-16,7 3 1 0,4-4-37 0,2-2 47 0,3-1-39 16,3-3 43-16,0 0-7 0,1-1 6 15,3 0 7-15,-1 0 4 0,1 0 46 0,-2 0-51 16,-2 1 8-16,-4 3-1 0,-3 1 5 16,-4 3 4-16,-5 0-11 0,-8 6 13 0,-6 2-8 15,-23 11 15-15,-3 3-5 0,-7 2-5 0,-6 6-15 16,-8 3 0-16,-13 6-6 0,-5 3-4 0,-2 3-6 15,-7 3-6-15,-4 1-3 0,-2 0-2 0,-4 3 1 16,1 0-12-16,-10 5-11 0,12-6-18 0,-12 6-39 16,0 0-44-16,0 0-20 0,0 0-13 0,0 0-4 15,-26 7-1-15,8-2-38 0,-2 3 20 0,-4-1-9 16,-1 0-47-16,-2-3-19 0,2 0 0 0,-3-1 40 16,-2-2-71-16,1-1-186 15,-2-1 115-15</inkml:trace>
  <inkml:trace contextRef="#ctx0" brushRef="#br0" timeOffset="6986.46">24743 8207 485 0,'-34'7'322'15,"2"-1"-36"-15,-4 1-17 0,3 1-56 0,-3-1 0 16,0 2-57-16,2 0 36 0,-2-2-58 0,4 2 48 16,0-2-33-16,9 0 13 0,0-2-28 0,5 0 12 15,4-3-30-15,2 2-6 0,12-4-32 0,-20 5-8 16,20-5-20-16,-15 4 4 0,15-4-25 0,0 0 4 16,0 0-16-16,0 0 18 0,13 3-1 0,-13-3 10 15,42-1-9-15,-13-1 11 0,11-3 0 16,3 1-3-16,2-2 0 0,5-1-3 0,-3 3-3 15,14-5-1-15,-13 4-4 0,-2-2-2 16,0 5-4-16,-4-3-6 0,-1 2-4 0,-5 2 0 16,-8 1-7-16,-2-1-1 0,-7 1 16 0,0 1-28 15,-19-1 2-15,28 7 4 0,-19-1-2 0,-2 5 2 16,-5 1-1-16,0 6-3 0,-11 11-20 0,-9 3-35 16,-8 11-41-16,-11 0-2 0,-4 6-92 0,-4 2-6 15,-6 5-87-15,-17 13-77 0,-3 0 14 0,-1 0-413 16,-1 0-287-16</inkml:trace>
  <inkml:trace contextRef="#ctx0" brushRef="#br0" timeOffset="125956.94">26479 7468 608 0,'0'0'496'0,"0"-18"-65"16,0 18-142-16,-1-18-21 0,1 18-56 0,-3-16 21 16,3 16-53-16,-7-14 13 0,7 14-36 0,-4-10-1 15,4 10-32-15,0 0-16 0,-6-10-32 0,6 10-7 16,0 0-24-16,0 0-1 0,-15 9-20 0,8 3 0 16,-1 10-10-16,-2 9 9 0,2 4-16 0,-2 2 6 15,2 5 1-15,-1 0-3 0,3 2 46 16,1 1-55-16,2 0 10 0,1 0-21 0,-1-3 7 0,6 1-2 15,1-2-4-15,1-3 2 0,5-3-7 16,-1-5-7-16,4-1-9 0,3-6 1 16,3-3-8-16,-3-6-6 0,4-5 18 0,1-4-16 15,-1-4 22-15,4-4-14 0,3-4 23 0,0-4 3 16,1-4-4-16,-5-3 8 0,0-2 7 0,-1-1 15 16,-4 0 10-16,-3-2 15 0,-4 3 59 0,0 1-46 15,-3 3 22-15,-3 4 23 0,0-1 13 0,-1 4 3 16,-4 9-29-16,5-16 7 0,-5 16-40 0,6-11 5 15,-6 11-47-15,0 0 14 0,4-10-39 0,-4 10 20 16,0 0-24-16,0 0 34 0,-4 15-41 16,3-5-22-16,-4 1-21 0,4 3-19 15,0-2-16-15,1 3-7 0,0 1-8 0,1-3-5 0,1 2-10 16,5 0-56-16,-2-2 54 0,2-2-36 16,1-2 52-16,4-2-20 0,-12-7 33 0,22 4-2 15,-22-4 43-15,29-5 8 0,-11-4 10 0,-1-2 10 16,0-1 9-16,-2-4 15 0,0 0 7 0,-4-2 70 15,1-3-28-15,-5 0 27 0,0-1 4 0,-5-2 20 16,2 0 8-16,-4 2 7 0,0 2 16 0,-1 1 1 16,-2 1 1-16,2 2 0 0,-1 4 3 15,-1 0-6-15,2 2-15 0,1 10-28 0,-3-15-20 16,3 15-28-16,-4-10-8 0,4 10-7 16,0 0-8-16,0 0 2 0,-9 10-2 0,4 0-2 15,0 4-2-15,1 2-3 0,0 6 35 0,1-1-45 16,1 2-46-16,0-1-14 0,2-2-11 0,2-1-14 15,0-1-8-15,4 3-11 0,-1-4-11 0,0-5-11 16,4 1 1-16,-3-4 8 0,2-3 8 0,-8-6-5 16,18 4-4-16,-18-4 3 0,19-8 8 0,-6-1 17 15,-1-4 9-15,0-5 35 0,-3-2 38 0,0-2 25 16,-2-2 26-16,-1-6 14 0,-2 0-29 16,-4 1 44-16,0-6-40 0,0-2 40 0,-3 2-20 15,2 7 65-15,-3 1-2 0,3 4 44 16,-2 4-13-16,2 2 1 0,1 5-38 0,-1 0-10 0,-2 2-37 15,3 10-1-15,0-10-23 0,0 10 3 16,0 0-13-16,0 0 9 0,5 12-19 0,-1 0 12 16,0 4-18-16,0 4 14 0,0 3-3 0,0 1-5 15,-1-1-19-15,1 4-19 0,0-1 10 0,1 5-112 16,-1-7-2-16,1-1-85 0,-1 0-74 0,-1-6 8 16,-2-3-501-16,1-1-321 0</inkml:trace>
  <inkml:trace contextRef="#ctx0" brushRef="#br0" timeOffset="126639.94">27224 7292 485 0,'-2'-15'683'0,"2"4"-175"0,0 1-131 0,0 10-73 16,-1-15-67-16,1 15-68 0,0 0-33 0,0 0-29 16,0 0-15-16,0 0-16 0,-1 10-21 0,2 5-15 15,-1 5-23-15,1 5 18 0,1 4-27 16,0 6 17-16,2 1-32 0,-1 2 16 0,1-1-42 15,0 2-55-15,2-4-5 0,0 1-30 0,-1-4-39 16,0 0-30-16,2-7-39 0,0-3 29 0,-2-3-30 16,1-3 40-16,0-2 8 0,-2-5 80 0,-4-9 60 15,7 12 113-15,-7-12 55 0,0 0 37 0,4 9 15 16,-4-9 11-16,0 0 16 0,0 0-5 16,0 0-1-16,0 0 2 0,-4-11-4 0,4 11-5 15,-6-8-34-15,6 8-7 0,-4-9-14 0,4 9-19 16,0 0-18-16,-5-8-25 0,5 8-14 15,0 0-16-15,-4-9-16 0,4 9-25 0,0 0-24 16,0 0-12-16,0 0-13 0,2-11-12 0,-2 11-15 16,10-6-17-16,-10 6-10 0,16-9-1 0,-4 2 0 15,-1 1 11-15,2 1-20 0,1-2 55 0,-1 0-46 16,-3 0 79-16,3 1-31 0,-3 1 52 0,-2-2-5 16,-8 7 64-16,13-9 10 0,-13 9 24 0,9-10-7 15,-9 10 29-15,6-11 10 0,-6 11 16 0,5-8-1 16,-5 8-8-16,0 0 1 0,3-12-13 15,-3 12-18-15,0 0-12 0,0 0 16 0,4-8-75 16,-4 8-22-16,0 0-19 0,0 0-16 16,0 0-4-16,0 0 5 0,0 0 24 0,0 0-18 15,3 12 0-15,-1-2 4 0,-2 1 2 0,1 1 0 16,0 1-7-16,1 0-18 0,-1-1-2 0,0 0-9 16,3-1-2-16,-1-1-4 0,-3-10-4 0,6 16 8 15,-6-16 0-15,8 11 1 0,-8-11 4 0,6 8 13 16,-6-8 8-16,0 0-2 0,0 0 9 0,19-8 1 15,-12 1 4-15,-1-3 1 0,-1 0 4 0,-1-4-15 16,-3 2 23-16,1-3-11 0,-2 1 13 16,0 2-3-16,-2-1 28 0,0 2-2 15,-1 2 8-15,3 9-11 0,-6-15-3 0,6 15-11 16,-9-6 7-16,9 6-11 0,0 0 9 0,-18 6-14 16,18-6 11-16,-12 14-13 0,4-5 4 0,2 0 7 15,2 0-4-15,1 1-17 0,3-10-41 0,-3 18-37 16,3-18-34-16,1 17-23 0,-1-17-12 0,7 14-28 15,-7-14-23-15,13 7-57 0,-13-7-7 0,17 0-81 16,-1-5-213-16,-1-1-95 0</inkml:trace>
  <inkml:trace contextRef="#ctx0" brushRef="#br0" timeOffset="126891.94">27708 7533 71 0,'4'-7'661'0,"-4"7"-249"16,10-11-37-16,-10 11-140 0,8-11-5 0,-8 11-94 15,0 0 10-15,9-7-79 0,-9 7 36 16,0 0-53-16,0 0 26 0,14 5-60 0,-14-5 34 15,13 14-46-15,-7-5 42 0,2 1-60 0,1 0 48 16,0 2-52-16,-3-1 48 0,3 3-44 0,-4-3 41 16,3 3-43-16,-3-5 32 0,-5-9 17 0,5 14 9 15,-5-14 41-15,5 12 54 0,-5-12 33 16,0 0 40-16,0 10 10 0,0-10-3 0,0 0 17 16,0 0-85-16,-9 6-27 0,9-6-15 0,0 0-21 15,-14-8-36-15,14 8-36 0,-9-15-32 0,4 5-30 16,1-4-42-16,-1-2-54 0,5-2-41 0,1-5-96 15,3-2 22-15,5-5-55 0,0-4-16 0,4-3-103 16,1 1-308-16,4 0-267 0</inkml:trace>
  <inkml:trace contextRef="#ctx0" brushRef="#br0" timeOffset="127144.94">28047 6945 1116 0,'0'0'655'0,"0"0"-156"0,-1-10-108 16,1 10-98-16,0 0-51 0,0 0-45 0,-3-10-33 15,3 10-32-15,0 0-27 0,0 0-23 0,0 0-22 16,0 0-11-16,2-10-10 0,-2 10-7 16,0 0-16-16,16-4-18 0,-16 4-31 0,23-2-55 0,-23 2-36 15,28-2-65-15,-28 2 16 0,31-1-48 0,-31 1-53 16,27 0-20-16,-27 0-131 0,18 3-233 16,-18-3-187-16</inkml:trace>
  <inkml:trace contextRef="#ctx0" brushRef="#br0" timeOffset="127424.94">28032 7015 272 0,'0'0'565'0,"-17"10"-190"0,8-4-82 16,9-6-80-1,-12 12-52-15,5-4-18 0,2 0-33 0,-3 0-20 0,5 1-19 0,3-9-41 0,-6 19 20 16,6-19-37 0,-1 20 17-16,2-8-28 15,-1 2 32-15,2-1-27 0,0 4 12 0,0-2-24 0,0 1 30 0,-1-1-35 0,2-3 20 16,-2 1-36-16,3-2 54 0,-4-11-40 0,3 19 33 15,-3-19-33-15,2 13 35 0,-2-13-22 0,1 10 29 16,-1-10-28-16,0 0 42 0,0 0-50 0,0 0 52 16,16-4-46-16,-16 4 46 0,15-15-43 0,-6 6 31 15,1-1 17-15,4-2 5 0,1 1 12 0,-2 1-23 16,0 1 1-16,3 0-9 0,-2 3-7 0,2-2-5 16,-2 3-4-16,3 2-6 0,0 1-33 0,-17 2 37 15,30 2-45-15,-13 0 47 0,-2 4-33 16,1 1 36-16,-3 3-30 0,-1 3 28 15,-3 2-23-15,-5 1 28 0,-4 3-35 0,-4 4 21 16,-4 7-34-16,-5-2 26 0,-4 4-65 0,-5 0 25 16,-9 8-62-16,-3-1 12 0,-6 0-57 0,-4 0-83 15,-4-1-22-15,-7 0-415 0,-2-2-192 0</inkml:trace>
  <inkml:trace contextRef="#ctx0" brushRef="#br0" timeOffset="127673.94">26543 8582 566 0,'-9'9'755'0,"-1"-3"-159"0,10-6-177 0,-10 9-50 15,10-9-146-15,0 0 4 0,0 0-92 0,0 0 28 16,20-14-46-16,6-2 10 0,6-2 13 16,14-7 7-16,9-1-4 0,6-5-16 0,7 0-24 15,4-3-19-15,22-9-13 0,0 2-15 0,3 3-8 16,-1-1-16-16,-18 7-10 0,0 3-10 0,-3 0-28 15,-1 2-36-15,-7 4-37 0,-6 3-77 16,-8 0-76-16,-12 8-36 0,-8 1-62 0,-9 4-6 16,-8 3-14-16,-16 4-91 0,0 0-239 0,14 4-216 15</inkml:trace>
  <inkml:trace contextRef="#ctx0" brushRef="#br0" timeOffset="127907.94">27149 8466 183 0,'-55'26'637'0,"7"-3"-198"0,-2 1-91 0,-2 1-18 16,2-2-92-16,4-2 23 0,11-3-78 0,3-2-24 15,5-2-28-15,6-4-17 0,4-2 29 16,4-2-62-16,13-6-8 0,-12 6 57 0,12-6-35 16,0 0 49-16,31-10-34 0,1-4 39 0,18-7-46 15,9-4 36-15,6-5-20 0,9-1 14 0,21-12-19 16,1 1-16-16,1-1-19 0,-1 1-2 0,-2-1-22 16,-20 11-10-16,-3 0-12 0,-6 3-20 0,-3 2-30 15,-6 2-10-15,-10 3-49 0,-9 5-24 0,-7 5-27 16,-10 2-33-16,-1 1-27 0,-7 2-55 15,-12 7 4-15,11-10 12 0,-11 10-18 0,0 0-13 0,-16-3-38 16,-1 3 8-16,-11 0-447 0,-12 4-259 16</inkml:trace>
  <inkml:trace contextRef="#ctx0" brushRef="#br0" timeOffset="128223.94">25983 7618 1137 0,'0'-10'684'15,"0"10"-173"-15,-3-16-127 0,3 16-109 0,0 0-76 16,4-14-32-16,-4 14-43 0,0 0-16 0,20 13-28 15,-5 2-13-15,3 7-9 0,4 8-10 0,3 13-12 16,1 6 40-16,-1 8-56 0,1 4-7 0,-1 8-9 16,0 4-23-16,-1 0-37 0,-1 2-18 0,-2-2-33 15,-1-4 15-15,0-5-68 0,-4-6 31 16,2-4-33-16,-2-5-3 0,-2-14-12 16,-3-4-15-16,0-5 0 0,-1-8-39 0,-3-6 6 0,-7-12-12 15,9 10-281-15,-9-10 9 0</inkml:trace>
  <inkml:trace contextRef="#ctx0" brushRef="#br0" timeOffset="128690.94">26154 7826 591 0,'-26'-45'471'0,"2"7"-120"0,4 9-71 0,-2-2 7 15,3 4 14-15,-4-1-53 0,4 2-32 0,1 2-30 16,0 2 2-16,3-1-21 0,3 7-18 16,2-1-31-16,2-1-20 0,3 2-26 0,5-3-11 15,7-4-20-15,5-8-3 0,10 0-16 0,15-9 2 16,7-3-6-16,10 0-3 0,23-11 38 15,12-1-49-15,7 3-11 0,10-1 8 0,8 1-7 16,3 2 5-16,3 1-9 0,4 3 12 0,2 3-15 16,-1 1 1-16,-2 2-2 0,-5 5-3 0,-8 2-1 15,-7 4-12-15,-22 8 9 0,-6 1-16 0,-4 4 19 16,-6 2-12-16,-6 2 14 0,-16 3-7 0,-2 4 19 16,-6-1-10-16,-7 2 7 0,-4 3-9 15,-3-1 17-15,-2 2-14 0,-1 2 17 0,0 3-15 16,3 1 4-16,-1 4 5 0,4 5 0 0,1 4 1 15,1 1 2-15,-2 5 2 0,11 8-2 0,-5 4-1 16,2 1 1-16,0 4 16 0,0 0-16 0,0 3 11 16,0 0 4-16,-2 2-1 0,0-3-6 15,-3 5-7-15,-5-1 9 0,-1-1-11 0,-2 2-7 16,-8-8-12-16,0 2 18 0,-6-1-9 0,-2-1 19 16,-5 2-9-16,-6 0 37 0,-7 7 2 0,-6-2 34 15,-7 0 28-15,-4-2 23 0,-5 0 31 16,-7-2-11-16,-4 1 0 0,-6-3-4 0,-1 1-33 15,-3 1 13-15,-4-2-38 0,-16 11 10 0,12-12-35 16,-17 9 5-16,16-11-10 0,-19 8-25 0,16-12-41 16,-2 0-44-16,-2-2-63 0,1-2-58 0,2-1-71 15,2-3-78-15,3 0-48 0,6-5-96 0,0-2-77 16,11-2-311-16,11-5-461 0</inkml:trace>
  <inkml:trace contextRef="#ctx0" brushRef="#br0" timeOffset="129424.94">28402 6825 778 0,'-2'-14'627'16,"2"-5"-156"-16,-4-3-121 0,2-5-56 0,-2-6-87 15,1-5-25-15,0-2-34 0,0-6-6 0,-1-4-29 16,1-11 9-16,-1-5-17 0,2-3-30 0,1-4-6 16,0 1-20-16,2 1-7 0,2-2-4 0,1 6 1 15,3 4-4-15,-1 7-6 0,0 11 0 0,0 4-11 16,2 5-2-16,-1 5-12 0,-2 7 5 16,1 3-17-16,-3 4-11 0,1 3-60 0,-1 4-20 15,-3 10-25-15,7-10 18 0,-7 10-36 16,11 5 40-16,-1 10-44 0,3 9 7 0,0 8-55 15,-1 10-37-15,5 14-71 0,-4 7-374 0,1 5-202 16</inkml:trace>
  <inkml:trace contextRef="#ctx0" brushRef="#br0" timeOffset="129644.94">28722 7111 425 0,'0'13'665'0,"0"-13"-165"0,4 16-122 0,-4-16-58 15,0 11-40-15,0-11-51 0,0 0-14 0,0 0-17 16,0 0-19-16,0 0-20 0,0 0-26 16,11-14-23-16,-4-3-23 0,7-7-15 0,4-5-16 15,9-7-10-15,5-4-11 0,8-4-13 0,3-2-2 0,6-2-10 16,5 1 1-16,6-2 3 0,15-7-10 16,-14 12-7-16,5 3 4 0,0 2-2 15,-2 4 1-15,2 5-1 0,-4 2 4 0,-2 5-7 16,-3 3-23-16,-5 4-41 0,-12 7-56 0,-5 2-100 15,-5 2 25-15,-5 5-37 0,-6 3-47 0,-3 3-17 16,-7 1-100-16,-5 4-275 0,-2 1-206 0</inkml:trace>
  <inkml:trace contextRef="#ctx0" brushRef="#br0" timeOffset="129891.94">28840 7304 87 0,'-19'16'647'0,"4"-4"-188"15,3-3-149-15,2 0-44 0,1-3-94 0,9-6 3 16,-13 10-75-16,13-10 25 0,-6 9-59 0,6-9 51 16,0 0-29-16,6 6 31 0,-6-6-2 0,24 0 10 15,0-3-41-15,3 0 9 0,11-2-38 0,1 0 13 16,6-3-22-16,13-2 8 0,4 0-28 0,2-2 15 16,0 1-24-16,5-2 12 0,-1 2-21 0,-1-3 8 15,-1 3 2-15,-1 3-1 0,-1-2-15 0,-5 2-49 16,-9 1-47-16,-4 2-84 15,-4 4-19-15,-5 0-61 0,-9 1-51 0,-1 2-440 16,-7 3-268-16</inkml:trace>
  <inkml:trace contextRef="#ctx0" brushRef="#br0" timeOffset="130158.95">28619 7797 712 0,'0'0'543'0,"-17"6"-146"0,17-6-87 16,-11 7-64-16,11-7-49 0,0 0-38 0,0 0-44 15,6 12-6-15,4-8 17 0,5 2 7 0,6 2-13 0,10 2 3 16,4 0-12-16,4 2-10 0,12 3-17 16,7 5-16-16,2 0-15 0,3 3-4 0,3 2-18 15,1 2 1-15,-1 2-12 0,2 2 5 0,-4 4-14 16,-3 1 8-16,-1 2 3 0,-6 2-56 0,0 1 9 15,-3 0 3-15,-4 1-37 0,-1 0-1 16,-5-2-99-16,0 1-37 0,-8-2-101 0,-1-4-84 16,-12-9-417-16,0 2-341 0</inkml:trace>
  <inkml:trace contextRef="#ctx0" brushRef="#br0" timeOffset="131075.94">29281 5537 167 0,'2'-12'417'15,"-1"-2"-122"-15,0 0-70 0,-1 1-24 0,-1-5-21 16,1-1-38-16,-3 1-19 0,1 0-1 16,-1 0-8-16,-2 2-8 0,3 0-10 0,-2 2 9 15,0 2 20-15,1 2-2 0,-2 0-4 0,1-2-12 16,-1 5-15-16,-2-1-13 0,7 8-14 0,-16-10-8 15,16 10 0-15,-21 1-14 0,3 6-5 0,-3 6 21 16,-4 4-26-16,0 5 13 0,-3 7-4 16,0 10-12-16,1 5-25 0,0 5 22 0,3 2-26 15,2 5-2-15,6 0 3 0,0 0 0 0,7-2-2 16,4-9-4-16,5-2 1 0,3-2 22 0,3-1-16 16,6-4 15-16,4-2-22 0,7-3 26 15,2-5 7-15,8-2 17 0,5-6 9 0,6-7-18 16,6-5 2-16,6-7 17 0,13-5 0 0,4-12 14 15,2-6 4-15,-2-5 28 0,-1-8 64 0,11-10 17 16,-20 2 45-16,-7-3-48 0,-11-4 9 0,-7-3-64 16,-15-1-67-16,-8-3-56 0,-13 11-34 15,-14-4-29-15,-15 6-11 0,-16 10-41 0,-16 11-48 0,-18 14-55 16,-13 11-76-16,-37 15-94 0,-12 14-102 16,-14 17-487-16,-10 11-673 0</inkml:trace>
  <inkml:trace contextRef="#ctx0" brushRef="#br0" timeOffset="140430.01">25274 7178 652 0,'-1'-10'565'15,"1"10"-187"-15,-2-18-46 0,-1 9-87 0,3 9 34 16,-5-16-66-16,5 16 38 0,-4-14-66 0,4 14 33 15,-2-10-77-15,2 10 17 0,0 0-67 0,-6-11 26 16,6 11-66-16,0 0 30 0,0 0-56 16,0 0 37-16,0 0-53 0,-16 10-3 0,8 5-6 0,2 4 4 15,-3 0 1-15,0 5-3 0,1 5 0 16,0 0-1-16,3-4-8 0,-1-2 7 16,4 2-7-16,0-1 4 0,1-5-2 0,1 0 8 15,1-2-11-15,3 2 13 0,2-1-7 0,2-5 11 16,0 0 1-16,3-2 2 0,-1-2-4 0,3-2 8 15,3-3-5-15,-16-4 2 0,32 0 3 0,-11-6 2 16,0-3-6-16,3-6-2 0,0-1 2 0,2-3 13 16,-7-2 9-16,2 0 17 0,-6-2 13 0,0 0 16 15,-3 5 24-15,-6-1 0 0,2-2-8 16,-6 3-9-16,1 1-2 0,-3-1-14 0,-4 0-12 0,-2-3 0 16,-2 3-17-16,-1 0-5 0,-2 2-7 15,-1 2-19-15,-1 1 10 0,-1 0-5 16,0 3-6-16,1 1-3 0,-2 3-4 0,2 1 2 15,-2 1 16-15,15 4-41 0,-28-2 2 0,11 4 1 16,-2 5 0-16,-1 0 3 0,3 4 1 0,-1 4 10 16,0 4-13-16,0 4 4 0,4-1-17 0,3-2 3 15,2 3-4-15,2-2-4 0,2 1-1 0,1 1 1 16,3-5-11-16,5 0 4 0,-2 3 0 0,3-6 0 16,3 4 10-16,1-3 3 0,4-3 6 0,0-1 5 15,3-2 6-15,-3-3 5 0,4-4 5 0,-2 0 0 16,-15-3 3-16,35-4 3 0,-14-2 2 15,2-4 1-15,3-4 1 0,-3-2 0 0,0-2 3 16,-3-1 8-16,-1-3 11 0,-3 1 9 16,-4 1 9-16,-2-1-8 0,-4-3-5 0,-2 1-8 15,-3-3-5-15,-1 2-4 0,-2-1-1 0,-3 1 5 16,-3 3-5-16,0 1 13 0,3 1-17 0,-4 3 11 16,-3 1-22-16,2 4 10 0,0 3-21 0,-4 1 6 15,3 5-12-15,11 2 12 0,-27 1-13 0,10 5 6 16,-1 4-5-16,-1 4 5 0,0 6 1 0,-2 4 0 15,5-1-4-15,0 4-1 0,4-1-3 0,0 0-17 16,4-3-9-16,3 0 0 0,3-2 5 16,-1 0-2-16,3-4 2 0,3 0 1 0,-1 0 4 15,2-2 6-15,1-2 2 0,3 1 2 16,1-4 10-16,0-1 4 0,0-2 8 0,0-1 0 16,-9-6 3-16,23 3 4 0,-23-3 5 0,25-3 3 15,-8-4 2-15,-3-2 7 0,3 0 7 0,-4-5 2 16,-1 0 2-16,1-3-11 0,-4 0 5 0,-2-3-2 15,-4 2 0-15,1-3-13 0,-3 3 13 0,-2 0 1 16,-4 1-1-16,1-4-4 0,-1 7-4 0,-1-1-5 16,-1 2-6-16,-3 2-4 0,1 2-7 0,0 2-6 15,-4 3 2-15,13 4-3 0,-19-4-1 16,19 4 0-16,-27 9 1 0,11 0-3 16,0 6 2-16,-3 6 1 0,5 2-14 0,-3 4-8 0,6 1 0 15,-2-2-3-15,6-3-11 0,0 0-7 16,3-1-2-16,0 0 1 0,4-5 3 0,0 1 5 15,3-2 0-15,1 0 9 0,1-2 6 0,1-3 10 16,4-1 7-16,1-2 6 0,-1-2 10 0,4-4 6 16,-14-2 7-16,28-1 17 0,-11-5 25 0,3-3 7 15,-2-1 4-15,5-6 6 0,-1-2 11 0,-2-3-1 16,-3-1 31-16,1-2-24 0,-5-1 24 0,-2-1-24 16,-2 3 9-16,-4-1 11 0,-1 2 7 15,-1 1-6-15,-5 2-9 0,1 2-13 0,-3 2-18 16,-1 0-17-16,-4 1-23 0,0 3-14 15,-4 1 1-15,-2 2-42 0,1 2-10 0,-5 3-62 0,1 2-58 16,-4 4-35-16,-2 0-43 0,0 5-99 16,-4 3-23-16,3 4-137 0,0 1-145 0,0 3-415 15,4 0-801-15</inkml:trace>
  <inkml:trace contextRef="#ctx0" brushRef="#br0" timeOffset="144364.29">28867 5092 138 0,'0'0'387'0,"0"0"-115"0,0 0-37 16,0 0-75-16,0 0 27 0,0 0-61 0,0 0 15 15,0 0-14-15,0 0-14 0,0 0-13 0,0 0-12 16,0 0-17-16,0 0-6 0,0 0-16 0,0 0-4 15,0 0-6-15,0 0-10 0,0 0-5 0,0 0-6 16,0 0-16-16,0 0 12 0,0 0-8 16,-5 11 4-16,5-11 2 0,-9 15-7 0,3-5 2 15,-3 4-4-15,0 3-11 0,1-1 11 16,-1 1-5-16,0 1 6 0,1-1-2 0,3-2 3 16,0-1-2-16,1-3 31 0,-1 0-49 0,3 1 44 15,2-12-41-15,-3 17 39 0,3-17-36 0,2 14 40 16,-2-14-34-16,6 13 40 0,-6-13-44 0,13 7 45 15,-13-7-48-15,16 1 46 0,-16-1-45 0,25-5 52 16,-10 2-43-16,-2-4 50 0,3 1-43 0,-3-2 42 16,2-2-38-16,0-1 4 0,-3 0-8 0,-3 0 20 15,0 0 16-15,-1-1 15 0,-2 0-3 16,-1 2-5-16,-2-2 12 0,-1 1-1 0,-2 11-14 16,0-20-11-16,-2 9-5 0,-1 0-8 15,-3 1-4-15,0 2-3 0,-1 0-5 0,-2 1-5 16,9 7 5-16,-23-7-8 0,23 7-2 0,-27-2 2 15,11 5 0-15,0 1-2 0,-3 2 0 0,1 1-3 16,-1 4 3-16,4-1 4 0,0 2-9 0,2 1 1 16,0-1 2-16,4 1-1 0,1-4 2 0,3 4 0 15,1-2-3-15,-1-1 3 0,5-10 19 0,0 20-20 16,3-8 12-16,0-4-12 0,1 1 18 16,3 0-21-16,1-2 22 0,2 0-27 0,1-4 24 15,-11-3-17-15,26 5 14 0,-26-5-22 16,29-1 23-16,-12-2-22 0,1 0 21 0,1-4-19 0,0 0 15 15,-1-1-13-15,-3-2 5 0,1 1 1 16,-5-1 12-16,0-3 12 0,-3 2 3 0,0-2-1 16,-3 1 0-16,-2 0-7 0,-1 1 1 0,-2 1-3 15,-2 0-7-15,-1 0-1 0,-1 0-2 0,-3 1-2 16,-2 2-2-16,-3 2-1 0,1 0-4 0,11 5 5 16,-26-2-3-16,26 2 0 0,-31 6-2 0,15-1-1 15,-1 1 1-15,-1 3-1 0,4-1-2 16,0 1 3-16,3 0 1 0,2 0-3 0,-1 0 1 15,4 0 0-15,1 2 1 0,5-11 1 0,-4 16 0 16,4-16-2-16,2 14 17 0,-2-14-14 0,7 16 11 16,2-10-15-16,3 2 14 0,-12-8-16 0,24 3 14 15,-24-3-14-15,33-2 9 0,-13-1-10 16,1-3 5-16,1 0-2 0,-3-2 1 0,2-2 0 16,-2 0 0-16,-4 0 2 0,0-1 1 0,-3 1 4 15,-3 0 15-15,-4 1 8 0,3 1-1 0,-6-1-8 16,-2 9-6-16,0-18-1 0,0 18-3 15,-4-15-4-15,4 15-2 0,-15-13 0 0,15 13-3 16,-23-4 2-16,23 4-3 0,-29 1 0 0,12 1-1 16,-1 4 0-16,-1-2-2 0,0 3-3 0,3 0-1 15,2 0-6-15,2 0-5 0,2-2-7 0,0 0-1 16,10-5-1-16,-10 11 1 0,10-11 2 0,-9 12 5 16,9-12 6-16,0 0 0 0,0 12 2 15,0-12 18-15,0 0-14 0,16 7 2 0,-16-7 1 16,0 0-2-16,23-1 7 0,-23 1 4 0,16-4-2 15,-16 4 5-15,17-4 11 0,-17 4 19 16,17-8 18-16,-17 8 26 0,11-6 17 0,-11 6-22 16,6-8-16-16,-6 8-9 0,2-10-12 0,-2 10-11 15,-2-10-11-15,2 10-4 0,-5-8-13 0,5 8-12 16,-12-7-13-16,12 7-16 0,-15-2-19 0,15 2-33 16,0 0-48-16,-26 1-56 0,26-1-12 0,-21 8-38 15,21-8-24-15,-17 9-54 0,9-2-430 16,0 0-279-16</inkml:trace>
  <inkml:trace contextRef="#ctx0" brushRef="#br0" timeOffset="148066.31">29363 5268 402 0,'0'0'412'0,"-12"6"-138"0,12-6-36 16,0 0-41-16,-18 4-41 0,18-4-17 0,0 0-13 15,-16 6-13-15,16-6-11 0,0 0-9 0,-13 3-1 16,13-3-17-16,0 0 6 0,0 0-4 0,-14 5-14 16,14-5-7-16,0 0-5 0,0 0-5 15,0 0-4-15,0 0 2 0,-12 4-7 16,12-4-8-16,0 0-4 0,0 0-4 0,0 0-5 16,0 0 1-16,0 0 0 0,15 3 21 0,4-6 11 15,8-1-3-15,8-2-4 0,6-3-4 16,6-1 2-16,12-5-5 0,2 1 3 0,3-2-4 0,2-2 0 15,1 1-1-15,1 0 4 0,-2-1-9 0,-2 2 5 16,-4 0-9-16,-3 0 10 0,-4 3-5 0,-14 1 14 16,-5 4-10-16,-4 0 16 0,-7 2-8 0,-4 0 7 15,-4 4-14-15,-3-4 12 0,-12 6-16 16,19-5 15-16,-19 5-18 0,14-3 10 0,-14 3-21 16,0 0 12-16,0 0-22 0,0 0 12 15,0 0-16-15,-24 0 12 0,6 3-16 0,-6 1 11 16,0 3-17-16,-2-3 13 0,-5 4-25 0,0-2-10 15,-1 2 17-15,5-5-41 0,2 3-8 0,-1-2-7 16,3 0 4-16,3-3 1 0,2 2 9 0,18-3 6 16,-31 0 10-16,31 0 8 0,-29-4 5 0,29 4 1 15,-27-6 10-15,13 1 6 0,2-1 0 0,0 1 4 16,2-2 7-16,10 7 7 0,-17-11 22 16,17 11 0-16,-12-10-4 0,12 10-4 0,-8-8-3 15,8 8-6-15,-5-12-3 0,5 12-5 16,7-12-1-16,0 4 0 0,4-1-2 0,6 1-2 0,5 0 0 15,1 1 2-15,8-1 6 0,2 3-9 16,6 0 7-16,-4 2-7 0,5 0 9 0,-8 2-9 16,0 2 11-16,-1 2-9 0,-1-1 8 0,-3 2-9 15,-1 1 7-15,-3 0-8 0,-3 0 7 0,-4 1-7 16,-3 0 7-16,0 0-10 0,-5 2 11 0,-1-1 13 16,-3 2-13-16,-4-9-11 0,0 22 10 15,-6-7-10-15,-5 2 12 0,-7 4-14 0,-4 3-1 16,-4 0-21-16,0 0-82 0,-2 2-102 0,-1 0-30 47,1-1-124-47,1 0-482 15,3-1-437 1</inkml:trace>
  <inkml:trace contextRef="#ctx0" brushRef="#br0" timeOffset="149450.31">29778 6006 254 0,'0'0'576'0,"0"0"-171"0,-3-13-86 0,3 13-83 16,0 0-38-16,-4-8-23 0,4 8-20 16,0 0-17-16,0 0-4 0,-1-10-30 15,1 10-22-15,0 0-11 0,0 0-16 0,0 0-17 16,0 0-6-16,0 0-6 0,0 0 5 0,9 9 18 15,0 8 1-15,6 9 6 0,2 7 16 0,6 11-26 16,2 11 14-16,2 7-31 0,4 9-7 0,4 22-3 16,0 3 0-16,3 0-10 0,-3-1-1 0,-1-2 18 15,-4-17 0-15,1-1-23 0,-1-1 18 0,-4-2-23 16,4-3 7-16,-3-4 4 0,-1-3-4 0,0-4 2 16,-2-7 14-16,-3-1-16 0,0-6 14 15,-6-10-18-15,0-2 10 0,-2-3-11 0,-1-3 17 16,-4-6-19-16,0-2 12 0,-2-5-13 15,1-3 15-15,-4 0-14 0,-3-10 18 0,7 15-14 16,-7-15 29-16,4 13 9 0,-4-13-13 0,5 10 5 16,-5-10-7-16,0 0-23 0,0 0-63 0,0 0-63 15,0 0-81-15,0 0 18 0,0 0-45 0,0 0-56 16,-16-5-74-16,16 5-338 0,-14-10-227 0</inkml:trace>
  <inkml:trace contextRef="#ctx0" brushRef="#br0" timeOffset="149784.31">30274 7514 711 0,'0'0'599'0,"-10"-13"-115"0,10 13-129 15,-12-9-54-15,12 9-87 0,-6-7-33 0,6 7-45 16,0 0-37-16,-9-8-19 0,9 8-17 0,0 0-16 16,0 0-11-16,0 0-10 0,0 0-1 0,0 0 1 15,0 0-12-15,-1 10-2 0,7 0 19 16,2 0-27-16,2 0 15 0,1 4-27 0,4-3 10 15,1 0-33-15,0 1 12 0,3-2-52 0,0-2 44 16,0-1-47-16,1-4 39 0,-4 1-47 0,2-1 64 16,-18-3-48-16,30-3 61 0,-14-1-47 0,-2 1 58 15,-1-4-26-15,-2-1 68 0,-1-1-23 0,-1-1 47 16,-1-1 0-16,-2 2 40 0,0 0 13 0,-6 9 26 16,6-13 8-16,-6 13-13 0,5-12-17 15,-5 12-30-15,0 0-19 0,5-9-26 0,-5 9-3 16,0 0-21-16,-13 15-8 0,3 1-30 0,-6 5-51 15,-1 4-50-15,-4 4-107 0,-2-1-18 16,5 5-80-16,-3-1-125 0,-1 2-430 0,4-2-475 16</inkml:trace>
  <inkml:trace contextRef="#ctx0" brushRef="#br0" timeOffset="150534.31">30561 8518 160 0,'-6'-16'887'0,"3"3"-303"15,-3-1-151-15,2 3-86 0,2-1-82 0,2 12-74 16,-6-16-49-16,6 16-27 0,0 0-20 0,0 0-21 16,0 0-11-16,-8 11 3 0,5 7-28 15,3 8 9-15,0 9-4 0,2 6-14 0,-1 6-3 16,2 1-4-16,0 15-20 0,-1 1 11 0,1-3-16 15,1-1 18-15,-1-12-19 0,-1 0 15 16,1-5-20-16,0-5 17 0,-1-3-12 0,-1-7 10 16,1-4-13-16,-1-7 15 0,2-3-14 0,-3-2 21 15,1 1 26-15,-1-13 56 0,0 13-6 0,0-13-21 16,0 0 20-16,0 0-50 0,-8-16-11 0,3-3-5 16,0-6-5-16,-2-12-2 0,0-7-3 0,0-12-4 15,0-5-6-15,1-5 2 0,4-1 5 16,-2-2-10-16,8 3 5 0,0 1-4 0,1 5 0 0,0 11 5 15,2 7-4-15,1 2-2 0,0 6 0 16,1 6 3-16,-2 4-6 0,1 6-2 16,1 2-4-16,0 6 5 0,5 4 4 0,-14 6-1 15,26 1-1-15,-6 8 5 0,3 6 1 0,3 6-1 16,-1 4-1-16,0 4-1 0,4 10 2 0,0 3 2 16,-3 2-2-16,-1 3-3 0,0 1 1 0,-3 2 0 15,-2 0-5-15,0-1-4 0,-4 0-9 0,-2-7-23 16,-3-2-24-16,-2 0-22 0,-2-3-15 0,-2 1-34 15,-2-3-8-15,-1-9-58 0,-2 0 38 0,-2-1-41 16,-3-2-41-16,-3-5-13 0,-1-3-101 16,-4-2-307-16,-1-4-193 0</inkml:trace>
  <inkml:trace contextRef="#ctx0" brushRef="#br0" timeOffset="151118.31">30679 9075 390 0,'-15'-15'586'0,"2"-1"-184"15,3 3-33-15,2-1-124 0,0 3 9 0,0-1-82 16,1 3 7-16,3 0-81 0,-1 0 9 0,0-1-50 15,5 10 16-15,-1-18-44 0,2 5 18 0,4 2-37 16,3-5 34-16,4-2-44 0,5-3 31 0,6 2-46 16,2-3 31-16,3 2-55 0,1-2 39 0,3 2-61 15,0-1 65-15,2 2-48 0,-2-1 55 16,-2 1-49-16,0 2 50 0,-3 2-43 16,-8 2 44-16,0 4-32 0,-4 0 44 0,-3 1-34 15,-1 2 45-15,-11 6-48 0,14-9 45 0,-14 9-51 16,14-6 48-16,-14 6-35 0,0 0 46 0,14 5-41 15,-14-5 42-15,10 12-39 0,-3 0 38 0,-3 1-41 16,2 8 28-16,-1 0-35 0,-1 2 30 0,2 2-34 16,0 0-6-16,-2 2 11 0,-1-3 1 0,3 3 1 15,-4-4 0-15,2 1-2 0,-1-1 5 0,-1-6 2 16,0 0-10-16,1-6 7 0,-2 2 2 16,-1-13 0-16,4 17 6 0,-4-17-12 15,2 15 29-15,-2-15 58 0,0 0-7 0,0 0-21 0,0 0-9 16,0 0-10-16,0 0-6 0,3-20-5 0,0 3-10 15,0-1 3-15,0-2 0 0,1-3-6 16,4 4 11-16,-2-2 8 0,2 4-12 0,-2 1-20 16,2 3 16-16,-2 1-24 0,1 2 23 0,-1 2-18 15,2 1 13-15,-8 7-21 0,15-9 22 0,-15 9-19 16,14-5 19-16,-14 5-19 0,19-1 14 0,-19 1-12 16,20 4 20-16,-20-4-20 0,19 3 13 0,-19-3-13 15,19 5 21-15,-19-5-20 0,18 4 19 16,-18-4-21-16,19 3 25 0,-19-3-16 0,19 0 16 15,-19 0-13-15,18-6 19 0,-18 6-12 0,21-7 18 16,-11 2-18-16,1 0 22 0,-2-3-13 0,0 3 14 16,1-1-15-16,1 0-1 0,-2 0-4 0,-1-1 8 15,3 3-15-15,-11 4 7 0,15-9-16 16,-15 9 11-16,16-8-15 0,-16 8 12 0,16-5-17 16,-16 5 8-16,21-2-24 0,-21 2-8 0,23 0-63 15,-23 0-9-15,26 3-71 0,-11 2 20 0,0-1-53 16,-2 1-56-16,-2 2-68 0,-1-3-360 0,-2 3-226 15</inkml:trace>
  <inkml:trace contextRef="#ctx0" brushRef="#br0" timeOffset="151601.31">30532 9680 272 0,'-15'16'735'0,"2"-4"-205"0,4-3-173 16,3 0-48-16,-1-2-88 0,7-7-33 0,-1 13-60 15,1-13 13-15,0 0-9 0,17 5 35 16,-1-7-5-16,16-7 12 0,8-6-2 0,18-8 2 16,8-2 16-16,9-3-29 0,21-10-12 0,2 1-16 15,1-4-20-15,-1 4-18 0,-2-1-18 0,-18 10-14 16,-2-1 16-16,2 2-50 0,-5-1 28 0,-3 3-42 16,-4 1 32-16,-4 2-21 0,-5 3-13 0,-7 2 26 15,-12 3-9-15,-1 3-4 0,-8-1 2 16,-7 4-6-16,0 3-4 0,-6-1-1 0,-3 0-3 0,-13 6 0 15,23-6-1-15,-23 6 4 0,15-5 10 16,-15 5 10-16,13-5 23 0,-13 5 10 0,0 0 3 16,13-4-8-16,-13 4-7 0,0 0-9 0,0 0-12 15,12-5-9-15,-12 5-11 0,0 0-3 0,0 0-9 16,0 0-6-16,0 0-7 0,0 0-8 0,0 0-10 16,0 0-8-16,0 0-6 0,0 0-15 0,0 0-10 15,0 0-17-15,0 0-14 0,0 0-18 0,0 0-9 16,0 0-6-16,0 0 0 0,0 0 5 0,0 0 6 15,0 0 7-15,0 0 2 0,-13 5 5 0,13-5 16 16,0 0 5-16,0 0 6 0,-12 3 3 0,12-3 2 16,0 0-13-16,-13 5-7 0,13-5-12 15,0 0-4-15,0 0-11 0,-23 1-13 0,23-1-7 16,0 0-6-16,-20-1 4 0,20 1 13 0,0 0-60 16,-25-1-41-16,25 1-48 0,-22-6-67 0,22 6-174 15,-25-3 4-15</inkml:trace>
  <inkml:trace contextRef="#ctx0" brushRef="#br0" timeOffset="152952.32">28308 7070 824 0,'0'0'691'0,"-9"-9"-242"0,3 0-39 0,-3-2-140 15,0-5-77-15,1-2-32 0,-1-3-20 16,0-1-8-16,3-8-15 0,1-4-29 0,2-4-5 16,2-3-24-16,2-3-3 0,6-2-18 0,3-11 1 15,5-2-10-15,6-2-6 0,1 2 1 16,6 0-11-16,2 0 1 0,6 2-15 0,2-1 8 16,3 3-9-16,2-1 11 0,3 1-7 0,2 1 16 15,2 0-4-15,2 2 4 0,-1 1-3 0,3 2 17 16,1 3-11-16,0 1 2 0,-1 4 0 0,0 4-3 15,-2 1-4-15,1 5 4 0,-5 1-1 0,1 5-1 16,-3 2-2-16,-8 7-5 0,-1 2-2 0,2 0-4 16,-2 4 0-16,0 3-1 0,-2 2-2 15,-5 2-2-15,1 2 23 0,-2 3-27 0,8 4 3 16,-3 2 0-16,-1 3 1 0,-2 3-1 16,-1 3-3-16,-2 2 5 0,-1 5-2 0,2 4 0 15,1 7-5-15,-2 2 6 0,-1 2-3 0,-1 3 1 16,-1 0 1-16,0 2-1 0,-4 1 0 0,4 0-1 15,-2 1 1-15,0 0 4 0,-1 2 1 0,0-1 5 16,1 1-4-16,0-1-5 0,-1 2 4 0,-1 1 9 16,-1 0-15-16,-1 1 1 0,-2-1 0 0,0 3 2 15,-2-2-1-15,-2 2 1 0,-1-2 1 0,-1 2 1 16,-3-6-4-16,2 9 8 0,-3-1-5 0,1 2 4 16,0 1-1-16,-1 1-2 0,0 1-1 15,0-2 0-15,0 4 1 0,-2-2 1 16,1 0-1-16,-1-2-3 0,1 1 4 0,-3 1 2 15,3-1 3-15,-1-2 46 0,1-9-48 0,0 11 43 16,0-1-42-16,-3 1 4 0,3 0-6 0,0 0 11 16,1-1 11-16,-1 0-5 0,-1-9-2 0,0 8-3 15,1-8-4-15,-1 0 27 0,-1-2-33 0,0 1 18 16,1 0-6-16,-1 0 1 0,0-2-5 0,0 1-26 16,-2-4 25-16,3 1-27 0,0-3 25 15,-2-1-20-15,0-4-3 0,1 1-2 0,-1-3 6 0,-1-7 3 16,2-2-1-16,-3 0 0 0,1-4 2 15,2-2 0-15,-4-4 1 0,1 0 4 16,1-3-9-16,-1-2 3 0,0 0-1 0,-1-10 18 16,1 16-50-16,-1-16-20 0,-1 12-60 0,1-12-61 15,0 0-52-15,-5 8-31 0,5-8-47 0,0 0-42 16,-11-6-73-16,11 6-384 0,-13-15-362 0</inkml:trace>
  <inkml:trace contextRef="#ctx0" brushRef="#br0" timeOffset="153285.31">30156 8656 835 0,'-9'-6'725'0,"0"1"-247"16,9 5-46-16,-16-9-159 0,16 9-14 0,-12-8-106 16,12 8 19-16,-10-4-101 0,10 4 46 0,0 0-73 15,-10-7 51-15,10 7-80 0,0 0 46 0,0 0-61 16,0 0 56-16,0 0-65 0,11 9 33 0,1-4-40 15,2 0 59-15,6 1-75 0,3 1 68 0,1-3-74 16,4 1 15-16,0-3-35 0,2 0 45 16,12-2-64-16,-3-2 44 0,-1-2-62 0,-1-3 27 15,-1-3-25-15,1-4 72 0,-1-1-45 0,-3 0 11 16,1-3 14-16,-4-1-56 0,-2 1 97 0,-2-1-28 16,-4 0 82-16,-4 9 4 0,-4-4 48 15,-1 4 12-15,-4 2 6 0,-3 1-21 0,-6 7-21 16,6-7-18-16,-6 7-21 0,0 0-2 0,-18 12-9 15,4 5-25-15,-9 4-38 0,-4 7 7 0,-6 6-104 16,-1 8 8-16,-1 0-73 0,-1 5-69 0,8 0-66 16,-6 2-492-16,4 3-386 0</inkml:trace>
  <inkml:trace contextRef="#ctx0" brushRef="#br0" timeOffset="156870.51">26174 13243 438 0,'-46'-54'480'0,"5"1"-77"0,-17-18-147 0,-3-3-18 16,2 0-47-16,11 15-33 0,5 2-23 0,3 6-6 15,7 2-29-15,5 7 48 0,5 14-18 0,6 3 5 16,1 4-47-16,4 4 1 0,4 5-42 0,1 3 9 16,7 9-31-16,0 0 10 0,0 0-20 15,0 15 19-15,11 13 1 0,2 11-15 0,6 22-18 16,6 14 20-16,8 33-27 0,1 15 23 0,4 12 23 15,1 17 28-15,2 11 2 0,0 8 6 0,0 8 6 16,0 5-13-16,-2 3-11 0,1 2-5 16,-1-1 5-16,0-2-9 0,-6-4-11 0,1-4-7 15,-4-7-7-15,0-9 1 0,-3-5-8 0,-4-8-4 16,-2-8-7-16,1-9-1 0,-4-9-34 0,1-8-15 16,-8-29-21-16,1-4-55 0,-3-5-27 0,0-5-81 15,-1-7 19-15,-6-16-74 0,2-5-45 0,-4-8-495 16,0-11-388-16</inkml:trace>
  <inkml:trace contextRef="#ctx0" brushRef="#br0" timeOffset="158021.51">26025 13166 187 0,'-5'-34'610'0,"-3"2"-164"0,-2-1-154 0,-3 3-32 16,-2 1-96-16,2 2-2 0,-4 2-68 0,2 1-5 16,-1 0-40-16,4 7 28 0,-1-1-12 15,2 1-7-15,2 1-12 0,0-1-10 0,0 1-10 16,4 0-5-16,1 0-4 0,4-2-14 0,4-3 11 16,4-1-2-16,8-5-2 0,5-1-34 0,4 1 41 15,14-5-39-15,4-2 30 0,7-1-24 16,6 1 37-16,4-1-36 0,9-1 41 0,22-8-43 15,6 1 41-15,6-1-42 0,7 0 42 0,-1 0-45 16,7 1 42-16,5-3 0 0,7 1-50 0,6-2 51 16,3 0 2-16,5-2-4 0,4-4 3 0,5-1-48 15,5-3 47-15,2-2-49 0,2-1 57 0,0 0-51 16,0-2 67-16,-1 2-40 0,-4 1 47 0,-3 4-25 16,-8 4 44-16,-8 6 8 0,-8 7-5 15,-10 4-3-15,-9 9-17 0,-27 10 2 0,-5 7-6 16,-6 5-4-16,-5 4-9 0,-8 8-25 15,-3 5 18-15,-6 6-19 0,-5 9 11 0,-4 6-22 16,-2 7 3-16,-4 9-3 0,-2 9-1 0,0 9 15 16,3 25-24-16,-1 5 30 0,-3 10-21 0,0 6 12 15,0 7-20-15,1 3 15 0,-1 4-18 0,1 5 28 16,2 3-23-16,-1 4-4 0,-1 0 2 0,-1 1 18 16,1 1-11-16,-2 1 12 0,1-1 3 0,-2-1 34 15,0-3 23-15,-3-2 11 0,0-3 18 0,-1-1 7 16,-3-2 5-16,1-5-2 0,-1-3 0 15,-2-4-8-15,0-7-30 0,-2-2-7 16,-3-23-1-16,2 1-5 0,-5-2-10 0,2-1-20 16,-1-2-7-16,-2-3-6 0,0-2-3 0,-5-3-4 15,2-2 1-15,-3-4-14 0,0-3 12 0,-4-2 1 16,-3-13-4-16,-3 8-2 0,-1-12-1 0,-5 6 30 16,-4-4-37-16,0-9 31 0,-6 2-28 0,2-7 21 15,-8 2-29-15,0-9 28 0,-10 3-34 0,-2-3 32 16,-4-6-35-16,-5-2 1 0,-1-2 12 0,-5-4-8 15,-4-1 4-15,-4-3 2 0,-6 0 0 16,-2 1-4-16,-8-2 9 0,-1 1-1 0,-8 0 0 16,-4 0 12-16,-1 1 7 0,-6 1-24 15,-22 0 30-15,0 3 2 0,-1-1 0 0,0 1 2 16,3 0 1-16,2 1-20 0,19-4 15 0,-19 6-28 16,20-6 25-16,-21 5-28 0,0 2 22 0,2-2-23 15,21-1 22-15,-21 6-23 0,4 0 23 0,-2 1-24 16,2 0 23-16,4 4-25 0,-2-1 25 0,3 2-3 15,2 1-3-15,18-4-3 0,-17 7 3 0,21-6-2 16,-1 0-3-16,0 0 1 0,2-1-3 0,3 2-2 16,1-4 0-16,5 1 2 0,3-1 1 0,3-4 1 15,8 1 2-15,5-4-3 0,12-4 3 0,4-1 0 16,5-2 9-16,8-3 0 0,2 1-2 0,7-2 0 16,2-2-7-16,13-3-8 0,-21 6-8 15,21-6 0-15,0 0 1 0,-16 3 2 0,16-3-6 16,0 0 4-16,0 0-1 0,0 0 1 0,0 0-12 15,0 0 0-15,0 0 10 0,0 0-2 0,0 0-3 16,19 1-6-16,-19-1-11 0,0 0 4 0,0 0 5 16,24 1 7-16,-24-1 3 0,0 0 4 0,17 2 2 15,-17-2 2-15,0 0 2 0,15 4 2 0,-15-4 5 16,0 0-2-16,13 3 2 0,-13-3 0 0,0 0 1 16,10 8 0-16,-10-8 1 0,0 0 1 0,10 7-1 15,-10-7-1-15,0 0 4 0,7 10-2 0,-7-10 2 16,0 0 2-16,2 11 4 0,-2-11 1 15,0 0 10-15,2 10 1 0,-2-10 2 0,0 0-1 16,0 0 2-16,-2 11 23 0,2-11-29 0,0 0 8 16,0 0-1-16,-1 11 4 0,1-11 2 0,0 0 5 15,0 0 5-15,0 0 5 0,0 0 3 0,-2 9 3 16,2-9 3-16,0 0-1 0,0 0 1 0,0 0 0 16,0 0-9-16,0 0-14 0,0 0-18 0,0 0-14 15,-13-12-14-15,8 2-16 0,-2-1-21 0,-2-5-38 16,-1-2-37-16,-3-6-42 0,-1-4-42 0,-2-2-87 15,-2-2-63-15,0-1-4 0,-8-7-91 16,-3-4-47-16,3 4-322 0,-2 0-394 0</inkml:trace>
  <inkml:trace contextRef="#ctx0" brushRef="#br0" timeOffset="158838.51">25470 17132 580 0,'-14'-6'385'0,"-4"2"-54"0,0-1-115 0,2 1-20 0,-3 1-75 0,0 0 10 0,-3 1-61 16,1-1-9-16,3 3 4 0,-4-1 6 0,2 1 39 16,-1 1-18-16,1-1 26 0,1 2 22 0,1-2 13 15,18 0 12-15,-31 2 3 0,31-2 4 0,-24 1-4 16,24-1-17-16,-19 1-20 0,19-1-18 15,-16 2-22-15,16-2-9 0,0 0-24 0,-16 1-11 16,16-1-11-16,0 0-7 0,0 0-11 0,0 0-2 16,0 0-1-16,0 0 4 0,0 0-8 0,0 0 4 15,32-7 0-15,0 0 4 0,6-2-4 0,3-2-15 16,11-4 16-16,4-2-16 0,4-2 25 0,5-2-25 16,0-2 22-16,3-1-10 0,-2-2 26 15,2 0-20-15,-1 0 23 0,-1 0-31 0,-2-1 10 16,-4 2-14-16,-5 0 2 0,-1 3 5 0,-6 0-11 15,-10 6-4-15,-4 1 6 0,-3 1-7 16,-3 2 4-16,-8 3 2 0,-2 2-15 0,-2 2-7 16,-6-1-18-16,-10 6-25 0,18-7-13 0,-18 7-30 15,0 0-45-15,0 0-60 0,0 0-9 0,0 0-36 16,0 0-23-16,-12 9-62 0,-4 0-86 0,-3 3-297 16,-6 3-248-16</inkml:trace>
  <inkml:trace contextRef="#ctx0" brushRef="#br0" timeOffset="159273.51">24964 17880 10 0,'-17'8'624'0,"4"-1"-205"0,-1-1-80 0,1 0-62 15,2-1-66-15,11-5-33 0,-15 8-25 0,15-8-28 16,-14 4-10-16,14-4-8 0,0 0-16 0,-12 7-11 16,12-7 8-16,0 0 7 0,0 0 15 15,0 0 14-15,0 0 18 0,26-5 12 0,-4-2 1 16,9-5-7-16,5-1-13 0,12-7-12 0,4-2-7 16,4-1-19-16,4-5-8 0,4 0-10 0,0-3-29 15,5 0 15-15,4-3-31 0,1 1 22 0,18-9-34 16,-1 0 0-16,-19 9-2 0,-1-2-4 0,1 3 22 15,-5-2-30-15,-2 3 22 0,-4 1-29 0,-2 1 25 16,-7 1-29-16,-3 3 25 0,-4 4-27 0,-11 4 35 16,-4 2-21-16,-5 2 32 0,-4 3-23 0,-3 1 33 15,-7 4-23-15,2-1 42 0,-4 1-16 16,-9 5 30-16,15-8-17 0,-15 8 14 0,10-5-24 16,-10 5 9-16,0 0-25 0,12-7 4 15,-12 7-36-15,0 0-8 0,0 0-51 0,13-6-7 16,-13 6-65-16,0 0-19 0,0 0-48 0,0 0-21 15,0 0-52-15,10-5-81 0,-10 5 23 0,0 0-40 16,0 0-46-16,0 0-89 0,0 0-276 0,0 0-295 16</inkml:trace>
  <inkml:trace contextRef="#ctx0" brushRef="#br0" timeOffset="160439.51">26938 13264 465 0,'0'0'697'0,"0"0"-210"15,-10-9-105-15,10 9-99 0,0 0-39 0,0 0-91 16,0 0-18-16,0 0-42 0,-5 12 3 0,10 4-39 16,1 8 8-16,6 10-13 0,-3 6-26 0,6 16 13 15,0 8-28-15,2 7 15 0,-1 4-18 0,0 3 18 16,2 2-26-16,0-2 21 0,-1 0-3 15,-2-3-4-15,3-3-32 0,-3-4-17 0,3-7-48 16,-1-4 13-16,-2-7-47 0,-1-13 4 0,0-3-62 16,-2-5-48-16,-2-9-93 0,0-3-342 0,-2-7-186 15</inkml:trace>
  <inkml:trace contextRef="#ctx0" brushRef="#br0" timeOffset="160905.51">26930 13279 836 0,'-9'-21'667'16,"0"3"-176"-16,1-1-111 0,-1 2-77 0,1 0-92 16,1 2-31-16,1 1-47 0,0-1-17 15,2 1-33-15,3-4-6 0,2-1-27 16,2-2 3-16,4-3-27 0,6-6 10 0,6 0-19 16,3-1 7-16,12-8-16 0,2 2 10 0,4-2-3 15,2-1 1-15,4 4-3 0,2 0-8 0,-1 2 4 16,-1 4-13-16,1 4 7 0,-3 1-11 0,-6 4 11 15,-3 7-13-15,-1 0 14 0,-2 4-13 0,0 1 7 16,-6 5-7-16,-1 2 16 0,-1 1-16 0,0 2 11 16,0 1-10-16,0 4 15 0,-2 2-15 0,4 3 14 15,-1 4-6-15,3 4 6 0,-1 2 1 0,0 4-4 16,5 9-13-16,1 3 14 0,-1 6-16 0,0 2 15 16,2 5-14-16,-2 2 11 15,0 2-6-15,-2 4 14 0,1-1-13 0,-2 0 15 16,-2 1-11-16,-3 0 16 0,-2-1-3 0,-1-2-16 15,-4 0 7-15,-4-5-6 0,-4-8-2 0,0 0 1 16,-5-2-1-16,-1-2 3 0,-5-3 3 0,-2-3 7 16,-2 1 19-16,-4-5 15 0,-2-1 9 0,-5 1 11 15,-2-4 10-15,-3-3-2 0,-3 1-6 0,-3-4-4 16,-4 0-12-16,-1-2-2 0,-4-1-15 0,-4 1-9 16,-8 3-2-16,-2 1-7 0,0 0-5 0,-3 1-2 15,1 3-4-15,0 0-2 0,4 1-2 16,4 1-5-16,2-1-6 0,11-4-17 15,2-1-42-15,3-1-34 0,4 1-46 0,6-8-90 16,3 3 15-16,6-5-60 0,3-1-66 0,5-9-61 16,0 0-323-16,0 0-263 0</inkml:trace>
  <inkml:trace contextRef="#ctx0" brushRef="#br0" timeOffset="161173.51">28643 12876 951 0,'0'0'761'0,"-1"-18"-193"15,1 18-130-15,-3-15-118 0,3 15-67 0,-1-10-59 16,1 10-42-16,0 0-29 0,0 0-28 0,-5 9-18 16,4 5-16-16,-1 10-10 0,2 3-5 0,3 11-15 15,0 3-11-15,0 4 0 0,3 4-5 0,1 5-8 16,3 4-17-16,-1-4 5 0,0-10-43 15,1-1-27-15,2 0-28 0,0-4 1 0,0-3-57 16,1-4 10-16,1-1-36 0,0-5 25 0,-5-7-26 16,1-1-23-16,-2-5-18 0,-3-5-36 0,-5-8-105 15,0 0-190-15,0 0-72 0</inkml:trace>
  <inkml:trace contextRef="#ctx0" brushRef="#br0" timeOffset="161589.51">28596 12665 188 0,'-13'-39'699'15,"2"4"-134"-15,-1-1-158 0,3 3-48 0,0 2-87 16,0 2-73-16,4 4-51 0,3 0-29 0,0 2-24 16,5-1-19-16,1 0-10 0,3 0-11 0,6-3 0 15,2 1-14-15,6 1-8 0,5 1 10 0,3 1-23 16,4 1 12-16,12 0-23 0,1 1 5 0,5 2-10 16,-1 6 19-16,-4 1-22 0,0 5 12 0,3 2-14 15,-3 1 17-15,2 4-19 0,-4 1 18 0,-1 4-22 16,-2 3 3-16,-5 3 4 0,0 4-1 15,-3 4 0-15,-5 3 6 0,-2 2 8 0,-2 4 10 16,-3 1 11-16,-5 3 7 0,2 3 7 16,-4 1 9-16,2 3-19 0,-4 0 2 0,4 9-7 15,-1 2-2-15,0 0-15 0,1 0 4 0,0 1-13 16,1 1 7-16,0-1-11 0,1 1-1 0,2-4 6 16,0-1-8-16,-1 1 6 0,3-3-10 0,-1 0 8 15,-4-10-10-15,0 0 5 0,-2-1-8 0,1-2 10 16,-4 0-3-16,0-4 1 0,-3 1 1 0,-3-5 1 15,-3 0 2-15,-3 1-6 0,-3-2 9 0,-5 6 1 16,-5-1 0-16,-4 1 5 0,-6 0-1 16,-9 5 5-16,-5 0-10 0,-9 1 4 15,-2 1-10-15,-7 0-5 0,-7 2-15 0,-6-1-37 16,-16 11-39-16,-3-3-86 0,0 2 22 0,3 1-79 16,-3-2-90-16,0 1-50 0,16-10-392 0,-12 12-292 15</inkml:trace>
  <inkml:trace contextRef="#ctx0" brushRef="#br0" timeOffset="162039.51">27499 15029 783 0,'-14'-22'668'0,"2"5"-141"0,2 0-67 0,1 6-107 0,3 1-81 16,0 3-58-16,1-1-49 0,5 8-39 15,-8-8-32-15,8 8-17 0,0 0-10 0,6 22-1 16,3 7-5-16,5 6-16 0,4 13-16 0,3 8-5 16,5 4-4-16,1 3-8 0,1 2 0 0,3 1-4 15,2 1-3-15,1-1 2 0,-2-1-1 0,4-4-12 16,-3-1-14-16,2-4-29 0,-3-4-21 0,-3-7-22 16,2-5-32-16,-11-10-36 0,2-4-17 15,-3-5 0-15,-2-6 13 0,-3-4-10 0,-5-5-29 16,-9-6-44-16,15-3-49 0,-15 3 33 0,3-21-19 15,-6-1-190-15,-6-7 93 0</inkml:trace>
  <inkml:trace contextRef="#ctx0" brushRef="#br0" timeOffset="162457.51">27830 15519 997 0,'-37'-63'201'16,"5"7"20"-16,-4-4-26 0,-1 0 33 15,2 2-40-15,3 6 62 0,2 2-22 0,3 6-13 16,1 2-27-16,10 10-25 0,-1 2-31 0,4 0-27 16,1 3-22-16,6 3-16 0,2-1-16 15,4 1-14-15,4-1-5 0,5-5 12 0,9 0-27 16,3 0-5-16,12-5-2 0,5 1-2 0,5 1-1 15,4 0 0-15,4 3-3 0,3 1 13 0,1 2-11 16,2 2 5-16,3 0-10 0,-1 2 13 0,-1 1-16 16,-3 2 14-16,-2 2-14 0,-9 4 6 0,-4 3-5 15,-3 3 9-15,-3 1-11 0,-7 4 9 0,-3 3-11 16,-2 2 21-16,-3 3-4 0,0 5 23 0,-2 2 1 16,-2 5 2-16,0 8 4 0,-3 3 22 15,-1 1-28-15,-4 8-9 0,2 0-5 16,-3 3-5-16,0 3 0 0,1 0-8 0,-1 5-3 15,4 7 2-15,1 0-1 0,3-1-3 0,0-2 4 16,3 1-8-16,1-3 2 0,2 0-5 0,0-2-2 16,3 0 1-16,1-3-6 0,0-3-6 0,0-2-4 15,-4-8 1-15,1-1 15 0,-3-1-18 0,1-1 5 16,1-3 1-16,-6 0 4 0,0-2 2 0,-5-5 4 16,-2-2 3-16,-3-1 16 0,-2 1 25 0,-4-2 38 15,0 1 22-15,-5 3 4 0,-4-1 25 0,-8 3-18 16,-2 0 14-16,-6-1-40 15,-3 0 12-15,-4 1-39 0,-8 4-7 0,-5 1 18 16,-1 0-48-16,-3 3 19 0,0 1-30 0,-3 2 19 16,1 1-38-16,0 1 5 0,2-1-26 0,4-1-59 15,3-1-48-15,7-3-48 0,9-7-77 0,4-4-79 16,7-4-32-16,6-3-69 0,11-10-496 0,-9 5-605 16</inkml:trace>
  <inkml:trace contextRef="#ctx0" brushRef="#br0" timeOffset="162956.51">29289 14820 1139 0,'5'-15'785'0,"1"5"-174"0,-4 1-169 0,-2 9-92 16,6-13-86-16,-6 13-65 0,5-8-49 0,-5 8-29 15,0 0-14-15,8 7-9 0,-4 4-15 0,2 10-14 16,1 4-19-16,0 8-20 0,2 5 7 0,4 4-15 15,-3 12-3-15,3 4-30 0,-3-1-11 16,1 2-72-16,-1 0-28 0,-3-3-19 0,1-10-39 16,-3-1-34-16,3-4 4 0,-3-2 18 0,4-4 23 15,-3-5 20-15,0-6 2 0,-2-6 19 0,-2-2 17 16,2-8-10-16,-4-8 48 0,6 8-16 0,-6-8 61 16,0 0-15-16,3-16 54 0,-5-5-15 15,0-4 58-15,-4-13 5 0,1-7 15 0,-6-14 14 16,-1-3 41-16,0-9-20 0,-1-4 20 0,-1-2-22 15,4-3-5-15,2 1 13 0,2 2 0 0,5 3 1 16,3 4-7-16,4 8-17 0,3 4-11 16,4 6-14-16,1 10-12 0,0 6-10 0,5 2-3 15,4 3-6-15,3 3-2 0,2 6 1 0,2 3-7 16,2 6-5-16,1 5 2 0,-4 4-8 0,8 7-2 16,-1 6-1-16,-1 3-6 0,-2 5 1 0,-2 7-2 15,3 9-3-15,-4 2 3 0,-4 4-5 0,-6-5 2 16,1 10-1-16,-7-6-1 0,-1 1 33 15,-5 0-40-15,0 3 1 0,-5-1 8 0,-3 1-2 16,-1 0 8-16,-6 2 12 0,-5 7 7 0,-5 1-14 16,-6 1 5-16,-5-1-5 0,-6 2-5 15,-4-2-7-15,-7 2-53 0,-6 0-73 0,-5-3-118 16,-19 9-65-16,-3-2-85 0,-12-7-578 0,3-2-661 16</inkml:trace>
  <inkml:trace contextRef="#ctx0" brushRef="#br0" timeOffset="163957.51">23315 18238 848 0,'-22'0'638'16,"22"0"-177"-16,-20-1-86 0,20 1-87 0,-22-2-78 15,22 2-44-15,-22 0-28 0,22 0-6 0,-18 0 3 16,18 0 1-16,0 0 14 0,-20-3-30 0,20 3-12 15,0 0-16-15,0 0-15 0,-18-1-16 0,18 1-12 16,0 0-11-16,13-11-8 0,-1 2-4 0,9-3 0 16,10-2 8-16,6-5 16 0,14-3-1 15,4-5 6-15,5 0 4 0,4-3 0 16,5-1-6-16,4-3 4 0,21-10-12 0,2 1-3 16,2 0-7-16,0-1-5 0,0 0-6 0,0 2-3 15,-2-1-23-15,0 5 26 0,-3 0-36 0,-16 8 27 16,-1 4-25-16,-2-1 0 0,-3 4 23 0,-3 1-25 15,-5 3 30-15,-7 2-33 0,-2 1 32 0,-15 4-32 16,-3 4 26-16,-4-1-27 0,-6 1 28 0,-5 4-26 16,-4-1 33-16,-3 1-29 0,-1 1 39 0,-13 3-16 15,18-4 45-15,-18 4-19 0,11-5 3 0,-11 5-16 16,0 0-31-16,0 0-21 0,0 0-6 16,0 0-50-16,-11-7 1 0,11 7-43 15,-31-2-11-15,7 0-40 0,-2 0-18 0,0-1-29 16,-3 0-33-16,1-1 25 0,-4-1 2 0,-2-1 60 15,7 2-8-15,0-2 29 0,3 0 29 0,-2 2 18 16,4 0 25-16,6-1 18 0,-1 2 25 0,2 0 57 16,15 3-3-16,-25-7 49 0,25 7 19 0,-17-3 32 15,17 3 11-15,-16-3-1 0,16 3-2 0,0 0-19 16,-18-4-18-16,18 4-19 0,0 0-16 16,0 0-12-16,-14-3-11 0,14 3-8 0,0 0 1 15,0 0 3-15,0 0 12 0,22 2 5 0,-22-2-5 16,33 3-5-16,-8-1-11 0,0 2-5 15,1-2-4-15,-1 2-4 0,2 0-4 0,-3 1 7 16,-2 0-23-16,-1 0 15 0,-4 3-18 0,-4-1 13 16,-1 3-10-16,-3 0-5 0,-7 3-33 0,-2 0-31 15,-2 6-58-15,-8 3-68 0,-6 4 10 0,-4 2-41 16,-12 6-20-16,-4 1-50 0,-6-4-132 0,-4 3-174 16,-5-1-139-16</inkml:trace>
  <inkml:trace contextRef="#ctx0" brushRef="#br0" timeOffset="164474.51">22413 17556 578 0,'-17'-19'470'0,"-3"-1"-98"16,1 0-126-16,3-1-39 0,-1-1-68 0,-1-3-29 15,5-2-21-15,-3 2 0 0,4-1 22 0,3 5 63 16,-1 1 10-16,4 0 5 0,-1 0-17 16,2 2-17-16,0 4-12 0,1 3-23 15,-1 1-22-15,5 10-25 0,-4-16-17 0,4 16-17 16,-2-13-9-16,2 13-10 0,0 0 3 0,0 0 4 15,0 0-3-15,7 20-3 0,2 2-3 0,3 6-4 16,1 6-5-16,2 1-6 0,0 3 7 0,7 9-7 16,2-2 2-16,2-1 34 0,1-1-41 0,2-5 36 15,2-3-42-15,-3-10 32 0,1-1-40 0,2-5 35 16,1-3-33-16,2-6 32 0,-4-6-37 0,-3-4 39 16,0-5-34-16,3-6 2 0,-1-5 6 0,-4-4 3 15,-1-3 16-15,-2-5-6 0,-5-3 26 16,-3-3 3-16,-4-3 39 0,-5-2 5 15,-1 0 54-15,-3 1-9 0,-1 0 17 0,-2 2-39 16,-5 2-15-16,-2 3-10 0,-1 2 7 0,0 2-38 16,1 8 6-16,-4 0-25 0,2 4-46 0,-2 2-11 15,1 3-37-15,2 3-53 0,10 7-48 0,-24-4-43 16,24 4-57-16,-27 7-40 0,15 1 8 0,1 3 3 16,2 3-4-16,4 0-8 0,1 1-84 0,3-1 1 15,2-1-196-15,4 2-119 0</inkml:trace>
  <inkml:trace contextRef="#ctx0" brushRef="#br0" timeOffset="164891.51">22875 17242 528 0,'13'-11'535'0,"0"2"-124"0,-3 0-107 15,-1 0-55-15,1 0-37 0,-2 0-28 0,-2 2-11 16,2-2-29-16,2 1-13 0,-2 1-23 0,-1-1-17 16,4 1-11-16,3 0-11 0,-1 3-10 0,1 1-1 15,-14 3-20-15,30-3-6 0,-13 6-4 16,6 1-7-16,-3 2 0 0,1 2-6 0,-2 0 0 15,-1 3-4-15,-4 0 2 0,0 3-5 0,-1 3-1 16,-7 0 0-16,1 2-2 0,-5-2-1 0,0 2-5 16,-5 5 2-16,-2-2-7 0,-3 2 3 0,-2 2-19 15,-4-1-6-15,-2-2-19 0,3-6-17 16,-3-1-13-16,2-4-31 0,0-2-2 0,0-3-24 0,14-7 31 16,-25 0-42-16,10-6 9 0,1-5-42 15,-4-6 2-15,4-6 19 0,-1-4-2 0,2-1 89 16,3-2 40-16,0 1 38 0,2 0 20 15,-1 8 36-15,4 3 16 0,1 1 18 0,-1 3 10 16,1 3-2-16,4 11 12 0,-4-16-22 0,4 16-18 16,-5-13-7-16,5 13-19 0,-5-10-7 0,5 10-5 15,0 0-9-15,0 0-5 0,0 0 0 0,-2 17-6 16,2-4 3-16,1 4-9 0,0 3-6 0,0 5 1 16,3 1 8-16,-3 0-8 0,3 2-9 0,0 6-5 15,1-4-20-15,3 2-26 0,1-2-51 0,0-3-17 16,0-5-38-16,1-3-49 15,4-4-124-15,-2-7 25 0,0-4-188 0,-12-4 49 16</inkml:trace>
  <inkml:trace contextRef="#ctx0" brushRef="#br0" timeOffset="165524.51">23255 17241 172 0,'5'-17'726'0,"-1"4"-184"0,-3 1-128 16,4 3-68-16,-5 9-68 0,4-16-71 0,-4 16-48 15,3-11-35-15,-3 11-22 0,0 0-22 0,0 0-18 16,0 0-11-16,0 0-11 0,15 8-10 15,-7 3-3-15,-2 3-6 0,3 2-2 0,0 1-6 16,1 0-4-16,-1 0-5 0,2 1 4 0,0-2-7 16,-1-1 7-16,2-1-9 0,-2-2 5 15,0-2-8-15,-2-1 2 0,1-3-3 0,-9-6 3 16,14 10-6-16,-14-10 9 0,12 6 3 0,-12-6-1 16,12-5-5-16,-12 5 4 0,9-14-5 0,-5 2 4 15,1-3 1-15,-1-1-2 0,-3-3 5 0,-1 0-3 16,-3-5-2-16,-1 2 0 0,-3 1 4 15,1 3 7-15,-2 3-2 0,-1 2 17 0,-1 5-23 16,10 8-2-16,-19-6-4 0,19 6 0 0,-22 8-1 16,8 2-2-16,4 3 6 0,-2 5-4 0,2 1 4 15,2 2 5-15,3-1-16 0,1 1 7 0,4-2-6 16,0-1-2-16,4-1-24 0,0-2-12 0,2-1-13 16,5-3-29-16,1-4 2 0,1 0-6 15,-13-7 19-15,34 0-26 0,-12-7 26 0,4-3-27 16,2-5 37-16,-1-5-33 0,0-2 8 0,-3-3 35 15,2-3 6-15,-2 0 22 0,-2-1 13 16,-3 0 23-16,0 1 22 0,-1 1 39 0,-5 1-14 16,0 2 41-16,-3 7 12 0,-2-1 14 0,-2 5 3 15,-1 4-14-15,-1 0-16 0,-4 9-25 0,9-14-13 16,-9 14-15-16,6-9 9 0,-6 9-1 16,0 0-10-16,0 0-6 0,23 4-11 0,-14 3 1 0,3 1-9 15,-1 2-4-15,1 2-2 0,0 4-1 0,-1-1-2 16,-2 2-2-16,0 1-2 0,-3-1 2 15,-1-1-2-15,-1-1 8 0,-4-1-7 16,1 0 4-16,-2 0 24 0,0-3 43 0,-2 2 49 16,-1-4 31-16,0 0 57 0,4-9-31 0,-10 13 11 15,10-13-52-15,-13 3-15 0,13-3 2 0,-16-5-40 16,4-5-2-16,1-3-41 0,-1-4 1 0,2-6-42 16,1-5 14-16,4 2-41 0,1-2 15 0,4-2-45 15,3-4 14-15,3 1-65 0,0 0-19 0,2 2-60 16,1 2-53-16,4 3-60 0,-4 8-3 15,1 0-5-15,-1 6-41 0,-3 4 19 0,-6 8 19 0,0 0-74 16,0 0-259-16,0 0-170 16</inkml:trace>
  <inkml:trace contextRef="#ctx0" brushRef="#br0" timeOffset="165791.51">23383 17649 261 0,'-26'31'475'0,"-3"2"-184"0,3-5-2 16,2 0-58-16,1-3-30 0,1-3-18 0,7-3-20 15,1-5 3-15,5-2-16 0,0-3-14 0,2-2-17 16,7-7 9-16,0 0-4 0,0 0-6 16,0 0 19-16,31-14-56 0,-4-4 20 0,10-11-42 15,5-5 3-15,8-3 4 0,-1-2-5 0,7-4-4 16,0 1-15-16,3-3-5 0,0 0 1 0,1 0-15 16,-1 3 1-16,-3 0-1 0,-2 5-9 15,-3 2-1-15,-9 4-3 0,-10 9-3 0,-2 2-3 16,-6 4-9-16,-6 4-22 0,-3 2-25 0,-3 1-30 15,-3 4-38-15,-9 5-65 0,10-6 7 0,-10 6-53 16,0 0-38-16,0 0-108 0,0 0-321 16,-9 9-226-16</inkml:trace>
  <inkml:trace contextRef="#ctx0" brushRef="#br0" timeOffset="168593.21">28017 14966 297 0,'0'0'637'0,"-6"-8"-230"0,6 8-73 0,0 0-118 0,-7-11 7 16,7 11-87-16,0 0 16 0,-5-7-76 16,5 7 27-16,0 0-67 0,0 0 18 0,-7-9-52 15,7 9 15-15,0 0-57 0,0 0-27 16,0 0-45-16,0 0-41 0,0 0-39 0,0 0-30 16,0 0-329-16,0 0-56 0</inkml:trace>
  <inkml:trace contextRef="#ctx0" brushRef="#br0" timeOffset="169178.21">28099 15347 550 0,'-2'-10'493'16,"0"0"-63"-16,-1-1-148 0,2-1 6 16,-2 0-60-16,-1 0 29 0,3 1-45 0,1 11-11 15,-4-17-12-15,4 17-9 0,-1-12-41 0,1 12-22 16,-3-11-32-16,3 11-13 0,0 0-20 0,0 0-10 16,0 0-6-16,0 0-8 0,13 4-4 0,-6 9-6 15,1 4-3-15,1 2-3 0,-1 4-4 0,3 4-1 16,0 2-1-16,-2 1-2 0,-1 0-1 0,0-1-2 15,-2-4 1-15,0-2 0 0,-2 1-1 16,0-4 0-16,-2-1 1 0,1-3 4 0,-2-5 3 16,2 1 18-16,-3-12 27 0,2 16 16 15,-2-16-7-15,0 0-19 0,0 0-11 0,0 0-3 16,0 0-9-16,-11-12-4 0,6-6-5 0,1-6-2 16,-3-8 10-16,2-6-20 0,-1-3-4 0,1-5 3 15,0-2-1-15,1-1 0 0,1 2 5 0,3-1 2 16,0 5 3-16,0 2 16 0,3 3-9 0,-1 5 3 15,2 7 31-15,0 2-42 0,1 4-5 0,1 2-2 16,0 4 0-16,3 3 0 0,0 2 5 0,3 4-2 16,-12 5 22-16,27 0 19 0,-9 6-9 0,3 4 16 15,0 6-24-15,2 4 13 16,-1 3-15-16,-2 4 3 0,0 3-21 0,-1 2 14 16,-4 2-5-16,-1 0-5 0,-1 3-18 46,-1-3-30-46,-1 3-28 0,-3-3-29 0,1-1-41 32,-5-6-47-32,-1-2-76 15,0-2-34-15,-3-5-6 0,0-3-76 0,-3-4-64 16,0-1-360-16,3-10-341 0</inkml:trace>
  <inkml:trace contextRef="#ctx0" brushRef="#br0" timeOffset="169293.22">28240 15421 842 0,'-11'-4'661'0,"-3"-1"-175"15,2 0-96-15,0 2-88 0,12 3-77 0,-20-9-33 0,10 4-30 0,10 5-15 0,-14-13-23 0,8 6-27 0,0-3-18 0,5-3-19 0,1-1-16 0,1-4-32 0,5-6-30 16,3-5-71-16,4-1-44 0,2-2-63 0,0-2-44 16,3-2-83-16,-5 0-141 0,3-2-232 0,-3-1-222 15</inkml:trace>
  <inkml:trace contextRef="#ctx0" brushRef="#br0" timeOffset="169976.21">27294 13636 138 0,'0'0'665'16,"-8"-7"-192"-16,8 7-164 0,0 0-34 0,-5-9-105 15,5 9 14-15,0 0-74 0,0 0 18 0,0 0-68 16,0 0 18-16,0 0-47 0,0 13 35 0,5-4-59 16,0 5 44-16,5 3-65 0,0 2 59 0,0 1-51 15,0 0 33-15,0 0-33 0,1 1 29 16,-1-2-40-16,-1 1 47 0,0-2-44 0,-3-5 42 16,-1 1-45-16,1-4 42 0,-2-1-42 15,-4-9 19-15,8 15-14 0,-8-15 39 0,4 10 3 16,-4-10 27-16,0 0-43 0,0 0-3 0,0 0-5 15,-8-18 6-15,-1 2 19 0,0-6-31 0,-2-9 22 16,-1-7-23-16,-2-2 27 0,1-10-34 0,-1-2 41 16,5 10-4-16,3 1-26 0,-1 1 22 0,3 4-21 15,2 7 25-15,2 3-21 0,0 2 24 0,3 5-34 16,0 1 27-16,3 4-32 0,-2 2 26 16,3 2-23-16,2 3 13 0,-9 7-20 0,21-7 26 0,-21 7-27 15,24 8 27-15,-12 1-26 16,1 4 19-16,-4 4-14 0,1 3 24 0,-5 2-33 15,0 3 32-15,-5 3-29 0,0 1 26 0,-3-2-28 16,-1 0 23-16,1 0-24 0,-1-4 9 0,0 0 6 16,1-5-12-16,-1-2 4 0,3-3-1 0,0-1-8 15,-1-2 12-15,2-10 0 0,0 19 1 0,3-10 11 16,2 1-9-16,0-2-4 0,4 2 5 0,3 0 0 16,3-1 0-16,3 1 1 0,-1 0-2 0,2-1 7 15,1-2-5-15,-2 2-1 0,4-1 7 0,-2 0 9 16,-2-2 2-16,0 2 3 0,-4-1-2 15,0 0-2-15,-1-1 1 0,-4-1-5 16,1 0-1-16,-10-5 29 0,13 10 55 0,-13-10 47 16,9 13 25-16,-9-13 13 0,3 13-21 0,-3-13-43 15,-5 20-9-15,-2-7-33 0,-3 3-7 0,-3-1-24 16,0 0-2-16,-2 0-17 0,0 0-40 0,-1-1-65 16,2-3-81-16,1 2-66 0,2-5-68 0,3 0-47 15,8-8-90-15,-11 7-449 0,11-7-502 0</inkml:trace>
  <inkml:trace contextRef="#ctx0" brushRef="#br0" timeOffset="170344.21">29033 12926 848 0,'0'0'572'0,"0"-10"-128"0,0 10-110 0,0 0-29 0,-8-8-63 15,8 8-10-15,0 0-19 0,-19 6 0 16,19-6-20-16,-19 11-16 0,8-2-15 0,-4 5-27 15,2 3-17-15,-4 5-30 0,3 2-9 0,-1 4-22 16,3-1-2-16,1 3-19 0,-1 0 4 0,3 2-9 16,1 0 13-16,3 0-20 0,3-4 0 15,2 1 0-15,1-3-9 0,2 1-17 0,2-3-20 16,4-1-21-16,1-2-24 0,4-4-39 0,1-1-39 16,6-3-95-16,1-5-29 0,4-5-99 0,-1-5-178 15,10-5-307-15,1-2-445 0</inkml:trace>
  <inkml:trace contextRef="#ctx0" brushRef="#br0" timeOffset="171211.21">29533 14996 122 0,'0'0'607'0,"-1"-13"-218"15,1 13-69-15,-2-12-92 0,2 12-29 0,0-14-22 16,0 14-1-16,2-12-1 0,-2 12 3 0,0-12-39 15,0 12-21-15,0 0-23 0,1-10-24 16,-1 10-16-16,0 0-4 0,0 0 6 0,0 0-6 16,0 0-6-16,20 6-9 0,-13 1 4 0,1 3-15 15,1 5-6-15,2 0 17 0,-3 3-24 0,1 0-2 16,-1 1-1-16,-1 1-7 0,0 1 2 0,-1-2 0 16,1 1-8-16,0-1-18 0,-3-4-16 0,0-4-45 15,0 0-35-15,0-1-5 0,-4-10-7 16,6 14 9-16,-6-14-43 0,0 0-23 0,0 0-23 15,0 0 19-15,17-10 27 0,-14-2 33 0,1-5 44 16,-4-2 48-16,0-7 40 0,-4-6 46 0,-1-3 2 16,-2-3 42-16,-5-1-31 0,-1-1 42 0,1 1-26 15,0 5 43-15,0 0 30 0,2 5 9 16,4 7 17-16,0 2-14 0,0 5-16 0,3 2-30 16,-2 2-17-16,2 1-28 0,3 10-9 0,0-14-18 15,0 14-5-15,11-10-10 0,-11 10-5 0,25-5-4 16,-25 5-7-16,35 6 2 0,-13 1 0 15,3 2-5-15,3 3-1 0,-3 2-1 0,0 2-2 16,-5 1 1-16,-1 4-1 0,-7-3 9 0,-5 2 10 16,-1 4-1-16,-6 0-3 0,-6 1-5 0,-5 4 12 15,-3 3-27-15,-5-2-13 0,-4 0-93 16,0 0-74-16,-4-3-42 0,-3 1-116 0,1-6-492 0,-2 2-404 16</inkml:trace>
  <inkml:trace contextRef="#ctx0" brushRef="#br0" timeOffset="176096.41">27092 16192 219 0,'0'0'451'0,"0"0"-109"0,0 0-97 15,-9-7-7-15,9 7-89 0,0 0 24 0,0 0-20 16,-10-8-10-16,10 8-18 0,0 0-10 0,0 0 14 16,-8-7-3-16,8 7-17 0,0 0-2 0,0 0-9 15,0 0-6-15,0 0-9 0,-9-7-7 0,9 7-3 16,0 0-5-16,0 0-5 0,0 0-3 0,0 0-2 16,0 0-8-16,-5-8-5 0,5 8 4 15,0 0 10-15,6-13 9 0,-6 13 8 0,8-13 11 16,-3 4 2-16,0 0 1 0,2 0-2 0,2-1-6 15,-2 0-5-15,2-1 9 0,-1 1-44 0,2-1-13 16,-1-1 2-16,4 0-13 0,1-2 4 0,0-1-13 16,1 0 6-16,7-5 16 0,0 0-23 15,2-2-10-15,3-2 8 0,2-1-8 0,6-5 6 16,1-3-2-16,0 4 1 0,1-2 2 0,-8 6-5 16,-1 2 2-16,-1 0-2 0,-3 2 3 0,-1 2-2 15,-3 2 0-15,-4 3 1 0,-3 2 0 16,-2 1 7-16,0 4-8 0,-5 0 3 0,3 0 0 15,-9 7 1-15,10-10-2 0,-10 10 3 0,8-7-3 16,-8 7 7-16,0 0-10 0,10-9 0 0,-10 9-10 16,0 0-3-16,5-9-11 0,-5 9-9 15,0 0-8-15,0 0-14 0,4-8-5 0,-4 8-7 0,0 0-1 16,0 0 5-16,0 0 6 0,0 0 7 0,0 0 7 16,-6-8 9-16,6 8 5 0,0 0 7 15,0 0 3-15,0 0 11 0,0 0-7 0,-21 0 14 16,21 0-13-16,0 0 10 0,0 0-8 15,-19 0 3-15,19 0 10 0,0 0-10 0,0 0 14 16,-22-1-13-16,22 1 12 0,0 0-12 0,0 0 12 16,-23-2-10-16,23 2 11 0,0 0-10 0,-17 2 10 15,17-2-9-15,0 0 8 0,-17 1-9 0,17-1 11 16,0 0-12-16,-17 1 14 0,17-1-13 0,0 0 9 16,-16 4-6-16,16-4 0 0,-14 3 2 0,14-3 6 15,-13 3 9-15,13-3 18 0,0 0 8 0,-18 5 6 16,18-5 14-16,0 0 1 0,-14 5 5 0,14-5 2 15,0 0 0-15,0 0 3 16,-15 4-13-16,15-4-4 0,0 0-10 0,0 0-5 16,0 0-7-16,0 0-9 0,-13 4-2 0,13-4-5 15,0 0 3-15,0 0-7 0,0 0 3 0,0 0 8 16,16 1 5-16,-16-1-3 0,21 0-3 0,-21 0-4 16,27-1-3-16,-27 1-1 0,32 0-2 0,-15-2-5 15,-17 2-2-15,35-1-2 0,-35 1 0 0,31 1 0 16,-31-1-2-16,30 2 4 0,-30-2-5 0,25 2 1 15,-25-2-4-15,21 3 2 0,-21-3 1 0,18 6 1 16,-18-6 12-16,13 9-9 0,-13-9 11 16,12 15 8-16,-12-15-9 0,5 17 1 15,-5-3-27-15,-2 1 23 0,-5 4-26 0,0 2 1 16,0 0-48-16,-2 2-41 0,-4 2-45 0,0 0-48 16,5-5-69-16,-2 1-77 0,3-1-42 0,-1-4-105 15,1-1-423-15,1-2-557 0</inkml:trace>
  <inkml:trace contextRef="#ctx0" brushRef="#br0" timeOffset="177380.03">27595 15358 206 0,'0'0'503'0,"-6"-10"-111"0,6 10-85 16,-5-8-69-16,5 8-42 0,-7-7-28 0,7 7-22 15,0 0-10-15,-11-7 2 0,11 7-22 0,0 0-16 16,0 0-17-16,-14-4-19 0,14 4-5 0,0 0-6 16,-12 10-6-16,8-1 5 0,1 2 1 15,-1 6 6-15,0 4-3 0,3 2 1 0,0 4 2 16,0 0 4-16,2 2-2 0,-1 1 3 0,2 5-6 16,0-1-6-16,0-6-6 0,2 0-9 0,1-2 5 15,-1 1-18-15,4-5 5 0,-1-1-14 0,2-2-4 16,-1-3 4-16,5-1-5 0,-3-4 0 15,0-2 1-15,4-3-2 0,-14-6 6 0,27 3-15 0,-11-6 8 16,3-4-19-16,-1-3 7 0,1-4-10 16,3-3 1-16,-3-4 4 0,0-3 1 0,-1-1 2 15,-4-4 3-15,-2 0-1 0,-2-1 2 16,-3 0 6-16,-3-2 0 0,-2 4 12 0,-2 1 16 16,-2-1 24-16,-2 2 20 0,-1 0 30 0,0 3 26 15,-4 1 8-15,0 3-18 0,0 1-10 0,-3 3-22 16,0 2 15-16,0 1-35 0,-3 4 23 0,2 1-41 15,13 7 13-15,-24-4-38 0,24 4 22 0,-28 1-39 16,12 4 22-16,-1 5-9 0,0 2-5 0,0 3-4 16,0 5-4-16,2 4-2 0,0 0-3 0,7-3 0 15,-1 1 2-15,4 1-2 0,0 0-7 16,1-2-1-16,3-2 4 0,2-1-5 0,2-1-24 16,2 0 30-16,-1-2-28 0,2 0 31 15,1-3-27-15,0 1 24 0,2-2-22 0,2-2 23 16,-1-1-26-16,1-4 23 0,0 1-15 0,-11-5 8 15,26 3-25-15,-26-3 19 0,26-4-21 0,-11-1 20 16,-1-1-1-16,-1-1 5 0,5-4 1 0,-6 3 11 16,-2-2-5-16,0-1-1 0,-2-1 4 0,-2 0-1 15,-2 1 2-15,-3-1 4 0,1 1 7 0,-2 0 16 16,-2-1 1-16,-2 0 11 0,-1-1 0 16,1 3 5-16,-3-1-4 0,-2 3-10 0,0-1-4 0,1 3-4 15,0-1-5-15,-2 2-5 16,10 5-2-16,-16-6-4 0,16 6 0 0,-14-4-12 15,14 4-3-15,0 0-14 0,-18-2-13 0,18 2-21 16,0 0-12-16,0 0-23 0,0 0-8 0,-19 0 1 16,19 0 4-16,0 0 7 0,0 0-4 0,0 0-6 15,0 0 0-15,-11 3 5 0,11-3 10 0,0 0 8 16,0 0 11-16,0 0 6 0,0 0 5 0,0 0 2 16,0 0-1-16,-9 7-7 0,9-7 9 0,0 0-12 15,0 0-26-15,0 0-20 0,0 0-35 0,0 0-12 16,0 0-3-16,0 0-60 15,0 0-19-15,0 0-97 0,0 0-349 0,0 0-210 0</inkml:trace>
  <inkml:trace contextRef="#ctx0" brushRef="#br0" timeOffset="178448.04">26612 14102 8 0,'0'0'719'0,"0"0"-243"0,0 0-60 0,-6 7-132 16,6-7-26-16,0 0-78 0,0 0 7 0,0 0-59 16,-12 7 24-16,12-7-27 0,0 0 22 0,0 0-18 15,0 0-7-15,0 0-27 0,-11 4-2 16,11-4-30-16,0 0-2 0,0 0-20 0,0 0-5 0,0 0-12 16,0 0 7-16,0 0-16 0,0 0 7 0,0 0-11 15,14-13 6-15,-4 4-11 0,6-2 3 16,1-1-6-16,6-6 11 0,3 2-13 0,-2-3 9 15,3 1-10-15,1-3 11 0,2 2-11 0,-1-3 9 16,-1 2-11-16,0 0 13 0,-1 1-12 16,1 0 8-16,-1 0-10 0,-2 0 12 0,-1 1-12 15,0 2 10-15,-2 0-9 0,-5 2 4 0,-1 2 4 16,-2 1 0-16,0 2-4 0,-2 0 4 0,-4 3-2 16,0-1 1-16,-8 7-1 0,13-8-7 0,-13 8 2 15,9-8 9-15,-9 8 1 0,0 0-5 0,10-9 2 16,-10 9-4-16,0 0-8 0,0 0-8 0,0 0-13 15,0 0-18-15,0 0-8 0,0 0-43 0,-10 7-2 16,10-7-52-16,-9 6 36 0,9-6-41 16,-9 8 36-16,9-8-35 0,-11 8 19 15,11-8-10-15,-9 6-17 0,9-6-29 0,-12 7-11 16,12-7-12-16,-11 6 5 0,11-6-60 0,0 0-157 16,-17 3 170-16</inkml:trace>
  <inkml:trace contextRef="#ctx0" brushRef="#br0" timeOffset="178797.04">26955 13646 511 0,'0'0'350'0,"-11"-5"-49"0,11 5-49 15,0 0-47-15,-13-8-51 0,13 8 1 16,0 0-78-16,-12-2 72 0,12 2-57 0,0 0 54 16,0 0-54-16,-14-5 34 0,14 5-55 0,0 0 33 15,0 0-46-15,0 0 21 0,0 0-43 0,-15-3 20 16,15 3-36-16,0 0 22 0,0 0-45 0,0 0 42 15,0 0-39-15,0 0 33 0,18-6-36 0,-18 6 27 16,20-2-30-16,-20 2 29 0,30-1-29 0,-30 1 19 16,34 1-22-16,-15 0 30 0,0 0-31 0,-2 2 29 15,2 0-34-15,-2 0 34 0,1 2-28 16,-3 0 26-16,1 0-39 0,-4 1 33 0,2 1-26 16,-2 0 35-16,-2-1-30 0,-4 2 28 0,1-1-24 15,-2 3 35-15,-4-1-28 0,1 2 21 16,-2 3-21-16,-4 1 23 0,-3 2-30 0,-2 2 26 15,-2 1-32-15,-1-1 27 0,-2-2-29 0,3 1 5 16,-1-3-53-16,0-1 8 0,3-3-61 0,2-2 8 16,1-2-67-16,6-7-67 0,-12 9-119 0,12-9-273 15,0 0-165-15</inkml:trace>
  <inkml:trace contextRef="#ctx0" brushRef="#br0" timeOffset="179248.03">27111 13556 306 0,'0'0'483'16,"-13"-6"-116"-16,13 6-68 0,-18-2-111 16,18 2-14-16,-19-1-48 0,19 1 13 0,-24 3-45 15,24-3 23-15,-26 5 6 0,15-2-62 0,-2 1 45 16,1 1-67-16,1 1 39 0,-2 2-51 0,3 3 40 15,-3 3-37-15,4 3 36 0,2 2-32 0,1 5 29 16,0 2-41-16,2 2 36 0,4 0-31 0,0 1 24 16,0 1-27-16,4 4 19 0,1-2-19 15,2-1 24-15,0-3-29 0,2-5 11 0,1-3-17 16,2 0 19-16,3-4-19 0,-1-2 28 0,-1-3-13 16,5-4 3-16,-4-2-7 0,-14-5-3 15,35-2-8-15,-15-5 1 0,4-7-16 0,2-3 15 16,-2-2-19-16,-2-5 24 0,-1-2 25 0,-2-2 26 15,-3-2 51-15,-3-3-23 0,-3 2 16 0,-2-3-6 16,-5 2-19-16,-1 7 22 0,-3 0 15 0,0 0-3 16,-5 4-12-16,-3 0-15 0,0 4-16 0,-5 2-18 15,-1 3-10-15,-3 2 0 0,-1 1-24 0,-2 3 6 16,2 3-30-16,0 2-15 0,0 2-22 0,-4 2-24 16,1 2-25-16,2 0-19 0,-1 1-25 0,2 2-53 15,4 0-39-15,2 0-63 16,-1 1 5-16,2-1-30 0,2 1-97 0,1-1-49 15,3-1-308-15,-1 1-284 0</inkml:trace>
  <inkml:trace contextRef="#ctx0" brushRef="#br0" timeOffset="180432.04">27070 13664 345 0,'0'0'608'0,"-1"-13"-224"0,1 13-55 16,0 0-119-16,0 0-9 0,-12-4-79 16,12 4 25-16,0 0-77 0,-14 9 47 0,8-1-58 15,-1 0 34-15,0 3-55 0,1 4 31 0,-1 3-50 16,2-1 25-16,0 5-39 0,1-2 30 0,0-3-29 16,2 0 24-16,0 3-39 0,2-7 39 0,2 2-45 15,0-1 42-15,2-3-45 0,0-1 34 0,1 0-42 16,-5-10 49-16,12 13-48 0,-12-13 45 0,13 2-48 15,-13-2 43-15,20-5-45 0,-9-2 49 16,-1-3-50-16,3-4 52 0,-1-2-46 0,-2-2 50 16,-1 0-41-16,-3-3 51 0,-1 2-31 15,-1-4 36-15,-4 4 11 0,-1-5-10 0,-3 2 14 16,-5-3-1-16,0 4-4 0,-2-5 6 0,-6 2-8 16,2 2 9-16,-2 5 2 0,3 2-6 0,-4 4-8 15,3 2 0-15,-2 3 0 0,3 2-2 0,14 4-4 16,-31 1-11-16,14 6-2 0,1 3-5 0,0 3-15 15,0 8 6-15,2 4-12 0,3 3 11 0,4 4-16 16,0 2 14-16,5 3-15 0,2-8 13 16,2 8-11-16,3-2 7 0,2-3-5 0,2-2 9 0,2-1-13 15,3-3 13-15,-2-3-12 16,2-7 7-16,1-1-9 0,2-2 8 0,0-5-3 16,-2-4-4-16,-15-4-3 0,32 0 2 0,-11-6-13 15,-1-5 8-15,1 0-8 0,2-8 18 0,-3-4-16 16,3-3 15-16,-4-3-9 0,-1-1 16 0,-2-1-12 15,-3-2 29-15,-3 2-21 0,-1-3 7 0,-4 3 4 16,-3 3 2-16,-2 3 7 0,0 0 17 0,-2 4 62 16,-1 4-47-16,-2 2 42 0,-2 1-47 0,0 3 27 15,-1 2-42-15,-1 3 35 0,9 6-48 0,-20-6-4 16,20 6-5-16,-26 6-1 0,11 1-3 16,-3 4 2-16,4 4-7 0,-3 2-2 0,3 4 1 15,0 2 1-15,3 5-3 0,2-6 0 16,4 2 0-16,1 1 2 0,1 0-3 0,3-1 0 15,4-1 0-15,0-2-1 0,1 0 3 0,4-3-7 16,1-2 1-16,-1-1-3 0,4-5 2 0,-3-1-3 16,4-3 1-16,-14-6 0 0,22 5 7 0,-22-5-1 15,28-5 3-15,-13-1-2 0,1-4 3 0,-1-3-1 16,-1 0 2-16,-1-4-1 0,-3 0 12 0,-2-1 17 16,-3-1 2-16,-1 3 1 0,-2-1-3 0,-2-1-6 15,-4 1-2-15,1 0-2 0,-5 2-9 16,3 2 2-16,-3 1-1 0,-2 2-5 0,3 4-4 15,7 6-11-15,-17-9-6 0,17 9-12 16,0 0-19-16,-27 3-16 0,27-3-34 0,-20 11-20 16,9-3-47-16,2 1-7 0,4 0-61 0,0 1 13 15,0 2-56-15,1-1-41 0,0 0-107 0,2 1-264 16,-2-2-216-16</inkml:trace>
  <inkml:trace contextRef="#ctx0" brushRef="#br0" timeOffset="182516.04">28559 12757 647 0,'0'0'498'0,"0"0"-105"0,-6-7-101 15,6 7-60-15,0 0-45 0,-8-7-51 0,8 7-40 16,0 0-47-16,0 0 45 0,0 0-66 0,-21 5 42 16,21-5-54-16,-9 16 42 0,4-4-40 0,1 3 25 15,-1 2-41-15,2 5 51 0,0 2-43 0,2-2 39 16,-1 3-43-16,2 0 33 0,3-1-28 0,-2-1 36 16,3 0-25-16,1-2 17 0,0-2-22 0,2-1 27 15,0-2-17-15,2-4 37 0,1-2-22 16,0-1 27-16,2-3-9 0,-2-2 9 0,-10-4-18 15,26 1 5-15,-12-5-22 0,7-3 5 0,-3-2-18 16,1-4 5-16,2-4-3 0,-1-3 14 16,0-1-4-16,-2-3 22 0,-3-1 14 0,-1 0 18 15,-2-1 7-15,-6 2-12 0,0 0-6 0,-4 1-15 16,-2 3-10-16,-2-2 21 0,-4 1-35 0,0 2 18 16,-4 5-37-16,-2 0 16 0,-2 3-36 0,0 3 8 15,-3 3-44-15,0 1-26 0,17 4-24 0,-36 0-32 16,14 4-26-16,1 1-46 0,-2 4-31 0,4 0-40 15,1 3-35-15,1 1-44 0,1-1-96 16,0 4-281-16,4-1-246 0</inkml:trace>
  <inkml:trace contextRef="#ctx0" brushRef="#br0" timeOffset="-204059.18">12993 16397 245 0,'-3'-21'895'0,"-2"2"-292"0,-4 2-128 0,3 3-109 16,-3 1-110-16,-1 5-74 0,0 0-42 0,10 8-44 16,-20-5-16-16,20 5-22 0,-30 9-6 0,10 3-18 15,-4 7 1-15,0 9-14 0,2 2-4 16,-7 11-1-16,5 7-2 0,1 3 12 0,4 9-19 15,2 6 4-15,5 9-7 0,1 6 6 0,6 6-1 16,5 8 19-16,4 2 14 0,8 28 12 0,4 1-11 16,7-1 11-16,7-1-6 0,3-4-9 0,8-9-6 15,6-7-14-15,6-10 7 0,4-9-26 0,6-10 9 16,5-10-5-16,-8-19-5 0,4-5-11 0,5-7-9 16,5-5 12-16,7-8-1 0,2-6 4 15,0-6-2-15,3-7 2 0,2-6 3 0,-4-5-12 16,-1-7 13-16,-2-5-10 0,-3-6 6 0,12-15-1 15,-7-7 7-15,-7-9-10 0,-9-7 3 0,-6-9 3 16,-7-6-1-16,-8-5 1 0,-8-6-1 0,-12 11-9 16,-1-25 11-16,-5-4 9 0,-14 14-10 0,-2-5 20 15,-5-1 23-15,-5-19 67 0,-6 4 28 0,-2 26 32 16,-4 4 30-16,-3 5 5 0,-4 6 0 0,-4 7-2 16,-5 5-13-16,-4 7-10 0,-7 7-27 0,-4 7-23 15,-5 5-27-15,-6 8-29 0,-5 6-23 0,-6 7-28 16,-6 6-25-16,-4 5-23 0,-3 6-32 15,-1 5-39-15,-3 5-31 0,-1 6-29 0,-1 4-23 16,-14 8 9-16,4 3-52 0,21-2-5 0,3 3-44 16,5 1-23-16,7 2 8 0,7-2 39 0,9 3-35 15,6-2-32-15,10 1-46 0,13-6-59 16,6 2-220-16,11-5-175 0</inkml:trace>
  <inkml:trace contextRef="#ctx0" brushRef="#br0" timeOffset="-203395.18">16689 15971 716 0,'-62'10'787'0,"-5"4"-190"15,-5 4-111-15,0 6-138 0,1 9-72 0,-18 13-60 16,4 10-34-16,4 7-53 0,3 7-24 0,3 7-39 15,4 7-8-15,5 6-14 0,5 8 3 0,3 3-25 16,9 6 7-16,7 5-19 0,8 4 10 0,9 2-6 16,9 7 20-16,8 4 4 0,9 5-6 0,7 1 3 15,10-3-22-15,9 1 11 0,9 1 15 0,8-3-7 16,9-5-7-16,3-7-28 0,10-8 21 0,2-12-31 16,8-12-7-16,4-8-7 0,6-10-11 0,5-10-8 15,2-19 3-15,3-40-7 0,-14 0-5 0,5 0 0 16,4 0-6-16,1 0-5 0,3 0-30 15,17 0 19-15,-3 0-32 0,-7-18-1 0,-5-30 3 16,-6-12 15-16,-5-4 10 0,-8-6 22 0,-3-7 18 16,-3-1 21-16,-6-3 24 0,-2-7 33 0,-4-6 21 15,-2-8 15-15,-6-6-9 0,-5-5 1 0,-5-3-18 16,-7-2-6-16,-4-5 3 0,-5-2 4 0,-7 0 18 16,-5 0-1-16,-5 5 43 0,-5 25 14 0,-7 3 25 15,-3 3 63-15,-7 8 2 0,-4 6 27 0,-9 6-13 16,-6 5-19-16,-12 8-37 0,-5 3-33 0,-9 7-44 15,-24-2-31-15,-10 6-56 0,-8 7-64 0,-6 8-57 16,-11 7-45-16,-3 5-29 0,-5 6-20 16,19 8-12-16,-27 4 2 0,3 6-10 15,3 7 0-15,4 5 8 0,8 2 29 0,10 4 15 16,22-6 24-16,6 1 13 0,11 1 1 0,7-3 13 16,19-5-28-16,8-4-31 0,13-1-92 0,19-10-64 15,-6 11-218-15,6-11-75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20T05:47:32.241"/>
    </inkml:context>
    <inkml:brush xml:id="br0">
      <inkml:brushProperty name="width" value="0.05292" units="cm"/>
      <inkml:brushProperty name="height" value="0.05292" units="cm"/>
      <inkml:brushProperty name="color" value="#FF0000"/>
    </inkml:brush>
  </inkml:definitions>
  <inkml:trace contextRef="#ctx0" brushRef="#br0">8410 4677 90 0,'0'0'284'0,"0"0"-77"15,0 0-42-15,-10 7-20 0,10-7-20 0,0 0-20 16,0 0-8-16,0 0-21 0,-16 3 2 15,16-3 4-15,0 0-6 0,0 0 8 0,0 0-2 0,0 0 9 16,-19 1 3-16,19-1-16 0,0 0-9 16,0 0-3-16,0 0 18 0,0 0-25 0,-19 0 18 15,19 0-27-15,0 0 17 0,0 0-27 16,0 0 8-16,0 0-48 0,-18-1 35 0,18 1-27 16,0 0 25-16,0 0-38 0,0 0 25 0,0 0-30 15,0 0 29-15,0 0-28 0,-13-3 27 0,13 3-28 16,0 0 32-16,0 0-35 0,0 0 31 0,0 0-39 15,-4-10 42-15,4 10-34 0,3-11 33 0,-3 11-35 16,7-13 2-16,-4 4 8 0,3-1-6 0,2-3 0 16,1 0 3-16,2-4-1 0,1 3-3 15,2-3 8-15,3-4-18 0,1 1 16 0,1-3-21 16,0 4 31-16,1-5-27 0,1 2 35 0,1 0-25 16,-1 0 26-16,1 0-25 0,1 2 24 0,-2-1-23 15,2 1 22-15,-1 3-23 0,1-2 25 0,-3 1-32 16,1 2 25-16,0 0-13 0,-3 2 25 0,5-2-26 15,-1-1 26-15,0 0-24 0,1 1 26 0,2-1-25 16,0 0 35-16,0 0-13 0,1-1 0 16,1-1-4-16,1 0 2 0,0 1-10 0,-1 0 8 15,2 1 33-15,-2-2-46 0,1 1 42 0,-1 1-42 16,-2 1 0-16,1 1 2 0,1 0 3 0,-1 1-1 16,-1 0 1-16,-4 4-1 0,-1-1 4 15,2 2-29-15,-2-1 52 0,1 0-49 0,-1 1 38 16,-2 1-38-16,4 0 34 0,-2 0-31 0,3 1 33 15,-3 0-33-15,3-1 43 0,1 0-36 0,0-1 36 16,3-2-32-16,1 2 38 0,3-1-34 0,-1-1 32 16,0-1-34-16,-2 1 35 0,3 1-34 0,-2 0 33 15,0-1-27-15,-1 1 21 0,-4 1-22 0,0 0 26 16,-1 0-32-16,2 2 37 0,-2-2-29 0,1 2 25 16,-2-2-26-16,2 1 27 0,0 1-27 0,0-1 24 15,-2 1-23-15,3 1 24 0,-1-2-19 16,0 1 19-16,0-1-15 0,0 2 16 0,2-2-21 0,-3 2 18 15,4-1-17-15,-1 0 22 0,0 0-16 16,-1 1 17-16,1-2-19 0,-1 2 17 16,1-1-15-16,0-1 12 0,-2 2-16 0,1-2 11 15,-1 1-10-15,2-1 16 0,0 2-16 0,-5-1 9 16,4 0-10-16,-1 0 10 0,0 0-10 0,-1 3 12 16,0-3-10-16,2 1 12 0,-2-1-5 0,0 2 3 15,0-1-10-15,1 3 11 0,-1-3-14 0,1 0 5 16,-2 2-4-16,2 0 10 0,1-1-11 0,-2 1 12 15,-1 0-12-15,3-1 7 0,-1 2-8 0,1 0 4 16,-1-1-8-16,-1 2 7 0,1-2-8 16,0 2 8-16,1 0-10 0,-2-1 7 0,-1 1-8 0,-2 2 2 15,-1-1-5-15,2 1 6 0,-1-1-6 16,-1 1 8-16,1 1-8 0,-3 0 4 0,1-1-4 16,1 1 3-16,-2 0-7 0,2 1 10 0,-2-1-10 15,1-1 8-15,1 2-7 0,-2-1 8 0,2 0-7 16,-19-1 4-16,33 1-4 0,-33-1 6 0,33 3-6 15,-14-3 6-15,-19 0-7 0,31 1 7 0,-31-1-5 16,33 1 6-16,-33-1-9 0,32 0 8 0,-32 0-9 16,31 0 9-16,-31 0-8 0,29 1 8 15,-29-1-8-15,31 0 4 0,-31 0-3 0,30 2 8 16,-30-2-9-16,30 0 8 0,-30 0-6 16,30 1 5-16,-30-1-7 0,29 1 9 0,-29-1-9 0,28 2 9 15,-28-2-10-15,30 0 10 0,-30 0-8 16,31 0 7-16,-31 0-6 0,30 1 3 0,-30-1-6 15,35-1 11-15,-17 1-9 0,1-2 8 0,-3 1-6 16,5-2 5-16,1 1-7 0,-1 0 10 0,2-2-8 16,-1 0 9-16,1-2-4 0,-2 1 13 0,2 0-4 15,0-3 7-15,-1 2-7 0,0 0 0 0,1-2-5 16,0 2 1-16,-1 0 5 0,3-2-8 0,-2 1 5 16,-1-1-3-16,2-1 5 0,0 2 0 0,0-1 0 15,0 0 0-15,5-2-3 0,-8 2 2 0,4-1-2 16,0 2-1-16,-1-2-1 0,1 2-1 15,-1-2 2-15,6 0-4 0,-6 2-1 0,1-1 2 0,0 2 4 16,-2-1-10-16,2-1 5 0,0 2-2 16,-2-1 0-16,1 1-3 0,-2 0 2 15,1 1-2-15,0 0 1 0,-3 0 0 0,1 1-1 16,-2 0 5-16,-2 1-5 0,2-1-1 0,-3 2 1 16,2-1-1-16,0 0 3 0,-3 1-2 0,5 0-2 15,-5-1 3-15,3 2 0 0,-1-2 1 0,0 2-2 16,2 0 1-16,-2-2-2 0,2 2 1 0,-1 0 0 15,1 0 3-15,1-1-4 0,-2 1 0 0,2 1-1 16,-2-3 1-16,2 3 5 0,0-1-4 16,-1 1-1-16,1-1-1 0,1 1 1 0,-3 0 0 15,1 0 0-15,0 0 1 0,2 1 0 0,-2 0-5 0,0 0 4 16,1 1 5-16,1-1-6 0,-3 2 0 16,2-1 1-16,0 1 1 0,1-1 2 0,1 2 1 15,-2-1 1-15,-2-1-5 0,4 3 0 0,0-2-2 16,-1 0 3-16,0 1-2 0,1 1 2 0,-3-1-2 15,0-1 1-15,1 3 0 0,0-1 0 0,1-1-1 16,0 2 0-16,-3-2 4 0,3 2 0 0,-1 0-1 16,0 0 3-16,1 0-4 0,-1 1 0 0,-1-1-2 15,2 0 3-15,-2 0 0 16,1 2-1-16,1-2-1 0,-2 2 2 0,1-3 0 16,0 2 0-16,0 0-5 0,1 1 4 0,2-2 0 0,-4 2 2 15,3-2-2-15,-1 0 2 0,0 1 5 16,2-1-7-16,0 0-2 0,-2-1 2 0,1 1-2 15,0-1 2-15,1 0 0 0,0 2 2 0,-1-3 2 16,2 2-4-16,-1 0-2 0,0-3 0 0,0 4 5 16,0-1-3-16,0-1 1 0,0 0-1 0,-1 1-1 15,1 0 2-15,-1 0-2 0,0 0 2 0,-1 0-1 16,2-1 2-16,-1 1-5 0,-2 2 5 0,2-3 2 16,0 1-3-16,-3 0-1 0,3 1-1 0,-2-1 2 15,1 0 0-15,-2 0 2 0,1-1-2 16,0 1 28-16,-1 0-34 0,2 1-1 0,-1-2 4 0,-1 1 1 15,1 1-1-15,1 0 1 0,-1 1 1 0,0-1 3 16,0 0-3-16,2 1-1 0,-3 1-1 16,3-1 2-16,-1 1 1 0,0 1 1 0,1-1-2 15,-1 0 2-15,1 1-2 0,-1 0 0 0,-1 0 4 16,2-2-4-16,-3 4 1 0,3-2-1 16,-3 0 1-16,0 1 0 0,1 0-3 0,1-1 2 15,-3 1 0-15,1 1 4 0,2 0-1 0,-2 0 0 16,0-1-2-16,-1-1-1 0,1 2 3 0,-1-2 0 15,2 1 0-15,1-1-1 0,-3 2 1 0,3-3 15 16,0 0-20-16,-1 1 30 0,1-1-33 0,2 1 32 16,0-1-42-16,-1-1 42 0,1 3-37 15,1-2 34-15,0-2-37 0,1 1 38 0,-1 0-30 16,4 2 28-16,-1-1-36 0,-3 0 34 0,-1-1-33 16,3 1 34-16,-3 0-35 0,0-2 31 0,0 2-30 15,0 0 33-15,0-2-31 0,0 2 32 0,0-1-20 16,-3-1 46-16,3 1-18 0,-2 1 7 0,-1-2-15 15,1 1 6-15,0-1-11 0,-1 0 8 0,-1 2 4 16,-1-1-1-16,1-1-3 0,-1 1-6 0,-1 0-9 16,0 1 5-16,-1 1-4 0,2-1-3 15,-4 1-5-15,2-1-2 0,0 1 1 0,-1 0 4 0,-1 0-5 16,1 1 4-16,0-1-3 0,-1 0 1 16,-3 0-4-16,3 1 4 0,-1-2-3 15,-3 0 2-15,2 1-2 0,-2-2 0 0,2 2-1 16,-1-1 0-16,-2 1 1 0,0 0 5 0,2-1-5 15,-2 0 2-15,0 0-1 0,0-1 2 0,-1 0-5 16,-2 1 4-16,2-2-2 0,1 1 2 0,-1 0-6 16,-1 0 8-16,1 1 1 0,1-2-4 0,-1 0-3 15,-2 1 8-15,2-1-8 0,2 2-1 0,-2-1 3 16,-1-1 3-16,1 1-3 0,1-1 2 0,-3 0-3 16,2-1 2-16,-2 0-1 0,2 0-2 0,-8-6-2 15,13 11 7-15,-13-11-4 0,11 10 3 16,-11-10-2-16,12 11-4 0,-12-11 6 0,9 8 0 15,-9-8-2-15,9 6 2 0,-9-6-4 0,10 7-4 16,-10-7-8-16,0 0 0 0,9 7-18 0,-9-7 8 16,0 0-24-16,0 0 15 0,9 7-23 0,-9-7 30 15,0 0-43-15,0 0 19 0,0 0-90 0,0 0-21 16,0 0-23-16,0 0-8 0,11-7 8 0,-11 7 1 16,0 0 11-16,0 0 4 0,-1-10-3 15,1 10-11-15,0 0-11 0,-10-6 5 0,10 6-34 16,0 0 28-16,0 0-27 0,-19 0 58 0,19 0-89 15,0 0-181-15,-23 1 162 0</inkml:trace>
  <inkml:trace contextRef="#ctx0" brushRef="#br0" timeOffset="519">17060 4509 265 0,'0'0'408'16,"-13"3"-87"-16,13-3-45 0,0 0-32 0,-17 5-27 15,17-5 20-15,0 0-83 0,-13 3 42 0,13-3-70 16,0 0 51-16,0 0-76 0,0 0 32 0,-16 2-66 16,16-2 37-16,0 0-66 0,0 0 44 15,0 0-66-15,0 0 41 0,-10 4-57 0,10-4 40 16,0 0-51-16,0 0 55 0,5 8-65 0,-5-8 63 16,10 4-57-16,-10-4 48 0,14 11-52 0,-14-11 52 15,18 8-54-15,-5-4 53 0,-3 0-55 16,3-1 48-16,-13-3-53 0,25 6 49 0,-25-6-71 15,28 1 44-15,-28-1-68 0,30-3 35 0,-15 1-48 16,2-2-23-16,-1-2 11 0,0-1-11 0,-2 1-20 16,-1-3-22-16,-2 1-33 0,2-1 11 0,-4 0-8 15,-1-1 32-15,-1 0 7 0,-2 2 18 0,0-2 16 16,-1-1 16-16,0 0 33 0,-1 1 25 0,-1 0 29 16,1-1 29-16,1 1 24 0,-3 0 29 0,-1 10 5 15,2-17 40-15,-2 17 23 0,2-14-15 16,-2 14 35-16,1-11-4 0,-1 11-3 0,0 0-5 15,1-14-12-15,-1 14-15 0,0 0-1 16,0 0 1-16,2-13-22 0,-2 13 11 0,0 0 4 16,0 0-4-16,0 0-13 0,0-11-13 0,0 11-14 15,0 0-19-15,0 0-12 0,0 0-7 0,0 0-6 16,0 0-9-16,0 0 2 0,9 5-11 0,-9-5 5 16,7 15 1-16,-2-6-2 0,0 0-6 0,-1 2 1 15,1 3 35-15,1-2-47 0,-2 3 40 0,-1-1-55 16,1 2 32-16,0-2-84 0,-2 1 6 0,-2 0-91 15,2 0 21-15,-2-2-66 0,-2 6-29 0,0-1-21 16,1-1-31-16,-2 4-52 0,-3 0-65 0,2-2-179 16,-1 3-98-16</inkml:trace>
  <inkml:trace contextRef="#ctx0" brushRef="#br0" timeOffset="6602.69">17404 4009 363 0,'0'0'608'16,"0"0"-159"-16,0 0-126 0,0 0-66 0,6-8-63 16,-6 8-43-16,0 0-19 0,0 0-48 0,0 0-10 15,0 0-8-15,0 0-21 0,0 0-7 0,0 0-9 16,0 0-8-16,0 0-3 0,0 0-3 16,0 0-2-16,10 8-3 0,-10-8-2 15,4 19-11-15,0-4 11 0,0 8-46 0,1 1 52 16,1 7-33-16,2 1 37 0,0 3-43 0,1 2 43 15,-2 0 1-15,1 1-6 0,1 0-1 0,-3 0-5 16,2-1 45-16,1 0-58 0,-3-3 45 0,1-1-42 16,-1 0 44-16,2-8-52 0,-3 0 43 0,-1-3-48 15,1-2 48-15,-2-2-51 0,-1-3 47 0,2-3-48 16,-3 0 47-16,-1-12-48 0,3 17 49 0,-3-17-48 16,3 12 46-16,-3-12-30 0,3 12 66 0,-3-12-43 15,0 0 75-15,3 11-34 0,-3-11 52 0,0 0-69 16,0 0 27-16,0 0-62 0,0 0 39 15,-13-5-58-15,7-1 51 0,-1-2-52 0,-1-3 41 16,0 0-43-16,-1-2 35 0,-2-2-46 0,1 0 53 16,0 1-50-16,2 3 50 0,-1-1-51 0,2 0 6 15,-1 3 5-15,3 1 6 0,-3 0 2 16,2 1 7-16,6 7 1 0,-13-10-1 0,13 10-2 16,-14-9-7-16,14 9 4 0,-23-7 4 0,23 7-2 15,-27-1 1-15,27 1-1 0,-33 1 0 0,10 2 45 16,0 2-54-16,-1 2 44 0,0 2-52 0,1-1 50 15,-4 2-46-15,6 0 38 0,-5 3 0 0,2 0-50 16,3 0 47-16,2-1-49 0,0 1 51 0,1-1-48 16,3 1 48-16,-2-2-49 0,3 1 48 15,5-4-48-15,-1-2 49 0,2-1-47 0,8-5 45 16,-11 10-52-16,11-10 56 0,-12 8-50 0,12-8 45 16,-8 6-50-16,8-6 46 0,0 0-51 0,-7 7 52 15,7-7-53-15,0 0 45 0,0 0-51 0,-10 6 44 16,10-6-47-16,0 0 43 0,0 0-36 0,0 0 46 15,0 0-44-15,-8 6 56 0,8-6-59 0,0 0 58 16,0 0-46-16,0 0 48 0,0 0-49 0,0 0 50 16,0 0-47-16,0 0 48 0,-7 6-49 15,7-6 46-15,0 0-43 0,0 0 46 0,0 0-53 16,0 0 60-16,0 0-52 0,0 0 47 16,0 0-52-16,0 0 55 0,0 0-53 0,0 0 52 15,0 0-54-15,0 0 48 0,0 0-51 0,0 0 51 16,0 0-56-16,0 0 55 0,0 0-49 0,0 0 54 15,0 0-52-15,0 0 52 0,12 7-48 0,-12-7 49 16,20-4-50-16,-20 4 47 0,30-5-47 0,-11-1 44 16,3 0-45-16,1-1 48 0,1-1-57 0,5-2 53 15,0 0-42-15,-1 1 49 0,1 0-51 0,-2-3 50 16,-1 6-50-16,-3-1 50 0,2-1-51 16,-1 3 51-16,-3 0-50 0,1 0 38 0,-3 3-40 0,-1-1 51 15,0 1-53-15,-18 2 55 0,29-2-53 0,-29 2 52 16,27-1-51-16,-27 1 50 0,23 1-49 15,-23-1 48-15,22 0-49 0,-22 0 52 16,0 0-50-16,23 2 45 0,-23-2-46 0,0 0 51 16,0 0-54-16,18 1 55 0,-18-1-49 0,0 0 52 15,0 0-41-15,0 0 64 0,19 0-27 0,-19 0 53 16,0 0-61-16,0 0 35 0,0-10-54 0,0 10 44 16,-9-18-52-16,0 5 44 0,-1-4-55 0,-1-1 4 15,-2-7 5-15,-3-2 2 0,0-1-1 0,0-3 0 16,1-2 1-16,1 0 0 0,0 0 3 0,1-1-2 15,3 1 1-15,-3 1 6 0,3-1 2 0,1 5 0 16,-1-1 5-16,2 5-1 0,0 3-2 0,3 1 1 16,-3 2 0-16,2 4 0 0,1 0 0 15,2 4-2-15,-1 0-2 0,4 10-1 0,-6-15-12 16,6 15-10-16,-5-13-15 0,5 13-34 0,-5-9-51 16,5 9-26-16,0 0-18 0,0 0-31 0,-14 7-14 15,8 1-58-15,0 5-5 0,0 1-377 0,1 6-181 16</inkml:trace>
  <inkml:trace contextRef="#ctx0" brushRef="#br0" timeOffset="9303.06">12936 7632 16 0,'0'0'695'0,"-4"-16"-246"16,4 16-97-16,-6-15-91 0,6 15-53 0,-5-14-37 15,5 14-36-15,-6-10-22 0,6 10-15 0,-4-10-7 16,4 10-44-16,-5-9 32 0,5 9-42 15,-4-8 18-15,4 8-5 0,-5-9-6 0,5 9-48 0,-4-9 37 16,4 9-31-16,0 0 26 0,-6-11-38 16,6 11 34-16,0 0-35 0,-4-10 33 15,4 10 0-15,0 0-41 0,-6-10 30 0,6 10 4 16,-2-9-4-16,2 9-9 0,-3-11-1 0,3 11 5 16,-2-16-4-16,0 5-4 0,1-1-4 0,0 1 7 15,0-3-12-15,-1-3-3 0,1-1-1 0,0 0 1 16,-1-4 0-16,-1 0-7 0,0 1 7 0,1-2 4 15,0 0 1-15,-2 2 42 0,1-1-57 0,-1 2 49 16,0-3-48-16,-1 3 41 0,-1-2-44 0,0-1 0 16,-1 2 2-16,1-3 3 0,-1 2-1 15,-1-2-7-15,1 2 8 0,-1-1 8 0,1 0 3 16,-1 2-35-16,2 1 17 0,-1 2 27 0,2 2-25 16,1 2 31-16,-3 3-24 0,4 2 26 0,3 9 0 15,-6-17-30-15,6 17 27 0,-5-11-35 0,5 11 35 16,0 0-27-16,0 0 31 0,0 0-3 0,0 0 3 15,-6 20 2-15,7 6 1 0,2 14 11 0,1 10 51 16,1 20-43-16,2 13 16 0,4 9 16 16,1 29 18-16,2 7 17 0,1 4 73 0,-3 6-43 15,4 1-29-15,-2-2-8 0,4-5 39 0,-4-9-41 16,2-8 33-16,-4-26-13 0,2-6-58 16,-1-8 31-16,1-7-51 0,-4-4 34 0,2-9-47 15,-1-13 34-15,-2-3-49 0,0-4 39 0,1-4-45 16,-2 0 39-16,-3-12-43 0,1 0 37 0,-2-4-39 15,1-4 41-15,-2 0-45 0,-3-11 34 0,5 16-43 16,-5-16 35-16,5 11-49 0,-5-11 23 0,0 0-109 16,0 0 11-16,0 0-85 0,0 0 14 0,0 0-64 15,0-15-45-15,-3 4-34 0,0-5 4 0,-1-6-424 16,-4 2-271-16</inkml:trace>
  <inkml:trace contextRef="#ctx0" brushRef="#br0" timeOffset="9687.07">12678 8692 327 0,'-8'-9'726'15,"1"2"-192"-15,-2-1-175 0,2 1-25 0,7 7-109 16,-12-11-14-16,12 11-92 0,-10-8 23 0,10 8-72 16,-7-9 25-16,7 9-58 0,0 0 30 0,-8-7-63 15,8 7 43-15,0 0-49 0,0 0 45 0,0 0-54 16,0 0 47-16,21 10-8 0,-2-1-4 0,1 2-4 15,7 1-51-15,3 2 42 0,2 0-48 0,0 0 54 16,3 0-45-16,1-2 41 0,1-1-53 0,0-1 34 16,0-2-63-16,1-2 48 0,-2-2-49 0,-5-4 40 15,6-4-37-15,-2-1 41 0,-3-4-33 16,-1-2 44-16,-3-2-40 0,-2-3 56 0,-1-1-31 16,-6-2 46-16,-1-1-38 0,-5 2 58 0,-1 0-22 15,-5-1 78-15,-1 0-28 0,-3 3 67 0,1 1-27 16,-3 2 94-16,-1 13-42 0,3-17 13 15,-3 17-60-15,-3-12 10 0,3 12-59 0,0 0 14 16,-13-4-49-16,13 4 29 0,-18 15-44 0,4 3 29 16,-4 6-1-16,0 8-10 0,-2 2-6 0,-4 10-58 15,2 4 10-15,-1 1-77 0,1-1 1 16,3 1-115-16,4-1-42 0,3-5-68 0,1-3-87 0,0 0-451 16,4 0-469-16</inkml:trace>
  <inkml:trace contextRef="#ctx0" brushRef="#br0" timeOffset="12139.07">12285 10310 514 0,'0'0'387'0,"0"0"-77"16,0 0-56-16,0 0-69 0,-9-7-25 0,9 7-36 15,0 0-18-15,0 0-30 0,0 0-8 0,-6-10-22 16,6 10-1-16,0 0-15 0,5-15 26 0,-2 5-20 15,2 0 34-15,4-6-33 0,1-1 33 0,3-2-36 16,1-6 32-16,4-4-37 0,1 1 37 16,-1-5-37-16,7-9 41 0,0-4-48 0,0-1 48 15,0-3-55-15,1-3 46 0,-1 0-55 0,2-5 44 16,-3-3 4-16,-1-3-9 0,-1-3-54 0,-1-3 56 16,-3-5-49-16,-1-5 48 0,-2-3-52 0,-1-2 50 15,-3-3-49-15,1 1 57 0,-1-3-47 0,-1 0 52 16,0 3-44-16,-1 3 29 0,1 4 49 0,0 5-34 15,-2 7 53-15,0 5-51 0,0 7 43 0,-2 10-49 16,-2 5 31-16,1 3-55 0,0 0 34 16,-1 3-14-16,0 0-10 0,1 1-3 0,0 2-5 0,-1-1-2 15,1 4-39-15,-1 3 34 16,-1-6-29-16,1 5 42 0,-1 0-37 0,1-2 40 16,1 2-40-16,-4-2 2 0,0 0 4 0,1 1 7 15,-4-3 37-15,1 4-41 0,-2-2 1 0,-1-2-2 16,-2 6-2-16,0 0 0 0,-3-4-2 0,-1 8 0 15,1 0-4-15,-2 1 27 0,1 1-32 0,1 1 32 16,-2 2-33-16,2 1 28 0,-1 0-31 0,1 3 32 16,1 0-33-16,0 0 13 0,1 1-10 0,0 0 27 15,1 2-28-15,1 0 26 0,5 9-22 16,-9-14 24-16,9 14-24 0,-7-14 16 0,7 14-7 0,-7-11-18 16,7 11 27-16,-9-13 0 0,9 13 0 0,-8-11 9 15,8 11-15-15,-6-9 0 0,6 9-1 16,-7-8 1-16,7 8-1 0,-6-8-3 0,6 8 0 15,0 0 0-15,-8-8-3 0,8 8-5 0,0 0-1 16,0 0 5-16,-9-8-6 0,9 8 1 0,0 0 3 16,0 0-1-16,0 0 0 0,0 0 1 0,-7-6-1 15,7 6 1-15,0 0 0 0,0 0-2 0,0 0 3 16,0 0-2-16,0 0 0 0,0 0 2 16,0 0-1-16,0 0-6 0,-6-7 7 0,6 7-2 15,0 0 2-15,0 0-1 0,0 0-15 0,0 0-12 16,0 0 28-16,0 0 1 0,0 0-26 15,2 15 33-15,2-2-29 0,-2 5 32 0,1 7-29 16,3 8 31-16,-1 9-30 0,2 4 3 0,2 14 3 16,0 5 29-16,1 4-33 0,1 3 38 0,0 6-5 15,3 3-32-15,0 2 30 0,0 3-30 0,-1-3 29 16,2 1-32-16,-1-1 33 0,1-5-4 0,-1 0-2 16,1-7 25-16,0-1-32 0,-2-5 1 0,1-3-16 15,-2-5-10-15,2-5 32 0,-5-8-32 0,2-3 35 16,-1-1-31-16,1 1 33 0,-2-7-32 0,1 0 34 15,0-1-35-15,-3-5 36 0,1 1-34 0,1-6 33 16,-4-2-33-16,1-3 32 0,0 3-3 16,-1-6-9-16,1-2-2 0,-2 2 6 0,0-1-3 0,-1-1-1 15,3-2-4-15,-2 0-8 0,-2-1 4 16,1 0-3-16,2 2-1 0,-5-12-1 0,5 16-3 16,-5-16 6-16,4 12 0 0,-4-12-8 15,3 13 12-15,-3-13-4 0,0 0 3 0,6 12-8 16,-6-12-7-16,0 0-7 0,2 9-13 0,-2-9-16 15,0 0-32-15,0 0-67 0,0 0-90 0,0 0-6 16,0 0-71-16,-15-2-28 0,2-8-85 0,1-5-319 16,-3-3-277-16</inkml:trace>
  <inkml:trace contextRef="#ctx0" brushRef="#br0" timeOffset="12689.06">12629 7111 404 0,'-4'-10'633'0,"1"1"-120"16,-1 2-188-16,4 7-18 0,-14-10-120 0,14 10 12 15,-17 0-95-15,3 6 21 0,-1 5-73 0,-4 12 41 16,-4 4-61-16,-2 15-8 0,-3 5-5 0,-1 5-2 16,-1 6-4-16,1 3 0 0,-2 4-4 0,2 1 44 15,-1 2-49-15,2 1 47 0,0-2-55 0,2-2 41 16,2-1-48-16,4-5 10 0,1-6 1 0,4-13-6 15,3-5 2-15,1-5 3 0,4-6 5 0,-2-5 0 16,4-3 0-16,1-6 0 0,4-10 5 16,-5 9-11-16,5-9-7 0,0-10-7 0,1-8 39 15,2-8-43-15,0-13 40 0,4-5-44 16,2-15 56-16,0-6-56 0,0-4 3 0,3-4 5 16,0-2 0-16,2-1 3 0,3 2 4 0,0 2 3 15,1 6 43-15,5 4-42 0,2 7 51 0,-1 8-57 16,0 7 39-16,1 10-49 0,-1 8 31 0,4 3-25 15,0 6 45-15,4 6-55 0,-2 7 55 0,7 6-46 16,1 6 48-16,12 11-48 0,0 7 5 0,4 6 5 16,-1 6 4-16,1 2 1 0,0 5-2 0,1 2 1 15,0 2 5-15,-2 0-29 0,-1-2 29 16,-1-1-82-16,-1-1-32 0,-2-2-102 0,-3-2-106 0,-2-1-406 16,-4-3-252-16</inkml:trace>
  <inkml:trace contextRef="#ctx0" brushRef="#br0" timeOffset="15707.11">16465 5895 3 0,'0'0'624'0,"0"0"-205"0,0 0-58 15,0 0-82-15,-8 7-61 0,8-7-32 0,0 0-38 16,0 0-24-16,0 0-18 0,0 0-50 0,0 0 33 16,0 0-51-16,0 0 33 0,0 0-42 0,0 0 26 15,0 0-43-15,0 0 23 0,0 0-2 0,0 0-55 16,0 0 48-16,0 0-34 0,0 0 34 0,0 0-41 16,0 0 35-16,0 0-34 0,0 0 35 0,0 0-38 15,12 7 36-15,-12-7-37 0,25-2 37 16,-7 2-35-16,8-3 28 0,1 1 6 0,9 0-4 15,1-3-6-15,1 1 4 0,4-2-3 0,0-2-2 16,4 2 0-16,-1-3 1 0,2 1-3 0,0 0-33 16,-3-2 36-16,0 1-32 0,-2 0 36 15,0 2-36-15,-3-2 35 0,-5 2 4 0,-1 0-9 16,-7 3 6-16,0-3-3 0,-6 4-1 0,-3-1 1 16,-17 4-3-16,24-4 2 0,-24 4 0 0,19-5 2 15,-19 5-1-15,15-2 14 0,-15 2 12 16,0 0-2-16,16-5 3 0,-16 5 7 0,0 0 0 15,0 0-10-15,14-3-8 0,-14 3-10 0,0 0-9 0,0 0-15 16,0 0-15-16,0 0-39 0,-18-5-21 16,18 5-3-16,-14-4-18 0,14 4-24 0,-23-5-6 15,10 2-16-15,-2-2-44 0,1 1 21 0,-5-3 4 16,-2 1 43-16,1 1 7 0,-2-1 60 0,0 0 14 16,3 2 52-16,-4-1 5 0,1 0 34 0,5 1 5 15,0 2 12-15,0-1 6 0,-2 1-11 16,2 0 19-16,17 2 16 0,-28-2 4 0,28 2-4 15,-28-1 2-15,28 1-3 0,-23-2-2 0,23 2-6 16,-21 0-3-16,21 0-8 0,0 0-12 16,-21 0-14-16,21 0-7 0,0 0-16 0,0 0-3 0,-21-1-4 15,21 1-10-15,0 0 3 0,0 0-8 16,0 0 1-16,0 0 8 0,4 10-5 0,-4-10 0 16,24 9 0-16,-8-4 0 0,7 1 0 0,2-1-3 15,7 1 2-15,2 1-6 0,-1-1 14 0,3 1-43 16,-2-3 43-16,1 3 0 0,-8-3-1 0,-2 1-1 15,1 2-37-15,-3-3 42 0,-4 3-3 0,-3-1-28 16,-3-1 25-16,-1 1-24 0,-3 4 30 0,-4 2-29 16,-2 1 31-16,-6 6 2 0,-2 6-9 0,-9 5-20 15,-8 5-62-15,-6 10-74 0,-4-2-128 16,-8 0-105-16,-1 3-287 0,0-3-192 0</inkml:trace>
  <inkml:trace contextRef="#ctx0" brushRef="#br0" timeOffset="17424.11">13063 4556 58 0,'0'0'434'0,"-28"-4"-125"16,28 4-79-16,-26-2-16 0,26 2-18 0,-23-5-35 15,23 5 7-15,-19-3-37 0,19 3 28 0,-16-4-19 16,16 4-26-16,0 0-22 0,-17-2-50 0,17 2 17 16,0 0-4-16,0 0-45 0,-18-1 17 0,18 1-6 15,0 0-2-15,-8 7-4 0,8-7-2 16,-1 11-10-16,1-11 10 0,2 18-3 15,0-8 38-15,2 0-49 0,1 0 36 0,-2-1-42 16,3-1 37-16,-1 0-36 0,2 0 7 0,-7-8 10 16,18 8 9-16,-18-8 4 0,24 0 44 0,-4-6-45 15,7-6-8-15,2-9-1 0,10-7-5 0,5-9-38 16,1-2 33-16,3-9-27 0,0-2 30 0,4-2-33 16,1-4 39-16,9-10-32 0,-12 14 34 0,0 1-2 15,0 2 0-15,-4 2-6 0,-1 4-2 0,-7 5-34 16,-3 4 36-16,-8 9-33 0,-7 4 35 0,-3 6-34 15,-1 0 29-15,-5 5-31 0,-2 1 18 0,-9 9-21 16,9-6 41-16,-9 6-38 0,-2 10 31 16,-5 9-21-16,-9 7-41 0,-9 14-36 0,-5 5-57 15,-4 5-28-15,-2 4-52 0,-5 0-21 0,-1 1-281 16,-4-3-25-16</inkml:trace>
  <inkml:trace contextRef="#ctx0" brushRef="#br0" timeOffset="18124.13">12941 4480 240 0,'-19'-21'450'0,"-1"-2"-140"16,2 0-63-16,2 1-25 0,0-2-60 0,6 6-5 15,-1 0-44-15,0 2-9 0,5 3-29 16,2 3-7-16,-2 2-27 0,6 8-2 0,-7-16-28 16,7 16 18-16,-8-9-15 0,8 9-2 0,0 0-9 15,0 0 8-15,0 0-7 0,9 8 13 0,-1 3-11 16,3 6 1-16,5 5 3 0,0 3 26 0,2 0-20 15,2 0 20-15,-1 0-16 0,0 0 25 0,0-2 0 16,1-1-6-16,1-2-4 0,-2-2-8 0,-2-5-4 16,1 0 8-16,-1-3-1 0,4-3 3 0,0 0-3 15,-2-7-1-15,4-3-4 0,2-4-4 16,8-7-4-16,1-5-1 0,7-12-42 0,2-3 34 16,3-8-29-16,0-6 38 0,3-2-46 0,1-5 47 15,-2-1-41-15,2-1 37 0,-1 0-7 16,1 4 2-16,-5 0-37 0,-3 4 33 0,-3 5-29 15,-4 4 25-15,-3 4-23 0,-9 10 34 0,-2 3-25 16,-6 7 24-16,-1 1-31 0,-3 3 33 0,-3 2-37 16,1 2 33-16,-4 1-25 0,-5 7 36 0,10-11-36 15,-10 11 33-15,7-10-29 0,-7 10 28 0,0 0-35 16,10-9 36-16,-10 9-35 0,0 0 33 0,0 0-33 16,7-10 34-16,-7 10-39 0,0 0 31 0,0 0-22 15,0 0 30-15,7-8-29 0,-7 8 28 0,0 0-32 16,0 0 33-16,0 0-34 0,0 0 24 0,0 0-24 15,0 0 31-15,6-6-36 0,-6 6 37 0,0 0-36 16,0 0 40-16,0 0-32 0,0 0 26 16,0 0-28-16,0 0 31 0,0 0-33 0,0 0 33 15,0 0-33-15,0 0 23 0,0 0-20 16,0 0 28-16,0 0-33 0,0 0 37 0,0 0-37 16,0 0 37-16,0 0-30 0,0 0 29 0,0 0-23 15,0 0 22-15,0 0-32 0,0 0 39 0,0 0-38 16,0 0 21-16,0 0-21 0,0 0 34 0,0 0-38 15,0 0 36-15,0 0-32 0,0 0 33 0,0 0-32 16,0 0 29-16,0 0-27 0,0 0 31 0,0 0-34 16,0 0 31-16,0 0-29 0,0 0 19 15,0 0-18-15,0 0 32 0,0 0-38 0,0 0 35 16,0 0-28-16,0 0 28 0,0 0-35 0,0 0 38 16,0 0-35-16,0 0 33 0,0 0-31 0,0 0 29 15,0 0-28-15,0 0 29 0,0 0-29 0,0 0 19 16,0 0-20-16,0 0 28 0,0 0-40 0,0 0 6 15,0 0-108-15,0 0-188 0,0 0-341 0,0 0-186 16</inkml:trace>
  <inkml:trace contextRef="#ctx0" brushRef="#br0" timeOffset="22409.58">7196 6911 64 0,'0'0'802'16,"0"0"-281"-16,-4-11-111 0,4 11-98 0,0 0-37 16,-6-13-74-16,6 13-34 0,0 0-46 0,-4-9-3 15,4 9-38-15,0 0-1 0,0 0-26 16,-5-8 6-16,5 8-31 0,0 0 14 0,0 0-32 0,0 0 15 16,0 0-25-16,0 0 14 0,0 0-20 15,0 16 22-15,4 8-2 0,4 11 8 0,0 9-2 16,5 14-4-16,1 7-7 0,0 4-8 0,-1 1 41 15,4 3 11-15,-2-5-4 0,1-2 9 0,1-3-5 16,0-6 41-16,0-3-54 0,-1-4 36 0,0-12-49 16,-2-2 41-16,2-3-37 0,-1-5 43 0,2 0-44 15,-2-6 41-15,0-3-36 0,-2-4 33 0,2-1-25 16,0-4 29-16,1-2-17 0,-2 0 18 0,1-6-24 16,-15-2 12-16,28 2-8 0,-9-5-6 0,3-2-8 15,-3 0-6-15,2-3-9 0,0-2-4 16,-2-2-4-16,2 2-9 0,-2 0-2 15,-3 0-6-15,-2 3-30 0,-3 0-56 0,-2 2-9 16,-9 5-83-16,17-8 0 0,-17 8-81 0,11-5 17 16,-11 5-50-16,0 0-51 0,0 0-44 0,14 7-52 15,-14-7-268-15,0 11-236 0</inkml:trace>
  <inkml:trace contextRef="#ctx0" brushRef="#br0" timeOffset="22809.58">7800 7711 60 0,'0'0'859'0,"-4"-10"-271"16,4 10-163-16,-4-9-90 0,4 9-69 15,0 0-65-15,-5-10-45 0,5 10-33 0,0 0-24 16,0 0-21-16,-4-8-15 0,4 8-17 0,0 0-10 16,0 0-11-16,0 0-4 0,0 0-2 15,14 9-6-15,0 7-1 0,2 0-2 0,4 5 37 16,1 5-50-16,2 4 48 0,-2 2-50 0,6 5-1 15,-1 3 1-15,-6-8 0 0,2 2 3 0,-2-1-2 16,-3-5-5-16,1 1 5 0,-2-3 4 0,-1-3 1 16,-4-7 0-16,-2-1-1 0,1-2 4 0,-4-5 6 15,-1 0 37-15,-5-8 61 0,9 11 57 16,-9-11-13-16,0 0-32 0,7-9-22 0,-5-6 2 0,-2-10-46 16,-2-8 14-16,1-9-19 0,-3-3-7 15,1-13-25-15,-3-5 19 0,1 1-34 0,-1-1-2 16,1 4 0-16,1 13 2 0,-1 4-2 0,2 4-2 15,1 11 1-15,0 3-16 0,1 6-36 0,0 2-29 16,0 3-2-16,1 13 14 0,0 0 12 0,0 0 6 16,0 0 1-16,10 18-10 0,-3 5-33 0,2 8-47 15,2 3-28-15,1 3-33 0,2 1-46 0,0 1-46 16,1-5-6-16,1 0-21 0,0-6-4 0,0-2 41 16,0-5-201-16</inkml:trace>
  <inkml:trace contextRef="#ctx0" brushRef="#br0" timeOffset="23376.58">8296 7877 1035 0,'13'5'14'0,"-13"-5"65"0,15 1 16 16,-15-1 28-16,18-8 29 0,-11 0-43 15,0-3 17-15,2-6 1 0,-4-2-10 0,0-1 1 16,-1-4-3-16,-1 0-6 0,-2 2-17 0,-1 2 20 16,0 1-5-16,-1 3 8 0,-2 1 12 0,3 2 4 15,-2 2-10-15,2 11-22 0,-4-15-19 0,4 15-14 16,0 0-16-16,0 0-10 0,-17 1-9 0,11 10-7 16,-3 8-2-16,0 3 36 0,-2 6-54 0,1 3 45 15,4 2-56-15,-1 0 47 0,1-1-51 0,3-6 43 16,0-1-51-16,0-1 48 0,3-5-56 0,2-1 5 15,0-1 10-15,0-3 0 0,1-3 47 0,1-1-52 16,-4-10 40-16,12 12-49 0,-12-12 44 0,0 0-56 16,20-7 46-16,-10-2-54 0,1-6 47 15,-4-3-34-15,3 0 49 0,-3-5-43 0,-1 1 48 16,-1-1-55-16,-1 1 57 0,1 0-46 0,-1 6 54 16,-3 4-46-16,2 1 49 0,-2 0-46 0,-1 11 44 15,3-13-52-15,-3 13 47 0,0 0-51 0,0 0 50 16,0 0-45-16,6 7 43 0,-2 3-45 15,-3 3 50-15,3 2-57 0,1 1 56 0,0 0-51 16,-1 3 49-16,4-2-48 0,-2-2 47 0,2 0-51 16,-2-3 51-16,3-1-52 0,-1-5 47 0,2 0-51 15,-10-6 57-15,17 4-51 0,-17-4 46 0,24-10-47 16,-10-1 44-16,0-4-53 0,1-3 48 0,-2-5-44 16,-2-4 48-16,-3-1-48 0,-2-5 6 15,-2-2 5-15,-4-4 4 0,-4-1 2 0,-2-2 2 16,-4-2 2-16,-2-7 4 0,-2 11 11 0,2 1 25 15,-2 7 26-15,3 3 10 0,-2 4 44 0,3 6-64 16,1 3 31-16,-1 5-54 0,0 3 34 0,10 8-53 16,-14-4-1-16,14 4-3 0,-15 12 0 0,7 0 0 15,1 6-2-15,1 2-5 0,3 2 0 0,1 3 7 16,1 1-1-16,2 1-1 0,2 0 0 0,3 3 41 16,1 1-52-16,0-3 33 0,6 1-59 0,-3-3 14 15,3-2-65-15,1-6 22 0,-1 0-77 0,1-2 15 16,-1-2-54-16,2-3-29 0,-2-3 1 15,-3-3-39-15,-10-5-32 0,25 1 15 16,-25-1-318-16,24-11-118 0</inkml:trace>
  <inkml:trace contextRef="#ctx0" brushRef="#br0" timeOffset="23543.58">8688 7656 783 0,'5'-15'297'0,"-1"2"-18"0,0 3 23 0,-4 10-13 16,4-15-13-16,-4 15-31 0,6-11-47 0,-6 11-53 16,2-10-31-16,-2 10-54 0,0 0 23 0,0 0-19 15,0 0-14-15,0 0-6 0,12 10-12 0,-12-10-5 16,7 19-5-16,-4-5-8 0,2 1-5 0,-1 0 37 15,2 0-89-15,-1 1 27 0,-1-1-72 0,2 1 16 16,1-2-60-16,-2-2-44 0,2 2-29 0,-4-5-14 16,-3-9-36-16,8 10 30 0,-8-10-15 15,0 0 25-15,0 0-230 0</inkml:trace>
  <inkml:trace contextRef="#ctx0" brushRef="#br0" timeOffset="23995.58">8812 7706 923 0,'-2'-24'154'16,"-2"-3"-14"-16,-3-6 16 0,-1 1-2 0,2 0-8 15,1 6 7-15,-1 4-21 0,3 3 25 0,-1 4-34 16,0 4-15-16,0 0-28 0,4 11-4 15,-4-12-36-15,4 12-8 0,0 0-8 0,0 0-6 16,0 15-4-16,2-4-5 0,0 6-9 0,4 4-26 16,1-1-31-16,1 1-36 0,1-2-16 0,3 0-20 15,1-3 19-15,0 0-22 0,2-3 34 0,1-3-2 16,-4-3 31-16,4-2-13 0,-3-1 40 0,-13-4-15 16,26 0 35-16,-26 0-18 0,25-9 42 15,-12 2-6-15,-3-2 42 0,1-4 22 0,-2 2 42 16,-2-4 26-16,-2 0 8 0,1-4-12 0,-3 2-5 15,-1 0-3-15,-1-3 5 0,1 6 5 0,-1 0-19 16,-1 2 22-16,0 1 13 0,0 11-3 0,0-16-28 16,0 16-24-16,0 0-16 0,-4-8-13 0,4 8-14 15,-4 13-9-15,2-1-6 0,-1 6-12 0,0 5-6 16,1 2 3-16,0 0-4 0,0 0 41 0,2 1-59 16,3-1 33-16,0-3-71 0,-1 0 22 0,3-5-57 15,0-2 41-15,0-2-58 0,2-2 47 16,-1-4-51-16,-6-7 46 0,14 8-23 15,-14-8 33-15,14-4-21 0,-2-4 37 0,-3-5-21 16,0-3 44-16,1-4-29 0,-4-3 10 0,-1-3 13 16,-1-7-2-16,0 0 46 0,-3-1 20 0,1 4 10 15,-2 1-15-15,0 3 102 0,-2 1-39 0,2 8 51 16,0 1-48-16,0 4 36 0,0 12-68 0,-1-20 15 16,1 20-67-16,0 0 36 0,0 0-55 0,0 0-1 15,0 0-2-15,1 21-13 0,-1-1-4 0,-1 5-27 16,-1 4-51-16,0 6-7 0,0 2-93 15,-1 3-51-15,-1 2-64 0,-1-1-123 0,-4 4-316 0,2 10-268 16</inkml:trace>
  <inkml:trace contextRef="#ctx0" brushRef="#br0" timeOffset="24410.58">7062 7201 174 0,'-8'-26'728'15,"1"4"-232"-15,0 3-92 0,1 3-42 0,-1 4-49 16,5 1-74-16,-2 1-51 0,4 10-35 0,-6-14-31 16,6 14-27-16,-6-9-20 0,6 9-17 0,0 0-6 15,-2 25 30-15,4 12-57 0,2 21-8 0,5 14-14 16,0 15 14-16,10 29 3 0,1 10 68 16,1 7-39-16,2 3 0 0,0 1-1 0,3-6-7 15,-3-9 36-15,1-4-6 0,-1-8-49 0,-5-24 37 16,0-3-50-16,1-5-1 0,-2-3-2 15,1-2 0-15,-1-7 30 0,0-4-45 0,-2-2 16 16,0-5-71-16,-2-2 10 0,-1-13-86 0,-3-1 5 16,0-3-85-16,-2-4-53 0,0 1-61 0,-3-8-70 15,-1-1-362-15,-3-7-288 0</inkml:trace>
  <inkml:trace contextRef="#ctx0" brushRef="#br0" timeOffset="24760.58">7264 9618 857 0,'0'0'712'16,"-20"8"-219"-16,20-8-47 0,-17 6-158 0,17-6-15 16,-15 3-90-16,15-3-26 0,0 0-23 15,-15 6-21-15,15-6-21 0,0 0-19 16,0 0-18-16,-15 2-13 0,15-2-16 0,0 0-5 16,0 0-12-16,0 0 6 0,7 10-4 0,5-5-1 15,3 1-2-15,6-2-2 0,3 4 41 0,3-2-65 16,5 1 16-16,2-3-73 0,1 2 26 0,-5-4-66 15,3-2-9-15,4-1-5 0,0-5 10 0,0 1-3 16,-4-7 10-16,-1 1 15 0,-2-5 48 0,-6-2-21 16,-1 0 50-16,-4-2-8 0,-6 4 90 0,-3-1 5 15,-2-1 91-15,-5 5-17 0,-1 0 73 16,-2 13-8-16,0-20-18 0,-2 12-4 0,-1-1-9 0,3 9-25 16,-9-14-30-16,9 14-30 0,-14-8-23 15,14 8-28-15,-15-2-18 0,15 2-15 0,-22 11 13 16,8 2-54-16,2 3-12 0,-2 7-57 0,2 7 12 15,1 1-105-15,2 4 9 0,3 1-78 0,1 3-62 16,2-2-41-16,3 1-12 0,3-2-457 0,0-1-420 16</inkml:trace>
  <inkml:trace contextRef="#ctx0" brushRef="#br0" timeOffset="25727.58">8038 10171 1337 0,'-9'-11'722'0,"-1"2"-124"0,-1 0-145 15,-1 2-112-15,-1-1-65 0,1 3-24 0,3 0-26 0,9 5-23 16,-20-9-5-16,20 9-27 0,-17-6-26 0,17 6-32 15,-11-5-26-15,11 5-24 0,0 0-26 0,-12-6-37 16,12 6-16-16,0 0 0 0,1-14 4 0,7 4 2 16,4-5 4-16,9-5-15 0,2-4-14 15,3-1-13-15,2-2-32 0,5-5 3 16,2 0-56-16,-8 5 24 0,0 2-87 0,-2 0 8 16,-2 2-75-16,0 0 28 0,-3 5-17 0,-5 3-27 15,-4 3-7-15,-3 2-7 0,-2 2 18 0,-6 8 5 16,6-9 89-16,-6 9 47 0,0 0 114 0,0 0 63 15,0 0 48-15,-18 3 56 0,18-3 20 0,-14 10 8 16,3-3-1-16,2 2-18 0,-1 1-4 0,-3 5-15 16,4-1-11-16,-1 2-15 0,-1 0-28 15,3 3-7-15,0 0-8 0,3 3-11 0,0 1-9 0,1 2-1 16,4 1-5-16,0 1 37 0,5 0-59 16,0 5 44-16,2 2-57 0,2 0 42 0,1-1-5 15,2 4-7-15,0-2-59 0,2 0 31 0,-1 0-82 16,3-1 11-16,-5 2-88 0,3-4 20 0,-4 2-64 15,-1-3-34-15,1-1-10 0,-6-5-26 0,1-1-19 16,-5 0-2-16,0-5 45 0,-2-2 3 0,-2-1 92 16,-2-1 28-16,-1-2 124 0,-2-1 45 0,0-2 63 15,-1-1 29-15,0 0 21 0,-3-2 12 16,0 0-11-16,2-3-2 0,-3 3 1 0,2-2-5 16,2-2-2-16,10-3 5 0,-22 8 1 0,22-8 2 15,-16 5-7-15,16-5-20 0,-14 5-13 0,14-5-28 16,0 0-17-16,-16 5-15 0,16-5-20 15,0 0-24-15,0 0-18 0,0 0-5 0,-12-4-8 16,12 4-11-16,3-15-6 0,4 2-14 0,4-6-25 16,3-5-25-16,0-2 11 0,4-3-76 0,0-1 38 15,-2-2-38-15,3 0 28 0,-3 1-11 0,4-3 29 16,-3 2 21-16,-1-1 23 0,-1 0 6 0,-3 4 38 16,-1-3 10-16,-1 6 67 0,-2 4-13 0,-1 2 76 15,-4 5-14-15,1 0 76 0,1 5-39 0,-4 0 45 16,-1 10-64-16,6-16 14 0,-6 16-62 0,3-13 28 15,-3 13-68-15,0 0 34 0,4-10-56 0,-4 10 38 16,0 0-52-16,0 0 39 0,11 13-47 0,-5-2 46 16,0 4-9-16,1 3-4 0,0 4-4 15,1-1-4-15,0 3-5 0,-1 3-44 0,2 1 49 16,2-5-51-16,-5 0 47 0,0 0-41 16,2-5 42-16,-3 1-52 0,1-5 45 0,-2-4-54 15,0 1 36-15,-4-11-45 0,5 14 51 0,-5-14-48 16,0 0 59-16,8 7-48 0,-8-7 55 0,3-10-50 15,-1-1 54-15,-1-3-52 0,1-3 54 0,0-6 7 16,-1 0-3-16,-1 1-46 0,3 2 54 0,-2 1-51 16,3 8 47-16,-2-5-49 0,0 2 49 0,-1 4-53 15,2 0 49-15,-3 10-51 0,6-15 53 0,-6 15-48 16,9-8 48-16,-9 8-50 0,0 0 37 16,0 0-40-16,21 2 29 0,-21-2-48 0,14 13-10 15,-7-6-63-15,1 4-88 0,0 0-47 0,-1 2-104 16,0-1-490-16,-1 1-440 0</inkml:trace>
  <inkml:trace contextRef="#ctx0" brushRef="#br0" timeOffset="26994.58">8945 10055 366 0,'-11'-14'616'0,"0"-1"-133"16,-1 3-99-16,0-1-48 0,0 1-42 15,2 0-46-15,-2 2-20 0,5 1-5 16,-2 2-20-16,1-1-3 0,8 8-9 0,-12-10 5 16,12 10-55-16,-10-8-6 0,10 8-51 0,-7-7 2 15,7 7-55-15,0 0-14 0,0 0-5 0,0 0 27 16,-4 15-36-16,10 4 19 0,2 4-25 0,3 7 26 15,3 0-8-15,2 2-10 0,0 1-16 0,1-2-16 16,1-2-13-16,1 0 3 0,-1-6 1 0,-1-2 0 16,-1-3-1-16,-2-4-45 0,0-3 62 0,-5-1-44 15,0-4 57-15,-9-6 5 0,14 8 2 0,-14-8-1 16,12-4 8-16,-6-6 2 0,0-2 2 0,-2-9-5 16,2-1-3-16,-4-8-43 0,-2-6 50 15,-1-5-44-15,-2-2 50 0,-1-2-46 0,1 1 50 16,0 3-49-16,1 4 47 0,0 6-49 0,0 6 51 15,0 3-50-15,1 4 36 0,0 7-70 0,1 11 58 16,2-14-43-16,-2 14 53 0,0 0-46 0,13 14 41 16,-4 1-36-16,1 5 42 0,4 6-66 0,-1 5 28 15,4-2-86-15,-2 1 18 0,2 1-65 0,0-4 20 16,2-3-48-16,-1-4-16 0,-1-4 24 0,-1-3-7 16,2-3 3-16,-5-6 31 0,-13-4 19 15,24 0 29-15,-24 0 18 0,22-11 32 0,-13-1 48 16,1-4 17-16,-3-6 28 0,-3-1 16 15,-2-3 24-15,-2-1 8 0,-3-8 12 0,-2 0 20 16,-3 0 46-16,2 1-62 0,-2 4 60 0,0 7-51 16,2 0 75-16,-2 5-38 0,3 3 45 0,1 4-76 15,1 3 23-15,3 8-72 0,-6-7 31 0,6 7-63 16,0 0 40-16,-8 15-59 0,6-4 41 0,0 6-61 16,2 0 52-16,-1 2-53 0,2 0 47 0,1-1-55 15,0 0 52-15,3-2-65 0,0 0 55 0,0-2-69 16,1-1 35-16,1-4-68 0,2 0 40 0,-2-4-60 15,-7-5 49-15,13 7-52 0,-13-7 50 0,17-8-41 16,-7 0 54-16,-1-5-39 0,1-4 52 0,-1-1-43 16,-1-1 61-16,-1 1-32 0,-2-3 55 15,-1 6-41-15,0 3 64 0,-1 2-27 0,-1 0 56 16,-2 10-46-16,4-13 43 0,-4 13-53 0,0 0 39 16,0 0-53-16,9 6 48 0,-5 5-55 0,0 4 52 15,2 3-61-15,-1 5 49 0,2-3-47 16,2 1 47-16,-2 0-57 0,1 1 57 0,3-4-51 15,-2 1 50-15,0-4-52 0,3 0 50 0,-3-5-51 16,-1-1 52-16,-1-3-49 0,-7-6 51 0,16 3-59 16,-16-3 40-16,12-10-49 0,-2-1 47 0,0-7-61 15,-3-3 53-15,0-10-60 0,-3 1 60 0,-2-8-48 16,-4-2 47-16,-4-4-47 0,0-1 51 16,-6-11-36-16,-2-2 47 0,0 0-47 0,-4 0 51 15,2 3-45-15,0 7 69 0,4 11-21 0,2 7 87 16,0 8-21-16,4 2 41 0,1 5-66 0,0 5 34 15,5 10-65-15,0 0 42 0,0 0-61 0,-12 7 41 16,12 7-55-16,0 10 45 0,3 1-9 0,1 10-3 16,2 2-6-16,2 2-55 0,-1 2 49 0,4 0-43 15,1 1 48-15,-1-1-49 0,4 0 50 0,-1-3-55 16,1-2 41-16,2-3-72 0,1-5 19 0,-3-3-90 16,3-2 22-16,-7-8-68 0,4-4 12 0,-4-4-45 15,-11-7-21-15,23-1 5 0,-11-6-29 0,2-8-35 16,-3-3 38-16,2-6 21 15,0-2 130-15,-5-2 56 0,-2 3 70 0,-1 1 73 16,0 2 50-16,0 5 37 0,-2 5 48 0,0-1-56 16,-3 13 39-16,3-15-91 0,-3 15 35 0,0 0-69 15,0 0 35-15,9 5-66 0,-4 5 36 0,-1 5-62 16,-1 1 39-16,1 4-66 0,0 3 52 0,-1-2-61 16,1 0 47-16,0 2-59 0,2-2 48 0,-1-1-68 15,-1-4 25-15,2-2-87 0,-3-3-4 0,3-1-57 16,-6-10-22-16,10 11-24 0,-10-11-37 0,0 0-2 15,0 0-35-15,14-10 37 0,-12-2-266 0</inkml:trace>
  <inkml:trace contextRef="#ctx0" brushRef="#br0" timeOffset="27478.58">9873 9618 990 0,'-9'-35'203'0,"2"-1"40"15,-3 4 17-15,4 2-36 0,-1 7 12 0,1 3-58 16,3 5 34-16,-1 4-107 0,4 11 25 0,-5-14-64 16,5 14 21-16,0 0-58 0,0 0 35 0,-4 10-55 15,6 2 42-15,0 0-51 0,1 5 40 0,3 5-52 16,3-3 45-16,-1 2-58 0,3-1 35 15,2-2-45-15,0 0 36 0,2-3-55 0,1-1 33 16,0-3-35-16,1-1 29 0,-2-4-30 0,1 0 19 16,-16-6-22-16,26 6 10 0,-26-6-9 0,22-4 18 15,-10 0-12-15,-1-2 11 0,0-4 5 0,-1-5-2 16,-2-2 8-16,-2-1 5 0,1-5 22 16,-6-1 11-16,-1-2 8 0,-1-2 28 0,-4-8-4 15,-2 2 56-15,1 2-26 0,1 6 77 0,-1 5-22 16,0-1 80-16,1 9-45 0,1 0 31 0,0 4-84 15,4 9 23-15,-9-9-72 0,9 9 31 0,-8 6-62 16,2 5 39-16,1 6-14 0,1 7-9 0,1 1 6 16,3 1-23-16,0 2-5 0,1 0-3 0,1-2-5 15,2-2-3-15,1-2-11 0,4-1-12 0,-2-3-14 16,2-2-28-16,0-5-72 0,1-2 38 0,-1-4-60 16,-9-5 44-16,18 0-49 0,-8-6 44 0,2-5-40 15,1-5 27-15,-4-1 24 0,1-5 10 0,-2-1 33 16,-3-8 7-16,-2-3 44 0,-2-4-2 15,-3 1 55-15,0-2-14 0,1 2 65 16,-1 0-30-16,-2 11 59 0,1 1-38 0,1 2 64 16,1 9-49-16,-1 0 34 0,2 14-72 0,-2-16 33 15,2 16-66-15,0 0 39 0,0 0-60 0,-3 16 44 16,2 1-63-16,-1 7 46 0,2 4-9 0,-2 6-6 16,1 5-41-16,-1 0-59 0,0 0-50 0,0 2-86 15,0 1-44-15,1 4-45 0,-4-3-121 0,1 2-363 16,0 2-319-16</inkml:trace>
  <inkml:trace contextRef="#ctx0" brushRef="#br0" timeOffset="28045.58">9273 10579 400 0,'-32'20'782'0,"0"-2"-147"0,-1 4-196 15,1-3-46-15,3 3-152 0,1-1-7 0,3-1-91 16,3-1 14-16,7-5-85 0,1-3 30 0,4-2-63 15,10-9 42-15,-5 8-57 0,5-8 50 16,14-5-46-16,5-5 58 0,10-10-28 0,17-9 43 16,4-6-56-16,11-5 35 0,20-12-54 0,4-4 32 15,1-3-8-15,0 0-8 0,-2 0 11 0,-5 2-65 16,-2 0-12-16,-17 13 0 0,0 1 2 0,-1 2-41 16,-5 1 60-16,-1 5-47 0,-4 4 56 15,-7 4-63-15,-11 10 23 0,-5 2-60 0,-9 8 54 16,-17 7-53-16,15 3 54 0,-15-3-60 0,-3 20 46 15,-8 2-62-15,-7 6 45 0,-11 11-47 0,-4 5 46 16,-6 2-6-16,-7 4-30 0,0 4 39 0,-6 1-32 16,-15 14 54-16,-1-3-14 0,-2-1 10 0,3-3 16 15,13-12 49-15,-7 0-22 0,5 0 47 0,-3-1-40 16,2-1 41-16,2-2-37 0,1-1 53 0,7-6-30 16,2-2 82-16,6-4-42 0,10-12 60 0,4 0-48 15,4-5 39-15,5-3-66 0,5-6 27 0,11-7-57 16,-10 9 46-16,10-9-56 0,0 0 54 15,18-18 17-15,4-1-15 0,14-12 37 0,7-5-5 16,10-6-10-16,18-16-50 0,7-6 19 0,7-2-36 16,-1-2 16-16,4-4-30 0,1 1 26 15,-1 0 16-15,-1 2-54 0,-4 2-24 0,-2 3 0 16,-4 6-42-16,-16 14 60 0,-3 3-43 0,-2 5 56 16,-5 4-47-16,-5 1 54 0,-14 12-46 0,-8 2 51 15,-4 3-50-15,-2 6 53 0,-7 1-30 0,-11 7 61 16,0 0-41-16,0 0 39 0,0 0-46 0,10 7 36 15,-18 0-43-15,-4 2 37 0,-3 4-5 0,-2-1-6 16,-2 1-6-16,0-1-2 0,1-2-12 0,0 3-28 16,0-4-41-16,4-2-65 0,2-1-119 15,12-6-35-15,-19 5-100 0,19-5-143 0,-19-4-301 16,15-3-404-16</inkml:trace>
  <inkml:trace contextRef="#ctx0" brushRef="#br0" timeOffset="29145.58">12994 5193 17 0,'0'0'755'0,"-1"-18"-321"0,-6 6-63 0,-2 0-135 15,-2-3-10-15,-6 1-89 0,-1 1 13 0,-6-4-69 16,-6 2 12-16,0 1-29 0,-3 3-7 0,-7 1 12 16,-4 3 8-16,0 1-33 0,-6 5 18 0,-2 5-20 15,-14 6 25-15,0 5-33 0,-6 5 24 0,0 7-31 16,-1 6 19-16,-16 14-5 0,6 4-6 0,0 4 41 16,1 5-51-16,8 3 42 0,3 6-58 0,2 1 2 15,8 3 2-15,17-12-3 0,5 3 1 0,5 1-7 16,6-1 1-16,8 3 52 0,7-2-53 15,7-1 33-15,9-1-44 0,8 0 45 0,7 1-52 16,9-4 4-16,5 1 0 0,8-5-3 0,6-3 3 16,8-3 55-16,7-4-50 0,25 4 7 0,4-7 14 15,6-7 87-15,-14-11-51 0,7-4 46 0,26-3-53 16,-18-10 44-16,8-4-56 0,26-8 39 0,-1-7-56 16,-2-9 41-16,-4-6-53 0,-5-8 43 0,-3-6-52 15,-2-4 36-15,-10-5-45 0,-4-1 47 16,-7-1-49-16,-3-5 52 0,-9 2-8 0,-6-2-1 15,-17 7-25-15,-3-2 39 0,-4-4-37 0,-4-1 55 16,-6-6-29-16,-3-1 49 0,-2-3-17 0,-7-4 6 16,-2 1 10-16,-7-4 43 0,-2-1 1 15,-6 1 24-15,-7-5 18 0,-4 3-11 0,-6-2 21 16,-5 2-29-16,-8 2 18 0,-5 6-32 0,-7 4 14 16,-10 5-52-16,-7 5-19 0,-9 8-20 0,-8 6-30 15,-7 9-29-15,-7 7-25 0,-5 6-23 0,-8 10-10 16,-6 7 5-16,-29 8-32 0,-2 9 0 0,-2 7-82 15,-2 8-63-15,0 4-32 0,3 5-30 0,3 4-34 16,5 3-16-16,6 2-43 0,9 1 5 0,9-1-29 16,9-2-97-16,25-8-295 0,7-4-356 0</inkml:trace>
  <inkml:trace contextRef="#ctx0" brushRef="#br0" timeOffset="30613.58">8609 5895 506 0,'0'0'462'0,"-17"-5"-51"0,17 5-132 15,-16-6-9-15,16 6-67 0,-13-6 6 0,13 6-56 16,0 0 10-16,-15-6-50 0,15 6 0 0,0 0-38 15,-13-5 4-15,13 5-40 0,0 0 14 0,0 0-35 16,-10-4 12-16,10 4-29 0,0 0 24 16,0 0-24-16,0 0 19 0,0 0-25 0,14 3 8 15,-14-3-11-15,34 1 30 0,-8 0-26 0,5-1 23 16,7-1-25-16,6-1 23 0,2-4-23 0,4-1 24 16,10-3-33-16,0-1 35 0,3-2-3 15,-1-1 4-15,0 1-3 0,-2-1-4 0,-1 2-3 16,-3-2-1-16,-11 5-5 0,-1 1-1 0,-4 0 6 15,-4 2-1-15,-7 3-2 0,-3-2-3 0,-3 3 0 16,-6 1 2-16,-17 1-4 0,26-5 0 0,-26 5-1 16,19-1-1-16,-19 1 4 0,16-2 2 0,-16 2-2 15,0 0 2-15,0 0-5 0,16 1-3 0,-16-1 0 16,0 0 6-16,0 0-2 0,-6 10-1 0,6-10-4 16,-15 9-9-16,4-4-9 0,-4 1-27 0,-3-2-23 15,0 0-7-15,-1-2-1 0,1-1 3 0,-5-1-1 16,0 0 11-16,-2-2 9 0,0-2 17 15,1 1 2-15,0-4 6 0,-2 1 10 0,3 0 13 16,1 0 16-16,2-2-40 0,0 2 70 0,0-1 22 16,4 3 10-16,0-2 4 0,0 2 9 15,0-2 8-15,1 3 2 0,4-1 9 0,11 4 7 16,-25-7 2-16,25 7-5 0,-19-4 1 0,19 4-11 16,-15-5-18-16,15 5-28 0,0 0-9 0,-17-4-13 15,17 4-6-15,0 0-7 0,-13-4-8 0,13 4-4 16,0 0 4-16,0 0-1 0,0 0 0 0,0 0-1 15,19 5 0-15,-4-1-1 0,6 1 1 0,3 1 0 16,8 0 1-16,2 2-2 0,0-1-2 0,1 1 0 16,-1 1 3-16,0-1-2 0,-2 4-5 15,-3-2 2-15,-2 2 3 0,-7-2 0 0,-3 2-2 16,0 1 3-16,-7 5 2 0,-2 1 2 0,-4 1-2 16,-4 5-1-16,-8 7-2 0,-3 2-3 0,-5 3-11 15,-6 6-8-15,-4-1-130 0,-2 1-48 0,2-2-122 16,-4-2-168-16,2-3-376 0,5-9-469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29T06:45:30.617"/>
    </inkml:context>
    <inkml:brush xml:id="br0">
      <inkml:brushProperty name="width" value="0.05" units="cm"/>
      <inkml:brushProperty name="height" value="0.05" units="cm"/>
    </inkml:brush>
  </inkml:definitions>
  <inkml:trace contextRef="#ctx0" brushRef="#br0">406 402 1608 0 0,'0'0'3114'0'0,"-5"0"-2038"0"0,-64-18 3273 0 0,65 16-3938 0 0,1 1-5 0 0,-11-6 0 0 0,10 6 10 0 0,1-1-23 0 0,-11-5-18 0 0,10 6 279 0 0,-13-11 741 0 0,17 12-1387 0 0,-1 0 0 0 0,1 0 1 0 0,-1-1-1 0 0,1 1 0 0 0,0 0 0 0 0,0-1 1 0 0,-1 1-1 0 0,1 0 0 0 0,0-1 0 0 0,0 1 1 0 0,-1-1-1 0 0,1 1 0 0 0,0 0 1 0 0,0-1-1 0 0,0 1 0 0 0,-1-1 0 0 0,1 1 1 0 0,0 0-1 0 0,0-1 0 0 0,0 1 1 0 0,0-1-1 0 0,0 1 0 0 0,0-1 0 0 0,0 1 1 0 0,0 0-1 0 0,0-1 0 0 0,0 1 1 0 0,0-1-1 0 0,0 1 0 0 0,1-1 0 0 0,-1 1 1 0 0,0 0-1 0 0,0-1 0 0 0,0 1 1 0 0,1-1-1 0 0,-1 1 0 0 0,0 0 0 0 0,0-1 1 0 0,1 1-1 0 0,-1 0 0 0 0,0-1 0 0 0,1 0 1 0 0,26-19 186 0 0,41-15-24 0 0,-65 34-156 0 0,489-181 405 0 0,-483 180-291 0 0,-12 5-45 0 0,-27 12-6 0 0,-49 19-8 0 0,-278 94-266 0 0,-12 4 63 0 0,343-119 113 0 0,25-10 21 0 0,-1-1 7 0 0,6-2-4 0 0,14 0-2 0 0,-1 0-1 0 0,1-2 1 0 0,-1 0-1 0 0,0-2 0 0 0,0 1 1 0 0,0-2-1 0 0,20-8 1 0 0,-3 2-18 0 0,334-104 254 0 0,103-30 76 0 0,-455 139 107 0 0,-32 5-317 0 0,-39 9-102 0 0,1 4 55 0 0,-439 109-346 0 0,442-106 193 0 0,45-14 74 0 0,13 0-30 0 0,6-1 60 0 0,1 0-1 0 0,-1-1 1 0 0,0 0 0 0 0,1-1-1 0 0,-1 0 1 0 0,13-5-1 0 0,88-32 156 0 0,-57 19-155 0 0,496-175 35 0 0,-549 193 374 0 0,-8 1-402 0 0,-5-1-5 0 0,0 1 0 0 0,0 0 1 0 0,0 1-1 0 0,0-1 0 0 0,0 2 0 0 0,0-1 1 0 0,0 1-1 0 0,-16 4 0 0 0,-81 25 68 0 0,79-22-69 0 0,-93 29-2120 0 0,117-36 1795 0 0,-5 2 251 0 0,2 0-1460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29T06:45:39.093"/>
    </inkml:context>
    <inkml:brush xml:id="br0">
      <inkml:brushProperty name="width" value="0.05" units="cm"/>
      <inkml:brushProperty name="height" value="0.05" units="cm"/>
    </inkml:brush>
  </inkml:definitions>
  <inkml:trace contextRef="#ctx0" brushRef="#br0">1 272 476 0 0,'10'-8'2428'0'0,"10"-6"8704"0"0,-9 10-9932 0 0,3-1-3287 0 0,370-124 3172 0 0,-124 37-786 0 0,-239 85-288 0 0,17-5-10 0 0,-36 13-5 0 0,-21 9 2 0 0,-300 116 105 0 0,42-19-96 0 0,225-85-6 0 0,-13 11 4 0 0,62-31 27 0 0,5-2-30 0 0,1 1 0 0 0,-1-1-1 0 0,1 0 1 0 0,-1 0 0 0 0,1 0-1 0 0,-1 0 1 0 0,0-1 0 0 0,1 1-1 0 0,3-2 1 0 0,14 0 6 0 0,-1-2 1 0 0,0-1-1 0 0,0 0 1 0 0,-1-1-1 0 0,26-12 1 0 0,-1 1-3 0 0,114-41 18 0 0,108-37-114 0 0,-191 70 90 0 0,-70 24 14 0 0,10-6 13 0 0,-105 36 8 0 0,-95 45-1 0 0,52-19-63 0 0,99-39 29 0 0,32-14 50 0 0,9-2-51 0 0,5 0 7 0 0,0 0-1 0 0,0-2 0 0 0,-1 1 0 0 0,1-1 1 0 0,0-1-1 0 0,19-7 0 0 0,73-34 20 0 0,-40 16-56 0 0,112-40-30 0 0,-171 67 61 0 0,7-2 2 0 0,-26 7 6 0 0,-194 79 70 0 0,66-30-150 0 0,81-28-120 0 0,60-24 66 0 0,31-6-2442 0 0,0-2 983 0 0,0-1 0 0 0,-1-1 0 0 0,41-20 0 0 0,-37 14-1016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7:42.621"/>
    </inkml:context>
    <inkml:brush xml:id="br0">
      <inkml:brushProperty name="width" value="0.05" units="cm"/>
      <inkml:brushProperty name="height" value="0.05" units="cm"/>
    </inkml:brush>
  </inkml:definitions>
  <inkml:trace contextRef="#ctx0" brushRef="#br0">0 549 724 0 0,'0'0'4164'0'0,"6"15"1228"0"0,19-25-5276 0 0,0-2-1 0 0,-1 0 0 0 0,0-1 1 0 0,42-33-1 0 0,-25 18-90 0 0,664-392-215 0 0,-699 416 143 0 0,32-14 174 0 0,-29 18 41 0 0,-15 15-59 0 0,-5 0-58 0 0,-1-1-1 0 0,-1-1 1 0 0,0 0-1 0 0,-21 15 1 0 0,-5 5-1 0 0,-441 396 92 0 0,452-407 4 0 0,16-12 1 0 0,29-21-100 0 0,155-115 521 0 0,57-37-770 0 0,-172 128-27 0 0,-54 33 29 0 0,15-6-758 0 0,-17 7 627 0 0,0 0 1 0 0,0 0-1 0 0,0 0 1 0 0,0 0-1 0 0,0 0 1 0 0,1 1-1 0 0,-1-1 1 0 0,0 0-1 0 0,0 1 1 0 0,1-1-1 0 0,-1 1 0 0 0,1-1 1 0 0,-1 1-1 0 0,0 0 1 0 0,1 0-1 0 0,1 0 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7:52.238"/>
    </inkml:context>
    <inkml:brush xml:id="br0">
      <inkml:brushProperty name="width" value="0.05" units="cm"/>
      <inkml:brushProperty name="height" value="0.05" units="cm"/>
    </inkml:brush>
  </inkml:definitions>
  <inkml:trace contextRef="#ctx0" brushRef="#br0">192 291 584 0 0,'-127'0'4224'0'0,"122"0"-3810"0"0,-1 0 33 0 0,-17-2-27 0 0,17 2 334 0 0,1 0-435 0 0,-15 2 1906 0 0,37 8-1400 0 0,50 14-626 0 0,-57-21 23 0 0,43 12-94 0 0,1-2 1 0 0,0-2-1 0 0,0-3 1 0 0,77 2-1 0 0,222-15-22 0 0,-323 3-89 0 0,919-82 422 0 0,-4-51 500 0 0,-487 66-606 0 0,90 17 731 0 0,-445 45-556 0 0,-98 7-436 0 0,74-13-974 0 0,-76 12 89 0 0,2-16-6014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7:55.977"/>
    </inkml:context>
    <inkml:brush xml:id="br0">
      <inkml:brushProperty name="width" value="0.05" units="cm"/>
      <inkml:brushProperty name="height" value="0.05" units="cm"/>
    </inkml:brush>
  </inkml:definitions>
  <inkml:trace contextRef="#ctx0" brushRef="#br0">23 363 1408 0 0,'0'0'5588'0'0,"-5"0"-5232"0"0,-13-1 62 0 0,22-1 619 0 0,37-5 1170 0 0,-4 0-2424 0 0,879-253 2084 0 0,-813 228-1538 0 0,-16 8-25 0 0,-47 12-58 0 0,-36 11-116 0 0,0 0-60 0 0,43-14 343 0 0,-31 15-9095 0 0,-9 10 6192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7:57.017"/>
    </inkml:context>
    <inkml:brush xml:id="br0">
      <inkml:brushProperty name="width" value="0.05" units="cm"/>
      <inkml:brushProperty name="height" value="0.05" units="cm"/>
    </inkml:brush>
  </inkml:definitions>
  <inkml:trace contextRef="#ctx0" brushRef="#br0">12 678 1980 0 0,'0'0'3402'0'0,"-8"14"-873"0"0,8-13-2456 0 0,-1-1 0 0 0,1 0 0 0 0,0 0-1 0 0,0 0 1 0 0,-1 1 0 0 0,1-1 0 0 0,0 0 0 0 0,0 1-1 0 0,-1-1 1 0 0,1 0 0 0 0,0 1 0 0 0,0-1 0 0 0,0 0-1 0 0,0 1 1 0 0,0-1 0 0 0,0 0 0 0 0,-1 1-1 0 0,1-1 1 0 0,0 0 0 0 0,0 1 0 0 0,0-1 0 0 0,0 0-1 0 0,0 1 1 0 0,0-1 0 0 0,0 0 0 0 0,0 1 0 0 0,0-1-1 0 0,1 0 1 0 0,-1 1 0 0 0,0-1 0 0 0,0 0-1 0 0,0 1 1 0 0,0-1 0 0 0,0 0 0 0 0,1 1 0 0 0,-1-1-1 0 0,0 0 1 0 0,0 1 0 0 0,0-1 0 0 0,1 0 0 0 0,-1 1-1 0 0,33-9 19 0 0,-1-2-1 0 0,-1-1 0 0 0,1-1 0 0 0,-2-1 1 0 0,43-27-1 0 0,-9 7 66 0 0,418-225 987 0 0,-104 52-55 0 0,-201 109 305 0 0,-174 96-1103 0 0,7-4 904 0 0,13-7-3277 0 0,-16 15-312 0 0,-9 10-649 0 0,-2-1 281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7:58.257"/>
    </inkml:context>
    <inkml:brush xml:id="br0">
      <inkml:brushProperty name="width" value="0.05" units="cm"/>
      <inkml:brushProperty name="height" value="0.05" units="cm"/>
    </inkml:brush>
  </inkml:definitions>
  <inkml:trace contextRef="#ctx0" brushRef="#br0">74 452 1672 0 0,'-24'-4'1998'0'0,"20"4"894"0"0,-24-8 1148 0 0,14 4-3760 0 0,10 3 479 0 0,9 0-676 0 0,52-12 59 0 0,79-8 0 0 0,-5 1-73 0 0,42-16-77 0 0,-3-8 0 0 0,-1-7 0 0 0,166-76-1 0 0,-314 118-565 0 0,0-1 0 0 0,-1-1 0 0 0,-1 0 0 0 0,23-18 0 0 0,-40 27 318 0 0,-1 0 0 0 0,1 0 1 0 0,0 0-1 0 0,-1-1 0 0 0,1 1 0 0 0,-1-1 0 0 0,0 1 0 0 0,0-1 0 0 0,0 1 0 0 0,0-1 1 0 0,0 0-1 0 0,0 1 0 0 0,-1-1 0 0 0,0 0 0 0 0,1 0 0 0 0,-1-2 0 0 0,0 3-38 0 0,1-3-1252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3T07:17:58.488"/>
    </inkml:context>
    <inkml:brush xml:id="br0">
      <inkml:brushProperty name="width" value="0.05" units="cm"/>
      <inkml:brushProperty name="height" value="0.05" units="cm"/>
    </inkml:brush>
  </inkml:definitions>
  <inkml:trace contextRef="#ctx0" brushRef="#br0">115 0 356 0 0,'-5'1'2001'0'0,"-32"8"2115"0"0,29-6-3712 0 0,0-1-1 0 0,-1 0 1 0 0,1-1-1 0 0,-1 0 1 0 0,-12 1-1 0 0,21-2-392 0 0,-1 0-1 0 0,1 0 1 0 0,-1 1-1 0 0,0-1 1 0 0,1 0-1 0 0,-1 1 1 0 0,1-1-1 0 0,-1 1 1 0 0,1-1-1 0 0,-1 1 1 0 0,1-1-1 0 0,-1 1 1 0 0,1-1-1 0 0,0 1 1 0 0,-1-1-1 0 0,1 1 1 0 0,0-1-1 0 0,-1 1 1 0 0,1 0-1 0 0,0-1 1 0 0,0 1-1 0 0,0 0 1 0 0,-1-1-1 0 0,1 1 1 0 0,0 0-1 0 0,0-1 1 0 0,0 1-1 0 0,0 0 1 0 0,0-1-1 0 0,0 1 1 0 0,0 0 0 0 0,0-1-1 0 0,1 1 1 0 0,-1 0-1 0 0,0-1 1 0 0,0 1-1 0 0,1-1 1 0 0,-1 1-1 0 0,0 0 1 0 0,1 0-1 0 0,10 29 189 0 0,-2-18-127 0 0,0-1 1 0 0,0 1-1 0 0,1-2 1 0 0,1 1-1 0 0,21 15 1 0 0,69 43 46 0 0,-62-44-68 0 0,-38-25-53 0 0,12 9-22 0 0,1 0-1 0 0,-1 1 0 0 0,-1 1 1 0 0,16 15-1 0 0,-25-23-63 0 0,-1 0 0 0 0,1 1-1 0 0,-1-1 1 0 0,0 0 0 0 0,0 1-1 0 0,0-1 1 0 0,0 1 0 0 0,-1 0-1 0 0,0-1 1 0 0,1 1-1 0 0,-1 0 1 0 0,0 0 0 0 0,-1 0-1 0 0,1 0 1 0 0,-1 0 0 0 0,0 0-1 0 0,0 0 1 0 0,0 0 0 0 0,0 0-1 0 0,-1 0 1 0 0,1 0 0 0 0,-1 0-1 0 0,-2 5 1 0 0,0-1-334 0 0,-1 0 0 0 0,1-1 0 0 0,-2 1 0 0 0,1-1-1 0 0,-1 0 1 0 0,-6 7 0 0 0,-18 20-1523 0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20T05:48:29.750"/>
    </inkml:context>
    <inkml:brush xml:id="br0">
      <inkml:brushProperty name="width" value="0.05292" units="cm"/>
      <inkml:brushProperty name="height" value="0.05292" units="cm"/>
      <inkml:brushProperty name="color" value="#FF0000"/>
    </inkml:brush>
  </inkml:definitions>
  <inkml:trace contextRef="#ctx0" brushRef="#br0">1781 3646 101 0,'0'0'292'0,"0"0"-71"16,0 0-41-16,4-11-45 0,-4 11-18 0,0 0-23 15,0 0 18-15,1-10-17 0,-1 10-7 16,0 0-5-16,0 0 3 0,0 0-3 0,0 0-17 15,2-12 1-15,-2 12 4 0,0 0-9 0,0 0 17 16,0 0-34-16,0 0-7 0,0 0-6 16,0 0 11-16,0 0-7 0,0 0-5 0,0 0-1 15,0 0-6-15,0 0-12 0,0 0-5 0,0 0 7 16,0 0-1-16,-11 7-3 0,6 3 21 0,-4 2-31 16,-1 5 23-16,0 2-26 0,-4 5 23 0,0 2-5 15,-2 5 1-15,3-2-3 0,-2 7-4 0,1 1-32 16,-5 11 36-16,2 2-28 0,-2 1 35 0,1 2-28 15,3 8 28-15,0-5-32 0,0 0 36 16,4 0-32-16,-1-3 31 0,5-7-3 0,2-2 0 16,1-1 25-16,0 3-34 0,1-4-13 0,6 1 20 15,-2-2-12-15,4-3-2 0,2 0 1 0,2-2-1 16,2-1-1-16,-1-1 2 0,5-3-2 0,1-1 0 16,2 2-1-16,0-5 5 0,2 0-30 0,1 2 15 15,3-2 27-15,-1 0 23 0,4 3-37 0,0-4 38 16,6 8-4-16,-1-1-11 0,-4-6-3 15,-1 0 3-15,0 2 2 0,-1-3 4 16,-1 1 37-16,-2-1-59 0,0-1 48 0,-4 0-51 0,0-1 54 16,-3-1-55-16,-2 1 2 0,-4-4 1 15,-2 3-1-15,-2 1 0 0,-1-1 4 0,-1 2 6 16,-4 2-7-16,-1-1 1 0,-3 0 5 0,-1 5-1 16,-4 2-3-16,-1-4-4 0,-1 1 0 0,0-2-1 15,-2 1 0-15,-2-3-2 0,0 0-4 0,-2 1-1 16,0-1 3-16,-4 2-2 0,0 1-2 0,-1 4-2 15,-5 8-2-15,2 3 64 0,-2 2-43 0,2-1-1 16,1 2-2-16,0 1 1 0,1-1-5 0,0 1 0 16,3 2-3-16,-1 0 0 0,-1 0-7 0,3 0 2 15,-1-1 1-15,-1-1 5 0,3-4-6 0,3-6 42 16,2-3-51-16,-2-1 41 0,5-3-47 16,-1-3 49-16,3-6-49 0,1-3 43 0,1-1-48 0,2-2 45 15,0-5-50-15,0 1 47 0,3-1-49 16,-3 2 47-16,4-2-51 0,1 3 52 0,3-2-46 15,-1 5 45-15,1-1-44 0,1 3 0 0,1 1-1 16,2 0 5-16,-2 1 6 0,2 0 1 16,0 4 2-16,-1 4 1 0,2 2 0 0,-1 0 2 15,-3 4 1-15,0 2 0 0,-1-1-7 0,1 3 5 16,-4-2 48-16,-1 2-52 0,-1-2 43 0,1 2-48 16,-5-1 46-16,4-1-51 0,-2 3 50 0,-2-1-46 15,1 1 46-15,-1 2-50 0,0 4 3 0,-3-2 3 16,3 4 3-16,-4 10 1 0,0 1 0 0,0 0-1 15,-1 5 1-15,1-2 5 0,-1 5 43 16,0-1-42-16,-2 4 43 0,1 1-64 0,-1 3 10 16,0 1 7-16,0 1 3 0,-1 1 5 0,-1 1-1 15,1 0 1-15,-1-3 44 0,3 1-45 0,-2-1 41 16,-1 0-58-16,1-1 3 0,-2 0 6 0,2-2 1 16,-1-1 3-16,0-2-1 0,0 0 1 0,1-5-2 15,1 0 0-15,0 0 9 0,1-4 44 0,0-2-55 16,-1-1 44-16,4-2-49 0,2-7 0 0,-1 8 2 15,1-9 2-15,1 2-3 0,3 0 1 0,-1 1 8 16,0-1 0-16,2 1-1 0,0-1 0 0,2-1-4 16,2 1 2-16,-1-2 48 0,1 0-52 15,2-2 48-15,-1 1-51 0,2-1 2 16,-1 0 1-16,3 1 2 0,-3-1 2 0,3 1-4 16,-1 0 0-16,1 0 6 0,-1-2 2 0,-1 3 4 15,4-3-5-15,-3 1 1 0,-1 0-5 0,3-2 6 16,-1 1 0-16,-2 0 0 0,0-2 43 0,2 0-49 15,-3-2 40-15,3 1-45 0,-3 0 0 0,0-1-7 16,2 1 8-16,-2 1 7 0,1-1 1 0,-2 0 2 16,0 0-1-16,0 1 0 0,-1-2-6 0,0 0 2 15,2-3 5-15,-2 3 1 0,2-1 0 16,-3-2-1-16,3 2-1 0,-1-3 0 0,0 1 3 0,0 0 45 16,0-1-59-16,0 2 4 0,2-1 4 0,-1 3 2 15,-1-1 1-15,1 0-1 0,0 1-15 16,-1 0 13-16,4 2-10 0,-3 0 19 0,0 0-17 15,0 2 17-15,0 0-17 0,3-2 20 0,-3 1-3 16,0-3 0-16,-1 1-5 0,1-4-1 0,-1 2 5 16,2-2 4-16,-2 0-3 0,1-1-3 0,-1-1-4 15,0 3 0-15,0-4 4 0,0-1-14 16,-2 2 17-16,3 0-17 0,-1-1 5 0,0 4-2 16,-2-2 17-16,1 0-18 0,0 1 15 0,-1 2-15 15,1 0 18-15,-2 0-12 0,2 1 14 0,-1 0-20 16,2 1 14-16,-3-1-2 0,2 0 8 0,-2 1-2 15,0-1-2-15,2 2-1 0,-2-4-18 16,-1 2 19-16,0 1-24 0,1-2 27 0,-2 0-22 16,1 0 17-16,0-3-14 0,-1 1 18 0,0-2-14 15,-1 2 14-15,1-2-19 0,1-6 14 0,0 2-12 16,-1-1 19-16,1 1-20 0,0-1 20 0,1 6-21 16,-1-1 21-16,1 2-19 0,6-3 25 0,-6 1-11 15,-1 1 0-15,1-1-16 0,2 1 22 0,-2-1-21 16,2-2 17-16,-2-4-21 0,0 0 16 0,2 0-13 15,-1-2 21-15,1-1-21 0,-2 1 4 0,0-2-1 16,2-2 4-16,-2 0 0 0,2 0-3 0,-2-1 2 16,2-2 5-16,-2-1 3 0,3 2-1 15,0-1-5-15,-2 1 0 0,4 2-1 16,-2-2 4-16,3 0 1 0,-2 3 16 0,0 0-22 16,3 0 20-16,-2 1-21 0,2 3 19 0,-3-3-23 15,1 5 21-15,2-5-21 0,-3 0 23 0,0 0-20 16,2 0 4-16,-2 1-2 0,0-2-2 0,1 1 1 15,-2-1 3-15,0 0 1 0,1-2-1 0,-1 0 0 16,-2-1 0-16,5 0 3 0,-2 0-1 0,-3 0-2 16,5-1 2-16,-2 1 4 0,0-2 2 0,0 0 1 15,2 0-4-15,-2 0 4 0,1-1-8 0,-2 1 5 16,2 1-3-16,2 0 4 0,-2 0-7 0,1 0 2 16,-2 2 1-16,1-4-2 0,2 2-3 0,-3-1 7 15,2 0 5-15,-2-1-2 0,0-2-4 16,1 0-2-16,-2 0 0 0,1-1 2 0,0 0 0 15,-1 1 1-15,0-1 1 0,1 1 0 0,0 0 2 16,-1 0-2-16,0-1 2 0,0 1-1 0,-1-2 3 16,1 1 3-16,2 0-4 0,-2-2-5 0,-1 1-1 15,2-1 0-15,-1 0 7 0,0 1-7 16,-2-3 4-16,2 1-3 0,0 2 3 0,2 0-8 16,-2 2 7-16,1-3-3 0,-1 1 6 0,1 0-5 15,-1-1 0-15,0 1-6 0,1-3 9 0,-1 1-7 16,0-1 3-16,1 3-2 0,-1-3 4 15,1 3-4-15,-1-2 6 0,2 2-6 0,-2-3 4 16,1 1-8-16,-1 0 11 0,1-1-3 0,-1 1 2 16,2 0-6-16,-2-1 10 0,1 0-10 0,-1-1 5 15,0 0-3-15,1 1 4 0,-1-3-4 0,-4-8 14 16,7 17-8-16,-7-17 5 0,8 13-10 0,-8-13 6 16,4 10-4-16,-4-10 3 0,5 9-8 0,-5-9 8 15,8 7-10-15,-8-7 4 0,11 4-14 0,-11-4-4 16,18-1-23-16,-18 1-43 0,27-9-35 0,-5-2-56 15,2-6-19-15,2-6-119 0,6-11-433 0,1-4-272 16</inkml:trace>
  <inkml:trace contextRef="#ctx0" brushRef="#br0" timeOffset="2035.28">23462 7215 345 0,'-8'-15'356'16,"0"-3"-70"-16,1 0-30 0,-2-3-15 0,-1 2-27 15,2-1-18-15,1 2 41 0,0 0-56 0,2 4 4 16,-2 2-5-16,1 1-7 0,1 1-7 0,5 10-31 15,-5-15-23-15,5 15-28 0,-6-13-12 16,6 13-17-16,-7-8-18 0,7 8-12 16,0 0-12-16,0 0-5 0,0 0-2 0,0 0 41 15,5 16-54-15,6 11 53 0,-1 11-52 0,8 13-1 16,-3 6 6-16,3 5-2 0,4 2 2 0,-4 3-2 16,0-2-4-16,-3-4 42 0,4-1-56 0,-5-5 43 15,4-5-25-15,-6-11-53 0,-1-3 40 0,2-3-61 16,-4-6 40-16,1-5-51 0,-2-5 42 0,-2-4-55 15,-2-5 75-15,-4-8-35 0,0 0 54 0,0 0-36 16,10-11 48-16,-10-6-39 0,-5-11 46 0,-2-11-41 16,-6-13 2-16,-4-9-2 0,-2-6 10 15,-4-3 9-15,-4-5 4 0,1 0 50 16,0-2-44-16,1-3 14 0,-2 3 0 0,4 0 2 16,6 5-3-16,2 3 2 0,5 5 3 0,3 6-50 15,4 13 55-15,4 2-5 0,3 3-4 0,2 4-5 16,3 3-5-16,3 5 2 0,3 1-4 0,2 4 3 15,2 5 0-15,1 6 1 0,-2 5 1 0,0 5-5 16,0 3 2-16,4 6-4 0,-3 7 4 0,-1 7-7 16,0 7 9-16,-6 6-2 0,-2 3-1 0,-7 4 0 15,-1 6-2-15,-5-1-2 0,-6 10 39 0,-1 1-42 16,-2-2 46-16,-1-2-55 0,0-2 3 16,-3-1-1-16,6-8-5 0,-3-3-14 15,4-2-16-15,2-1-27 0,2-4 0 0,2-4-15 16,3-2-23-16,3-3 18 0,3-2-4 0,3-2-13 15,4-4 4-15,2-2 19 0,4-5 21 0,-3-5 3 16,4-2 23-16,0-1-2 0,4-4 21 0,-1-2 10 16,1-2 13-16,-4 0 40 0,1-1 10 0,-3 0 8 15,-4 2 16-15,-3-1 18 0,-11 8 16 0,18-9 7 16,-18 9-2-16,14-7 4 0,-14 7-13 0,11-4-15 16,-11 4-20-16,0 0-11 0,0 0-11 15,0 0-11-15,0 0-11 0,11 10-3 0,-12 1 0 16,0 3-8-16,-1 5-4 0,2 1-10 0,2 2 6 15,-1 2-1-15,0 1-3 0,4-2 43 16,0 1-56-16,-1-3 48 0,4 0-53 0,0-4 51 16,2 0-60-16,1-1 56 0,3-5-51 0,0-1 51 15,3-5-52-15,-2-2 54 0,-15-3-54 0,36-4 5 16,-14-4 4-16,-1-3-5 0,1-5 1 0,0-1 16 16,-3-4 3-16,-7 4 6 0,-2-1-1 0,-2-4 3 15,-5 0-2-15,-3-1-2 0,-2-1-9 16,-6 2 5-16,1 2-1 0,-5 2-4 0,-4 2-9 15,0 3-14-15,-6 3-12 0,-1 4-20 0,-1 2 34 16,2 3-68-16,-3 2-3 0,-1 5-3 0,3-2-17 16,3 4-32-16,-1-1-51 0,6 1-48 15,0-3-25-15,4-1-14 0,11-4-256 0,0 0-32 16</inkml:trace>
  <inkml:trace contextRef="#ctx0" brushRef="#br0" timeOffset="2568.27">24007 7121 485 0,'13'-10'390'15,"-2"1"-105"-15,3 3-77 0,-2 2-36 0,-12 4-31 16,23-6-9-16,-23 6-16 0,24 3 26 0,-10 1-45 16,4 5 15-16,-5 4-45 0,2 3-20 0,-2 3 5 15,2 5-12-15,-2 2-8 0,-2 1-6 0,-1 3-7 16,-1-2-4-16,-4-2-3 0,-1-2-11 0,-2-1 11 16,1 1-5-16,-2-6-2 0,0-1 1 15,2-3 1-15,-3-2-3 0,0-2 8 0,0-10 19 16,1 17 34-16,-1-17 30 0,-1 11-5 0,1-11-15 15,0 0-14-15,0 0-13 0,-10-9-9 16,5-5-7-16,-1-7-10 0,1-4-2 0,1-2-3 16,1-6-8-16,1 5 50 0,1 0-37 0,2 2 46 15,3 1-54-15,-1 4 40 0,-1 3-57 0,1 2 47 16,1 1-55-16,0 4 45 0,2 0-52 0,-6 11 44 16,14-11-46-16,-14 11 47 0,17 0-50 0,-17 0 50 15,21 10-48-15,-9-1 46 0,2 5-59 0,-4 1 13 16,1 1 10-16,0 0 3 0,-3 2 2 0,-2-1 0 15,-1-2-1-15,0 0 5 0,0-1 2 16,-3 0-4-16,0-3 5 0,-2-1 0 16,0-10 3-16,4 16 5 0,-4-16 15 0,1 14 25 15,-1-14 40-15,0 0 12 0,0 0-22 0,0 0-17 16,0 0-13-16,0 0-12 0,-4-17-7 0,4 1-10 16,0-1-6-16,3-6 41 0,0 0-52 0,2 2 36 15,0-3-45-15,1 2 41 0,2 3-4 0,-2 1-6 16,2 2-9-16,-1 2-7 0,1 3-2 0,-3 3-45 15,3 1 42-15,-8 7 2 0,14-9 0 0,-14 9 1 16,0 0-2-16,23 5 0 0,-13 0-47 16,-1 4 51-16,0 3-46 0,0 5 36 0,-1 1-75 15,-3 1 26-15,0 4-94 0,-2 2-31 16,-1-1-22-16,2 1-33 0,-3 0-47 0,1-1-2 16,-2-5-95-16,0-2-321 0,1-3-222 0</inkml:trace>
  <inkml:trace contextRef="#ctx0" brushRef="#br0" timeOffset="2719.27">24722 7225 623 0,'5'-8'595'0,"-5"8"-85"0,9-14-161 0,-9 14-21 15,7-8-117-15,-7 8-14 0,7-8-82 16,-7 8 22-16,0 0-73 0,6-9 21 16,-6 9-88-16,0 0-7 0,0 0-96 0,8-6-74 15,-8 6-99-15,0 0-51 0,0 0-347 0,5-6-206 16</inkml:trace>
  <inkml:trace contextRef="#ctx0" brushRef="#br0" timeOffset="2902.27">24915 6754 762 0,'0'0'697'0,"5"-12"-203"0,-5 12-102 0,0 0-93 16,0 0-79-16,0 0-43 0,0 0-37 0,0 0-33 15,7 8-19-15,-5 3-16 0,4 4-15 0,2 5-14 16,0 2 35-16,5 6-57 0,1 0 39 0,2 0-57 15,1 1 40-15,2-1-66 0,2-1 11 16,-1-1-96-16,3-1 8 0,-1-1-118 0,0-1 28 16,-2-4-61-16,-2-4 3 0,-3-2-158 0,2-3-234 15,-7-4-171-15</inkml:trace>
  <inkml:trace contextRef="#ctx0" brushRef="#br0" timeOffset="3068.27">25204 6899 106 0,'-6'-20'807'0,"-2"5"-230"0,0 2-156 0,0 3-82 15,0 3-68-15,8 7-73 0,-17-8-50 0,17 8-24 16,-23 9-25-16,9 2-18 0,0 4-16 0,-4 8 30 16,4 2-63-16,-4 2 34 0,5 4-51 15,2 2 35-15,-2 1-68 0,5 2 14 0,-1 0-98 16,3-1-38-16,4-8-54 0,0 0-60 0,5-5-38 16,-1-5-102-16,5-8-211 0,-1-1-140 15</inkml:trace>
  <inkml:trace contextRef="#ctx0" brushRef="#br0" timeOffset="3670.27">25296 6692 457 0,'9'-20'705'0,"-4"5"-176"0,-1 3-120 15,1 3-81-15,-5 9-84 0,4-11-61 0,-4 11-35 0,0 0-29 16,0 0-23-16,5 10-19 0,-3 0-20 0,0 4-7 16,-2 2-10-16,1 2-13 0,-1 6 0 15,3 0-7-15,-1 1 41 0,2-1-62 16,-1-2 37-16,-1 0-77 0,2-5 33 0,0-2-72 15,1-3 49-15,0 1-52 0,-1-4 62 0,-4-9-38 16,9 10 54-16,-9-10-45 0,15-4 55 0,-7-2-48 16,1-4-1-16,1-5 19 0,2-1 1 0,-2-1 12 15,-1 0 4-15,1 1 9 0,-3-1 7 0,0 3 7 16,-1 4 3-16,0 2-6 0,-6 8 3 0,6-14-11 16,-6 14 9-16,7-10-1 0,-7 10 3 0,0 0-2 15,0 0-1-15,12 4-1 0,-12-4-4 0,11 9 2 16,-11-9-11-16,9 11 9 0,-9-11-2 15,10 14-1-15,-3-7-1 0,-7-7-5 16,13 10 4-16,-13-10-15 0,14 5 2 0,-14-5-18 16,18-1 3-16,-18 1-10 0,24-11-5 0,-8 1 0 15,-1-4 4-15,-1 1 11 0,3 0-8 0,-3-3 16 16,-1 5 1-16,-3 1 8 0,-2 3 3 0,-1 1 5 16,-7 6 7-16,12-9 5 0,-12 9 5 0,0 0-4 15,0 0 1-15,15 6 6 0,-15-6-2 0,8 12-4 16,-4-2-2-16,-2 2-2 0,2-2-4 0,1 0 1 15,-1 0-7-15,1-1 0 0,4 2 10 16,-1-4 1-16,1-1-1 0,2-2 0 16,-11-4-3-16,27 0-7 0,-8-6-12 0,3-4-6 15,2-6-2-15,0-7-1 0,1-2 11 0,-1-2 2 16,-1-6 4-16,-1-7-1 0,-4 4 0 0,-3-3 7 16,-5-1 62-16,-2-1-42 0,-1 2 84 0,-3 3-20 15,-4 7 39-15,-2 3 12 0,-2 3-13 0,-1 4-27 16,-5 4-15-16,-3 5-17 0,0 3-13 0,-4 6-11 15,-5 3 35-15,-6 8-56 0,-2 7 37 0,2 4-53 16,0 5-5-16,-4 9 2 0,3 5-4 0,4 2-15 16,2 2-28-16,4 3-30 0,2 2-46 15,7-8-43-15,0 1-19 0,1 2-47 0,4 1-94 16,-2 0-48-16,2-1-394 0,0 2-292 16</inkml:trace>
  <inkml:trace contextRef="#ctx0" brushRef="#br0" timeOffset="4019.27">24034 7970 242 0,'-54'20'749'0,"8"-4"-136"0,5-2-181 16,1 1-30-16,1 0-143 0,2 0-63 0,5-3-38 15,4-2-15-15,6 0-25 0,4-4-28 0,4-1-21 16,14-5-12-16,0 0-7 0,0 0-10 0,0 0 46 15,23-17-55-15,19-7 68 0,17-3-48 16,15-8 48-16,31-14 4 0,13-7 0 0,11-4-43 16,9-8 37-16,12-3-22 0,3-4 1 0,6-2-14 15,-2-2-2-15,2 2-6 0,-2 5-6 0,-1 2 2 16,-5 3-3-16,-10 7-9 0,-8 2-7 16,-12 8-2-16,-13 5-8 0,-12 9-6 0,-29 10-11 15,-9 6-18-15,-17 5-14 0,-7 2-22 0,-6 3-11 16,-7 4 6-16,-21 6 6 0,18 2-11 0,-18-2-32 15,-8 20-51-15,-10 3-56 0,-12 12 19 0,-10 2-69 16,-9 10-38-16,-6 3-60 0,-19 15-66 16,-3 2-396-16,-6 2-366 0</inkml:trace>
  <inkml:trace contextRef="#ctx0" brushRef="#br0" timeOffset="4252.27">25058 7940 1359 0,'3'-15'757'0,"-2"4"-178"0,3 0-156 0,-4 11-88 15,4-14-87-15,-4 14-68 0,4-13-46 0,-4 13-26 16,0 0-22-16,0 0-11 0,23 13-17 0,-13 5-4 16,5 10-45-16,-2 9 34 0,6 15-39 15,-2 6 27-15,2 5-38 0,-1 4 25 16,-3 2-75-16,2 0 1 0,-2-1-37 0,2 0-57 15,-3-3-83-15,1-1 24 0,-2-5-89 0,1-6-53 16,-2-13-48-16,-2-6-389 0,-1-4-326 0</inkml:trace>
  <inkml:trace contextRef="#ctx0" brushRef="#br0" timeOffset="4552.27">25166 8603 594 0,'-22'-12'643'15,"5"2"-89"-15,1 3-161 16,2 0-20-16,2 2-151 0,12 5-4 0,-18-6-93 0,18 6 18 15,0 0-74-15,0 0 33 0,-15 4-70 16,15-4 51-16,11 11-49 0,2-4 55 0,5 4-4 16,4-4-8-16,7 0-18 0,7 0-5 0,1-3-11 15,3-3-29-15,1-2-18 0,2-3-15 0,0-4-27 16,1-1-72-16,-4-1 39 0,-2-5-47 0,-2-1 60 16,0-1-44-16,-8-1 72 0,-2 1-31 0,-5-1 71 15,-4 3-19-15,-4 0 82 0,-7 4-17 0,-1 2 70 16,-5 9-27-16,4-14 42 0,-4 14-63 0,0 0 32 15,-8-7-57-15,8 7 30 16,-18 14-57-16,3 1 39 0,-5 6-12 0,-1 8-19 0,-2 3 3 16,-5 12 15-16,1 4-44 0,-1 2-54 15,1 3-125-15,0 4-32 0,0 0-114 0,2-1-161 16,-2 0-400-16,3 1-509 0</inkml:trace>
  <inkml:trace contextRef="#ctx0" brushRef="#br0" timeOffset="5153.27">26052 9266 114 0,'-6'-22'609'16,"0"2"-223"-16,0-3-97 0,0-1-70 0,1 3-41 16,0-2-30-16,-1 2 7 0,-1 1-7 0,0 2 4 15,2 2 27-15,0 1-16 0,0 3 11 0,-4-1-17 16,5 5-18-16,-3-1-20 0,-1 2-26 0,8 7-11 16,-22-8-14-16,22 8-17 0,-24 4-15 0,5 5-2 15,-3 6-5-15,-1 2-8 0,0 7-2 16,2 1-8-16,2 3 4 0,1 4-4 0,3-1-3 15,2 1 40-15,3-2-52 0,5 3 45 0,2-7-55 16,6-1 24-16,2 0-24 0,6 1 43 16,5-1-46-16,3-2 50 0,4-4-57 0,3-2 54 15,3-2-50-15,2-2 51 0,1-2-51 0,-1-2 50 16,-5-2-54-16,-3 0 54 0,0-3-51 0,-6 2 48 16,-2-3-53-16,-3 1 56 0,-12-4-50 0,20 9 72 15,-15-2-35-15,-5-7 41 0,0 20-43 0,-5-1 39 16,-10 3-52-16,-2 3-2 0,-7 0-3 15,-3 2 2-15,0-4-3 0,-2 2-4 0,0-3-23 16,0-2-29-16,5-3-60 0,0-3-47 0,6-4-35 16,2-2-58-16,16-8-101 0,-19 1 9 0,19-1-416 15,-9-11-289-15</inkml:trace>
  <inkml:trace contextRef="#ctx0" brushRef="#br0" timeOffset="5503.27">26076 9481 254 0,'15'-13'637'0,"-3"5"-133"16,-3 0-172-16,-9 8-18 0,12-10-85 0,-12 10 11 15,11-7-95-15,-11 7 20 0,0 0-69 16,9-9 35-16,-9 9-67 0,0 0 33 0,9-7-68 16,-9 7 34-16,0 0-60 0,0 0 57 0,17-1-56 15,-17 1 45-15,16 4-54 0,-16-4 46 0,25 5-57 16,-9 0 52-16,-2-2-11 0,4 1-3 0,-5-1-57 16,-13-3 53-16,30 1-46 0,-30-1 47 0,29-1-51 15,-29 1 52-15,29-6-56 0,-16 1 40 0,1-2-33 16,0-5 51-16,-1 0-64 0,-3-2 65 0,-3-3-50 15,-2 1 51-15,-3-1-53 0,1-3 3 16,-7-4 6-16,-2 0 6 0,-3-3 2 0,-3 2 7 16,-2 6 21-16,1 2 14 0,-1 2 5 15,0 2-6-15,0 5-4 0,1 6 6 0,13 2-8 16,-30 7-8-16,12 4-1 0,-3 9-1 0,2 7-4 16,6 2 44-16,-2 4-57 0,2 3 51 0,6 1-57 15,1 2 45-15,5-2-56 0,1 2 56 0,5-3-53 16,4-2 46-16,4-3-72 0,3-4 39 0,4-4-74 15,3-6 33-15,4-6-82 0,-2-6 6 0,3-6-86 16,8-6-45-16,-1-7-125 0,2-3-344 0,6-8-246 16</inkml:trace>
  <inkml:trace contextRef="#ctx0" brushRef="#br0" timeOffset="6203.27">26514 9308 274 0,'-7'-12'520'16,"-3"-1"-175"-16,4-2-66 0,-1 4-77 0,1-2-42 16,1 4-16-16,0-1-18 0,1 2-27 0,4 8-12 15,-8-14-19-15,8 14-11 0,-4-10-14 0,4 10-41 16,-3-8 30-16,3 8-4 0,0 0-4 0,-4-9-13 15,4 9-2-15,0 0-5 0,0 0 0 16,-4-10-1-16,4 10-12 0,0 0 18 0,0 0-7 16,0 0 0-16,0 0-1 0,-4-10 1 0,4 10 0 15,0 0-1-15,0 0-10 0,0 0 13 0,4-12 2 16,-4 12-5-16,0 0 1 0,6-12-2 16,-6 12-2-16,7-10 1 0,-7 10-9 0,9-12 9 15,-9 12 6-15,10-11-6 0,-4 3-2 0,-1 0-3 16,3 2-3-16,-3-2-6 0,4 3-31 0,-3-2 24 15,2 1-16-15,-8 6-3 0,14-11 2 16,-14 11 3-16,13-12 5 0,-13 12 4 0,12-10-3 0,-12 10 16 16,12-8 4-16,-12 8-2 0,12-9 14 15,-12 9 36-15,9-8 8 0,-9 8 64 0,0 0 20 16,10-8 14-16,-10 8 18 0,0 0 26 0,0 0 3 16,6-8-21-16,-6 8-18 0,0 0-22 15,0 0-4-15,0 0-15 0,0 0-15 0,0 0-19 16,0 0-15-16,-14 4-12 0,9 6-12 0,-4 6-9 15,3 5-5-15,-3 8-6 0,0 3-6 0,1 0 36 16,3 3-50-16,1-1 41 0,2 0-47 0,2-7 39 16,1 0-6-16,3 0-9 0,2-2-21 0,2-4-34 15,5-3 30-15,1-1 0 0,2-4-13 16,6-6-24-16,5-5-37 0,0-4-33 0,5-7-89 0,1-8 7 16,11-7-69-16,-5-5-28 0,1-5-19 15,-5-1-93-15,-5-5-297 0,-3 2-232 16</inkml:trace>
  <inkml:trace contextRef="#ctx0" brushRef="#br0" timeOffset="6487.27">27020 8886 58 0,'0'0'661'16,"-9"-8"-221"-16,9 8-97 0,0 0-92 0,-19 11-46 15,10 0-37-15,0 5-22 0,0 1-22 0,2 3-11 16,-1 3-19-16,2 2-2 0,2 0-15 0,2 0 1 16,2 1-10-16,3 2-3 0,0-2-5 0,3-2-14 15,2-2 49-15,2 1-70 0,1-5 44 0,2-3-75 16,4-1 53-16,1-5-60 0,-3-4 38 15,3-2-59-15,-1-5 45 0,0-2-58 16,4-4 47-16,-2-2-53 0,0-4 64 0,-3-2-53 16,-1-2 18-16,-5 0 24 0,1-4-14 0,-3 1-32 15,-1-2 83-15,-2 0 10 0,-4 2 8 0,0 1-9 16,-1 2 2-16,-1 2 49 0,-1-1-66 0,-4 5 43 16,1-2-70-16,-3 3 38 0,1-1-70 0,-1 5-8 15,-1 1-13-15,-1 0-25 0,10 6-10 0,-19-8-27 16,19 8-36-16,-18-3-58 0,18 3-41 0,-13-4-122 15,13 4-282-15,0 0-180 0</inkml:trace>
  <inkml:trace contextRef="#ctx0" brushRef="#br0" timeOffset="6970.27">27281 8777 133 0,'0'0'539'0,"17"-3"-170"15,-17 3-48-15,19 1-81 0,-19-1-34 0,20 10-44 16,-7-2-30-16,1 4-18 0,0 0-24 0,-1 4-28 15,0 0-1-15,-1 1-10 0,0 0-9 0,1 1-7 16,-3 0-9-16,2 0-6 0,-3-2-4 16,1-1-16-16,-2-2 11 0,-3-4 0 0,1 0-5 15,-6-9 0-15,7 12 13 0,-7-12 16 0,7 7-1 16,-7-7-6-16,0 0-6 0,9-8-12 0,-6-2 13 16,1-5-7-16,-2-4 8 0,3-5 0 15,-1 3 9-15,1-1-10 0,2-1 44 0,-1 3-59 16,0 0 39-16,0 2-51 0,0 3 50 0,0 3-56 15,1-1 45-15,0 6-49 0,0 0 47 0,2 1-46 16,-9 6 50-16,15-6-65 0,-15 6 62 0,18 1-53 16,-18-1 13-16,19 8 2 0,-9-2 0 15,1 3 1-15,-4 0 1 0,2-2-1 0,-2 2-10 16,0-2 8-16,-2 1-1 0,-5-8 6 0,12 11 0 16,-12-11-5-16,6 8 0 0,-6-8-3 0,0 0 1 15,0 0-21-15,21-2 15 0,-12-4 5 0,-2-2 7 16,1 4 42-16,2-9-48 0,-2 3 44 0,1-1-50 15,1-2 49-15,-1 3-52 0,-1 3 43 16,-2-1-43-16,-1 1 49 0,-5 7-53 0,14-9 50 16,-14 9-46-16,0 0 49 0,18-2-49 0,-18 2 47 15,17 3-55-15,-17-3 54 0,15 8-57 0,-5-2 58 16,-3 1-50-16,2-3 46 0,-3 3-54 16,4-1 33-16,-10-6-76 0,12 9-3 0,-12-9-63 15,10 7-42-15,-10-7-52 0,0 0 19 0,0 0-10 16,0 0-380-16,0 0-136 0</inkml:trace>
  <inkml:trace contextRef="#ctx0" brushRef="#br0" timeOffset="7104.27">27799 8250 713 0,'-10'-22'521'0,"1"8"-121"16,3 0-103-16,0 5-49 0,-1 0-49 16,7 9-42-16,-9-14-44 0,9 14-28 0,-7-8-22 15,7 8-21-15,0 0 0 0,0 0-17 0,0 0-83 16,-2 8-9-16,2-8-75 0,9 15-107 0,-3-7-88 15,4-2-254-15,2 0-124 0</inkml:trace>
  <inkml:trace contextRef="#ctx0" brushRef="#br0" timeOffset="7271.27">27968 8160 518 0,'17'-9'794'0,"-17"9"-201"0,10-4-122 0,-10 4-116 16,0 0-90-16,10-5-59 0,-10 5-41 15,0 0-33-15,10 9-33 0,-10-9-15 0,7 21-15 16,-3-4-15-16,2 4-10 0,-1 2-9 0,5 8-7 15,-1 0-20-15,-1 1-52 0,2 2-20 0,-1 1-105 16,0 0 7-16,2-2-59 0,-3-1-72 0,1-1-2 16,-1-1-141-16,-4-6-218 0,3-3-182 0</inkml:trace>
  <inkml:trace contextRef="#ctx0" brushRef="#br0" timeOffset="7704.27">28125 8670 354 0,'0'0'694'0,"-10"-6"-112"0,10 6-164 0,-8-7-8 16,8 7-135-16,-10-5-38 0,10 5-4 0,0 0-41 15,-10-7-26-15,10 7-29 0,0 0-30 16,0 0-20-16,-9-6-23 0,9 6-30 0,0 0-77 16,4-17 20-16,2 9-73 0,3-5 26 0,4-2-71 15,1-3-5-15,6 0 7 0,-1-4 14 0,1 2 4 16,0 2 36-16,-6 0 20 0,4 3 9 0,-4-1 14 16,0 1-24-16,-1 4 52 0,-4-1 19 0,0 4-21 15,-2 2 79-15,-7 6 20 0,11-12 19 0,-11 12 5 16,8-9 8-16,-8 9-10 0,0 0-14 15,10-8-18-15,-10 8-23 0,0 0-7 0,0 0-11 16,0 0-3-16,0 0-12 0,6 12 2 16,-6-12-4-16,2 19-4 0,-1-9-11 0,0 4-25 15,-1-3-19-15,4 2-32 0,-1-2-9 0,3-1-11 16,0 2 8-16,1-1-1 0,-1-3 4 0,4 0 6 16,-1-4 0-16,-9-4 27 0,21 5 11 0,-21-5 8 15,22-1 9-15,-10-3 30 0,1 1-16 0,1-5 13 16,0-3 11-16,-1-3 11 0,0 2 2 0,-3-2 31 15,-2 1-1-15,1 2 38 0,-3 2 11 16,-1 1 9-16,-5 8-1 0,8-13-8 0,-8 13-20 16,7-9-13-16,-7 9-17 0,0 0-14 0,0 0-7 15,0 0-7-15,9 7-4 0,-6 1-4 0,-2 6-5 16,1 4-19-16,-2-1-35 0,1 8-41 16,-1 0 1-16,-1 0-81 0,-1 5-2 0,1 6-91 15,-3-1-36-15,-4 3-125 0,1-1-302 0,-2 3-243 16</inkml:trace>
  <inkml:trace contextRef="#ctx0" brushRef="#br0" timeOffset="8237.27">26304 10132 190 0,'-38'14'728'0,"0"-2"-143"0,4-2-181 0,3 0-11 16,8-3-122-16,2 0-33 0,6-3-93 0,15-4 15 16,0 0-77-16,0 0 32 0,6-13-64 15,23-4 55-15,17-9-53 0,17-9 17 0,30-10 4 16,16-10-1-16,12-6-7 0,12-1-6 0,11-5 0 16,10-2 1-16,8-1 35 0,1 0-16 0,3 0-46 15,-2 1 32-15,-1 2-54 0,-5 2-6 0,-7 4-2 16,-10 2-8-16,-15 1-12 0,-12 9-39 0,-15 8-47 15,-31 13-60-15,-10 4-39 0,-20 8 5 0,-8 3 18 16,-13 7-2-16,-17 6 20 0,0 0 22 0,-7 10 11 16,-20 7 16-16,-20 8 19 0,-12 7-2 15,-10 4 7-15,-27 13 4 0,-5 4 22 16,-10 5 12-16,-7 0 34 0,-2 5 6 0,-6 0 34 16,-2 4-6-16,1-1 30 0,0 3-3 0,3-1-26 15,2-2 22-15,1-3-30 0,6 0 32 0,5-3-12 16,4-4 17-16,8-3 38 0,9-6-31 0,24-12 64 15,12-6-30-15,6-5 59 0,15-7-56 0,4-2 45 16,9-7-65-16,19-8 56 0,0 0-58 0,0 0 39 16,28-18-39-16,18-7 59 0,12-7-53 0,30-17 8 15,12-5 0-15,10-7 9 0,14-7-1 16,10-3-11-16,8-4-7 0,5 2 8 0,-1-1-11 16,-4 1-21-16,-4 4-51 0,-9 11-38 15,-11 2-35-15,-16 8-39 0,-29 14-91 0,-11 5-28 16,-10 7-30-16,-20 7-64 0,-13 5-17 0,-19 10-71 15,0 0-367-15,0 0-312 0</inkml:trace>
  <inkml:trace contextRef="#ctx0" brushRef="#br0" timeOffset="8554.27">24797 9226 1058 0,'-7'-21'826'0,"2"5"-178"0,1 2-201 0,1 4-82 16,3 10-136-16,-3-14-60 0,3 14-35 0,0 0-32 16,29 15-15-16,-4 5-16 0,10 13-15 15,3 10 18-15,3 9-38 0,3 9 24 0,11 24-47 16,1 10-2-16,0 6-5 0,2 5 1 0,-2 1 31 15,3 4 1-15,1-5-19 0,0 0-51 0,-1-6 25 16,0-5-72-16,-3-8-13 0,0-10-13 0,-13-22 30 16,-2-7-90-16,-2-10 36 0,-6-5-50 15,-6-16 32-15,-5-8-34 0,-22-9-15 0,32-9-42 16,-18-9-18-16,-5-15-54 0,-8-9-10 0,-2-10-257 16,-12-18-103-16</inkml:trace>
  <inkml:trace contextRef="#ctx0" brushRef="#br0" timeOffset="9007.27">25278 9474 644 0,'-53'-42'435'15,"8"12"-12"-15,-4 3-72 0,1 3-47 0,-1 4-37 16,-1 1-46-16,13 7-35 0,4 1-19 0,2-1-17 16,8 6-5-16,4 0-18 0,2-1-24 0,6 2-22 15,3-4-14-15,6 0-14 0,9-9-11 0,14-9-9 16,18-12-6-16,15-7-12 0,29-17 2 0,16-4-6 16,14-7 42-16,22-2-47 0,13-7-3 15,15-2-4-15,11-5-4 0,10-2-1 0,8-3-25 16,4-2 8-16,1 1-14 0,8-1 42 0,-3-1-71 15,-2 1-35-15,-7 1 21 0,-5-2-26 16,-4 3 51-16,-8 1-26 0,-7 7 53 0,-13 4 4 16,-12 7 19-16,-16 10 28 0,-15 8-11 0,-19 11 38 15,-28 14-10-15,-13 7 23 0,-9 5 6 0,-12 6 41 16,-5 1 18-16,-8 4 16 0,-1 1 14 0,-4 4-23 16,-5 0-3-16,-9 5-47 0,18-6-21 0,-18 6-26 15,12 5 0-15,-5 6-23 0,1 6 3 0,2 6 21 16,1 10-32-16,3 5 9 0,1 12-16 0,5 7 11 15,1 3-12-15,5 3-8 0,3 3-35 16,2 1-2-16,2-1-16 0,1 1 1 16,3-1 5-16,3-1 3 0,-3-2 6 0,0 0 1 15,3-3 8-15,-4-4 9 0,-2-3 6 0,-2-4 2 16,-4-6 6-16,-3-2 4 0,-9-8 1 0,1-2 4 16,-6-2-3-16,-3 2 9 0,-6-5 3 0,-8 8 14 15,-4 1 9-15,-16 10 2 0,-5 1 41 0,-17 4-46 16,-23 17 36-16,-14 1-50 0,-11 5-5 0,-10 3-5 15,-14 4 4-15,-13 4-13 0,-14 2-40 0,-9 5-26 16,-10 5-148-16,-9 5-96 0,-13 2-138 0,-2 5-472 16,-2 1-591-16</inkml:trace>
  <inkml:trace contextRef="#ctx0" brushRef="#br0" timeOffset="11939.13">29185 7672 138 0,'-19'10'436'0,"4"-2"-104"0,0-3-73 16,2 1-41-16,1-1-46 0,12-5-34 0,-20 9-16 16,20-9-43-16,-19 6 27 0,19-6-29 0,-17 5 26 15,17-5-33-15,-13 5 44 0,13-5 2 0,0 0-11 16,-13 5-12-16,13-5-4 0,0 0-18 0,0 0-1 15,-15 5-10-15,15-5 4 0,0 0 0 16,0 0-7-16,0 0-4 0,-10 4-3 0,10-4-7 16,0 0 2-16,0 0 5 0,0 0 2 0,0 0-4 15,0 0-1-15,0 0-7 0,0 0-8 16,19-12-19-16,5-3 5 0,10-3-10 0,12-7 11 16,9-7-19-16,6-1 1 0,7-5 0 0,15-9 1 15,4-2 14-15,0 0-11 0,1 3 11 0,0-2-8 16,-17 11 13-16,16-7-9 0,-18 10 1 0,-3 1 5 15,-2 1-14-15,-2 4-2 0,-7 3 13 0,-5 1-11 16,-13 7 16-16,-3 1-8 0,-6 4 13 0,-5 2-6 16,-5 0 6-16,-4 3-10 0,0 3 29 15,-3-3-7-15,-11 7 15 0,15-6 6 0,-15 6-2 16,10-5-3-16,-10 5-23 0,0 0-28 0,0 0-26 16,0 0-36-16,-15-4-16 0,15 4-57 15,-30 6 8-15,8-4-65 0,-5 3 36 0,-1-3-41 16,0 4 40-16,-8-5-15 0,-2 1 6 0,1-3 7 15,-2 0 19-15,3-4 36 0,-2 0 17 0,2-1 47 16,2-3 60-16,2 1 5 0,6 3 59 0,1-1-39 16,5 1 57-16,2 0-12 0,2 1 39 0,3 2-25 15,13 2 25-15,-21-5-26 0,21 5 5 16,-14-4-26-16,14 4 3 0,-13-3-31 0,13 3 4 16,0 0-22-16,-14-3-3 0,14 3-14 0,0 0 8 15,0 0-12-15,0 0 25 0,0 0 3 0,30 2 14 16,-10-1 3-16,8 2 13 0,9 0 14 0,3-2 1 15,0 1 16-15,2 3-18 0,-1 0 7 16,-2 2-29-16,-2 4 13 0,-3 0-39 0,-4 5-11 16,-3 3-2-16,-4 4-5 0,-5 4 10 0,-6 5-21 15,-7 7 13-15,-8 4-25 0,-10 14-36 0,-10 3-89 16,-11 4-97-16,-17 15-91 0,-8 1-102 0,-13-2-633 16,1-1-799-16</inkml:trace>
  <inkml:trace contextRef="#ctx0" brushRef="#br0" timeOffset="14540.33">17259 2732 16 0,'9'-7'750'0,"-9"7"-262"0,12-12-139 0,-12 12-73 0,9-8-63 16,-9 8-45-16,0 0-33 0,0 0-28 15,19 9-22-15,-14 5-22 0,3 8-10 0,2 9-9 16,-1 5 16-16,-1 7-35 0,3 14 38 0,-1 7-48 16,1 8 22-16,0 6-35 0,-2 5 33 0,0 5-36 15,2 5 31-15,2 23-5 0,-1 0 47 0,2 4-62 16,0 1-31-16,1 3 30 0,2 1-34 0,-1 1 41 15,1 6 57-15,2 4-41 0,2 4 15 0,-2 2-1 16,4 3 26-16,0 4 69 0,0 7-54 0,0 5 46 16,1 5-58-16,2 5 42 0,1 6 16 15,-3 6-36-15,0 4-55 0,2 6 30 0,-3 3 41 16,0 5-51-16,-1 3-9 0,1-3 36 16,-2 6-51-16,0-5-10 0,-3-1-6 0,1-2 40 15,0 0-43-15,-1-1-6 0,0-6-1 0,-1-1 22 16,2-3 20-16,-1 1-49 0,1-5 6 0,0 0 32 15,-1-4 5-15,4 0-43 0,-3 1 2 0,1-4 32 16,2-1-30-16,0 0 28 0,0 1-28 0,1-1-7 16,-3-1 35-16,2 0-31 0,0 1 32 0,-2 0-38 15,-2-1-6-15,1-2 26 0,-3-3 4 0,-1 1-33 16,-2-5 0-16,-1-4-8 0,0-4 36 0,-3-3-35 16,1-4 2-16,-2-4-2 0,1-5 1 15,-2-4-6-15,0-7-3 0,-2-5 32 0,1-3-31 16,-2-23-7-16,0-1 11 0,1-1-8 15,-4 0 10-15,2-3-9 0,-2-1 13 0,0-2 8 16,1-2-9-16,-2 0-1 0,1 0-8 0,-2-3 2 16,1 0 0-16,0-4-5 0,-2 0 1 0,2-5-10 15,2-5-2-15,-1-2 22 0,-1-4-21 0,1-6-5 16,2-12-2-16,-2-3-8 0,0-3-2 0,2-5 1 16,-3-9 0-16,1-2-13 0,2-3 0 0,-3-6-9 15,1-3 10-15,-1-3-20 0,3 0 15 0,-3-12-2 16,0 16 26-16,0-16-15 0,0 0 17 15,0 11-28-15,0-11 24 0,0 0-34 0,0 0 12 16,0 0-37-16,0 0 33 0,0 0-52 0,-14-6 34 16,14 6-55-16,0 0-12 0,-11-13-22 15,11 13-117-15,-10-14 8 0,5 7-39 0,1-3-160 16,-1-1 58-16</inkml:trace>
  <inkml:trace contextRef="#ctx0" brushRef="#br0" timeOffset="14907.33">18144 15467 529 0,'-15'-11'590'0,"15"11"-86"0,-12-6-154 15,12 6-36-15,0 0-85 0,-11-8-38 16,11 8-70-16,0 0-11 0,0 0-37 0,-10-6 2 16,10 6-43-16,0 0 23 0,0 0-36 0,3 18 21 15,4-5-32-15,2 6 15 0,7 5-23 0,0 1 24 16,3 1-26-16,4-1 16 0,0 1-19 15,3-2 23-15,2-2-29 0,1 0 16 0,2-5-26 16,-2-1-18-16,2-2-36 0,1-5 0 0,0-1-12 16,-5-6-14-16,1-2-19 0,-1-5-13 0,3-4-10 15,0-6-2-15,-6-4 46 0,2-4 3 0,-1-4 27 16,-3-4 29-16,-4 0 31 0,1-3 39 0,-2-1 11 16,-7 3 66-16,3 2-35 0,-4 7 77 0,-2 3-15 15,0 5 48-15,-3 1-12 0,0 6 0 0,-4 8-47 16,0 0-8-16,0 0-29 0,-7 13-5 15,1 11-29-15,-5 10 0 0,-3 6-21 16,-4 12-3-16,-2 5-38 0,-3 3-63 0,-1 1-55 16,1 3-76-16,-2-2-42 0,2 2-44 0,0-4-59 15,3-3-353-15,1-1-227 0</inkml:trace>
  <inkml:trace contextRef="#ctx0" brushRef="#br0" timeOffset="16791.87">20084 12977 203 0,'-5'-16'848'0,"-2"0"-287"16,-5 1-134-16,1 2-90 0,-5 4-85 0,1 7-58 16,15 2-53-16,-36 5-15 0,9 9-39 0,0 7-2 15,2 6-27-15,-6 14-12 0,4 4-14 0,4 8 11 16,3 2-25-16,2 5 10 0,4 3-1 0,5-2-25 16,0 3 18-16,8-13-19 0,2-1 7 15,4-1-14-15,4-5 16 0,0-2-19 0,6-3 18 16,2-4-21-16,3-6 14 0,1-7-10 0,3-2 8 15,-1-11-20-15,0-6 22 0,1-6-17 16,5-10 16-16,-4-7-15 0,0-7 17 0,1-12-13 16,-4-6 20-16,-7-2-5 0,-2-6 8 0,-8 6 5 15,-3-3-10-15,-6-13 20 0,-5 2 2 0,-4 2 34 16,0 4 27-16,2 13 40 0,0 8 54 0,0 2-31 16,5 10-29-16,-1 2-25 0,2 3-27 0,1 6-19 15,2 3-35-15,2 8-4 0,0 0-9 0,0 0 4 16,-4 12-10-16,6 9 4 0,3 7-9 15,2 8-18-15,2 3-22 0,4 2-17 0,2 9-11 16,2-1-10-16,-2-3-9 0,3-8-13 16,-3-4-28-16,6-1-29 0,-2-2-11 0,-1-4 13 15,2-5-36-15,2-3 23 0,-5-9-39 0,-1-4-31 16,-16-6-12-16,31-5 8 0,-16-6-23 0,3-9 5 16,-1-5 50-16,-3-5 98 0,-3-4 121 0,-3-5 69 15,-4-2 34-15,0-2 27 0,-3-1 22 0,-4 0-30 16,0 0 48-16,-1 4-41 0,0 3 57 0,1 9 7 15,1 3-14-15,-1 4-16 0,2 4-30 0,-2 5-29 16,2-1-27-16,1 13-13 0,-1-11-31 0,1 11 3 16,0 0-17-16,0 11 8 15,2 6-21-15,2 5 13 0,1 3-23 0,2 8 16 16,-2 0-2-16,5 1-3 0,-2-1-8 0,2 0 2 16,3-4-2-16,-2-1-15 0,2-2-9 0,0-7-9 15,-1-3 2-15,0-2-1 0,0-5 5 0,-1-6-1 16,-11-3 12-16,21 0 1 0,-9-7 1 0,0-5 2 15,-2-5-23-15,0-4 30 0,-3-3-16 0,-3-2 24 16,-3-3-16-16,0-1 35 0,-1 2-9 0,-1-2 31 16,1 4 1-16,-3 5 21 0,1 4-13 0,2 3-1 15,0 1-23-15,0 13-4 0,0-14-18 16,0 14 9-16,0 0-13 0,6 8 9 0,-1 6-16 16,2 6 11-16,3 1-12 0,0 8 7 15,2-3-12-15,2 2 10 0,0-2-7 0,0-2-10 16,1-3-15-16,1-5 1 0,-2-3 0 0,1-5 0 15,-2-2 0-15,-13-6 3 0,29-5-5 0,-11-4-24 16,0-10 29-16,0-6-23 0,-3-6 36 0,-1-5-18 16,-3-7 27-16,-1-12-23 0,-5-5 33 0,-5-4 2 15,-1-1 16-15,-8-3 0 0,0 0-2 0,-5-2-12 16,-2 3 26-16,1 2-7 0,-2 5 38 0,3 8 20 16,3 16 34-16,2 3-8 15,4 10-19-15,-2 4-26 0,2 4-33 0,2 7-12 0,3 8-2 16,0 0-10-16,-3 14 3 0,3 5 18 15,4 15-31-15,-2 8-5 0,5 7-1 0,-1 15-27 16,-1 4-29-16,3 5-48 0,1 1-12 0,-2 0-69 16,1-3 18-16,0-5-31 0,2-5 8 0,0-6-3 15,-2-15 46-15,2-6 24 0,-6-8 16 0,1-6 41 16,-1-6 51-16,-4-14 16 0,4 13 29 0,-4-13-5 16,0 0 55-16,0 0-23 0,-1-13 72 0,-2 4-6 15,-1-2 28-15,0-4-16 0,-1 1-3 47,-1-2-20-47,2 1-9 0,0 0-29 31,2 0-8-31,-1-1-22 16,2-1 0-16,1-1-20 0,1-1 4 0,3-2-19 0,1-3 6 0,6-3-16 0,2-3-3 0,4 2-22 0,0-2-13 16,2 2-12-16,0 1-10 0,3 1-6 0,-2 2 4 0,-2 3 8 0,-4 3 5 0,-1 3 21 31,-3 5-7-16,0-1 10 17,-2 4 0-32,-8 7 13 0,9-10 1 0,-9 10 8 0,0 0 9 0,0 0 0 0,14 10 11 0,-13 1-6 0,2 3 5 0,-3 4-28 0,0 6 31 15,1 3-31-15,-1 4 31 0,0 5-30 0,3 1 27 0,1-1-34 0,1 0 41 0,1 1-32 0,2-2 29 0,1-2-29 0,0-5 35 0,3-3-33 0,0-5 30 0,2-3 3 0,3-5-29 0,-1-5 43 0,0-4-29 16,1-6 22-16,4-4-29 0,2-8 23 0,0-5-15 16,0-4 41-16,-5-3-20 0,-2-2 13 15,-3-4-15-15,-3-1 15 0,-4 2-23 0,-5 3 11 16,-4 2-9-16,-1-1-1 0,-6 1-8 0,1 6-9 15,-2 3-22-15,-4 5-6 0,-1 3-6 16,-2 4-13-16,2 4-8 0,16 2-19 0,-35 4-24 16,17 2-33-16,0 2-41 0,4-1-60 0,3-1-13 15,2-1-79-15,9-5-279 0,-12 7-134 0</inkml:trace>
  <inkml:trace contextRef="#ctx0" brushRef="#br0" timeOffset="17624.87">21344 12626 126 0,'17'-9'578'0,"-3"4"-230"0,-1 0-49 0,-13 5-84 15,27-3-18-15,-27 3-66 0,28 2 13 16,-13 1-17-16,-1 5-21 0,3 1-27 16,-4 4-5-16,2 0-15 0,-4 2-10 0,1 1-44 15,-2 2 33-15,-1 2-41 0,-1-1 31 0,-3-1-42 16,0-1 39-16,-1-1-33 0,-3-1 31 0,0-3-34 16,1 2 37-16,-2-14-23 0,0 19 67 0,0-19-27 15,-3 13 62-15,3-13-34 0,0 0-3 0,0 0-35 16,0 0 15-16,-14-8-38 0,9-6 22 0,1-5-36 15,-1-3 26-15,2-2-2 0,2-1-2 0,1 0-11 16,1 2 12-16,2 0-33 0,-2 1 30 16,3 5-24-16,0 2 24 0,0 2-29 15,0 3 25-15,2-1-28 0,-6 11 23 0,11-10-21 16,-11 10 29-16,0 0-28 0,25 2 34 0,-16 5-8 16,1 2-1-16,3 6 0 0,-3 1-1 0,-1 3-10 15,1 2-18-15,-2-1 26 0,-3 4-24 0,0-1 25 16,-1-1-28-16,1 0 31 0,-4-4-25 0,1-2 25 15,-1-1-34-15,-1-2 36 0,1-3-26 0,-1-10 29 16,0 16-21-16,0-16-10 0,0 0 10 0,0 0 9 16,0 0-34-16,4-10 37 0,-3-8-27 15,3-3 30-15,-1-8-4 0,-1-6-7 16,3 0 8-16,0-1-27 0,2 3 32 0,-2 0-30 0,1 8 37 16,0 1-26-16,1 3 22 0,-3 5-30 0,1 2 24 15,-1 3-27-15,1 2 28 0,-5 9-27 16,11-11 23-16,-11 11-19 0,0 0 29 0,21 1-29 15,-13 5 30-15,2 2-32 0,-1 2 31 0,0 1-7 16,1 4 2-16,-1 0-11 0,0 0 5 0,1-1-12 16,-2-2-25-16,-2-1-36 0,2-1-5 0,0-2-9 15,-1-1-14-15,-7-7-19 0,14 6-17 0,-14-6-21 16,21-5-30-16,-10 0 1 0,6-7 7 16,-3-1 45-16,1-2 34 0,2-7 32 0,-3 3 46 15,-4 1 35-15,2-4 33 0,-5 3 29 0,0-3 1 16,-2 3 39-16,-4 2-29 0,2 3 74 15,-3 3-18-15,0 0 14 0,0 11-67 0,-1-18 21 0,1 18-44 16,-6-12 5-16,6 12-24 0,0 0 2 16,-15-1-38-16,5 5 23 0,0 7-32 0,-1 3 26 15,0 5-35-15,2 1 17 0,-1 2 2 0,-2 4-4 16,5-2-4-16,0-2-5 0,2 0 6 0,0-2-5 16,5-1-7-16,-1-5-14 0,1 0-10 15,1-3 0-15,4-3-15 0,-5-8 3 0,9 12-10 16,-9-12 1-16,0 0-8 0,23-4 25 0,-13-4-31 15,3-1-18-15,1-7 21 0,-1 2-9 0,0-4 33 16,-4-1-10-16,0 1 29 0,-2-2-15 0,2 1 29 16,-5 3-15-16,0 2 50 0,-2 1-30 15,1 3 49-15,-3 10-47 0,5-15 42 0,-5 15-49 16,0 0 37-16,6-8-43 0,-6 8 30 0,0 0-28 16,7 8 27-16,-7-8-44 0,4 19 48 0,-2-5-4 15,2 1-5-15,-1 0-11 0,-2 1-24 16,3-1-30-16,0 0-34 0,-1-2-46 0,1-3-55 15,1 0-10-15,-5-10-56 0,8 8 57 0,-8-8-321 16,0 0 15-16</inkml:trace>
  <inkml:trace contextRef="#ctx0" brushRef="#br0" timeOffset="17958.87">22274 12104 467 0,'0'-37'489'0,"-1"9"-99"0,2 3-30 0,-1 3-102 0,0 5-42 15,0 2-42-15,0 3-45 16,0 12-15-16,1-15-37 0,-1 15-9 0,0 0-21 15,0 0-7-15,18 17-3 0,-10 0-47 0,0 6 41 16,3 7-43-16,-2 4 41 0,0 2-44 0,1 0 32 16,-1 4-33-16,0-2 34 0,1-1-32 0,-2-2 43 15,0-3-47-15,-2-3 37 0,-1-6-38 0,0-4 39 16,-1-5-39-16,0-1 42 0,-3-3-48 0,-1-10 53 16,4 11-42-16,-4-11 39 0,0 0-43 0,0 0 37 15,12-12-42-15,-6-3 27 0,-1-5-32 16,4-3 30-16,-1 1-34 0,3-5 40 0,1 8-36 15,-3 1 42-15,1 2-40 0,-1 4 27 16,-3 4-24-16,3 3 48 0,-9 5-43 0,17-3 51 16,-17 3-48-16,19 10 43 0,-10 0-44 0,1 3 43 15,0 3-45-15,-2 1 50 0,0 4-60 0,-2-2 52 16,-1 3-45-16,0-2 44 0,-1 1-52 0,0-3 11 16,-3-1-28-16,1-3-67 0,-1-2-92 0,-1-12-85 15,-3 18-347-15,3-18-168 0</inkml:trace>
  <inkml:trace contextRef="#ctx0" brushRef="#br0" timeOffset="18109.87">22600 11932 69 0,'0'-15'747'0,"0"5"-262"16,0 10-127-16,-1-14-89 0,1 14-53 0,0 0-45 16,0 0-34-16,0 0-29 0,-8 13-43 0,8-3-22 15,-2 4-59-15,0 3 4 0,2 7-56 0,2 2-79 16,0 2-28-16,-1 1-79 0,1-1-321 0,2 6-100 15</inkml:trace>
  <inkml:trace contextRef="#ctx0" brushRef="#br0" timeOffset="19462.87">22772 12151 461 0,'8'-22'478'0,"0"1"-107"0,-3 2-81 0,-1 2-58 0,1 2-26 15,-1 4-27-15,0 0-2 0,-4 11-11 16,4-14-36-16,-4 14-27 0,2-10-21 0,-2 10-24 15,0 0-33-15,0 0 15 0,0 14 0 16,-1-2-40-16,-3 6 30 0,3 3-37 0,-3 3 30 16,0 1-34-16,3 0 29 0,-2 1-38 0,2-2 43 15,2-1-37-15,2-4 34 0,0-1-36 0,0-2 32 16,2-2-36-16,2-3 25 0,-2-2-41 0,3-3 47 16,-8-6-42-16,20 5 34 0,-20-5-50 0,26-6 39 15,-11-4-43-15,3-3 31 0,-3-3-20 16,3-4 46-16,0-3-45 0,-1 0 56 0,-3-2-40 0,-4 5 46 15,-1-3 4-15,-1 3 7 0,-1 2 21 16,0 4 24-16,-2 1 19 0,-3 3 8 0,-2 10-4 16,7-16-14-16,-7 16-17 0,5-9-13 15,-5 9-17-15,0 0-2 0,0 0-7 0,1 12-7 16,-1-12-10-16,-5 21-1 0,5-7-15 0,-1-2 14 16,1 2-15-16,0 0 6 0,1-2-8 0,-1 1 15 15,5-2-20-15,-2-3 7 0,-3-8-19 0,10 13 9 16,-10-13-31-16,14 4 7 0,-14-4-46 0,24-11 12 15,-6-2-39-15,2-6 46 0,0-2-34 0,-2-4 67 16,-1-1 9-16,-1-1 10 0,-2 1 13 0,0 1 13 16,-5 4 67-16,0 1-58 0,1 3 64 0,-5 4-44 15,1 2 62-15,-3 2-56 16,-3 9 42-16,7-11-67 0,-7 11 40 0,0 0-46 16,0 0-2-16,10 10-5 0,-10-10-6 0,3 20 4 15,-1-8-4-15,-1-1-1 0,2 1-3 0,0 0-5 16,0-1 4-16,1-1 1 0,0 2-3 0,4-5-5 15,-8-7-5-15,13 10-3 0,-13-10-10 0,20 1-10 16,-10-6-17-16,3-2-5 0,4-4-3 0,-2-6 10 16,4-2 1-16,-1-5 68 0,-1-4-53 0,-2-2 11 15,-1-4 4-15,-4-3 1 0,2-3 6 16,-4-5-20-16,-2-13 27 0,0-2-30 0,-3 0 38 16,-3 8-2-16,-2-1 6 0,1 3 13 0,-5 7 15 15,2 4 79-15,0 5-38 0,-1 8 31 16,1 5-67-16,-1 5 37 0,0 3-63 0,-1 6 43 15,6 7-58-15,0 0-5 0,-21 11 5 0,8 5 1 16,3 9-3-16,-1 5-11 0,3 4 13 0,2 3-10 16,-1 5 10-16,3 1-9 0,2 1 8 0,2 1 5 15,1-1-1-15,4-3 0 0,-1-1 43 0,5-3-52 16,1-3 2-16,-1-1-4 0,4-7-2 0,0-1-9 16,0-9-5-16,-1-2-7 0,2-6-12 0,1-5-33 15,-15-3 38-15,35-5-67 0,-14-6 45 16,3-7-49-16,3-5 11 0,-3-6 11 15,4-11 2-15,-3-5 19 0,-4-5-20 0,0-4 59 16,-7-3 4-16,0-2 7 0,-5-1 2 0,-4-4 4 16,0 3 51-16,-1 2-38 0,0 12 43 0,-4 5 39 15,1 7 42-15,-1 8 16 0,0 3-3 0,-1 6-11 16,-2 3-32-16,2 2-16 0,-3 3-14 0,4 10-18 16,-5-10-10-16,5 10-8 0,0 0 39 0,-15 10-58 15,7 3 40-15,-1 4-51 0,3 4 37 0,-2 3-46 16,0 6-2-16,3 1-1 0,3-3-7 0,-1-1-11 15,3-1-13-15,1 0-11 0,2-2-11 16,1-2-11-16,1-4 0 0,2-3-4 16,1-5 4-16,-1-1-2 0,2-4 11 0,-9-5 4 0,0 0 5 15,28-5 4-15,-13-5 10 0,-2-5 11 16,2-2-2-16,-2-8 23 0,2-2-8 0,-3-3 57 16,-2 1-43-16,2-3 52 0,-2 1-41 0,-1 4 14 15,-2 4 9-15,0 4 7 0,-2 4 8 0,-1 4-8 16,-4 11 2-16,5-10-21 0,-5 10 24 0,0 0-3 15,4 16 44-15,-3-2-69 0,-2 11 4 0,-2 4-7 16,2 6-7-16,-2 4 5 0,5-1-3 16,-1 3-1-16,3-2-3 0,3-1-4 0,2-2-22 15,3-2-5-15,3-6 5 0,2-3-43 16,2-3 22-16,0-9-47 0,-1-1 25 0,5-7-49 0,-2-4 26 16,3-5-16-16,7-5 49 0,-2-6-19 0,-1-1 45 15,-2-5-16-15,-2-2 53 0,-1 0 13 16,-2-2 18-16,-2 0 11 0,-1 1 32 0,-7 6 20 15,1 2 2-15,-4 5 28 0,0 1-10 0,-3 1-22 16,-5 9-19-16,8-10-14 0,-8 10-14 0,0 0-5 16,9 10-8-16,-9-10-10 0,1 21-8 0,-1-6 1 15,-1 3-6-15,-1 1-3 0,0 4-3 16,1 2-20-16,-2-2-51 0,3-3-27 0,2-3-33 16,-1 1-21-16,4-3 11 0,-1-4 5 0,2-5-21 15,-6-6 7-15,13 5-15 0,-13-5-3 0,22-9 19 16,-8-5 33-16,1-3 73 0,4-5 56 0,-2-3-18 15,0-3 52-15,-2-3-5 0,0 2 7 16,-2-1 57-16,0 4-57 0,-3 5 47 0,-1 1-54 16,-2 8 27-16,0-1-46 0,-3 4 27 0,-4 9-44 15,6-9 49-15,-6 9-68 0,0 0 62 0,8 10-63 16,-8 4 7-16,-2 5-8 0,-4 6-12 16,-3 9-12-16,-2 2-10 0,-7 10-44 0,-5 4 11 15,-4 0-35-15,-2 4-50 0,-6 2-30 0,-6 2-95 16,-18 14-313-16,-1 1-130 0</inkml:trace>
  <inkml:trace contextRef="#ctx0" brushRef="#br0" timeOffset="19709.87">22550 13367 7 0,'-66'42'747'0,"4"-1"-238"16,-3 1-131-16,-14 12-17 0,16-11-69 0,3-2-11 15,6-4-69-15,7-4-8 0,6-7-9 0,13-7-27 16,4-5-27-16,7-3-25 0,17-11-18 0,0 0-17 15,0 0-6-15,18-29-15 0,17-6 4 0,17-7-2 16,28-22 6-16,18-9-6 0,12-6-10 0,11-4-12 16,13-7-4-16,11-3-15 0,6-2-12 0,1 1-43 15,0 2 13-15,-5 5-68 0,-1 3 8 0,-9 5-4 16,-5 4 3-16,-12 6-53 0,-10 5-28 16,-17 11-53-16,-26 14-31 0,-11 6-35 0,-14 8-77 15,-16 11-399-15,-16 7-283 0</inkml:trace>
  <inkml:trace contextRef="#ctx0" brushRef="#br0" timeOffset="19959.87">23609 12756 211 0,'-85'60'475'0,"-13"8"-118"0,-8 12-43 16,-6 1-61-16,-5 5-1 0,-3 0 14 0,1 2-7 15,4-2-28-15,13-4-32 0,10-7-37 0,12-8-19 16,28-20-42-16,7-8-6 0,11-7-35 0,16-9 32 16,10-11 1-16,8-12 7 0,27 0-7 0,10-17 3 15,27-17 3-15,29-21-7 16,20-12 0-16,12-11 13 0,17-8-44 0,5-6-8 0,2-5-15 15,-1 2-6-15,-4 3-7 0,-8 4-7 0,-8 7 26 16,-13 7-50-16,-12 7 1 0,-13 6-1 16,-25 19-21-16,-8 4 1 0,-9 5-15 0,-8 8 0 15,-12 5-9-15,-5 2-19 0,-9 5-17 0,-5 3-30 16,-9 10 18-16,0 0-19 0,0 0 14 0,-18-3-70 16,0 11 25-16,-11 6-57 0,-6 3-32 0,-9 5-128 15,-5 7-408-15,2 1-300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32.329"/>
    </inkml:context>
    <inkml:brush xml:id="br0">
      <inkml:brushProperty name="width" value="0.05" units="cm"/>
      <inkml:brushProperty name="height" value="0.05" units="cm"/>
    </inkml:brush>
  </inkml:definitions>
  <inkml:trace contextRef="#ctx0" brushRef="#br0">585 64 284 0 0,'-2'-20'5192'0'0,"2"17"-4770"0"0,0-1 0 0 0,0 0 0 0 0,-1 1 1 0 0,1-1-1 0 0,-1 0 0 0 0,0 1 0 0 0,0-1 0 0 0,0 1 1 0 0,-2-5-1 0 0,3 8-383 0 0,0 0 0 0 0,0-1 1 0 0,0 1-1 0 0,-1 0 0 0 0,1 0 1 0 0,0-1-1 0 0,0 1 0 0 0,-1 0 1 0 0,1 0-1 0 0,0-1 0 0 0,0 1 1 0 0,-1 0-1 0 0,1 0 0 0 0,0 0 1 0 0,-1 0-1 0 0,1-1 0 0 0,0 1 1 0 0,-1 0-1 0 0,1 0 0 0 0,0 0 1 0 0,-1 0-1 0 0,1 0 0 0 0,0 0 1 0 0,-1 0-1 0 0,1 0 0 0 0,0 0 1 0 0,-1 0-1 0 0,1 0 0 0 0,0 0 1 0 0,-1 0-1 0 0,1 0 0 0 0,0 1 1 0 0,0-1-1 0 0,-1 0 0 0 0,1 0 0 0 0,-1 0 1 0 0,-16 21-99 0 0,-53 107 173 0 0,7 3-1 0 0,5 3 1 0 0,6 2-1 0 0,-44 180 1 0 0,83-266-94 0 0,2 1 1 0 0,3 1-1 0 0,2-1 1 0 0,0 75-1 0 0,7-97 18 0 0,1-1 0 0 0,2 0-1 0 0,1 0 1 0 0,1 0 0 0 0,1-1-1 0 0,1 0 1 0 0,2 0 0 0 0,0-1-1 0 0,27 46 1 0 0,84 102 150 0 0,-77-117-163 0 0,48 84-1 0 0,-80-119-15 0 0,-1 0 1 0 0,-1 1-1 0 0,-1 0 0 0 0,-1 1 1 0 0,-1-1-1 0 0,-1 2 0 0 0,4 45 0 0 0,-9-35 13 0 0,-1 0 0 0 0,-3 0-1 0 0,0 0 1 0 0,-3 0-1 0 0,0 0 1 0 0,-3-1-1 0 0,0 0 1 0 0,-3 0 0 0 0,0-1-1 0 0,-21 37 1 0 0,-7 3 105 0 0,-2-1 1 0 0,-4-3-1 0 0,-65 78 1 0 0,47-75-75 0 0,37-44-82 0 0,2 2 0 0 0,-32 47 0 0 0,56-75 23 0 0,0 0 0 0 0,0 0 1 0 0,1-1-1 0 0,-1 1 0 0 0,0 0 1 0 0,1 1-1 0 0,-1-1 0 0 0,1 0 1 0 0,0 0-1 0 0,0 0 0 0 0,0 0 0 0 0,0 0 1 0 0,0 0-1 0 0,0 0 0 0 0,0 0 1 0 0,1 0-1 0 0,-1 0 0 0 0,1 0 1 0 0,-1 0-1 0 0,1 0 0 0 0,0 0 0 0 0,0 0 1 0 0,0 0-1 0 0,0 0 0 0 0,3 3 1 0 0,2 3-17 0 0,1 0 0 0 0,0 0 1 0 0,17 13-1 0 0,-11-9 15 0 0,5 6 6 0 0,0 1 1 0 0,-2 0 0 0 0,0 1-1 0 0,-1 1 1 0 0,-2 0-1 0 0,0 1 1 0 0,-1 1-1 0 0,13 33 1 0 0,-13-21 33 0 0,-1 2-1 0 0,-2-1 1 0 0,-1 1-1 0 0,5 75 1 0 0,-12-2 204 0 0,-5 0 0 0 0,-34 198 1 0 0,-65 225 390 0 0,-6 45 582 0 0,24 677-392 0 0,83-1180-753 0 0,3 0 1 0 0,19 141-1 0 0,-16-194-57 0 0,1 0-1 0 0,1-1 1 0 0,0 1 0 0 0,2-1-1 0 0,0-1 1 0 0,2 1 0 0 0,0-1-1 0 0,1-1 1 0 0,1 0-1 0 0,1-1 1 0 0,1 0 0 0 0,0-1-1 0 0,1 0 1 0 0,21 17 0 0 0,-15-17-140 0 0,1-2 1 0 0,0 0-1 0 0,1-1 0 0 0,1-1 1 0 0,0-1-1 0 0,0-2 1 0 0,2 0-1 0 0,-1-2 1 0 0,33 7-1 0 0,-31-10-836 0 0,1-1 0 0 0,-1-2 0 0 0,1-1 0 0 0,0-1-1 0 0,-1-1 1 0 0,1-2 0 0 0,-1 0 0 0 0,50-14 0 0 0,-20-2-2781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07.910"/>
    </inkml:context>
    <inkml:brush xml:id="br0">
      <inkml:brushProperty name="width" value="0.05" units="cm"/>
      <inkml:brushProperty name="height" value="0.05" units="cm"/>
    </inkml:brush>
  </inkml:definitions>
  <inkml:trace contextRef="#ctx0" brushRef="#br0">145 1231 3088 0 0,'0'0'1961'0'0,"-6"-1"-303"0"0,-52 0 1973 0 0,52 1-3132 0 0,1 1 36 0 0,1 0-447 0 0,0-1 114 0 0,-1 1-1 0 0,1 0 1 0 0,0 0-1 0 0,0 0 1 0 0,-1 0-1 0 0,1 1 1 0 0,0 0-1 0 0,0-1 1 0 0,1 2-1 0 0,-1-1 1 0 0,0 0-1 0 0,-5 5 1 0 0,8-5-139 0 0,0 0-1 0 0,0 0 1 0 0,0 0 0 0 0,0 0-1 0 0,0 1 1 0 0,1-1 0 0 0,-1 0-1 0 0,1 0 1 0 0,0 0 0 0 0,0 0-1 0 0,-1 1 1 0 0,1-1 0 0 0,1 0-1 0 0,-1 0 1 0 0,0 0 0 0 0,0 1-1 0 0,2 1 1 0 0,10 37 408 0 0,-9-34-435 0 0,1 1 0 0 0,0-2 1 0 0,0 1-1 0 0,0 0 0 0 0,1-1 0 0 0,0 0 0 0 0,0 0 0 0 0,1 0 0 0 0,0-1 0 0 0,0 1 0 0 0,0-1 0 0 0,0-1 0 0 0,1 1 0 0 0,0-1 0 0 0,0-1 0 0 0,0 1 0 0 0,0-1 0 0 0,1 0 0 0 0,-1-1 0 0 0,15 4 0 0 0,-10-4-22 0 0,0-1 0 0 0,1 0 0 0 0,-1-1 0 0 0,0-1-1 0 0,0 1 1 0 0,1-2 0 0 0,-1 0 0 0 0,0 0 0 0 0,0-1 0 0 0,0-1 0 0 0,-1 0 0 0 0,23-11 0 0 0,-15 4 4 0 0,-1 0 0 0 0,0-1 0 0 0,0-2 0 0 0,-2 1 0 0 0,1-2 0 0 0,-2 0 0 0 0,0-1-1 0 0,-1-1 1 0 0,0 0 0 0 0,-2-1 0 0 0,0 0 0 0 0,-1-1 0 0 0,-1 0 0 0 0,12-29 0 0 0,-12 19-10 0 0,0 1-1 0 0,-2-2 1 0 0,-1 1-1 0 0,-2-1 0 0 0,0 0 1 0 0,-2 0-1 0 0,-2 0 1 0 0,-1-1-1 0 0,-6-55 1 0 0,-7 13-78 0 0,-3 1 1 0 0,-40-113-1 0 0,-77-132 451 0 0,113 278 0 0 0,-40-60-1 0 0,59 98-372 0 0,1 0 0 0 0,-1 0 0 0 0,1 0-1 0 0,-1 0 1 0 0,1 1 0 0 0,-1-1 0 0 0,0 0-1 0 0,1 0 1 0 0,-1 0 0 0 0,0 1-1 0 0,0-1 1 0 0,1 0 0 0 0,-1 1 0 0 0,0-1-1 0 0,0 1 1 0 0,0-1 0 0 0,0 1 0 0 0,0 0-1 0 0,0-1 1 0 0,0 1 0 0 0,0 0 0 0 0,0-1-1 0 0,0 1 1 0 0,0 0 0 0 0,0 0 0 0 0,0 0-1 0 0,0 0 1 0 0,0 0 0 0 0,0 0 0 0 0,0 0-1 0 0,0 0 1 0 0,-1 1 0 0 0,0 0 2 0 0,0 1 0 0 0,0-1 0 0 0,0 1 1 0 0,0 0-1 0 0,0 0 0 0 0,0 0 0 0 0,1 0 1 0 0,-1 0-1 0 0,1 0 0 0 0,0 0 0 0 0,-1 0 0 0 0,0 4 1 0 0,-5 10 23 0 0,1 1 1 0 0,-6 27 0 0 0,12-43-34 0 0,-13 63 130 0 0,3 0-1 0 0,3 1 0 0 0,3 0 0 0 0,7 100 1 0 0,7-48-74 0 0,41 189 1 0 0,-32-224-16 0 0,3-1 0 0 0,53 126 0 0 0,-59-172-334 0 0,1-1 0 0 0,1 0 1 0 0,2-1-1 0 0,2-2 0 0 0,0 0 0 0 0,2-1 0 0 0,2-1 1 0 0,31 27-1 0 0,-52-51-33 0 0,1 0 1 0 0,0-1-1 0 0,1 1 1 0 0,-1-2-1 0 0,1 1 1 0 0,-1-1-1 0 0,1 1 0 0 0,0-2 1 0 0,1 1-1 0 0,-1-1 1 0 0,10 2-1 0 0,-12-4-154 0 0,0 0-1 0 0,0 0 0 0 0,0 0 1 0 0,0 0-1 0 0,0-1 0 0 0,0 0 1 0 0,0 0-1 0 0,0 0 1 0 0,0 0-1 0 0,-1-1 0 0 0,9-3 1 0 0,13-12-3542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08.223"/>
    </inkml:context>
    <inkml:brush xml:id="br0">
      <inkml:brushProperty name="width" value="0.05" units="cm"/>
      <inkml:brushProperty name="height" value="0.05" units="cm"/>
    </inkml:brush>
  </inkml:definitions>
  <inkml:trace contextRef="#ctx0" brushRef="#br0">137 34 1956 0 0,'-10'-16'4118'0'0,"9"15"-4014"0"0,1 0 1 0 0,0 1-1 0 0,0-1 1 0 0,-1 1 0 0 0,1-1-1 0 0,0 1 1 0 0,-1 0-1 0 0,1-1 1 0 0,0 1-1 0 0,-1-1 1 0 0,1 1-1 0 0,-1 0 1 0 0,1-1-1 0 0,-1 1 1 0 0,1 0-1 0 0,-1-1 1 0 0,1 1-1 0 0,-1 0 1 0 0,1 0-1 0 0,-1-1 1 0 0,1 1-1 0 0,-1 0 1 0 0,1 0-1 0 0,-1 0 1 0 0,0 0 0 0 0,1 0-1 0 0,-1 0 1 0 0,1 0-1 0 0,-1 0 1 0 0,1 0-1 0 0,-1 0 1 0 0,0 0-1 0 0,1 0 1 0 0,-1 0-1 0 0,1 1 1 0 0,-1-1-1 0 0,1 0 1 0 0,-1 0-1 0 0,1 1 1 0 0,-1-1-1 0 0,-7 28 1404 0 0,10 41-903 0 0,1-36-389 0 0,1 0 0 0 0,16 57-1 0 0,-16-78-184 0 0,0 1-1 0 0,1-1 0 0 0,0 0 0 0 0,1 0 1 0 0,0-1-1 0 0,1 0 0 0 0,1 0 0 0 0,-1 0 1 0 0,19 18-1 0 0,9-6 15 0 0,-30-21 18 0 0,2-3-70 0 0,-2 0 27 0 0,1 0-1 0 0,0-1 1 0 0,0 0 0 0 0,-1 0-1 0 0,1 0 1 0 0,-1-1-1 0 0,0 1 1 0 0,1-1-1 0 0,-1-1 1 0 0,0 1 0 0 0,-1-1-1 0 0,1 0 1 0 0,-1 0-1 0 0,0 0 1 0 0,0 0-1 0 0,0-1 1 0 0,0 0 0 0 0,-1 0-1 0 0,0 0 1 0 0,0 0-1 0 0,3-6 1 0 0,-2 1 108 0 0,0 0 1 0 0,-1 0-1 0 0,0 0 1 0 0,-1-1 0 0 0,0 1-1 0 0,0-1 1 0 0,-1 1-1 0 0,0-1 1 0 0,-1 0-1 0 0,-1 0 1 0 0,1 1-1 0 0,-2-1 1 0 0,0 1-1 0 0,0-1 1 0 0,0 1-1 0 0,-1-1 1 0 0,-9-17-1 0 0,8 19-91 0 0,0 0 0 0 0,-1 1-1 0 0,0 0 1 0 0,0 0 0 0 0,-1 0 0 0 0,0 0-1 0 0,-1 1 1 0 0,1 0 0 0 0,-1 0 0 0 0,-1 1-1 0 0,1 0 1 0 0,-1 0 0 0 0,0 1 0 0 0,-1 0-1 0 0,1 0 1 0 0,-1 1 0 0 0,0 0 0 0 0,0 1-1 0 0,-18-5 1 0 0,18 7-137 0 0,-1-1 0 0 0,1 2 0 0 0,-1 0 0 0 0,0 0 0 0 0,1 1 0 0 0,-1 0 0 0 0,1 0 0 0 0,-1 1 0 0 0,1 0 0 0 0,0 1 0 0 0,-15 6 0 0 0,19-7-166 0 0,0 1 0 0 0,0 0 0 0 0,1 0 0 0 0,-1 0 0 0 0,1 0 0 0 0,0 1 0 0 0,0 0 0 0 0,0 0 0 0 0,0 0 0 0 0,-3 5 0 0 0,4-5-224 0 0,1 0 1 0 0,0 0-1 0 0,0 1 0 0 0,0-1 1 0 0,0 1-1 0 0,1-1 1 0 0,0 1-1 0 0,0-1 1 0 0,0 1-1 0 0,0 0 1 0 0,1 0-1 0 0,0-1 0 0 0,0 8 1 0 0,2 18-2549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09.024"/>
    </inkml:context>
    <inkml:brush xml:id="br0">
      <inkml:brushProperty name="width" value="0.05" units="cm"/>
      <inkml:brushProperty name="height" value="0.05" units="cm"/>
    </inkml:brush>
  </inkml:definitions>
  <inkml:trace contextRef="#ctx0" brushRef="#br0">22 898 912 0 0,'11'-13'2027'0'0,"-1"0"0"0"0,16-29 0 0 0,-23 37-1591 0 0,-1 0 1 0 0,1-1 0 0 0,-1 1 0 0 0,0-1-1 0 0,-1 1 1 0 0,0-1 0 0 0,0 0 0 0 0,0 0-1 0 0,0 0 1 0 0,-1 1 0 0 0,-1-12 0 0 0,1 14-25 0 0,0 3-367 0 0,0-1 0 0 0,0 0-1 0 0,0 1 1 0 0,0-1 0 0 0,0 1 0 0 0,0-1 0 0 0,0 0 0 0 0,0 1 0 0 0,0-1 0 0 0,-1 1-1 0 0,1-1 1 0 0,0 1 0 0 0,0-1 0 0 0,0 1 0 0 0,-1-1 0 0 0,1 1 0 0 0,0-1-1 0 0,-1 1 1 0 0,1-1 0 0 0,0 1 0 0 0,-1-1 0 0 0,1 1 0 0 0,-1 0 0 0 0,1-1 0 0 0,-1 1-1 0 0,0-1 1 0 0,-5 7-14 0 0,1 1-1 0 0,0 0 1 0 0,0 0 0 0 0,1 0-1 0 0,0 0 1 0 0,0 1-1 0 0,1 0 1 0 0,-1-1 0 0 0,2 1-1 0 0,-3 12 1 0 0,-15 91-124 0 0,16-85 116 0 0,1 1-77 0 0,0-1-1 0 0,2 1 1 0 0,3 29 0 0 0,-2-49-75 0 0,0 0 0 0 0,1 0-1 0 0,0 1 1 0 0,1-1 0 0 0,-1 0 0 0 0,1 0 0 0 0,1-1 0 0 0,-1 1-1 0 0,1 0 1 0 0,0-1 0 0 0,1 1 0 0 0,-1-1 0 0 0,1 0 0 0 0,1 0-1 0 0,-1-1 1 0 0,6 6 0 0 0,-7-9-15 0 0,-1-1-1 0 0,1 0 1 0 0,0 1-1 0 0,0-1 1 0 0,0 0-1 0 0,0-1 0 0 0,0 1 1 0 0,0 0-1 0 0,0-1 1 0 0,0 0-1 0 0,0 0 1 0 0,0 0-1 0 0,0 0 1 0 0,0 0-1 0 0,0 0 1 0 0,5-2-1 0 0,0 0-91 0 0,1 0 0 0 0,-1-1 0 0 0,0 0 0 0 0,13-6-1 0 0,-1-3 96 0 0,0 0-1 0 0,-1-2 0 0 0,0 0 0 0 0,-1-1 0 0 0,-1-1 1 0 0,0-1-1 0 0,-1 0 0 0 0,22-32 0 0 0,-28 35 541 0 0,-1-2 0 0 0,0 1 0 0 0,0-1 0 0 0,-2 0 0 0 0,0-1 0 0 0,-1 1 0 0 0,-1-1 0 0 0,0-1 0 0 0,-1 1 0 0 0,-1-1-1 0 0,1-31 1 0 0,-3 46-288 0 0,-1 1 1 0 0,0-1-1 0 0,0 1 0 0 0,0-1 0 0 0,0 1 0 0 0,0-1 0 0 0,0 1 0 0 0,-1-1 0 0 0,1 1 0 0 0,-1-1 1 0 0,0 1-1 0 0,0-1 0 0 0,0 1 0 0 0,0 0 0 0 0,0-1 0 0 0,0 1 0 0 0,0 0 0 0 0,-1 0 0 0 0,1 0 0 0 0,-1 0 1 0 0,0 0-1 0 0,0 1 0 0 0,0-1 0 0 0,-2-2 0 0 0,3 5-77 0 0,-1-1-1 0 0,1 1 1 0 0,0-1-1 0 0,-1 1 1 0 0,1 0-1 0 0,0 0 1 0 0,-1-1 0 0 0,1 1-1 0 0,0 0 1 0 0,0 0-1 0 0,0 0 1 0 0,0 0-1 0 0,0 0 1 0 0,0 1 0 0 0,0-1-1 0 0,-1 2 1 0 0,-7 8 21 0 0,1 0 1 0 0,-1 1-1 0 0,2 0 0 0 0,0 1 1 0 0,0 0-1 0 0,2 0 1 0 0,-1 0-1 0 0,1 1 0 0 0,1 0 1 0 0,-3 17-1 0 0,5-22-87 0 0,0 1-1 0 0,1-1 1 0 0,0 1 0 0 0,1-1-1 0 0,0 1 1 0 0,0-1-1 0 0,1 1 1 0 0,0-1 0 0 0,0 1-1 0 0,1-1 1 0 0,1 0 0 0 0,-1 0-1 0 0,2 0 1 0 0,-1 0-1 0 0,10 16 1 0 0,-12-24 11 0 0,0 1 0 0 0,1 0 0 0 0,0-1 0 0 0,-1 0 0 0 0,1 1 1 0 0,0-1-1 0 0,0 0 0 0 0,0 0 0 0 0,0 0 0 0 0,-1 0 0 0 0,2 0 0 0 0,-1 0 0 0 0,0-1 0 0 0,0 1 0 0 0,0-1 0 0 0,0 1 0 0 0,0-1 1 0 0,0 0-1 0 0,0 0 0 0 0,1 0 0 0 0,-1 0 0 0 0,4-1 0 0 0,0 0-38 0 0,0 0 1 0 0,0 0-1 0 0,1-1 1 0 0,-2 0-1 0 0,1 0 0 0 0,8-5 1 0 0,3-4 47 0 0,0-1 1 0 0,-2-1 0 0 0,1 0 0 0 0,-2-1 0 0 0,0-1-1 0 0,-1 0 1 0 0,0-1 0 0 0,20-32 0 0 0,-15 22 475 0 0,-16 23-240 0 0,-2 2-198 0 0,1 0 0 0 0,-1 1 0 0 0,0-1 0 0 0,0 1 0 0 0,1-1 0 0 0,-1 1 0 0 0,0-1 0 0 0,1 0 0 0 0,-1 1 0 0 0,1-1 0 0 0,-1 1 0 0 0,1 0 0 0 0,-1-1 0 0 0,1 1 0 0 0,-1-1-1 0 0,1 1 1 0 0,-1 0 0 0 0,1-1 0 0 0,-1 1 0 0 0,1 0 0 0 0,0-1 0 0 0,-1 1 0 0 0,2 0 0 0 0,1 20 52 0 0,-1 1-1 0 0,0 30 1 0 0,-2-39-62 0 0,-1 0 0 0 0,2-1 0 0 0,-1 1 0 0 0,2 0 0 0 0,0-1 0 0 0,0 1 0 0 0,1-1 0 0 0,0 0 0 0 0,1 0 0 0 0,0 0 0 0 0,1 0 0 0 0,8 15 0 0 0,-11-25-14 0 0,-1 0 1 0 0,1 1-1 0 0,-1-1 0 0 0,1 0 1 0 0,-1 0-1 0 0,1 0 0 0 0,0 0 1 0 0,-1 0-1 0 0,1 0 0 0 0,0 0 1 0 0,0-1-1 0 0,0 1 1 0 0,0-1-1 0 0,-1 1 0 0 0,1-1 1 0 0,0 0-1 0 0,0 0 0 0 0,0 0 1 0 0,0 0-1 0 0,0 0 0 0 0,0 0 1 0 0,0 0-1 0 0,0-1 1 0 0,2 0-1 0 0,2 0-1 0 0,0-1 0 0 0,0 0 0 0 0,-1 0 0 0 0,1 0 0 0 0,0-1 0 0 0,8-5 0 0 0,3-5 34 0 0,0-2 0 0 0,-1 0 1 0 0,0-1-1 0 0,-1 0 1 0 0,-1-1-1 0 0,-1-1 0 0 0,-1 0 1 0 0,0-1-1 0 0,-1 0 0 0 0,-1 0 1 0 0,-1-2-1 0 0,7-22 0 0 0,-1-3-52 0 0,-2 0 0 0 0,-2 0 0 0 0,-2-2-1 0 0,4-73 1 0 0,-10 41 8 0 0,-4 0-1 0 0,-4 0 1 0 0,-26-137-1 0 0,30 208 52 0 0,0 0 1 0 0,-1 0-1 0 0,0 0 0 0 0,-1 0 0 0 0,0 0 0 0 0,-1 0 0 0 0,1 1 1 0 0,-2 0-1 0 0,1-1 0 0 0,-1 1 0 0 0,0 1 0 0 0,-11-13 1 0 0,15 20-33 0 0,-1-1 1 0 0,1 0-1 0 0,-1 0 1 0 0,1 1-1 0 0,-1-1 1 0 0,1 1 0 0 0,-1-1-1 0 0,1 1 1 0 0,-1 0-1 0 0,1 0 1 0 0,-1-1-1 0 0,0 1 1 0 0,1 0-1 0 0,-1 0 1 0 0,0 1 0 0 0,1-1-1 0 0,-1 0 1 0 0,1 1-1 0 0,-1-1 1 0 0,1 0-1 0 0,-1 1 1 0 0,1 0 0 0 0,-1-1-1 0 0,1 1 1 0 0,-1 0-1 0 0,1 0 1 0 0,0 0-1 0 0,-1 0 1 0 0,1 0 0 0 0,-2 2-1 0 0,-3 2 59 0 0,1 1 0 0 0,-1-1 0 0 0,1 1 0 0 0,-8 12 0 0 0,-1 7 36 0 0,1 1 0 0 0,0 1 0 0 0,2 0 0 0 0,2 1 0 0 0,0 0 0 0 0,2 0 1 0 0,0 0-1 0 0,-2 43 0 0 0,4-5 175 0 0,2 1 1 0 0,11 106-1 0 0,-3-120-587 0 0,3-1 1 0 0,15 52-1 0 0,-16-77 78 0 0,2 0 0 0 0,1-1 0 0 0,1 0 0 0 0,1-1 0 0 0,24 38 0 0 0,-3-30-1572 0 0,-27-29 541 0 0,1 0 0 0 0,-1 0 0 0 0,1 0 0 0 0,0-1 0 0 0,14 4-1 0 0,-15-5-3475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09.818"/>
    </inkml:context>
    <inkml:brush xml:id="br0">
      <inkml:brushProperty name="width" value="0.05" units="cm"/>
      <inkml:brushProperty name="height" value="0.05" units="cm"/>
    </inkml:brush>
  </inkml:definitions>
  <inkml:trace contextRef="#ctx0" brushRef="#br0">88 198 3348 0 0,'-72'-194'11503'0'0,"70"190"-9670"0"0,-1 11-1627 0 0,1 0 0 0 0,0 1 0 0 0,0-1 0 0 0,1 0 0 0 0,-1 0 0 0 0,2 1 0 0 0,-1-1 1 0 0,1 11-1 0 0,7 68 33 0 0,-3-43-33 0 0,56 805 300 0 0,-49-756-777 0 0,-10-88 225 0 0,0-4-39 0 0,0 0 82 0 0,1-1 0 0 0,-1 1 0 0 0,0-1 0 0 0,1 1 0 0 0,-1-1 0 0 0,0 0 0 0 0,0 1-1 0 0,1-1 1 0 0,-1 0 0 0 0,0 0 0 0 0,0 0 0 0 0,0 0 0 0 0,0 0 0 0 0,0 0 0 0 0,0 0 0 0 0,-1-1 0 0 0,1 1 0 0 0,0 0 0 0 0,0 0 0 0 0,-1-1 0 0 0,2-2 0 0 0,12-36-4 0 0,-11 29 14 0 0,14-42 67 0 0,83-221 98 0 0,-99 271-128 0 0,0 3-42 0 0,0 0 0 0 0,0 1 0 0 0,-1-1 0 0 0,1 0 0 0 0,0 1-1 0 0,-1-1 1 0 0,1 1 0 0 0,0-1 0 0 0,-1 1 0 0 0,1-1 0 0 0,-1 1 0 0 0,1 0 0 0 0,-1-1 0 0 0,1 1-1 0 0,-1 0 1 0 0,1-1 0 0 0,-1 1 0 0 0,0 0 0 0 0,1 0 0 0 0,-1-1 0 0 0,0 1 0 0 0,1 0 0 0 0,-1 1-1 0 0,-7 77-41 0 0,1-25-240 0 0,3 0-1 0 0,4 78 1 0 0,0-127 52 0 0,-1 0 1 0 0,1 0-1 0 0,1-1 0 0 0,-1 1 0 0 0,1-1 1 0 0,-1 1-1 0 0,1-1 0 0 0,1 1 0 0 0,-1-1 1 0 0,0 0-1 0 0,1 0 0 0 0,0 0 0 0 0,4 4 1 0 0,-4-6-554 0 0,4-3 42 0 0,2-1 511 0 0,0-1-1 0 0,0 1 1 0 0,-1-2-1 0 0,1 1 1 0 0,-1-1-1 0 0,0-1 1 0 0,0 1-1 0 0,0-1 1 0 0,-1-1-1 0 0,0 1 1 0 0,0-1-1 0 0,7-8 1 0 0,8-11-76 0 0,0 0 1 0 0,-2-2-1 0 0,-1 0 1 0 0,19-38-1 0 0,-22 34 882 0 0,-2-2 0 0 0,-1 0-1 0 0,17-63 1 0 0,-30 93-410 0 0,1 0 0 0 0,-1 0-1 0 0,1 0 1 0 0,-1 0 0 0 0,0 0 0 0 0,0 0 0 0 0,-1 0 0 0 0,1 0 0 0 0,-1 0 0 0 0,1 0 0 0 0,-3-6 0 0 0,2 6 272 0 0,-13 16 403 0 0,7-7-620 0 0,0 1 1 0 0,1 0 0 0 0,0 0-1 0 0,0 0 1 0 0,-5 9-1 0 0,-1 8 66 0 0,0-1 0 0 0,1 1-1 0 0,2 1 1 0 0,-12 43-1 0 0,18-54-241 0 0,0 1 0 0 0,1-1-1 0 0,0 1 1 0 0,2 0 0 0 0,-1-1 0 0 0,2 1 0 0 0,0 0 0 0 0,0-1-1 0 0,2 1 1 0 0,3 14 0 0 0,-5-25-44 0 0,1 0 0 0 0,-1 0 1 0 0,1 0-1 0 0,0-1 0 0 0,0 1 0 0 0,0 0 0 0 0,0-1 1 0 0,1 1-1 0 0,0-1 0 0 0,5 6 0 0 0,9 0 7 0 0,-10-8-11 0 0,-1-1 0 0 0,0 1 0 0 0,0-1 0 0 0,1 0 0 0 0,-1-1 0 0 0,0 0 0 0 0,0 0 0 0 0,1 0 1 0 0,-1-1-1 0 0,0 1 0 0 0,0-1 0 0 0,-1-1 0 0 0,1 1 0 0 0,0-1 0 0 0,-1 0 0 0 0,1-1 0 0 0,-1 1 1 0 0,0-1-1 0 0,0 0 0 0 0,4-5 0 0 0,12-9 12 0 0,-2-1 1 0 0,0-1-1 0 0,22-29 0 0 0,-33 38 4 0 0,0-1 0 0 0,-1 0-1 0 0,0 0 1 0 0,-1-1-1 0 0,0 0 1 0 0,-1 0-1 0 0,0 0 1 0 0,-1 0 0 0 0,-1-1-1 0 0,0 0 1 0 0,-1 0-1 0 0,0 0 1 0 0,-1 0 0 0 0,-1 0-1 0 0,-1-17 1 0 0,0 28-15 0 0,1 0 0 0 0,-1 0 0 0 0,0 0 1 0 0,0 0-1 0 0,0 0 0 0 0,0 0 1 0 0,-1 0-1 0 0,1 0 0 0 0,-1 1 0 0 0,1-1 1 0 0,-1 1-1 0 0,0-1 0 0 0,0 1 0 0 0,0 0 1 0 0,-1-1-1 0 0,1 1 0 0 0,0 0 1 0 0,-1 1-1 0 0,0-1 0 0 0,1 0 0 0 0,-1 1 1 0 0,0-1-1 0 0,0 1 0 0 0,1 0 0 0 0,-1 0 1 0 0,0 0-1 0 0,0 0 0 0 0,0 1 0 0 0,0-1 1 0 0,-1 1-1 0 0,-4 0 0 0 0,-5 0-71 0 0,0 0 1 0 0,0 1-1 0 0,0 1 0 0 0,1 0 0 0 0,-1 1 0 0 0,-21 7 0 0 0,18-4-1003 0 0,1 1 0 0 0,1 0-1 0 0,-1 1 1 0 0,-15 12 0 0 0,25-17 267 0 0,2-1-961 0 0,-8 10-5306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0.189"/>
    </inkml:context>
    <inkml:brush xml:id="br0">
      <inkml:brushProperty name="width" value="0.05" units="cm"/>
      <inkml:brushProperty name="height" value="0.05" units="cm"/>
    </inkml:brush>
  </inkml:definitions>
  <inkml:trace contextRef="#ctx0" brushRef="#br0">69 33 852 0 0,'102'-31'8757'0'0,"-97"29"-7959"0"0,1 2 84 0 0,1 0-518 0 0,0 1 0 0 0,0-1 0 0 0,0 1 0 0 0,0 0 0 0 0,0 1 1 0 0,0-1-1 0 0,0 2 0 0 0,-1-1 0 0 0,1 1 0 0 0,-1-1 0 0 0,1 2 0 0 0,10 7 0 0 0,-9-4-265 0 0,-1 0-1 0 0,0 0 1 0 0,-1 1 0 0 0,1 0-1 0 0,-1 0 1 0 0,-1 1-1 0 0,0 0 1 0 0,0 0 0 0 0,-1 0-1 0 0,0 1 1 0 0,0-1-1 0 0,2 15 1 0 0,-2-9-381 0 0,-1 1-1 0 0,-1-1 1 0 0,0 0-1 0 0,-1 1 1 0 0,-1 0 0 0 0,-1-1-1 0 0,-2 17 1 0 0,3-31 207 0 0,0 1 0 0 0,0 0 0 0 0,0 0 0 0 0,0-1 1 0 0,0 1-1 0 0,-1 0 0 0 0,1 0 0 0 0,0-1 0 0 0,-1 1 0 0 0,0 0 0 0 0,1-1 1 0 0,-1 1-1 0 0,0-1 0 0 0,0 1 0 0 0,0-1 0 0 0,0 1 0 0 0,0-1 1 0 0,0 0-1 0 0,-1 1 0 0 0,1-1 0 0 0,0 0 0 0 0,-1 0 0 0 0,1 0 1 0 0,0 0-1 0 0,-1 0 0 0 0,1 0 0 0 0,-1 0 0 0 0,0-1 0 0 0,1 1 1 0 0,-1-1-1 0 0,0 1 0 0 0,1-1 0 0 0,-1 1 0 0 0,0-1 0 0 0,0 0 0 0 0,-2 0 1 0 0,2 0 1 0 0,-1-1 0 0 0,0 0 0 0 0,1 0 1 0 0,-1 0-1 0 0,1 0 0 0 0,-1 0 1 0 0,1 0-1 0 0,0-1 0 0 0,-1 1 0 0 0,1-1 1 0 0,0 0-1 0 0,0 1 0 0 0,0-1 0 0 0,0 0 1 0 0,0 0-1 0 0,1 0 0 0 0,-1-1 1 0 0,0 1-1 0 0,1 0 0 0 0,-2-5 0 0 0,-7-19-17 0 0,2 0-1 0 0,0 0 1 0 0,-6-50 0 0 0,-8-30 2935 0 0,21 104-1677 0 0,-3 3-1072 0 0,1 0-1 0 0,0-1 1 0 0,0 2-1 0 0,-1-1 1 0 0,1 0 0 0 0,0 1-1 0 0,0-1 1 0 0,0 1 0 0 0,0 0-1 0 0,1 0 1 0 0,-1 0 0 0 0,0 0-1 0 0,1 0 1 0 0,0 1-1 0 0,-1-1 1 0 0,1 1 0 0 0,0 0-1 0 0,0 0 1 0 0,-2 5 0 0 0,-34 69 141 0 0,29-56-173 0 0,-64 160-1399 0 0,38-59-4847 0 0,34-115 3476 0 0,3 10-701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0.434"/>
    </inkml:context>
    <inkml:brush xml:id="br0">
      <inkml:brushProperty name="width" value="0.05" units="cm"/>
      <inkml:brushProperty name="height" value="0.05" units="cm"/>
    </inkml:brush>
  </inkml:definitions>
  <inkml:trace contextRef="#ctx0" brushRef="#br0">0 145 1508 0 0,'49'-141'11809'0'0,"-48"138"-9742"0"0,1 6-1668 0 0,2 6-279 0 0,-1-1 1 0 0,-1 1 0 0 0,1-1 0 0 0,-1 1-1 0 0,-1 0 1 0 0,0 0 0 0 0,1 11-1 0 0,-2 73 307 0 0,-1-73-338 0 0,-29 396 797 0 0,15-271-2701 0 0,4 0-3424 0 0,10-140 4619 0 0,1 9-3439 0 0,1 2 626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0.558"/>
    </inkml:context>
    <inkml:brush xml:id="br0">
      <inkml:brushProperty name="width" value="0.05" units="cm"/>
      <inkml:brushProperty name="height" value="0.05" units="cm"/>
    </inkml:brush>
  </inkml:definitions>
  <inkml:trace contextRef="#ctx0" brushRef="#br0">19 259 2392 0 0,'1'-5'2974'0'0,"-3"-46"3974"0"0,-10-2-3770 0 0,6 30-2951 0 0,6 18-670 0 0,0 0 0 0 0,1-1 0 0 0,-1 1 1 0 0,1 0-1 0 0,0-1 0 0 0,0 1 0 0 0,1 0 1 0 0,0 0-1 0 0,-1 0 0 0 0,2 0 0 0 0,-1 0 1 0 0,1 0-1 0 0,-1 1 0 0 0,1-1 0 0 0,1 1 1 0 0,6-8-1 0 0,-3 3-748 0 0,10-17-2826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0.710"/>
    </inkml:context>
    <inkml:brush xml:id="br0">
      <inkml:brushProperty name="width" value="0.05" units="cm"/>
      <inkml:brushProperty name="height" value="0.05" units="cm"/>
    </inkml:brush>
  </inkml:definitions>
  <inkml:trace contextRef="#ctx0" brushRef="#br0">39 0 696 0 0,'0'0'8668'0'0,"1"0"-8432"0"0,0 1 0 0 0,0-1 1 0 0,0 0-1 0 0,-1 1 1 0 0,1-1-1 0 0,0 1 0 0 0,0-1 1 0 0,-1 1-1 0 0,1-1 1 0 0,0 1-1 0 0,-1 0 0 0 0,1-1 1 0 0,-1 1-1 0 0,1 0 1 0 0,-1-1-1 0 0,1 1 0 0 0,-1 0 1 0 0,1 1-1 0 0,-5 2-171 0 0,0-1 1 0 0,1 1-1 0 0,-1 0 0 0 0,1 0 0 0 0,0 1 0 0 0,0-1 0 0 0,0 1 1 0 0,1-1-1 0 0,-1 1 0 0 0,1 0 0 0 0,0 0 0 0 0,1 0 0 0 0,-3 10 1 0 0,0 6-2360 0 0,2 0 0 0 0,-1 26 0 0 0,3-44 2020 0 0,-2 27-4354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0.865"/>
    </inkml:context>
    <inkml:brush xml:id="br0">
      <inkml:brushProperty name="width" value="0.05" units="cm"/>
      <inkml:brushProperty name="height" value="0.05" units="cm"/>
    </inkml:brush>
  </inkml:definitions>
  <inkml:trace contextRef="#ctx0" brushRef="#br0">1 0 3364 0 0,'2'38'6454'0'0,"-1"-8"1753"0"0,2-25-6855 0 0,2-12-3671 0 0,-3 3 1436 0 0,0 0 0 0 0,0 0 0 0 0,1 0 0 0 0,-1 0 0 0 0,1 1 0 0 0,0-1 1 0 0,7-5-1 0 0,-7 5-401 0 0,12-12-4443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1.422"/>
    </inkml:context>
    <inkml:brush xml:id="br0">
      <inkml:brushProperty name="width" value="0.05" units="cm"/>
      <inkml:brushProperty name="height" value="0.05" units="cm"/>
    </inkml:brush>
  </inkml:definitions>
  <inkml:trace contextRef="#ctx0" brushRef="#br0">149 336 1788 0 0,'0'0'4985'0'0,"0"0"-4777"0"0,0-1 0 0 0,0 1 0 0 0,0-1 0 0 0,0 0 0 0 0,-1 1 0 0 0,1-1 0 0 0,0 0 0 0 0,0 1 0 0 0,-1-1 0 0 0,1 1 0 0 0,0-1 0 0 0,-1 1 0 0 0,1-1 0 0 0,-1 1 0 0 0,1-1 0 0 0,0 1 0 0 0,-1-1 0 0 0,1 1 0 0 0,-1-1 0 0 0,0 1 0 0 0,1 0 0 0 0,-1-1-1 0 0,1 1 1 0 0,-2-1 0 0 0,-3 4-83 0 0,-1 0 0 0 0,1 0 1 0 0,0 1-1 0 0,0-1 0 0 0,0 1 0 0 0,1 0 0 0 0,-1 1 0 0 0,1-1 0 0 0,0 1 0 0 0,0-1 0 0 0,0 1 0 0 0,1 1 0 0 0,0-1 0 0 0,0 0 0 0 0,0 1 0 0 0,-2 7 0 0 0,-8 18 260 0 0,-13 54 1 0 0,24-80-355 0 0,-4 17 68 0 0,0 1 0 0 0,2-1 0 0 0,0 1-1 0 0,1 0 1 0 0,2 0 0 0 0,1 33 0 0 0,0-54-89 0 0,0 0 0 0 0,1 1 0 0 0,-1-1 0 0 0,0 0 0 0 0,1 0 0 0 0,0 1 0 0 0,-1-1 0 0 0,1 0 0 0 0,0 0 0 0 0,0 0 0 0 0,0 0 0 0 0,1 0 0 0 0,-1 0 0 0 0,0 0 0 0 0,1 0 0 0 0,-1-1 0 0 0,1 1 0 0 0,-1 0 0 0 0,1-1 0 0 0,0 1 0 0 0,0-1 0 0 0,0 0 0 0 0,0 0 0 0 0,0 0 0 0 0,0 0 0 0 0,0 0 0 0 0,0 0 0 0 0,0 0 0 0 0,0-1 0 0 0,1 1 0 0 0,-1-1 0 0 0,0 1 0 0 0,1-1-1 0 0,-1 0 1 0 0,4 0 0 0 0,8-4-28 0 0,-1-2-1 0 0,1 1 1 0 0,-1-1-1 0 0,0-1 1 0 0,-1-1-1 0 0,1 0 1 0 0,-2 0-1 0 0,1-1 1 0 0,-1 0-1 0 0,0-1 1 0 0,-1-1-1 0 0,0 0 1 0 0,-1 0-1 0 0,0 0 1 0 0,-1-1-1 0 0,0-1 0 0 0,-1 1 1 0 0,-1-1-1 0 0,10-26 1 0 0,-11 27 34 0 0,-1 0 0 0 0,-1-1 0 0 0,0 0 0 0 0,0 1-1 0 0,-2-1 1 0 0,1 0 0 0 0,-2 0 0 0 0,1 0 0 0 0,-2 0 0 0 0,0 0 0 0 0,0 0 0 0 0,-1 0 0 0 0,-1 0 0 0 0,0 1 0 0 0,-1-1-1 0 0,0 1 1 0 0,-1 0 0 0 0,-1 0 0 0 0,0 1 0 0 0,0-1 0 0 0,-1 1 0 0 0,-15-19 0 0 0,-7 3 191 0 0,-1 1 0 0 0,-57-40 0 0 0,82 63-160 0 0,4 2-44 0 0,0 0 0 0 0,0 1 0 0 0,-1-1 0 0 0,1 0 0 0 0,0 0 0 0 0,0 0 0 0 0,0-1 0 0 0,1 1 0 0 0,-1 0 0 0 0,0 0 0 0 0,0 0 1 0 0,1-1-1 0 0,-1 1 0 0 0,0 0 0 0 0,1-1 0 0 0,-1 1 0 0 0,1-1 0 0 0,0 1 0 0 0,-1 0 0 0 0,1-1 0 0 0,0 1 0 0 0,0-1 0 0 0,0 1 0 0 0,0-1 0 0 0,0 1 0 0 0,0-1 0 0 0,1 1 0 0 0,-1 0 0 0 0,0-1 0 0 0,1 1 1 0 0,-1-1-1 0 0,1 1 0 0 0,0 0 0 0 0,-1-1 0 0 0,1 1 0 0 0,0 0 0 0 0,0 0 0 0 0,-1 0 0 0 0,1 0 0 0 0,0-1 0 0 0,0 1 0 0 0,0 0 0 0 0,2-1 0 0 0,4-5-27 0 0,1 1 0 0 0,-1-1 0 0 0,1 1 0 0 0,14-8 1 0 0,-13 9-3 0 0,2 0 1 0 0,-1 1-1 0 0,0 0 1 0 0,1 0 0 0 0,-1 1-1 0 0,1 0 1 0 0,0 1-1 0 0,0 0 1 0 0,0 1 0 0 0,1 0-1 0 0,-1 1 1 0 0,0 0-1 0 0,19 3 1 0 0,-23-2 19 0 0,1 1 0 0 0,-1 0-1 0 0,1 0 1 0 0,-1 0 0 0 0,0 1 0 0 0,0 0 0 0 0,0 1 0 0 0,0-1-1 0 0,-1 1 1 0 0,0 1 0 0 0,0-1 0 0 0,0 1 0 0 0,0 0 0 0 0,0 0-1 0 0,-1 1 1 0 0,0 0 0 0 0,0 0 0 0 0,-1 0 0 0 0,0 0-1 0 0,0 1 1 0 0,3 7 0 0 0,-1-1 18 0 0,-1 1 0 0 0,-1 0 1 0 0,0 0-1 0 0,-1 1 0 0 0,-1-1 0 0 0,0 1 0 0 0,-1-1 1 0 0,-1 19-1 0 0,-3 14-242 0 0,-11 57 0 0 0,1-10-1867 0 0,13-87 1320 0 0,0 0 0 0 0,0 0 1 0 0,1 0-1 0 0,0 0 0 0 0,0 0 1 0 0,1 0-1 0 0,-1-1 0 0 0,1 1 1 0 0,5 9-1 0 0,-5-11-2163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1.750"/>
    </inkml:context>
    <inkml:brush xml:id="br0">
      <inkml:brushProperty name="width" value="0.05" units="cm"/>
      <inkml:brushProperty name="height" value="0.05" units="cm"/>
    </inkml:brush>
  </inkml:definitions>
  <inkml:trace contextRef="#ctx0" brushRef="#br0">115 102 1524 0 0,'4'-3'564'0'0,"-1"-1"0"0"0,0 0 0 0 0,-1 1-1 0 0,1-1 1 0 0,0-1 0 0 0,-1 1 0 0 0,0 0 0 0 0,0 0-1 0 0,-1-1 1 0 0,1 1 0 0 0,-1-1 0 0 0,0 0 0 0 0,0 1-1 0 0,0-1 1 0 0,-1 0 0 0 0,0 0 0 0 0,1 1-1 0 0,-2-1 1 0 0,1 0 0 0 0,-2-6 0 0 0,2 8 1015 0 0,-5 3-1229 0 0,0 1-292 0 0,1 0-1 0 0,0 1 0 0 0,0-1 0 0 0,1 1 0 0 0,-1 0 0 0 0,0 0 1 0 0,0 1-1 0 0,1-1 0 0 0,0 1 0 0 0,-1 0 0 0 0,1 0 0 0 0,0 0 1 0 0,0 0-1 0 0,1 0 0 0 0,-1 0 0 0 0,1 1 0 0 0,-1 0 0 0 0,1-1 1 0 0,-2 5-1 0 0,-7 12 87 0 0,1 0-1 0 0,0 0 1 0 0,2 1 0 0 0,0 1-1 0 0,-8 38 1 0 0,13-47-138 0 0,1-1 1 0 0,0 1-1 0 0,1-1 0 0 0,0 1 1 0 0,1 0-1 0 0,1-1 0 0 0,0 1 1 0 0,1 0-1 0 0,0-1 0 0 0,0 0 1 0 0,8 21-1 0 0,-9-30-32 0 0,1 0 1 0 0,-1 0 0 0 0,1 1-1 0 0,0-1 1 0 0,0 0-1 0 0,0-1 1 0 0,0 1-1 0 0,1 0 1 0 0,-1-1-1 0 0,1 1 1 0 0,0-1 0 0 0,-1 0-1 0 0,1 0 1 0 0,0 0-1 0 0,0 0 1 0 0,0 0-1 0 0,1-1 1 0 0,-1 1-1 0 0,0-1 1 0 0,1 0 0 0 0,-1 0-1 0 0,5 1 1 0 0,-2-2 21 0 0,1 0 0 0 0,-1 0 0 0 0,0 0 0 0 0,1-1 0 0 0,-1 1 0 0 0,1-2 0 0 0,-1 1 0 0 0,0-1 1 0 0,0 0-1 0 0,0 0 0 0 0,11-6 0 0 0,-4 1 10 0 0,-1-1 1 0 0,0 0-1 0 0,0-1 0 0 0,-1 0 1 0 0,0-1-1 0 0,-1 0 0 0 0,19-22 1 0 0,-23 24 26 0 0,0 0 1 0 0,-1 0-1 0 0,0-1 0 0 0,0 1 1 0 0,-1-1-1 0 0,0 0 1 0 0,-1-1-1 0 0,0 1 1 0 0,0-1-1 0 0,-1 1 0 0 0,0-1 1 0 0,1-17-1 0 0,-3 23-26 0 0,-1-1 0 0 0,1 1 0 0 0,-1-1 0 0 0,0 1 1 0 0,0-1-1 0 0,0 1 0 0 0,-1 0 0 0 0,0-1 0 0 0,0 1 0 0 0,0 0 0 0 0,0 0 0 0 0,0 0 0 0 0,-1 0 0 0 0,0 1 0 0 0,0-1 0 0 0,0 1 0 0 0,0 0 0 0 0,0 0 0 0 0,-1 0 0 0 0,1 0 0 0 0,-1 0 0 0 0,0 1 0 0 0,0-1 1 0 0,0 1-1 0 0,0 0 0 0 0,0 1 0 0 0,-5-3 0 0 0,-8-1-448 0 0,0 0 1 0 0,1 1 0 0 0,-1 1-1 0 0,-1 0 1 0 0,-21 0-1 0 0,33 3-584 0 0,0 1-261 0 0,-19 1-433 0 0,19-1-1503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2.256"/>
    </inkml:context>
    <inkml:brush xml:id="br0">
      <inkml:brushProperty name="width" value="0.05" units="cm"/>
      <inkml:brushProperty name="height" value="0.05" units="cm"/>
    </inkml:brush>
  </inkml:definitions>
  <inkml:trace contextRef="#ctx0" brushRef="#br0">0 542 2000 0 0,'108'-55'6469'0'0,"-103"53"-5731"0"0,3 0-9 0 0,6 0 747 0 0,-14 3-1429 0 0,0-1 1 0 0,1 1-1 0 0,-1 0 1 0 0,1-1-1 0 0,-1 1 1 0 0,0 0-1 0 0,0 0 1 0 0,1-1-1 0 0,-1 1 1 0 0,0 0-1 0 0,0 0 1 0 0,0-1-1 0 0,0 1 1 0 0,0 0-1 0 0,0 0 1 0 0,0-1 0 0 0,0 1-1 0 0,0 0 1 0 0,0 0-1 0 0,-1-1 1 0 0,1 1-1 0 0,0 0 1 0 0,0-1-1 0 0,-1 1 1 0 0,0 1-1 0 0,-10 33 328 0 0,-25 52-1 0 0,25-64-276 0 0,0 1 0 0 0,2 0-1 0 0,1 1 1 0 0,0-1-1 0 0,2 2 1 0 0,-4 35-1 0 0,10-56-87 0 0,-1-1 0 0 0,1 0-1 0 0,1 0 1 0 0,-1 0 0 0 0,1 0-1 0 0,-1 1 1 0 0,1-1 0 0 0,0 0-1 0 0,1 0 1 0 0,-1 0 0 0 0,1 0-1 0 0,-1-1 1 0 0,1 1 0 0 0,0 0-1 0 0,1-1 1 0 0,-1 1 0 0 0,1-1-1 0 0,-1 0 1 0 0,1 0 0 0 0,0 0-1 0 0,0 0 1 0 0,0 0 0 0 0,1 0-1 0 0,-1-1 1 0 0,1 0 0 0 0,-1 0-1 0 0,8 3 1 0 0,4-3-9 0 0,0-1 1 0 0,0 0-1 0 0,0-1 1 0 0,0-1-1 0 0,0 0 1 0 0,0-1-1 0 0,0-1 0 0 0,-1 0 1 0 0,1-1-1 0 0,-1-1 1 0 0,0 0-1 0 0,0-1 1 0 0,0 0-1 0 0,18-13 1 0 0,-16 10 51 0 0,-1 0 1 0 0,0-1 0 0 0,0-1-1 0 0,-1 0 1 0 0,-1-1 0 0 0,0-1 0 0 0,0 0-1 0 0,-1-1 1 0 0,-1 0 0 0 0,0-1 0 0 0,-2 0-1 0 0,11-19 1 0 0,-16 24 20 0 0,0 0 1 0 0,-1 0-1 0 0,0 0 1 0 0,-1 0-1 0 0,0 0 1 0 0,0-1-1 0 0,-1 1 0 0 0,-1-1 1 0 0,0 1-1 0 0,0-1 1 0 0,-1 1-1 0 0,0-1 0 0 0,-1 1 1 0 0,0 0-1 0 0,0 0 1 0 0,-1 0-1 0 0,-6-12 1 0 0,3 9-12 0 0,-2 0 1 0 0,1 1 0 0 0,-2 0 0 0 0,1 0 0 0 0,-2 0 0 0 0,0 2-1 0 0,0-1 1 0 0,-1 1 0 0 0,0 0 0 0 0,0 1 0 0 0,-24-13 0 0 0,7 6 47 0 0,-41-16 1 0 0,46 23-45 0 0,0-1 0 0 0,1-1 0 0 0,-38-27 0 0 0,58 37-68 0 0,-1-1-1 0 0,1 0 1 0 0,0 0-1 0 0,-1 0 1 0 0,1 0 0 0 0,0-1-1 0 0,1 1 1 0 0,-1 0-1 0 0,0-1 1 0 0,1 1-1 0 0,-1-1 1 0 0,1 0 0 0 0,0 1-1 0 0,0-1 1 0 0,0 0-1 0 0,0 0 1 0 0,0 0 0 0 0,1 0-1 0 0,-1 0 1 0 0,1 0-1 0 0,0-5 1 0 0,1 3-3 0 0,0 0 1 0 0,0 1-1 0 0,0-1 0 0 0,1 0 0 0 0,0 1 1 0 0,0 0-1 0 0,0-1 0 0 0,1 1 0 0 0,-1 0 1 0 0,1 0-1 0 0,0 0 0 0 0,4-4 0 0 0,6-5 19 0 0,1 0 0 0 0,0 1-1 0 0,0 1 1 0 0,1 0 0 0 0,1 1 0 0 0,16-8-1 0 0,-23 13-14 0 0,1 0-1 0 0,0 1 0 0 0,-1 1 0 0 0,1-1 1 0 0,1 1-1 0 0,-1 1 0 0 0,0 0 0 0 0,1 0 1 0 0,-1 1-1 0 0,0 1 0 0 0,1-1 0 0 0,0 2 1 0 0,-1-1-1 0 0,0 2 0 0 0,1-1 0 0 0,-1 1 1 0 0,0 1-1 0 0,0 0 0 0 0,0 0 0 0 0,0 1 1 0 0,0 0-1 0 0,-1 1 0 0 0,0 0 0 0 0,0 1 1 0 0,0 0-1 0 0,0 0 0 0 0,-1 1 0 0 0,0 0 1 0 0,-1 0-1 0 0,0 0 0 0 0,0 1 0 0 0,0 1 1 0 0,5 9-1 0 0,-3-4 20 0 0,-1 0 0 0 0,-1 0 0 0 0,0 1 0 0 0,-1 0 0 0 0,0 1 0 0 0,-2-1 0 0 0,0 1 0 0 0,0 0 0 0 0,1 31 0 0 0,-4-23-124 0 0,-1 1-1 0 0,-2 0 0 0 0,0-1 1 0 0,-2 1-1 0 0,-12 43 0 0 0,2-23-845 0 0,-3 0 0 0 0,-26 51 0 0 0,-49 70-5516 0 0,47-93 1550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2.629"/>
    </inkml:context>
    <inkml:brush xml:id="br0">
      <inkml:brushProperty name="width" value="0.05" units="cm"/>
      <inkml:brushProperty name="height" value="0.05" units="cm"/>
    </inkml:brush>
  </inkml:definitions>
  <inkml:trace contextRef="#ctx0" brushRef="#br0">113 993 3228 0 0,'-25'6'3774'0'0,"0"-1"0"0"0,-38 4 0 0 0,83-26-3035 0 0,4 6-537 0 0,0 1 0 0 0,1 1-1 0 0,50-11 1 0 0,-20 5-21 0 0,950-247 520 0 0,-763 202-661 0 0,953-217 255 0 0,87-21 1834 0 0,-1277 297-2261 0 0,43-14 96 0 0,-27-1-3365 0 0,-19 14 2140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3.038"/>
    </inkml:context>
    <inkml:brush xml:id="br0">
      <inkml:brushProperty name="width" value="0.05" units="cm"/>
      <inkml:brushProperty name="height" value="0.05" units="cm"/>
    </inkml:brush>
  </inkml:definitions>
  <inkml:trace contextRef="#ctx0" brushRef="#br0">384 105 512 0 0,'-4'-24'4229'0'0,"3"17"-3463"0"0,0 0 1 0 0,0 0-1 0 0,0 1 0 0 0,-1-1 1 0 0,0 1-1 0 0,0-1 0 0 0,-1 1 1 0 0,0 0-1 0 0,0 0 0 0 0,-4-7 1 0 0,5 11 161 0 0,-4 3-562 0 0,-2 2-265 0 0,0 0 0 0 0,0 1-1 0 0,0 0 1 0 0,1 0 0 0 0,0 1 0 0 0,-1 0 0 0 0,1 0 0 0 0,1 0 0 0 0,-1 1 0 0 0,1 0 0 0 0,0 1 0 0 0,0-1 0 0 0,1 1 0 0 0,-9 15 0 0 0,3-5 37 0 0,0 1 0 0 0,1 1 0 0 0,2 0 0 0 0,-1 0 0 0 0,-8 32 0 0 0,16-44-90 0 0,-1 1 1 0 0,1 0-1 0 0,0-1 1 0 0,1 1-1 0 0,0 0 0 0 0,0 0 1 0 0,1-1-1 0 0,0 1 1 0 0,2 12-1 0 0,-2-17-27 0 0,0 1 0 0 0,1-1 0 0 0,-1 0 0 0 0,1 1 0 0 0,-1-1-1 0 0,1 0 1 0 0,0 0 0 0 0,0 0 0 0 0,0 0 0 0 0,0 0 0 0 0,1-1 0 0 0,-1 1 0 0 0,1-1 0 0 0,0 1-1 0 0,0-1 1 0 0,-1 0 0 0 0,2 0 0 0 0,-1 0 0 0 0,0 0 0 0 0,0-1 0 0 0,0 1 0 0 0,6 1 0 0 0,2-2 64 0 0,0 0 1 0 0,0 0-1 0 0,0-1 0 0 0,-1 0 1 0 0,1-1-1 0 0,0 0 1 0 0,0 0-1 0 0,-1-1 1 0 0,1-1-1 0 0,-1 0 0 0 0,0-1 1 0 0,1 1-1 0 0,-2-2 1 0 0,18-9-1 0 0,-19 10 78 0 0,0-1 0 0 0,-1 1-1 0 0,1-2 1 0 0,-1 1 0 0 0,0-1-1 0 0,0 0 1 0 0,-1 0 0 0 0,0-1 0 0 0,0 1-1 0 0,0-2 1 0 0,-1 1 0 0 0,0 0-1 0 0,-1-1 1 0 0,1 0 0 0 0,-2 0 0 0 0,1-1-1 0 0,-1 1 1 0 0,3-11 0 0 0,-6 13-176 0 0,0 0 0 0 0,0 0 0 0 0,-1-1 0 0 0,1 1 0 0 0,-1 0 0 0 0,-1 0 0 0 0,1 0 0 0 0,-1 0 0 0 0,0 0 0 0 0,0 0 0 0 0,-1 0 0 0 0,0 0 1 0 0,0 1-1 0 0,0 0 0 0 0,-1-1 0 0 0,0 1 0 0 0,0 0 0 0 0,0 1 0 0 0,0-1 0 0 0,-1 1 0 0 0,1 0 0 0 0,-1 0 0 0 0,0 0 0 0 0,-9-4 0 0 0,-2-2-435 0 0,0 1 1 0 0,0 1-1 0 0,-1 0 0 0 0,0 1 0 0 0,-1 1 0 0 0,0 1 0 0 0,-20-4 0 0 0,5 4-1508 0 0,0 1 0 0 0,0 2 0 0 0,0 2 0 0 0,-54 5-1 0 0,24 4-3516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3.382"/>
    </inkml:context>
    <inkml:brush xml:id="br0">
      <inkml:brushProperty name="width" value="0.05" units="cm"/>
      <inkml:brushProperty name="height" value="0.05" units="cm"/>
    </inkml:brush>
  </inkml:definitions>
  <inkml:trace contextRef="#ctx0" brushRef="#br0">13 706 3640 0 0,'0'0'2853'0'0,"-4"1"-682"0"0,-5 1 777 0 0,10-6-1138 0 0,19-13-544 0 0,38-20-714 0 0,272-110 1880 0 0,15 27-1561 0 0,-142 52-573 0 0,122-50-188 0 0,-85 30-1594 0 0,0 5-3849 0 0,-217 74 4363 0 0,2-2-3832 0 0,-7 5 1424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5.911"/>
    </inkml:context>
    <inkml:brush xml:id="br0">
      <inkml:brushProperty name="width" value="0.05" units="cm"/>
      <inkml:brushProperty name="height" value="0.05" units="cm"/>
    </inkml:brush>
  </inkml:definitions>
  <inkml:trace contextRef="#ctx0" brushRef="#br0">1 1 1060 0 0,'0'0'3758'0'0,"5"0"-2538"0"0,-2 1-1092 0 0,0 0 0 0 0,-1 0 0 0 0,1 0 0 0 0,0 0 0 0 0,-1 0 0 0 0,1 1 0 0 0,0 0 0 0 0,-1-1 0 0 0,0 1 0 0 0,1 0 0 0 0,-1 0 0 0 0,0 0 0 0 0,0 0 0 0 0,0 1 0 0 0,-1-1 0 0 0,1 1 0 0 0,0-1 0 0 0,-1 1 0 0 0,0-1 0 0 0,1 1 0 0 0,-1 0 0 0 0,0 0 0 0 0,0-1 1 0 0,0 5-1 0 0,6 17 471 0 0,8 47 1 0 0,-12-50-328 0 0,227 1248 4963 0 0,-208-1150-4763 0 0,-6 1 1 0 0,-5 0-1 0 0,-8 207 1 0 0,-9-247-4871 0 0,6-77 3099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6.270"/>
    </inkml:context>
    <inkml:brush xml:id="br0">
      <inkml:brushProperty name="width" value="0.05" units="cm"/>
      <inkml:brushProperty name="height" value="0.05" units="cm"/>
    </inkml:brush>
  </inkml:definitions>
  <inkml:trace contextRef="#ctx0" brushRef="#br0">57 228 4452 0 0,'0'0'1959'0'0,"-4"-1"-346"0"0,-32-2 3967 0 0,25 4-5699 0 0,6 0 717 0 0,6 4-454 0 0,0 0 0 0 0,0 0 0 0 0,1 0 0 0 0,-1 0-1 0 0,1 0 1 0 0,1 0 0 0 0,-1 0 0 0 0,1 0 0 0 0,-1-1-1 0 0,1 1 1 0 0,1-1 0 0 0,-1 0 0 0 0,1 0 0 0 0,-1 0-1 0 0,1 0 1 0 0,0-1 0 0 0,7 5 0 0 0,2 2-70 0 0,1 0 0 0 0,0-1 0 0 0,0-1 0 0 0,23 9 0 0 0,-20-11-187 0 0,1-1 0 0 0,-1-1-1 0 0,1-1 1 0 0,0 0 0 0 0,0-1 0 0 0,0-1-1 0 0,0-1 1 0 0,0 0 0 0 0,0-2 0 0 0,0 0-1 0 0,0-1 1 0 0,-1 0 0 0 0,1-2-1 0 0,-1 0 1 0 0,0-1 0 0 0,22-11 0 0 0,-10 4-64 0 0,-1-2 1 0 0,-1-2 0 0 0,0 0 0 0 0,-1-1-1 0 0,-1-2 1 0 0,0-1 0 0 0,-2 0 0 0 0,30-37 0 0 0,-44 48 464 0 0,-1-1 0 0 0,1 0 0 0 0,-2-1 0 0 0,0 0 0 0 0,0 0 1 0 0,-1 0-1 0 0,-1-1 0 0 0,6-18 0 0 0,-10 27 104 0 0,-1 3-339 0 0,0 0 0 0 0,0 0-1 0 0,-1 1 1 0 0,1-1 0 0 0,0 0-1 0 0,-1 0 1 0 0,1 0 0 0 0,0 0-1 0 0,-1 0 1 0 0,1 1 0 0 0,-1-1-1 0 0,1 0 1 0 0,-1 0 0 0 0,0 1-1 0 0,1-1 1 0 0,-1 0 0 0 0,0 1-1 0 0,1-1 1 0 0,-1 1 0 0 0,0-1-1 0 0,0 1 1 0 0,1-1 0 0 0,-3 0-1 0 0,-7 3 15 0 0,0 1 0 0 0,-1 0-1 0 0,1 0 1 0 0,1 1 0 0 0,-1 0-1 0 0,0 1 1 0 0,1 0-1 0 0,0 0 1 0 0,0 1 0 0 0,1 0-1 0 0,-1 1 1 0 0,-10 11 0 0 0,-11 11-907 0 0,-48 62 1 0 0,37-27-2415 0 0,19-21-1899 0 0,10-18-424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7.534"/>
    </inkml:context>
    <inkml:brush xml:id="br0">
      <inkml:brushProperty name="width" value="0.05" units="cm"/>
      <inkml:brushProperty name="height" value="0.05" units="cm"/>
    </inkml:brush>
  </inkml:definitions>
  <inkml:trace contextRef="#ctx0" brushRef="#br0">57 179 1016 0 0,'-7'-26'1786'0'0,"-41"-124"6844"0"0,47 147-7218 0 0,2 8-1113 0 0,12 52 447 0 0,35 88 0 0 0,-15-47-528 0 0,298 992 820 0 0,-271-900-1685 0 0,20 63-3873 0 0,-70-208 267 0 0,-6-30 766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7.749"/>
    </inkml:context>
    <inkml:brush xml:id="br0">
      <inkml:brushProperty name="width" value="0.05" units="cm"/>
      <inkml:brushProperty name="height" value="0.05" units="cm"/>
    </inkml:brush>
  </inkml:definitions>
  <inkml:trace contextRef="#ctx0" brushRef="#br0">151 16 3252 0 0,'-29'-5'3222'0'0,"20"2"-2589"0"0,0 1 1 0 0,0 0 0 0 0,-1 0 0 0 0,1 1 0 0 0,-1 1-1 0 0,1 0 1 0 0,0 0 0 0 0,-1 0 0 0 0,1 1-1 0 0,-15 4 1 0 0,20-4-500 0 0,14 18 198 0 0,1-12-483 0 0,1 0 0 0 0,0-1 0 0 0,0-1 0 0 0,0 0 0 0 0,0-1-1 0 0,1 0 1 0 0,0-1 0 0 0,0 0 0 0 0,0-1 0 0 0,21 1 0 0 0,3-1-848 0 0,0-2 0 0 0,62-9 0 0 0,-61 3-302 0 0,1-1 0 0 0,-1-3 0 0 0,42-16 0 0 0,-49 14 237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17.878"/>
    </inkml:context>
    <inkml:brush xml:id="br0">
      <inkml:brushProperty name="width" value="0.05" units="cm"/>
      <inkml:brushProperty name="height" value="0.05" units="cm"/>
    </inkml:brush>
  </inkml:definitions>
  <inkml:trace contextRef="#ctx0" brushRef="#br0">287 70 3628 0 0,'5'-4'641'0'0,"-1"-1"0"0"0,0 1-1 0 0,0-1 1 0 0,0-1 0 0 0,0 1 0 0 0,-1 0-1 0 0,0-1 1 0 0,4-9 0 0 0,-7 14-539 0 0,1-1 727 0 0,-1 1-730 0 0,-1 0 1 0 0,0 0-1 0 0,0 0 0 0 0,1 0 0 0 0,-1 1 0 0 0,0-1 1 0 0,0 0-1 0 0,0 1 0 0 0,0-1 0 0 0,0 0 0 0 0,0 1 0 0 0,0-1 1 0 0,0 1-1 0 0,0 0 0 0 0,0-1 0 0 0,0 1 0 0 0,0 0 1 0 0,0 0-1 0 0,0-1 0 0 0,-2 1 0 0 0,-10 4-50 0 0,0 0 0 0 0,0 1 0 0 0,0 1-1 0 0,1 0 1 0 0,0 0 0 0 0,0 1 0 0 0,1 1-1 0 0,0 0 1 0 0,0 0 0 0 0,0 1 0 0 0,1 1 0 0 0,1 0-1 0 0,0 0 1 0 0,0 0 0 0 0,-11 20 0 0 0,3-5-774 0 0,1 1 0 0 0,-16 36 0 0 0,19-31-2004 0 0,-15 52 0 0 0,18-47 156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25.607"/>
    </inkml:context>
    <inkml:brush xml:id="br0">
      <inkml:brushProperty name="width" value="0.05" units="cm"/>
      <inkml:brushProperty name="height" value="0.05" units="cm"/>
    </inkml:brush>
  </inkml:definitions>
  <inkml:trace contextRef="#ctx0" brushRef="#br0">422 160 816 0 0,'4'-7'1204'0'0,"0"0"0"0"0,0 0-1 0 0,-1 0 1 0 0,0 0 0 0 0,0 0 0 0 0,-1-1-1 0 0,3-13 1 0 0,-4 9-296 0 0,1 0 0 0 0,-1 1 0 0 0,-1-1 1 0 0,-1-13-1 0 0,1 21-246 0 0,-1 4-486 0 0,2-1-157 0 0,-1 1 1 0 0,0-1 0 0 0,0 1-1 0 0,0-1 1 0 0,0 1-1 0 0,0-1 1 0 0,0 1-1 0 0,0-1 1 0 0,0 1-1 0 0,0 0 1 0 0,0-1-1 0 0,-1 1 1 0 0,1-1-1 0 0,0 1 1 0 0,0-1-1 0 0,0 1 1 0 0,-1-1-1 0 0,1 1 1 0 0,0 0-1 0 0,0-1 1 0 0,-1 1-1 0 0,1 0 1 0 0,0-1-1 0 0,-1 1 1 0 0,1 0-1 0 0,0-1 1 0 0,-1 1-1 0 0,-21 38 68 0 0,3 1-1 0 0,0 1 0 0 0,3 0 0 0 0,-14 53 0 0 0,12-38 30 0 0,-72 235 344 0 0,13 5 1 0 0,-55 418 0 0 0,108-379-2355 0 0,26-224-1264 0 0,6-1-3317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25.934"/>
    </inkml:context>
    <inkml:brush xml:id="br0">
      <inkml:brushProperty name="width" value="0.05" units="cm"/>
      <inkml:brushProperty name="height" value="0.05" units="cm"/>
    </inkml:brush>
  </inkml:definitions>
  <inkml:trace contextRef="#ctx0" brushRef="#br0">78 37 3376 0 0,'-4'-2'2855'0'0,"-46"-30"4138"0"0,47 30-5644 0 0,-1 3-1067 0 0,3-1-266 0 0,1 1 0 0 0,-1-1-1 0 0,0 0 1 0 0,0 0-1 0 0,0 1 1 0 0,0-1 0 0 0,1 1-1 0 0,-1-1 1 0 0,0 1-1 0 0,0-1 1 0 0,1 1 0 0 0,-1-1-1 0 0,0 1 1 0 0,1-1 0 0 0,-1 1-1 0 0,1 0 1 0 0,-1 0-1 0 0,1-1 1 0 0,-1 1 0 0 0,1 0-1 0 0,-1 0 1 0 0,1-1-1 0 0,0 1 1 0 0,-1 0 0 0 0,1 1-1 0 0,0 1 6 0 0,0 0 0 0 0,0-1-1 0 0,1 1 1 0 0,0-1 0 0 0,-1 1 0 0 0,1-1-1 0 0,0 1 1 0 0,0-1 0 0 0,0 1 0 0 0,0-1-1 0 0,3 3 1 0 0,9 16-107 0 0,1-1 0 0 0,1 0 0 0 0,2-1 0 0 0,-1-1 0 0 0,2-1 0 0 0,0 0 0 0 0,1-1 0 0 0,1-1 0 0 0,1-1 0 0 0,-1-1-1 0 0,2 0 1 0 0,37 14 0 0 0,-29-14-204 0 0,0-2 0 0 0,1-1-1 0 0,0-2 1 0 0,1 0 0 0 0,0-3 0 0 0,0 0-1 0 0,1-2 1 0 0,-1-2 0 0 0,41-2-1 0 0,-56-1 199 0 0,-1 0 0 0 0,-1-1 0 0 0,1-1 0 0 0,0 0 0 0 0,-1-1 0 0 0,0 0 0 0 0,0-2 0 0 0,0 0 0 0 0,-1 0 0 0 0,0-2 0 0 0,19-14 0 0 0,-26 18 218 0 0,-1-1 0 0 0,1 0 0 0 0,-1-1-1 0 0,0 0 1 0 0,-1 1 0 0 0,0-2 0 0 0,0 1 0 0 0,-1-1-1 0 0,1 0 1 0 0,-2 1 0 0 0,1-2 0 0 0,-1 1 0 0 0,0 0 0 0 0,-1-1-1 0 0,0 1 1 0 0,0-1 0 0 0,-1 0 0 0 0,0 0 0 0 0,-1 0-1 0 0,0 1 1 0 0,0-1 0 0 0,-2-10 0 0 0,2 17-89 0 0,0 1 0 0 0,0-1 0 0 0,0 0 1 0 0,0 1-1 0 0,0-1 0 0 0,-1 1 0 0 0,1-1 0 0 0,0 0 0 0 0,-1 1 1 0 0,1-1-1 0 0,-1 1 0 0 0,0 0 0 0 0,0-1 0 0 0,1 1 0 0 0,-1-1 0 0 0,0 1 1 0 0,0 0-1 0 0,0 0 0 0 0,0 0 0 0 0,-1-1 0 0 0,1 1 0 0 0,0 0 1 0 0,0 0-1 0 0,-1 1 0 0 0,1-1 0 0 0,0 0 0 0 0,-1 0 0 0 0,1 1 1 0 0,-1-1-1 0 0,1 0 0 0 0,-1 1 0 0 0,1 0 0 0 0,-1-1 0 0 0,0 1 1 0 0,1 0-1 0 0,-1 0 0 0 0,1 0 0 0 0,-1 0 0 0 0,0 0 0 0 0,1 0 1 0 0,-1 0-1 0 0,1 1 0 0 0,-1-1 0 0 0,1 0 0 0 0,-4 2 0 0 0,-5 4 2 0 0,1 0 0 0 0,-1 0 0 0 0,1 1 0 0 0,0 0 0 0 0,1 1 0 0 0,-13 15 0 0 0,-42 58 46 0 0,50-62-74 0 0,-14 18-213 0 0,2 1 1 0 0,-21 44-1 0 0,39-70-225 0 0,1 2 0 0 0,1-1 1 0 0,0 1-1 0 0,1 0 0 0 0,0 0 0 0 0,1 0 1 0 0,0 0-1 0 0,1 1 0 0 0,1-1 1 0 0,1 25-1 0 0,9-3-2588 0 0,7-6-1043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26.215"/>
    </inkml:context>
    <inkml:brush xml:id="br0">
      <inkml:brushProperty name="width" value="0.05" units="cm"/>
      <inkml:brushProperty name="height" value="0.05" units="cm"/>
    </inkml:brush>
  </inkml:definitions>
  <inkml:trace contextRef="#ctx0" brushRef="#br0">466 169 952 0 0,'3'-19'1867'0'0,"0"0"0"0"0,-2 0 0 0 0,0-1 0 0 0,-1 1 0 0 0,-1 0 0 0 0,-5-31 0 0 0,5 46-939 0 0,-5 9-704 0 0,-1 1-174 0 0,1 1 0 0 0,-1 1 0 0 0,2-1 0 0 0,-1 1 0 0 0,1 0 0 0 0,0 0 0 0 0,0 0 1 0 0,-5 15-1 0 0,-27 85 83 0 0,27-75-78 0 0,-186 623 780 0 0,141-436-1594 0 0,-27 234 0 0 0,59-80-2361 0 0,34-127-3357 0 0,-9-214 3929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26.541"/>
    </inkml:context>
    <inkml:brush xml:id="br0">
      <inkml:brushProperty name="width" value="0.05" units="cm"/>
      <inkml:brushProperty name="height" value="0.05" units="cm"/>
    </inkml:brush>
  </inkml:definitions>
  <inkml:trace contextRef="#ctx0" brushRef="#br0">172 180 2976 0 0,'-24'-33'1993'0'0,"-2"3"0"0"0,-1 0 0 0 0,-1 1 0 0 0,-36-27 0 0 0,62 55-1662 0 0,3 10-321 0 0,1 1 1 0 0,0 0-1 0 0,0-1 1 0 0,1 1-1 0 0,0-1 0 0 0,1 0 1 0 0,0 0-1 0 0,1 0 1 0 0,0 0-1 0 0,0-1 0 0 0,0 0 1 0 0,1 0-1 0 0,1 0 1 0 0,-1-1-1 0 0,10 8 1 0 0,4 4-168 0 0,1 0 1 0 0,1-2 0 0 0,0 0-1 0 0,33 17 1 0 0,-34-22 34 0 0,2-2 0 0 0,-1-1 0 0 0,1 0 0 0 0,1-2-1 0 0,-1 0 1 0 0,1-2 0 0 0,1-1 0 0 0,-1 0 0 0 0,0-2 0 0 0,45-2-1 0 0,-57-1 105 0 0,1 0-1 0 0,-1-1 0 0 0,0-1 0 0 0,0 0 0 0 0,0-1 0 0 0,0 0 0 0 0,0 0 1 0 0,-1-2-1 0 0,0 1 0 0 0,12-9 0 0 0,-15 8 61 0 0,-1 0-1 0 0,1 0 0 0 0,-1-1 1 0 0,-1 0-1 0 0,1-1 1 0 0,-1 1-1 0 0,0-1 1 0 0,-1 0-1 0 0,0-1 1 0 0,0 0-1 0 0,-1 1 0 0 0,0-1 1 0 0,-1-1-1 0 0,4-11 1 0 0,-5 16 25 0 0,-1-1 0 0 0,1 0 0 0 0,-1 0 0 0 0,0 1 0 0 0,0-1 1 0 0,-1 0-1 0 0,0 0 0 0 0,0 0 0 0 0,0 0 0 0 0,-1 0 0 0 0,0 0 0 0 0,0 0 1 0 0,0 1-1 0 0,-1-1 0 0 0,0 0 0 0 0,0 1 0 0 0,0-1 0 0 0,-1 1 1 0 0,0 0-1 0 0,0 0 0 0 0,0 0 0 0 0,-1 0 0 0 0,-7-8 0 0 0,1 10-12 0 0,-4 3-86 0 0,0 1 0 0 0,0 0 0 0 0,0 1 0 0 0,1 1 0 0 0,-1 0 0 0 0,1 1 1 0 0,0 0-1 0 0,0 1 0 0 0,0 1 0 0 0,1 0 0 0 0,-19 12 0 0 0,-23 17-517 0 0,-57 47 1 0 0,90-66 350 0 0,-241 204-5521 0 0,200-164 2689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26.864"/>
    </inkml:context>
    <inkml:brush xml:id="br0">
      <inkml:brushProperty name="width" value="0.05" units="cm"/>
      <inkml:brushProperty name="height" value="0.05" units="cm"/>
    </inkml:brush>
  </inkml:definitions>
  <inkml:trace contextRef="#ctx0" brushRef="#br0">125 92 1300 0 0,'-49'-34'3176'0'0,"30"21"-1129"0"0,0-1 0 0 0,-18-16 0 0 0,46 59-1355 0 0,1-11-480 0 0,0-2-1 0 0,1 1 1 0 0,1-1-1 0 0,18 18 1 0 0,4 6 111 0 0,189 245 883 0 0,311 386 571 0 0,42-37-5530 0 0,-433-494-1964 0 0,-107-106 2498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5:27.224"/>
    </inkml:context>
    <inkml:brush xml:id="br0">
      <inkml:brushProperty name="width" value="0.05" units="cm"/>
      <inkml:brushProperty name="height" value="0.05" units="cm"/>
    </inkml:brush>
  </inkml:definitions>
  <inkml:trace contextRef="#ctx0" brushRef="#br0">150 253 1236 0 0,'-9'0'3490'0'0,"-101"-2"4219"0"0,105 2-7188 0 0,4 0-473 0 0,0 0 0 0 0,0-1 0 0 0,0 1 0 0 0,-1 0 0 0 0,1 0 0 0 0,0 0 1 0 0,0 0-1 0 0,0 0 0 0 0,0 0 0 0 0,-1 0 0 0 0,1 1 0 0 0,0-1 0 0 0,0 0 0 0 0,0 1 0 0 0,0-1 0 0 0,0 1 0 0 0,0-1 1 0 0,0 1-1 0 0,0-1 0 0 0,0 1 0 0 0,-1 1 0 0 0,18 11 183 0 0,50 11-199 0 0,271 57-1090 0 0,-276-72 366 0 0,0-2 0 0 0,0-3 0 0 0,104-6 1 0 0,-148 1 567 0 0,-1-2 0 0 0,0 1 0 0 0,0-2 0 0 0,0 0 1 0 0,0-1-1 0 0,-1 0 0 0 0,1-1 0 0 0,-1-1 0 0 0,-1-1 1 0 0,1 0-1 0 0,21-16 0 0 0,-27 16 272 0 0,-1 1 0 0 0,0-2-1 0 0,-1 1 1 0 0,0-1 0 0 0,0 0 0 0 0,-1 0 0 0 0,0 0-1 0 0,0-1 1 0 0,-1 0 0 0 0,-1-1 0 0 0,1 1 0 0 0,-2-1-1 0 0,1 1 1 0 0,-2-1 0 0 0,1 0 0 0 0,-1 0 0 0 0,0-21-1 0 0,-2 21 285 0 0,0 0 0 0 0,0 0 0 0 0,-2 0 0 0 0,-1-12 0 0 0,2 19-308 0 0,0 0-1 0 0,0 0 0 0 0,0 0 1 0 0,-1 1-1 0 0,1-1 0 0 0,-1 0 1 0 0,0 1-1 0 0,0-1 0 0 0,-1 1 1 0 0,1-1-1 0 0,0 1 0 0 0,-1 0 0 0 0,-3-3 1 0 0,5 5-114 0 0,0 1 0 0 0,0 0 1 0 0,1 0-1 0 0,-1 0 0 0 0,0 0 1 0 0,0 0-1 0 0,1 0 0 0 0,-1 0 1 0 0,0 0-1 0 0,0 1 0 0 0,1-1 1 0 0,-1 0-1 0 0,0 0 0 0 0,0 0 1 0 0,1 1-1 0 0,-1-1 0 0 0,0 1 1 0 0,1-1-1 0 0,-1 0 0 0 0,0 1 1 0 0,1-1-1 0 0,-1 1 0 0 0,1-1 1 0 0,-1 1-1 0 0,1 0 0 0 0,-1-1 1 0 0,0 2-1 0 0,-14 16-41 0 0,3 5-391 0 0,1 1 0 0 0,1 0 0 0 0,1 0-1 0 0,1 0 1 0 0,-5 33 0 0 0,-12 130-5515 0 0,20-110 1620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16.526"/>
    </inkml:context>
    <inkml:brush xml:id="br0">
      <inkml:brushProperty name="width" value="0.05" units="cm"/>
      <inkml:brushProperty name="height" value="0.05" units="cm"/>
    </inkml:brush>
  </inkml:definitions>
  <inkml:trace contextRef="#ctx0" brushRef="#br0">3322 332 440 0 0,'0'0'2379'0'0,"15"-4"-1698"0"0,-8 1 2261 0 0,-6 3-2778 0 0,-1 0 0 0 0,0 0 0 0 0,1-1 1 0 0,-1 1-1 0 0,0 0 0 0 0,1 0 0 0 0,-1 0 0 0 0,0 0 1 0 0,1-1-1 0 0,-1 1 0 0 0,0 0 0 0 0,0 0 0 0 0,1-1 0 0 0,-1 1 1 0 0,0 0-1 0 0,0-1 0 0 0,1 1 0 0 0,-1 0 0 0 0,0 0 1 0 0,0-1-1 0 0,0 1 0 0 0,1-1 0 0 0,-1 1 0 0 0,0 0 0 0 0,0-1 1 0 0,0 1-1 0 0,0 0 0 0 0,0-1 0 0 0,0 1 0 0 0,0-1 1 0 0,0 1-1 0 0,0 0 0 0 0,0-1 0 0 0,0 1 0 0 0,0 0 0 0 0,0-1 1 0 0,0 1-1 0 0,0-1 0 0 0,0 1 0 0 0,-1 0 0 0 0,1-1 0 0 0,-18-16 1900 0 0,-47-19-3419 0 0,43 25 2007 0 0,-49-24-568 0 0,-1 3 0 0 0,-147-43-1 0 0,135 52-106 0 0,-1 3 0 0 0,0 3 0 0 0,-1 5 0 0 0,-1 3 0 0 0,-131 3 0 0 0,-228 55-558 0 0,435-47 566 0 0,-195 32-207 0 0,-290 87 0 0 0,351-74 242 0 0,-154 74 1 0 0,251-98-23 0 0,1 3 1 0 0,1 1-1 0 0,2 3 1 0 0,-68 58-1 0 0,71-53 49 0 0,1 2 0 0 0,2 2 1 0 0,1 1-1 0 0,3 2 0 0 0,-49 76 0 0 0,73-98-24 0 0,0 0-1 0 0,2 1 0 0 0,0 0 1 0 0,2 0-1 0 0,0 1 1 0 0,1-1-1 0 0,1 1 0 0 0,0 23 1 0 0,0 25 145 0 0,7 77 0 0 0,-2-131-119 0 0,4 33 166 0 0,1 0 0 0 0,27 91 1 0 0,-19-84-17 0 0,-7-34-118 0 0,2 0-1 0 0,0 0 0 0 0,1-1 1 0 0,1 0-1 0 0,1-1 0 0 0,29 37 0 0 0,2-3-3 0 0,3-2-1 0 0,2-3 1 0 0,2-1-1 0 0,85 62 1 0 0,-98-84-44 0 0,0-1 1 0 0,2-3 0 0 0,1 0 0 0 0,0-3 0 0 0,1-2-1 0 0,52 15 1 0 0,-23-14 66 0 0,0-4 0 0 0,2-3 0 0 0,-1-3 0 0 0,95-2 0 0 0,491-40 110 0 0,-437 17-182 0 0,-24 0 3 0 0,260-57 0 0 0,-319 42 19 0 0,-2-6 0 0 0,218-93 0 0 0,-16-38 684 0 0,-291 141-613 0 0,-3-1-1 0 0,0-2 1 0 0,-2-2 0 0 0,-1-2 0 0 0,39-45 0 0 0,-44 41 422 0 0,-3-1 0 0 0,36-58 1 0 0,-40 45-486 0 0,-3-2 1 0 0,-2-1 0 0 0,25-96 0 0 0,-34 104 97 0 0,-6 18-14 0 0,-2 0 1 0 0,0 0-1 0 0,-3-1 1 0 0,0 1-1 0 0,-2-1 1 0 0,-1 1-1 0 0,-2-1 0 0 0,-5-30 1 0 0,-2 10-378 0 0,-2 1 1 0 0,-3 0-1 0 0,-37-93 1 0 0,37 115 74 0 0,0 0 0 0 0,-2 1-1 0 0,-2 0 1 0 0,0 2 0 0 0,-1 0 0 0 0,-2 1 0 0 0,0 1 0 0 0,-2 0-1 0 0,0 2 1 0 0,-1 1 0 0 0,-2 1 0 0 0,0 1 0 0 0,-53-27 0 0 0,37 25 9 0 0,-1 2 1 0 0,-1 1 0 0 0,0 3 0 0 0,-1 1 0 0 0,0 3 0 0 0,-1 1 0 0 0,0 3-1 0 0,-83-2 1 0 0,55 10-51 0 0,1 4-1 0 0,-103 20 0 0 0,-140 50-72 0 0,255-60 259 0 0,-92 26-365 0 0,87-15 111 0 0,52-20 200 0 0,11-6-27 0 0,0 0-86 0 0,1 0 0 0 0,0 0 0 0 0,-1 0 0 0 0,1 0 0 0 0,0 0 0 0 0,0 0 0 0 0,0 0 1 0 0,0 1-1 0 0,0-1 0 0 0,0 1 0 0 0,0 0 0 0 0,0-1 0 0 0,-2 4 0 0 0,4-4-33 0 0,-1 0 0 0 0,0 0-1 0 0,0 0 1 0 0,0 0 0 0 0,1 0 0 0 0,-1 0 0 0 0,1 0 0 0 0,-1 0 0 0 0,0 0-1 0 0,1 0 1 0 0,0 0 0 0 0,-1 0 0 0 0,1 0 0 0 0,0 1 0 0 0,0-1 0 0 0,-1 0-1 0 0,1 0 1 0 0,0 0 0 0 0,0 1 0 0 0,0-1 0 0 0,0 0 0 0 0,1 0 0 0 0,-1 0 0 0 0,0 0-1 0 0,0 1 1 0 0,1-1 0 0 0,-1 0 0 0 0,1 0 0 0 0,-1 0 0 0 0,1 0 0 0 0,-1 0-1 0 0,1 0 1 0 0,0 0 0 0 0,-1 0 0 0 0,3 2 0 0 0,9 8-2681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17.490"/>
    </inkml:context>
    <inkml:brush xml:id="br0">
      <inkml:brushProperty name="width" value="0.05" units="cm"/>
      <inkml:brushProperty name="height" value="0.05" units="cm"/>
    </inkml:brush>
  </inkml:definitions>
  <inkml:trace contextRef="#ctx0" brushRef="#br0">26 1748 332 0 0,'-26'15'7396'0'0,"35"-28"-4113"0"0,39-31-2535 0 0,551-501 1310 0 0,-183 138-1170 0 0,245-164-520 0 0,-566 501-243 0 0,-93 68-115 0 0,24-18 17 0 0,-24 18 23 0 0,-3 1-83 0 0,1 0 28 0 0,-1 0 0 0 0,0 0 0 0 0,1 0 0 0 0,-1 1 0 0 0,0-1 0 0 0,0 0 0 0 0,0 1 0 0 0,0-1 0 0 0,1 0 0 0 0,-1 1 0 0 0,0-1 0 0 0,0 1 0 0 0,0-1 0 0 0,0 1 0 0 0,0 0 0 0 0,0-1 0 0 0,-1 1 0 0 0,1 0 0 0 0,0 0 0 0 0,0 0 0 0 0,0-1 0 0 0,0 1 0 0 0,0 0 0 0 0,0 1 0 0 0,0-1 0 0 0,-2 0 0 0 0,-22 1-55 0 0,-37 2-230 0 0,-107-10 0 0 0,18-9-230 0 0,129 13 485 0 0,16 2 6 0 0,-18-5-486 0 0,34-5 508 0 0,11 5 36 0 0,1 0-1 0 0,-1 2 1 0 0,1 0-1 0 0,42-2 1 0 0,-36 4-11 0 0,127-7 144 0 0,-137 9-140 0 0,0 1 1 0 0,0 0-1 0 0,1 2 0 0 0,-1 0 0 0 0,0 0 0 0 0,18 8 0 0 0,-31-9-6 0 0,0 1 1 0 0,0 0-1 0 0,0 0 0 0 0,0 1 0 0 0,-1-1 0 0 0,1 1 1 0 0,-1 0-1 0 0,0 0 0 0 0,0 1 0 0 0,0-1 0 0 0,-1 1 1 0 0,0 0-1 0 0,0 0 0 0 0,0 0 0 0 0,0 0 0 0 0,-1 0 1 0 0,0 1-1 0 0,0-1 0 0 0,0 1 0 0 0,-1 0 0 0 0,1-1 1 0 0,-1 1-1 0 0,-1 0 0 0 0,1 11 0 0 0,-1 7-5 0 0,0 0-1 0 0,-2 0 1 0 0,-1 0-1 0 0,-8 34 1 0 0,2-18-528 0 0,-15 79-1677 0 0,13-38-2761 0 0,9-52 1298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18.582"/>
    </inkml:context>
    <inkml:brush xml:id="br0">
      <inkml:brushProperty name="width" value="0.05" units="cm"/>
      <inkml:brushProperty name="height" value="0.05" units="cm"/>
    </inkml:brush>
  </inkml:definitions>
  <inkml:trace contextRef="#ctx0" brushRef="#br0">62 62 512 0 0,'0'0'2421'0'0,"-3"-3"-704"0"0,-45-45 6187 0 0,47 46-7007 0 0,-9-7 269 0 0,17 24-1131 0 0,1-1 0 0 0,0 0 1 0 0,1-1-1 0 0,0 1 0 0 0,1-2 1 0 0,22 22-1 0 0,79 67 119 0 0,-96-89-135 0 0,87 73-1709 0 0,-32-30-4848 0 0,-55-43 2713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19.123"/>
    </inkml:context>
    <inkml:brush xml:id="br0">
      <inkml:brushProperty name="width" value="0.05" units="cm"/>
      <inkml:brushProperty name="height" value="0.05" units="cm"/>
    </inkml:brush>
  </inkml:definitions>
  <inkml:trace contextRef="#ctx0" brushRef="#br0">26 121 2508 0 0,'-2'-4'1872'0'0,"-5"-15"698"0"0,-6-13 1314 0 0,13 32-3866 0 0,0 0-1 0 0,0 0 0 0 0,0 1 0 0 0,0-1 0 0 0,0 0 1 0 0,0 0-1 0 0,-1 0 0 0 0,1 0 0 0 0,0 0 1 0 0,0 0-1 0 0,0 0 0 0 0,0 0 0 0 0,0 0 0 0 0,0 0 1 0 0,0 0-1 0 0,0 0 0 0 0,0 1 0 0 0,0-1 0 0 0,0 0 1 0 0,0 0-1 0 0,0 0 0 0 0,0 0 0 0 0,0 0 1 0 0,0 0-1 0 0,0 0 0 0 0,0 0 0 0 0,-1 0 0 0 0,1 0 1 0 0,0 0-1 0 0,0 0 0 0 0,0 0 0 0 0,0 0 0 0 0,0 0 1 0 0,0 0-1 0 0,0 0 0 0 0,0 0 0 0 0,0 0 1 0 0,0 0-1 0 0,0 0 0 0 0,-1 0 0 0 0,1 0 0 0 0,0 0 1 0 0,0 0-1 0 0,0 0 0 0 0,0 0 0 0 0,0 0 1 0 0,0 0-1 0 0,0 0 0 0 0,0 0 0 0 0,0 0 0 0 0,0 0 1 0 0,0 0-1 0 0,0 0 0 0 0,-1 0 0 0 0,1 0 0 0 0,0-1 1 0 0,2 25-72 0 0,4 23 90 0 0,2-1 0 0 0,2 0 0 0 0,22 59-1 0 0,-25-85 47 0 0,1 0-1 0 0,1-1 0 0 0,1 0 0 0 0,0 0 0 0 0,1-1 0 0 0,1-1 1 0 0,1 0-1 0 0,1 0 0 0 0,26 25 0 0 0,-35-38-15 0 0,0-1-1 0 0,0 1 1 0 0,0-1-1 0 0,0 1 1 0 0,1-1-1 0 0,-1-1 1 0 0,1 1 0 0 0,0-1-1 0 0,-1 0 1 0 0,1 0-1 0 0,0-1 1 0 0,0 0-1 0 0,0 0 1 0 0,1 0-1 0 0,-1-1 1 0 0,0 0 0 0 0,0 0-1 0 0,0 0 1 0 0,0-1-1 0 0,0 0 1 0 0,0 0-1 0 0,0 0 1 0 0,0-1-1 0 0,0 0 1 0 0,0 0 0 0 0,0-1-1 0 0,-1 0 1 0 0,0 0-1 0 0,1 0 1 0 0,-1 0-1 0 0,0-1 1 0 0,6-6-1 0 0,2-1 51 0 0,-1-1-1 0 0,0 0 0 0 0,0-1 1 0 0,-2-1-1 0 0,1 0 0 0 0,-2 0 1 0 0,0-1-1 0 0,-1 0 0 0 0,0-1 1 0 0,8-26-1 0 0,-11 29-129 0 0,-2 0-1 0 0,0 0 1 0 0,0-1 0 0 0,-1 1 0 0 0,-1-1-1 0 0,0 1 1 0 0,-1-1 0 0 0,-1 0 0 0 0,0 1-1 0 0,-1-1 1 0 0,-5-19 0 0 0,4 22-123 0 0,-1 0 1 0 0,0 1 0 0 0,-1-1-1 0 0,0 1 1 0 0,-1 0 0 0 0,0 1-1 0 0,0-1 1 0 0,-1 1 0 0 0,0 1-1 0 0,-1-1 1 0 0,0 1 0 0 0,0 0-1 0 0,-1 1 1 0 0,-11-8 0 0 0,-38-18-4902 0 0,55 32 2457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19.598"/>
    </inkml:context>
    <inkml:brush xml:id="br0">
      <inkml:brushProperty name="width" value="0.05" units="cm"/>
      <inkml:brushProperty name="height" value="0.05" units="cm"/>
    </inkml:brush>
  </inkml:definitions>
  <inkml:trace contextRef="#ctx0" brushRef="#br0">1 172 1844 0 0,'14'-31'2717'0'0,"-2"-1"-1"0"0,-1 0 0 0 0,8-41 1 0 0,-19 70-2529 0 0,5 8-153 0 0,0 2-9 0 0,0 0 1 0 0,0 1-1 0 0,-1-1 0 0 0,0 1 0 0 0,-1 0 0 0 0,1 1 0 0 0,-1-1 1 0 0,3 17-1 0 0,12 85 146 0 0,-12-69-129 0 0,52 387 281 0 0,18 106-18 0 0,37-8-679 0 0,-90-450-308 0 0,-22-73 378 0 0,0-7 2 0 0,0-13 236 0 0,-1-1 0 0 0,-1 0-1 0 0,0 1 1 0 0,-1-1-1 0 0,-1 1 1 0 0,-1 0-1 0 0,-6-19 1 0 0,-1-8 32 0 0,-6-36-33 0 0,-59-291 321 0 0,57 254 269 0 0,-4-138 0 0 0,23 243-498 0 0,2-70 177 0 0,-1 76-199 0 0,0 1 1 0 0,0-1 0 0 0,1 1-1 0 0,-1 0 1 0 0,1 0 0 0 0,0-1-1 0 0,1 2 1 0 0,-1-1 0 0 0,1 0 0 0 0,0 0-1 0 0,0 1 1 0 0,6-7 0 0 0,7 0 33 0 0,-10 8-34 0 0,0 1 1 0 0,-1 1 0 0 0,1-1-1 0 0,0 1 1 0 0,0 0 0 0 0,0 0 0 0 0,0 1-1 0 0,0-1 1 0 0,0 1 0 0 0,0 1 0 0 0,0-1-1 0 0,0 1 1 0 0,0 0 0 0 0,0 0-1 0 0,-1 1 1 0 0,1 0 0 0 0,0 0 0 0 0,-1 0-1 0 0,1 1 1 0 0,-1 0 0 0 0,0 0 0 0 0,0 0-1 0 0,9 7 1 0 0,-8-5-19 0 0,0 0 1 0 0,0 1-1 0 0,0 0 0 0 0,-1 0 0 0 0,0 0 1 0 0,0 1-1 0 0,-1-1 0 0 0,0 1 1 0 0,0 0-1 0 0,0 0 0 0 0,-1 1 0 0 0,0-1 1 0 0,0 1-1 0 0,-1 0 0 0 0,0 0 1 0 0,0-1-1 0 0,0 12 0 0 0,-3 5-554 0 0,-1 1 0 0 0,-1 0 0 0 0,-1-1 0 0 0,-2 0-1 0 0,0 0 1 0 0,-1 0 0 0 0,-15 30 0 0 0,6-9-2750 0 0,10-30 934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20.644"/>
    </inkml:context>
    <inkml:brush xml:id="br0">
      <inkml:brushProperty name="width" value="0.05" units="cm"/>
      <inkml:brushProperty name="height" value="0.05" units="cm"/>
    </inkml:brush>
  </inkml:definitions>
  <inkml:trace contextRef="#ctx0" brushRef="#br0">183 895 1008 0 0,'3'-8'991'0'0,"-1"0"0"0"0,0-1 0 0 0,0 1 0 0 0,0-1 0 0 0,-1 0 0 0 0,-1-14 0 0 0,0 17-713 0 0,0 0 1 0 0,-1 1-1 0 0,0-1 0 0 0,0 0 1 0 0,-1 1-1 0 0,0-1 0 0 0,0 1 1 0 0,0 0-1 0 0,0-1 1 0 0,-6-7-1 0 0,6 10-1 0 0,-2 2-121 0 0,2 1-134 0 0,-1 0-1 0 0,1 0 1 0 0,-1 0 0 0 0,1 0 0 0 0,0 0 0 0 0,-1 1-1 0 0,1-1 1 0 0,0 1 0 0 0,-1-1 0 0 0,1 1 0 0 0,0 0-1 0 0,0 0 1 0 0,-1 0 0 0 0,1 0 0 0 0,0 0 0 0 0,0 1-1 0 0,0-1 1 0 0,-2 3 0 0 0,-2 1 22 0 0,1 1 1 0 0,-1 0-1 0 0,1 0 0 0 0,1 0 0 0 0,-8 13 1 0 0,-2 9 1 0 0,1 0 0 0 0,-9 32 0 0 0,19-53-56 0 0,-5 15 5 0 0,2 1 0 0 0,0 0 0 0 0,1 0-1 0 0,-1 27 1 0 0,5-41-1 0 0,0 0 0 0 0,1 0 0 0 0,1 0 0 0 0,-1-1 0 0 0,1 1 0 0 0,1 0 0 0 0,0 0 0 0 0,0 0 0 0 0,0-1 0 0 0,1 1 0 0 0,1-1 0 0 0,-1 0 0 0 0,9 13 0 0 0,-11-20-4 0 0,0 0 0 0 0,1 1 0 0 0,-1-1 0 0 0,1 0 0 0 0,-1 0 0 0 0,1 0 0 0 0,0 0 1 0 0,0 0-1 0 0,-1 0 0 0 0,1 0 0 0 0,0-1 0 0 0,0 1 0 0 0,0-1 0 0 0,0 1 0 0 0,0-1 0 0 0,-1 0 0 0 0,1 0 0 0 0,0 1 1 0 0,0-1-1 0 0,0-1 0 0 0,0 1 0 0 0,0 0 0 0 0,0 0 0 0 0,3-2 0 0 0,0 1-19 0 0,0 0-1 0 0,0-1 1 0 0,-1 1 0 0 0,1-1-1 0 0,-1 0 1 0 0,1-1-1 0 0,-1 1 1 0 0,7-6 0 0 0,2-3 8 0 0,-2-1 0 0 0,1 0 0 0 0,-2 0 0 0 0,1-1 0 0 0,-2-1 0 0 0,0 0 0 0 0,0 0 0 0 0,9-24 0 0 0,-7 12-24 0 0,-2 0 0 0 0,-1-1 0 0 0,-2 0 0 0 0,6-42-1 0 0,-6-1 29 0 0,-4-1 0 0 0,-2 1-1 0 0,-12-79 1 0 0,4 59 1391 0 0,-32-137 1 0 0,39 224-1307 0 0,-8 16 46 0 0,4 6-94 0 0,1 0 1 0 0,1 0 0 0 0,0 0 0 0 0,2 0 0 0 0,0 1 0 0 0,1-1-1 0 0,4 23 1 0 0,-3-20-12 0 0,4 58 0 0 0,16 86 1 0 0,-15-134-131 0 0,1 0 0 0 0,2 0 1 0 0,1-1-1 0 0,1-1 1 0 0,24 45-1 0 0,-31-67 42 0 0,1 0 0 0 0,1 1 0 0 0,-1-2-1 0 0,1 1 1 0 0,0-1 0 0 0,1 0 0 0 0,0 0-1 0 0,0-1 1 0 0,1 1 0 0 0,-1-2 0 0 0,1 1-1 0 0,0-1 1 0 0,1 0 0 0 0,10 3 0 0 0,-13-5 56 0 0,1-2 1 0 0,0 1-1 0 0,0-1 1 0 0,0 0-1 0 0,1 0 1 0 0,-1-1 0 0 0,0 0-1 0 0,0-1 1 0 0,0 1-1 0 0,0-1 1 0 0,0 0-1 0 0,0-1 1 0 0,0 0-1 0 0,0 0 1 0 0,0-1 0 0 0,-1 1-1 0 0,1-2 1 0 0,-1 1-1 0 0,11-7 1 0 0,-5 1 32 0 0,1-1 0 0 0,-1 0 1 0 0,-1-1-1 0 0,0 0 0 0 0,0-1 1 0 0,-1 0-1 0 0,0-1 1 0 0,12-22-1 0 0,-10 14 701 0 0,-1-1 0 0 0,-1 0 0 0 0,-1-1 0 0 0,10-41 0 0 0,-18 61-118 0 0,-6 6-577 0 0,-1-1 0 0 0,1 1 0 0 0,1 0-1 0 0,-1 0 1 0 0,0 1 0 0 0,1 0 0 0 0,0-1 0 0 0,0 1 0 0 0,0 1 0 0 0,0-1 0 0 0,1 1 0 0 0,-1-1 0 0 0,1 1 0 0 0,0 0 0 0 0,1 0-1 0 0,-4 9 1 0 0,-5 11 3 0 0,1 0-1 0 0,-7 30 0 0 0,13-42-66 0 0,0 1-1 0 0,1-1 1 0 0,0 1-1 0 0,1 0 1 0 0,1 0 0 0 0,1-1-1 0 0,-1 1 1 0 0,2 0-1 0 0,0 0 1 0 0,4 15-1 0 0,-5-27 28 0 0,0-1-1 0 0,1 1 1 0 0,-1-1-1 0 0,1 1 0 0 0,0-1 1 0 0,0 1-1 0 0,-1-1 1 0 0,1 0-1 0 0,0 1 0 0 0,0-1 1 0 0,0 0-1 0 0,0 0 1 0 0,0 0-1 0 0,1 1 0 0 0,-1-1 1 0 0,0-1-1 0 0,0 1 0 0 0,1 0 1 0 0,-1 0-1 0 0,1 0 1 0 0,-1-1-1 0 0,1 1 0 0 0,-1 0 1 0 0,1-1-1 0 0,-1 0 1 0 0,1 1-1 0 0,-1-1 0 0 0,1 0 1 0 0,0 0-1 0 0,-1 0 0 0 0,1 0 1 0 0,-1 0-1 0 0,1 0 1 0 0,0 0-1 0 0,-1 0 0 0 0,1-1 1 0 0,-1 1-1 0 0,3-2 1 0 0,5 0-46 0 0,-1-1-1 0 0,0-1 1 0 0,1 0 0 0 0,14-9 0 0 0,-11 4 21 0 0,1-1 0 0 0,-1-1 0 0 0,-1 0-1 0 0,0 0 1 0 0,0-1 0 0 0,-1 0 0 0 0,-1-1-1 0 0,0 0 1 0 0,-1-1 0 0 0,0 0 0 0 0,-1 0-1 0 0,-1 0 1 0 0,9-29 0 0 0,-2-6 54 0 0,-1 0 1 0 0,-3-1-1 0 0,4-51 0 0 0,-7 40 887 0 0,-2 0-1 0 0,-5-78 0 0 0,0 135-824 0 0,0 4-69 0 0,0 1 0 0 0,0-1 0 0 0,1 1 1 0 0,-1-1-1 0 0,0 1 0 0 0,0 0 1 0 0,0-1-1 0 0,1 1 0 0 0,-1 0 0 0 0,0-1 1 0 0,1 1-1 0 0,-1 0 0 0 0,0 0 1 0 0,1 0-1 0 0,-1 0 0 0 0,1 0 0 0 0,-1 0 1 0 0,1 0-1 0 0,0-1 0 0 0,-1 1 1 0 0,1 0-1 0 0,0 2 0 0 0,-7 26-2 0 0,7-26 8 0 0,-7 36-250 0 0,1 0 1 0 0,3 1-1 0 0,1-1 0 0 0,2 1 1 0 0,2-1-1 0 0,1 1 1 0 0,14 64-1 0 0,-16-102 162 0 0,13 35-1551 0 0,-14-36 1538 0 0,1 0 0 0 0,-1 0 1 0 0,1 0-1 0 0,0 1 0 0 0,-1-1 1 0 0,1 0-1 0 0,0 0 1 0 0,0 0-1 0 0,0 0 0 0 0,0-1 1 0 0,-1 1-1 0 0,1 0 0 0 0,1 0 1 0 0,-1 0-1 0 0,0-1 0 0 0,0 1 1 0 0,0-1-1 0 0,0 1 0 0 0,0-1 1 0 0,1 1-1 0 0,-1-1 0 0 0,0 1 1 0 0,0-1-1 0 0,1 0 1 0 0,-1 0-1 0 0,0 0 0 0 0,1 0 1 0 0,1 0-1 0 0,4-2-39 0 0,1-1-1 0 0,-1 0 1 0 0,0-1-1 0 0,0 0 1 0 0,0 0-1 0 0,-1 0 1 0 0,1-1-1 0 0,-1 0 1 0 0,0 0-1 0 0,-1 0 1 0 0,1-1 0 0 0,-1 0-1 0 0,0 0 1 0 0,0 0-1 0 0,-1-1 1 0 0,0 1-1 0 0,0-1 1 0 0,-1 0-1 0 0,1-1 1 0 0,1-7-1 0 0,9-22 213 0 0,-3 0 0 0 0,13-67 0 0 0,-23 98-67 0 0,47-368 3069 0 0,-35 237 712 0 0,-12 134-3299 0 0,0 8-446 0 0,4 36-252 0 0,-1 1 1 0 0,-2 0 0 0 0,-4 43-1 0 0,0-10-817 0 0,2-27 168 0 0,5 125-2481 0 0,-2-152 2080 0 0,0 0 1 0 0,2 1-1 0 0,8 25 0 0 0,-5-29-152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21.022"/>
    </inkml:context>
    <inkml:brush xml:id="br0">
      <inkml:brushProperty name="width" value="0.05" units="cm"/>
      <inkml:brushProperty name="height" value="0.05" units="cm"/>
    </inkml:brush>
  </inkml:definitions>
  <inkml:trace contextRef="#ctx0" brushRef="#br0">67 448 2852 0 0,'16'-13'2957'0'0,"-11"-12"-1876"0"0,-2 0 0 0 0,-1-1-1 0 0,-2-28 1 0 0,0 29-907 0 0,0 0 0 0 0,2 1 1 0 0,0-1-1 0 0,2 1 0 0 0,7-27 0 0 0,-11 50-187 0 0,0 0 1 0 0,1-1-1 0 0,-1 1 1 0 0,0 0-1 0 0,1-1 1 0 0,-1 1-1 0 0,1 0 1 0 0,-1-1-1 0 0,1 1 1 0 0,0 0-1 0 0,-1 0 1 0 0,1 0-1 0 0,0 0 1 0 0,0 0-1 0 0,0 0 1 0 0,0 0-1 0 0,0 0 0 0 0,0 0 1 0 0,0 0-1 0 0,0 0 1 0 0,0 0-1 0 0,1 1 1 0 0,-1-1-1 0 0,0 1 1 0 0,0-1-1 0 0,1 1 1 0 0,-1-1-1 0 0,0 1 1 0 0,1 0-1 0 0,-1-1 1 0 0,0 1-1 0 0,1 0 0 0 0,-1 0 1 0 0,1 0-1 0 0,-1 0 1 0 0,0 0-1 0 0,1 0 1 0 0,-1 1-1 0 0,0-1 1 0 0,1 0-1 0 0,-1 1 1 0 0,0-1-1 0 0,3 2 1 0 0,19 18 91 0 0,0 1-1 0 0,35 42 1 0 0,-56-61-109 0 0,8 7 70 0 0,-9-8-13 0 0,-1 0 0 0 0,1 0 1 0 0,0 0-1 0 0,-1 0 0 0 0,1-1 1 0 0,0 1-1 0 0,0 0 0 0 0,0 0 0 0 0,0-1 1 0 0,0 1-1 0 0,0 0 0 0 0,0-1 0 0 0,0 1 1 0 0,0-1-1 0 0,0 1 0 0 0,0-1 0 0 0,0 1 1 0 0,0-1-1 0 0,0 0 0 0 0,0 0 0 0 0,2 1 1 0 0,-1-3-16 0 0,1 0 0 0 0,-1 0 1 0 0,1 0-1 0 0,-1 0 1 0 0,0 0-1 0 0,0-1 0 0 0,0 1 1 0 0,0-1-1 0 0,0 1 1 0 0,-1-1-1 0 0,1 0 0 0 0,-1 0 1 0 0,0 1-1 0 0,1-1 1 0 0,-2 0-1 0 0,1 0 0 0 0,0 0 1 0 0,0-6-1 0 0,2-5 109 0 0,-1 0-1 0 0,-1 0 1 0 0,0 0-1 0 0,-1 0 1 0 0,-1-1-1 0 0,0 1 1 0 0,-1 0-1 0 0,0 0 1 0 0,-7-21 0 0 0,9 34-115 0 0,-1 0 1 0 0,1 0 0 0 0,0 0 0 0 0,0 0-1 0 0,-1 0 1 0 0,1 0 0 0 0,-1 1 0 0 0,1-1-1 0 0,-1 0 1 0 0,1 0 0 0 0,-1 0 0 0 0,1 1-1 0 0,-1-1 1 0 0,1 0 0 0 0,-1 1 0 0 0,0-1-1 0 0,0 1 1 0 0,1-1 0 0 0,-1 0 0 0 0,0 1-1 0 0,0 0 1 0 0,0-1 0 0 0,0 1 0 0 0,1-1-1 0 0,-1 1 1 0 0,0 0 0 0 0,0 0 0 0 0,0-1-1 0 0,-1 1 1 0 0,-25 2 17 0 0,20 0-70 0 0,0 1 1 0 0,1 1 0 0 0,-1-1 0 0 0,1 1 0 0 0,0 0 0 0 0,0 0 0 0 0,0 1 0 0 0,1-1-1 0 0,-1 1 1 0 0,1 1 0 0 0,0-1 0 0 0,0 1 0 0 0,-7 12 0 0 0,-4 8-577 0 0,-24 52 0 0 0,39-77 612 0 0,-76 195-3357 0 0,46-110 528 0 0,11-33 776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21.361"/>
    </inkml:context>
    <inkml:brush xml:id="br0">
      <inkml:brushProperty name="width" value="0.05" units="cm"/>
      <inkml:brushProperty name="height" value="0.05" units="cm"/>
    </inkml:brush>
  </inkml:definitions>
  <inkml:trace contextRef="#ctx0" brushRef="#br0">292 1003 1368 0 0,'-191'76'7150'0'0,"106"-52"-1505"0"0,70-24-4600 0 0,17-9-542 0 0,21-14-261 0 0,71-41 121 0 0,188-98 1 0 0,-213 125-303 0 0,635-306 245 0 0,16 39 58 0 0,-593 253-290 0 0,133-57-209 0 0,-257 107-171 0 0,-21 3-2499 0 0,1 0 1715 0 0,-1 2 1 0 0,1 0-1 0 0,-31 12 0 0 0,-5 0-2767 0 0,27-9 818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54.762"/>
    </inkml:context>
    <inkml:brush xml:id="br0">
      <inkml:brushProperty name="width" value="0.05" units="cm"/>
      <inkml:brushProperty name="height" value="0.05" units="cm"/>
    </inkml:brush>
  </inkml:definitions>
  <inkml:trace contextRef="#ctx0" brushRef="#br0">211 1167 3064 0 0,'0'0'8846'0'0,"0"-14"-7993"0"0,1 7 3956 0 0,10-33-4179 0 0,29-63-1 0 0,7-23-488 0 0,47-274 129 0 0,-29 101-110 0 0,-50 235-183 0 0,-4 14-142 0 0,-11 47 151 0 0,2 0 3 0 0,-1 0 17 0 0,-1 1-1 0 0,1-1 1 0 0,0 0 0 0 0,0 0 0 0 0,-1 1 0 0 0,0-1-1 0 0,1 0 1 0 0,-1-5 0 0 0,-28-12 93 0 0,25 18-99 0 0,-22-4-51 0 0,16 8 49 0 0,0 1 0 0 0,0 0 0 0 0,0 0 0 0 0,1 1 0 0 0,-1 0 0 0 0,1 0 1 0 0,0 1-1 0 0,0 0 0 0 0,0 0 0 0 0,1 1 0 0 0,0 0 0 0 0,-12 14 0 0 0,-12 13-9 0 0,-36 52 1 0 0,50-62 9 0 0,-129 200-242 0 0,84-122 121 0 0,60-98 10 0 0,-1 10-109 0 0,21-34 195 0 0,0-2 1 0 0,-2 0-1 0 0,0 0 1 0 0,-2-2-1 0 0,21-46 0 0 0,-18 35 18 0 0,20-40-5 0 0,-15 27-15 0 0,3 0 0 0 0,59-87 0 0 0,-81 134 27 0 0,-1 0-1 0 0,0 0 1 0 0,0 1-1 0 0,0-1 1 0 0,1 1-1 0 0,-1 0 1 0 0,1-1 0 0 0,-1 1-1 0 0,1 0 1 0 0,0 1-1 0 0,-1-1 1 0 0,1 0-1 0 0,0 1 1 0 0,-1-1 0 0 0,1 1-1 0 0,0 0 1 0 0,0 0-1 0 0,0 0 1 0 0,-1 0-1 0 0,1 1 1 0 0,0-1-1 0 0,-1 1 1 0 0,1-1 0 0 0,0 1-1 0 0,-1 0 1 0 0,1 0-1 0 0,0 0 1 0 0,-1 1-1 0 0,5 2 1 0 0,8 4 3 0 0,-1 0-1 0 0,0 1 1 0 0,22 18 0 0 0,14 20-766 0 0,-1 3-1 0 0,74 97 1 0 0,-30-32-5742 0 0,-50-68 40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44.383"/>
    </inkml:context>
    <inkml:brush xml:id="br0">
      <inkml:brushProperty name="width" value="0.05" units="cm"/>
      <inkml:brushProperty name="height" value="0.05" units="cm"/>
    </inkml:brush>
  </inkml:definitions>
  <inkml:trace contextRef="#ctx0" brushRef="#br0">4971 45 604 0 0,'0'0'2876'0'0,"5"0"-2236"0"0,23 4 3980 0 0,-28-4-4575 0 0,0 0 0 0 0,0 0 0 0 0,0 0 0 0 0,0 0 0 0 0,0 0 0 0 0,0 0 0 0 0,0 0 0 0 0,0 0 0 0 0,0 0 0 0 0,0 0 0 0 0,-1 0 0 0 0,1 0 0 0 0,0 0 0 0 0,0 1 0 0 0,0-1 0 0 0,0 0 0 0 0,0 0 0 0 0,0 0 0 0 0,0 0 0 0 0,0 0 0 0 0,0 0 1 0 0,0 0-1 0 0,0 0 0 0 0,0 0 0 0 0,0 0 0 0 0,0 1 0 0 0,0-1 0 0 0,0 0 0 0 0,0 0 0 0 0,0 0 0 0 0,0 0 0 0 0,0 0 0 0 0,0 0 0 0 0,0 0 0 0 0,0 0 0 0 0,0 0 0 0 0,0 0 0 0 0,1 1 0 0 0,-1-1 0 0 0,0 0 0 0 0,0 0 0 0 0,0 0 0 0 0,0 0 0 0 0,0 0 0 0 0,0 0 0 0 0,0 0 0 0 0,0 0 0 0 0,0 0 0 0 0,0 0 0 0 0,0 0 0 0 0,0 0 1 0 0,0 0-1 0 0,1 0 0 0 0,-1 0 0 0 0,0 0 0 0 0,0 0 0 0 0,0 0 0 0 0,0 0 0 0 0,0 0 0 0 0,0 0 0 0 0,0 0 0 0 0,-24 4-643 0 0,18-4 613 0 0,-645 49 1025 0 0,-2 33-141 0 0,-127 31 421 0 0,511-77-913 0 0,-513 59 293 0 0,542-73-247 0 0,-268-11 0 0 0,432-18-726 0 0,0-3 0 0 0,-105-28 0 0 0,98 19-292 0 0,-158-17 1 0 0,119 30 200 0 0,117 6 310 0 0,-2 0 32 0 0,-22 0-25 0 0,22 0 12 0 0,0 0-22 0 0,-54 2-120 0 0,55-2 161 0 0,1 1-38 0 0,-16 2 22 0 0,16-3-38 0 0,0 1 44 0 0,-5 1-28 0 0,1 0 1 0 0,-1 0-1 0 0,0 1 0 0 0,-17 8 1 0 0,22-7 27 0 0,0 1 1 0 0,0-1-1 0 0,1 1 1 0 0,-1 0 0 0 0,1 0-1 0 0,0 0 1 0 0,0 1-1 0 0,1-1 1 0 0,-5 10 0 0 0,0 2 19 0 0,1-1 0 0 0,1 1 1 0 0,1 0-1 0 0,0 0 1 0 0,2 1-1 0 0,0-1 0 0 0,-2 28 1 0 0,7 130 168 0 0,0-121-5 0 0,33 398 912 0 0,-11-201-532 0 0,6 11-337 0 0,-30-260-205 0 0,10 58 235 0 0,8-36-237 0 0,-17-20 5 0 0,1 2 0 0 0,22 10 9 0 0,0-2 32 0 0,-1-2 0 0 0,1 0-1 0 0,1-2 1 0 0,0 0 0 0 0,1-2-1 0 0,0-1 1 0 0,0-1 0 0 0,0-1-1 0 0,30 1 1 0 0,28-1 218 0 0,154-13 1 0 0,95-31-114 0 0,-37 3-123 0 0,645 18 63 0 0,-572 22-126 0 0,-139-1 38 0 0,217-5 69 0 0,276-32-36 0 0,-446 11-6 0 0,-95 5 82 0 0,-128 13-111 0 0,0-2 0 0 0,58-16 0 0 0,-109 22 8 0 0,123-33 111 0 0,-112 29 12 0 0,0 0 0 0 0,-1 0 0 0 0,0-2 0 0 0,0 0 1 0 0,0 0-1 0 0,-1-1 0 0 0,13-10 0 0 0,-18 10-25 0 0,-1 1 0 0 0,1-1-1 0 0,-2 0 1 0 0,1-1 0 0 0,-1 0-1 0 0,0 1 1 0 0,-1-2 0 0 0,0 1-1 0 0,0 0 1 0 0,3-18 0 0 0,1-10 109 0 0,5-56 1 0 0,-9 59-67 0 0,12-117 608 0 0,-7-1-1 0 0,-15-251 1 0 0,1 338-839 0 0,-1-30-385 0 0,-4 0 0 0 0,-41-170 1 0 0,41 238-1533 0 0,-1 0 0 0 0,-1 1 0 0 0,-27-43 0 0 0,20 37-2797 0 0,13 20 608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45.566"/>
    </inkml:context>
    <inkml:brush xml:id="br0">
      <inkml:brushProperty name="width" value="0.05" units="cm"/>
      <inkml:brushProperty name="height" value="0.05" units="cm"/>
    </inkml:brush>
  </inkml:definitions>
  <inkml:trace contextRef="#ctx0" brushRef="#br0">168 684 776 0 0,'-6'1'2304'0'0,"-156"23"8787"0"0,902-208-9840 0 0,146-31-836 0 0,-768 191-393 0 0,-114 23-22 0 0,1 0 8 0 0,16-1-13 0 0,-16 1 4 0 0,-14 0-3010 0 0,-30-3 2408 0 0,0-3 1 0 0,1-1-1 0 0,0-2 0 0 0,-56-22 1 0 0,-158-81 1871 0 0,174 76 437 0 0,14 8 319 0 0,61 28-1783 0 0,3 1-223 0 0,-1 0-1 0 0,0 0 1 0 0,0 0 0 0 0,1 0 0 0 0,-1-1 0 0 0,0 1 0 0 0,0 0 0 0 0,1 0 0 0 0,-1-1 0 0 0,0 1-1 0 0,1 0 1 0 0,-1-1 0 0 0,1 1 0 0 0,-1 0 0 0 0,0-1 0 0 0,1 1 0 0 0,-1-1 0 0 0,1 1-1 0 0,-1-1 1 0 0,1 0 0 0 0,-1 1 0 0 0,0-2 0 0 0,1 2-10 0 0,0-1 1 0 0,0 0-1 0 0,0 1 0 0 0,1-1 0 0 0,-1 1 1 0 0,0-1-1 0 0,0 1 0 0 0,0-1 1 0 0,1 1-1 0 0,-1-1 0 0 0,0 1 1 0 0,0-1-1 0 0,1 1 0 0 0,-1-1 0 0 0,0 1 1 0 0,1-1-1 0 0,-1 1 0 0 0,1-1 1 0 0,-1 1-1 0 0,1 0 0 0 0,-1-1 1 0 0,0 1-1 0 0,1 0 0 0 0,-1-1 0 0 0,1 1 1 0 0,0 0-1 0 0,-1 0 0 0 0,1 0 1 0 0,-1-1-1 0 0,1 1 0 0 0,-1 0 0 0 0,1 0 1 0 0,-1 0-1 0 0,1 0 0 0 0,0 0 1 0 0,-1 0-1 0 0,1 0 0 0 0,-1 0 1 0 0,1 0-1 0 0,0 1 0 0 0,53-9 26 0 0,-1 2-1 0 0,1 3 1 0 0,0 3-1 0 0,0 1 1 0 0,0 3-1 0 0,-1 3 1 0 0,1 1-1 0 0,57 18 1 0 0,-102-23-31 0 0,0 0 0 0 0,0 0 0 0 0,-1 1 0 0 0,1 0 0 0 0,-1 1 1 0 0,0 0-1 0 0,0 0 0 0 0,0 1 0 0 0,-1-1 0 0 0,0 2 0 0 0,0-1 0 0 0,0 1 1 0 0,-1 0-1 0 0,0 0 0 0 0,6 11 0 0 0,-8-10 5 0 0,0 0 0 0 0,-1 0 0 0 0,0 1 1 0 0,0-1-1 0 0,-1 1 0 0 0,0-1 0 0 0,-1 1 0 0 0,0 0 1 0 0,0 0-1 0 0,-1 0 0 0 0,0 0 0 0 0,0 0 0 0 0,-1-1 0 0 0,0 1 1 0 0,-1 0-1 0 0,-4 12 0 0 0,-63 166-22 0 0,50-147-921 0 0,3 2 0 0 0,1 1-1 0 0,2 0 1 0 0,-13 75-1 0 0,25-112 343 0 0,1 0-1 0 0,0-1 0 0 0,0 1 1 0 0,1 0-1 0 0,0-1 0 0 0,0 1 0 0 0,2 7 1 0 0,4 6-3425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46.335"/>
    </inkml:context>
    <inkml:brush xml:id="br0">
      <inkml:brushProperty name="width" value="0.05" units="cm"/>
      <inkml:brushProperty name="height" value="0.05" units="cm"/>
    </inkml:brush>
  </inkml:definitions>
  <inkml:trace contextRef="#ctx0" brushRef="#br0">43 218 1560 0 0,'-32'-170'9574'0'0,"28"146"-8298"0"0,-1 1 203 0 0,3 42-935 0 0,26 465 514 0 0,-10-264-511 0 0,2 64 22 0 0,19 310 287 0 0,32-4-1221 0 0,-61-544 4 0 0,-4-25-268 0 0,0 1 0 0 0,2-1 1 0 0,0 0-1 0 0,2-1 0 0 0,0 1 0 0 0,1-1 0 0 0,11 22 0 0 0,-17-41 172 0 0,6 9 113 0 0,-3-6-3519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47.284"/>
    </inkml:context>
    <inkml:brush xml:id="br0">
      <inkml:brushProperty name="width" value="0.05" units="cm"/>
      <inkml:brushProperty name="height" value="0.05" units="cm"/>
    </inkml:brush>
  </inkml:definitions>
  <inkml:trace contextRef="#ctx0" brushRef="#br0">43 1408 1060 0 0,'-20'-179'8603'0'0,"10"115"-7079"0"0,3-1 0 0 0,1-72 0 0 0,7 124-1448 0 0,0 0-1 0 0,1 1 1 0 0,0-1-1 0 0,1 0 1 0 0,0 1-1 0 0,1 0 0 0 0,1 0 1 0 0,0 0-1 0 0,0 0 1 0 0,1 1-1 0 0,12-18 1 0 0,-6 15-18 0 0,0 0 1 0 0,0 0-1 0 0,1 2 1 0 0,1-1-1 0 0,0 2 1 0 0,1 0-1 0 0,21-12 1 0 0,15-4 16 0 0,2 2 0 0 0,1 3 0 0 0,1 3 1 0 0,61-14-1 0 0,536-120 114 0 0,6 32-172 0 0,-631 116-17 0 0,146-25 4 0 0,670-112-14 0 0,3 42 16 0 0,-815 97-26 0 0,7-1 127 0 0,0 2 1 0 0,1 2-1 0 0,42 4 1 0 0,-71-2-27 0 0,0-1 0 0 0,0 1-1 0 0,0 1 1 0 0,0 0 0 0 0,0 0 0 0 0,0 1 0 0 0,-1 0 0 0 0,1 1-1 0 0,-1 0 1 0 0,0 1 0 0 0,-1-1 0 0 0,1 2 0 0 0,-1-1 0 0 0,-1 1-1 0 0,1 0 1 0 0,9 12 0 0 0,-1 5 34 0 0,-1 1-1 0 0,0 0 1 0 0,-2 1-1 0 0,-1 1 1 0 0,13 44-1 0 0,31 150 64 0 0,-42-160-131 0 0,155 611 163 0 0,-105-463-196 0 0,107 235-1 0 0,-88-270 36 0 0,-37-82-42 0 0,-3 3 1 0 0,50 164 0 0 0,-90-246-5 0 0,0-1 1 0 0,-1 1 0 0 0,0 0-1 0 0,-1 1 1 0 0,0-1 0 0 0,-1 0-1 0 0,0 0 1 0 0,-1 0 0 0 0,-1 0-1 0 0,0 0 1 0 0,-1 0 0 0 0,0 0-1 0 0,-1 0 1 0 0,-1-1 0 0 0,0 0-1 0 0,0 0 1 0 0,-1 0 0 0 0,-1-1-1 0 0,0 0 1 0 0,0 0-1 0 0,-1 0 1 0 0,0-1 0 0 0,-1 0-1 0 0,-16 13 1 0 0,-4 2-8 0 0,-1-2-1 0 0,-1-1 1 0 0,-1-1-1 0 0,-1-2 1 0 0,0-1-1 0 0,-58 21 1 0 0,-222 56-52 0 0,-718 101 246 0 0,371-84-66 0 0,-174 77 1165 0 0,35-6 2227 0 0,677-160-2693 0 0,117-22-845 0 0,1 0-28 0 0,-12 2 11 0 0,12-3-24 0 0,0 1-5 0 0,-56 11-85 0 0,57-10 154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50.652"/>
    </inkml:context>
    <inkml:brush xml:id="br0">
      <inkml:brushProperty name="width" value="0.05" units="cm"/>
      <inkml:brushProperty name="height" value="0.05" units="cm"/>
    </inkml:brush>
  </inkml:definitions>
  <inkml:trace contextRef="#ctx0" brushRef="#br0">410 1397 1496 0 0,'0'0'9215'0'0,"-5"0"-9040"0"0,-21 0 541 0 0,25-60-465 0 0,6-17-270 0 0,29-145 0 0 0,37-68-461 0 0,-68 282 465 0 0,181-596-273 0 0,-161 533 170 0 0,-22 68 181 0 0,-3 0-104 0 0,-8-26 33 0 0,9 27-21 0 0,-10-17 20 0 0,10 18 6 0 0,0 0 1 0 0,1 1-1 0 0,-1-1 0 0 0,0 0 0 0 0,1 1 0 0 0,-1-1 0 0 0,0 1 1 0 0,0-1-1 0 0,0 1 0 0 0,0-1 0 0 0,0 1 0 0 0,1 0 0 0 0,-1-1 1 0 0,0 1-1 0 0,0 0 0 0 0,0 0 0 0 0,0 0 0 0 0,0 0 0 0 0,0 0 0 0 0,0 0 1 0 0,0 0-1 0 0,0 0 0 0 0,0 0 0 0 0,0 0 0 0 0,0 0 0 0 0,0 0 1 0 0,-1 1-1 0 0,-31 20-53 0 0,-29 45-38 0 0,53-55 67 0 0,-93 110 46 0 0,7 4 0 0 0,4 4 0 0 0,-92 178 0 0 0,112-173 351 0 0,70-131-290 0 0,-1 6-20 0 0,11-25-120 0 0,12-25-7 0 0,20-59 0 0 0,4-7-1672 0 0,-9 41-2458 0 0,-26 51 2091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6:51.166"/>
    </inkml:context>
    <inkml:brush xml:id="br0">
      <inkml:brushProperty name="width" value="0.05" units="cm"/>
      <inkml:brushProperty name="height" value="0.05" units="cm"/>
    </inkml:brush>
  </inkml:definitions>
  <inkml:trace contextRef="#ctx0" brushRef="#br0">4 139 1124 0 0,'-1'-5'1384'0'0,"-1"-16"153"0"0,1-1 1 0 0,1 0-1 0 0,5-43 0 0 0,-4 62-1215 0 0,6 4-275 0 0,0 0 1 0 0,-1 0-1 0 0,1 0 1 0 0,-1 1 0 0 0,1 0-1 0 0,-1 1 1 0 0,0-1-1 0 0,1 1 1 0 0,-1 1-1 0 0,-1-1 1 0 0,11 8-1 0 0,62 56 193 0 0,-51-42-151 0 0,-23-22-83 0 0,410 333 240 0 0,-300-261-4929 0 0,-86-58 2220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7:06.266"/>
    </inkml:context>
    <inkml:brush xml:id="br0">
      <inkml:brushProperty name="width" value="0.05" units="cm"/>
      <inkml:brushProperty name="height" value="0.05" units="cm"/>
    </inkml:brush>
  </inkml:definitions>
  <inkml:trace contextRef="#ctx0" brushRef="#br0">53 609 1380 0 0,'0'0'5022'0'0,"-4"0"-4271"0"0,-16-4 4073 0 0,-3 6-4139 0 0,18-2 1534 0 0,28-2-2097 0 0,-1-1-1 0 0,0 0 1 0 0,0-2-1 0 0,25-9 1 0 0,9-1-6 0 0,829-205 488 0 0,-609 142-1231 0 0,-272 77 438 0 0,-4 1 172 0 0,1 0-1 0 0,-1 0 0 0 0,0 0 0 0 0,1 0 1 0 0,-1 0-1 0 0,1 0 0 0 0,-1 0 0 0 0,0-1 1 0 0,1 1-1 0 0,-1 0 0 0 0,0 0 0 0 0,1 0 1 0 0,-1 0-1 0 0,0 0 0 0 0,1-1 0 0 0,-1 1 1 0 0,0 0-1 0 0,1 0 0 0 0,-1-1 0 0 0,0 1 0 0 0,0 0 1 0 0,1 0-1 0 0,-1-1 0 0 0,0 1 0 0 0,0 0 1 0 0,1-1-1 0 0,-1 1 0 0 0,0 0 0 0 0,0-1 1 0 0,0 1-1 0 0,0 0 0 0 0,1-1 0 0 0,-1 1 1 0 0,0 0-1 0 0,0-1 0 0 0,-3-18-661 0 0,-12-10 50 0 0,5 17 526 0 0,-1 0-1 0 0,0 1 1 0 0,0 1 0 0 0,-1-1-1 0 0,0 2 1 0 0,-25-16-1 0 0,-1 5 344 0 0,-44-17 0 0 0,17 9 833 0 0,50 23-604 0 0,-1 0 0 0 0,1 0 0 0 0,-24-2 0 0 0,6 0 308 0 0,29 6-594 0 0,0 0-113 0 0,-12-3 249 0 0,34 8-181 0 0,35 7-16 0 0,-3-1 19 0 0,-5-1 0 0 0,82 27 0 0 0,-117-33-136 0 0,0 1 1 0 0,0 1 0 0 0,0 0-1 0 0,-1 0 1 0 0,0 0-1 0 0,0 1 1 0 0,0 1-1 0 0,-1 0 1 0 0,0 0-1 0 0,0 0 1 0 0,-1 1-1 0 0,0 0 1 0 0,9 13-1 0 0,-13-13-26 0 0,1 0-1 0 0,-1 1 1 0 0,-1-1-1 0 0,1 1 1 0 0,-2-1-1 0 0,1 1 1 0 0,-1 0-1 0 0,0 0 1 0 0,-1 0-1 0 0,0 0 1 0 0,0 0-1 0 0,-1-1 1 0 0,0 1-1 0 0,-4 13 0 0 0,-4 14-825 0 0,-2 0-1 0 0,-15 34 0 0 0,22-60 541 0 0,-65 146-6804 0 0,43-107 2119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7:08.527"/>
    </inkml:context>
    <inkml:brush xml:id="br0">
      <inkml:brushProperty name="width" value="0.05" units="cm"/>
      <inkml:brushProperty name="height" value="0.05" units="cm"/>
    </inkml:brush>
  </inkml:definitions>
  <inkml:trace contextRef="#ctx0" brushRef="#br0">36 2130 2324 0 0,'0'0'2064'0'0,"-4"1"-506"0"0,-1 0-1549 0 0,-21 1 7175 0 0,26-2-7121 0 0,22-8-59 0 0,177-54 728 0 0,325-57 0 0 0,224 13-196 0 0,-517 76-416 0 0,-218 28-118 0 0,1012-174 116 0 0,-738 101-109 0 0,461-104 56 0 0,-571 146 281 0 0,-2-8 1 0 0,-2-8-1 0 0,205-86 1 0 0,192-79 40 0 0,13 34-338 0 0,-383 121 27 0 0,375-124-4 0 0,-558 176-71 0 0,294-133 177 0 0,-160 65-41 0 0,-148 73-149 0 0,1 0 6 0 0,3-1 10 0 0,0-1-1 0 0,0 0 0 0 0,0 0 1 0 0,9-9-1 0 0,-14 10-88 0 0,-67-35-357 0 0,-292-119 330 0 0,284 134 1606 0 0,69 22-1248 0 0,0-1-166 0 0,-9-3 59 0 0,36 12 99 0 0,3 1-219 0 0,180 57 126 0 0,-182-55-140 0 0,-1 0-1 0 0,-1 2 1 0 0,0 0 0 0 0,0 1 0 0 0,-1 2 0 0 0,26 22 0 0 0,-43-33-8 0 0,-1 0-1 0 0,1 0 0 0 0,-1 0 1 0 0,1 0-1 0 0,-1 0 1 0 0,0 1-1 0 0,-1-1 1 0 0,1 1-1 0 0,-1 0 0 0 0,0 0 1 0 0,0 0-1 0 0,0 0 1 0 0,-1 0-1 0 0,0 0 1 0 0,0 1-1 0 0,0-1 0 0 0,0 7 1 0 0,-2-3-76 0 0,0 1-1 0 0,0-1 1 0 0,-1 1 0 0 0,0-1 0 0 0,-1 0-1 0 0,0 0 1 0 0,0 0 0 0 0,-9 17 0 0 0,-5 4-1092 0 0,-1-1-1 0 0,-36 44 1 0 0,-15 9-4139 0 0,61-72 4339 0 0,-33 35-5034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7:11.740"/>
    </inkml:context>
    <inkml:brush xml:id="br0">
      <inkml:brushProperty name="width" value="0.05" units="cm"/>
      <inkml:brushProperty name="height" value="0.05" units="cm"/>
    </inkml:brush>
  </inkml:definitions>
  <inkml:trace contextRef="#ctx0" brushRef="#br0">29 816 1252 0 0,'-15'-52'7061'0'0,"2"12"-4635"0"0,13 37-2068 0 0,4 5-183 0 0,10 6-87 0 0,0 1 1 0 0,-1 1 0 0 0,0 1-1 0 0,-1 0 1 0 0,18 19 0 0 0,55 72 232 0 0,262 351 2757 0 0,-345-451-2082 0 0,7-14-363 0 0,-7 11-616 0 0,-1 0 1 0 0,0 0 0 0 0,0 0 0 0 0,0 0-1 0 0,0-1 1 0 0,-1 1 0 0 0,1 0 0 0 0,0 0-1 0 0,0-1 1 0 0,-1 1 0 0 0,1-1 0 0 0,-1 1-1 0 0,1 0 1 0 0,-1-1 0 0 0,1-1 0 0 0,6-60 113 0 0,-2 0 1 0 0,-7-125-1 0 0,-2 91-281 0 0,0-138-376 0 0,3 235 518 0 0,1-1 1 0 0,0 1-1 0 0,0 0 0 0 0,0-1 0 0 0,0 1 1 0 0,0 0-1 0 0,-1-1 0 0 0,1 1 0 0 0,0-1 0 0 0,0 1 1 0 0,0 0-1 0 0,0-1 0 0 0,0 1 0 0 0,0-1 0 0 0,0 1 1 0 0,0 0-1 0 0,0-1 0 0 0,0 1 0 0 0,1 0 1 0 0,-1-1-1 0 0,0 1 0 0 0,0-1 0 0 0,0 1 0 0 0,0 0 1 0 0,0-1-1 0 0,1 1 0 0 0,-1 0 0 0 0,0 0 1 0 0,0-1-1 0 0,1 1 0 0 0,-1 0 0 0 0,0-1 0 0 0,0 1 1 0 0,1 0-1 0 0,-1 0 0 0 0,0 0 0 0 0,1-1 1 0 0,-1 1-1 0 0,0 0 0 0 0,1 0 0 0 0,-1 0 0 0 0,1 0 1 0 0,-1-1-1 0 0,1 1 0 0 0,14 17-141 0 0,18 47-128 0 0,-27-50 34 0 0,12 20-414 0 0,1-1 0 0 0,1 0-1 0 0,29 34 1 0 0,-40-55 498 0 0,1-2 0 0 0,1 0-1 0 0,0 0 1 0 0,0-1 0 0 0,0 0 0 0 0,1 0-1 0 0,1-2 1 0 0,-1 0 0 0 0,1 0 0 0 0,1-1-1 0 0,16 6 1 0 0,-24-11 143 0 0,-1-1 1 0 0,1 1-1 0 0,-1-1 0 0 0,1 0 0 0 0,-1 0 0 0 0,1 0 1 0 0,0-1-1 0 0,-1 0 0 0 0,1 0 0 0 0,-1-1 1 0 0,0 1-1 0 0,1-1 0 0 0,-1 0 0 0 0,0-1 1 0 0,0 1-1 0 0,0-1 0 0 0,-1 0 0 0 0,1 0 1 0 0,-1 0-1 0 0,1-1 0 0 0,-1 0 0 0 0,0 0 1 0 0,0 0-1 0 0,4-6 0 0 0,-4 3 48 0 0,0-1 1 0 0,0 0-1 0 0,0 0 0 0 0,-1 0 1 0 0,0 0-1 0 0,-1-1 0 0 0,0 1 1 0 0,0-1-1 0 0,-1 1 1 0 0,0-1-1 0 0,0 0 0 0 0,-2-14 1 0 0,0 4 256 0 0,-1 0 0 0 0,-1 0 1 0 0,0 1-1 0 0,-10-28 0 0 0,13 46-282 0 0,0-1 0 0 0,0 0 0 0 0,0 1 0 0 0,0-1 0 0 0,0 1-1 0 0,-1-1 1 0 0,1 0 0 0 0,0 1 0 0 0,0-1 0 0 0,-1 1-1 0 0,1-1 1 0 0,0 1 0 0 0,-1-1 0 0 0,1 1 0 0 0,-1-1-1 0 0,1 1 1 0 0,-1-1 0 0 0,1 1 0 0 0,-1 0 0 0 0,1-1-1 0 0,-1 1 1 0 0,1 0 0 0 0,-1-1 0 0 0,1 1 0 0 0,-1 0-1 0 0,0 0 1 0 0,1-1 0 0 0,-1 1 0 0 0,1 0 0 0 0,-1 0 0 0 0,0 0-1 0 0,1 0 1 0 0,-1 0 0 0 0,0 0 0 0 0,1 0 0 0 0,-1 0-1 0 0,0 0 1 0 0,1 0 0 0 0,-1 0 0 0 0,1 0 0 0 0,-2 1-1 0 0,-16 11 14 0 0,18-11-19 0 0,-5 4 7 0 0,0 1 1 0 0,1 0-1 0 0,-1 0 0 0 0,1 0 0 0 0,1 1 0 0 0,-1 0 1 0 0,1 0-1 0 0,-3 11 0 0 0,-16 61 47 0 0,17-57-46 0 0,-2 9 17 0 0,1 0 0 0 0,2 0 0 0 0,1 0 0 0 0,2 46 0 0 0,1-66-24 0 0,0 1-1 0 0,1-1 1 0 0,1 1 0 0 0,0-1-1 0 0,1 0 1 0 0,0 0 0 0 0,0 0-1 0 0,1 0 1 0 0,1-1 0 0 0,0 0-1 0 0,0 1 1 0 0,1-2 0 0 0,0 1 0 0 0,1-1-1 0 0,11 13 1 0 0,-15-19 3 0 0,0-1 0 0 0,0 1 0 0 0,1-1-1 0 0,-1 1 1 0 0,1-1 0 0 0,-1 0 0 0 0,1 0 0 0 0,0-1 0 0 0,0 1 0 0 0,0-1 0 0 0,0 0-1 0 0,0 0 1 0 0,0 0 0 0 0,0 0 0 0 0,0-1 0 0 0,0 0 0 0 0,0 0 0 0 0,5 0 0 0 0,-1-1-6 0 0,-1-1 1 0 0,0 0 0 0 0,1 0 0 0 0,-1 0 0 0 0,0-1 0 0 0,0 0 0 0 0,-1 0 0 0 0,1-1 0 0 0,9-6 0 0 0,-3 0-12 0 0,0-1 1 0 0,0 0 0 0 0,-1-1-1 0 0,-1 0 1 0 0,0 0 0 0 0,-1-2 0 0 0,0 1-1 0 0,12-23 1 0 0,-5-1 15 0 0,16-57 0 0 0,-15 39 110 0 0,-16 52-114 0 0,8 43-17 0 0,-9-34 12 0 0,13 66 78 0 0,-13-68-66 0 0,1 0-1 0 0,-1 1 1 0 0,1-1 0 0 0,0 0-1 0 0,0 0 1 0 0,0 0 0 0 0,1-1-1 0 0,-1 1 1 0 0,1 0 0 0 0,0-1 0 0 0,0 0-1 0 0,1 0 1 0 0,-1 0 0 0 0,5 4-1 0 0,8 3 4 0 0,-4-9-43 0 0,-3-3 32 0 0,-1 0 0 0 0,1-1 0 0 0,-1 0-1 0 0,1 0 1 0 0,-1-1 0 0 0,0 0 0 0 0,0 0 0 0 0,0-1 0 0 0,-1 0 0 0 0,0 0 0 0 0,0-1-1 0 0,0 1 1 0 0,-1-2 0 0 0,0 1 0 0 0,10-14 0 0 0,0-6-12 0 0,-1-1 0 0 0,-1 0 0 0 0,-2-1 0 0 0,0-1 0 0 0,-2 0 0 0 0,-2 0 0 0 0,0-1 0 0 0,-2 0 0 0 0,-1 0 0 0 0,-2-1 0 0 0,0-46 0 0 0,-4 7 87 0 0,-3 0 0 0 0,-4 1 0 0 0,-32-136 1 0 0,8 111 243 0 0,32 93-316 0 0,0 1 0 0 0,0-1 0 0 0,0 0-1 0 0,0 0 1 0 0,-1 1 0 0 0,1-1 0 0 0,0 0 0 0 0,-1 1 0 0 0,1-1 0 0 0,-1 0 0 0 0,1 1 0 0 0,0-1 0 0 0,-1 0 0 0 0,1 1 0 0 0,-1-1 0 0 0,0 1 0 0 0,1-1 0 0 0,-1 1 0 0 0,1-1 0 0 0,-1 1 0 0 0,0 0 0 0 0,1-1 0 0 0,-1 1 0 0 0,0 0 0 0 0,0-1 0 0 0,1 1 0 0 0,-1 0 0 0 0,0 0 0 0 0,0 0 0 0 0,1 0-1 0 0,-1-1 1 0 0,0 1 0 0 0,0 0 0 0 0,0 0 0 0 0,1 1 0 0 0,-1-1 0 0 0,0 0 0 0 0,0 0 0 0 0,1 0 0 0 0,-1 0 0 0 0,0 1 0 0 0,0-1 0 0 0,1 0 0 0 0,-1 1 0 0 0,0-1 0 0 0,1 0 0 0 0,-1 1 0 0 0,0 0 0 0 0,-2 1 2 0 0,1 0-1 0 0,0 0 1 0 0,0 0 0 0 0,0 1-1 0 0,0-1 1 0 0,0 1 0 0 0,0-1-1 0 0,1 1 1 0 0,-1 0 0 0 0,1-1 0 0 0,-2 4-1 0 0,-7 29-24 0 0,2 0-1 0 0,2 1 1 0 0,0 0-1 0 0,3 0 1 0 0,1 0-1 0 0,3 45 1 0 0,2-37-21 0 0,2-1 0 0 0,2 0-1 0 0,1-1 1 0 0,27 78 0 0 0,-28-101-95 0 0,1-1 0 0 0,1 0 0 0 0,1 0 0 0 0,15 22 0 0 0,-20-33 13 0 0,0-1-1 0 0,1 1 1 0 0,-1-1-1 0 0,1 0 1 0 0,1-1-1 0 0,-1 1 0 0 0,1-1 1 0 0,0-1-1 0 0,0 1 1 0 0,0-1-1 0 0,1 0 1 0 0,10 4-1 0 0,-12-7 25 0 0,-1 0-1 0 0,1 0 0 0 0,0-1 0 0 0,-1 1 0 0 0,1-1 0 0 0,0 0 1 0 0,0-1-1 0 0,-1 0 0 0 0,1 0 0 0 0,0 0 0 0 0,-1 0 0 0 0,1-1 1 0 0,-1 0-1 0 0,0 0 0 0 0,1 0 0 0 0,-1-1 0 0 0,0 0 0 0 0,-1 0 1 0 0,1 0-1 0 0,6-5 0 0 0,-2 0-13 0 0,1-1 0 0 0,-1 0-1 0 0,-1 0 1 0 0,1 0 0 0 0,-2-1 0 0 0,1-1 0 0 0,10-20-1 0 0,2-13 799 0 0,18-64 0 0 0,-37 105-427 0 0,6-8 319 0 0,-5 50-386 0 0,-3 47-1 0 0,0-54-509 0 0,0 1 0 0 0,8 54 0 0 0,-7-82-1 0 0,3-8-1024 0 0,0-2 1283 0 0,-1 1-1 0 0,0-1 1 0 0,1 1-1 0 0,-2-1 1 0 0,1 0-1 0 0,0 0 1 0 0,-1 0-1 0 0,0 0 1 0 0,0 0-1 0 0,-1 0 1 0 0,1 0-1 0 0,-1 0 1 0 0,0 0-1 0 0,-1-9 1 0 0,-12-81 440 0 0,11 85-367 0 0,-21-91 707 0 0,-36-100 0 0 0,19 74 219 0 0,39 123-839 0 0,14 28-376 0 0,5 15-400 0 0,2-1-1 0 0,2-1 1 0 0,1 0-1 0 0,49 57 1 0 0,-58-79 504 0 0,0 0 1 0 0,1-1 0 0 0,0-1-1 0 0,1 0 1 0 0,0-2-1 0 0,1 1 1 0 0,0-2 0 0 0,1 0-1 0 0,0-1 1 0 0,1-1-1 0 0,38 11 1 0 0,-50-18 238 0 0,0 0-1 0 0,0 0 1 0 0,0-1-1 0 0,1 0 1 0 0,-1 0-1 0 0,0-1 1 0 0,0 0-1 0 0,0 0 1 0 0,0-1-1 0 0,0 0 1 0 0,0 0-1 0 0,-1-1 1 0 0,1 1-1 0 0,-1-1 1 0 0,1-1-1 0 0,6-4 1 0 0,-2 1 100 0 0,-1-1 1 0 0,0 0-1 0 0,0 0 0 0 0,-1-1 1 0 0,0-1-1 0 0,0 0 0 0 0,12-18 1 0 0,-10 9 5 0 0,-1-1 0 0 0,-1 0 0 0 0,-1 0 0 0 0,-1-1 0 0 0,0 0 0 0 0,-2-1 0 0 0,0 0 0 0 0,-2 1 0 0 0,0-1 0 0 0,0-38 0 0 0,-4 16 182 0 0,-2-1 0 0 0,-2 1 0 0 0,-1 0 0 0 0,-18-58 0 0 0,24 97-274 0 0,-1 0 0 0 0,-1-1 0 0 0,1 1 1 0 0,-1 0-1 0 0,1 0 0 0 0,-2 0 0 0 0,1 1 0 0 0,0-1 1 0 0,-1 0-1 0 0,0 1 0 0 0,0-1 0 0 0,0 1 0 0 0,-1 0 0 0 0,1 0 1 0 0,-1 1-1 0 0,0-1 0 0 0,0 1 0 0 0,0-1 0 0 0,-6-2 0 0 0,9 6-67 0 0,0 0 0 0 0,-1 0 0 0 0,1 0-1 0 0,-1 0 1 0 0,1 1 0 0 0,-1-1 0 0 0,1 0-1 0 0,0 0 1 0 0,-1 1 0 0 0,1-1 0 0 0,0 1-1 0 0,-1 0 1 0 0,1-1 0 0 0,0 1 0 0 0,0 0-1 0 0,-1-1 1 0 0,1 1 0 0 0,0 0-1 0 0,0 0 1 0 0,-2 2 0 0 0,1-1 19 0 0,-6 5-10 0 0,1 0 1 0 0,-1 0 0 0 0,1 1-1 0 0,0 0 1 0 0,1 1-1 0 0,0-1 1 0 0,0 1 0 0 0,1 0-1 0 0,0 1 1 0 0,1-1-1 0 0,-4 13 1 0 0,-3 10-24 0 0,1 0-1 0 0,-5 38 1 0 0,10-46-19 0 0,2 1-1 0 0,1-1 1 0 0,0 31 0 0 0,3-44-61 0 0,0 0 0 0 0,0 0 1 0 0,1-1-1 0 0,0 1 1 0 0,1-1-1 0 0,0 1 1 0 0,1-1-1 0 0,0 0 1 0 0,9 15-1 0 0,-12-24 64 0 0,-1 0-1 0 0,1 0 1 0 0,0 0-1 0 0,0 0 1 0 0,0 0-1 0 0,1 0 1 0 0,-1-1 0 0 0,0 1-1 0 0,0 0 1 0 0,0-1-1 0 0,1 1 1 0 0,-1 0-1 0 0,0-1 1 0 0,1 0 0 0 0,-1 1-1 0 0,0-1 1 0 0,1 0-1 0 0,-1 0 1 0 0,0 1-1 0 0,1-1 1 0 0,-1 0-1 0 0,1 0 1 0 0,-1-1 0 0 0,0 1-1 0 0,1 0 1 0 0,-1 0-1 0 0,0-1 1 0 0,1 1-1 0 0,-1-1 1 0 0,0 1 0 0 0,0-1-1 0 0,3-1 1 0 0,0 1-6 0 0,0-2 1 0 0,0 1 0 0 0,0 0-1 0 0,0-1 1 0 0,0 0 0 0 0,-1 0 0 0 0,1 0-1 0 0,4-5 1 0 0,2-7 21 0 0,-1-1 0 0 0,0 0 0 0 0,-1 0 0 0 0,0-1 0 0 0,-2 0 0 0 0,0 0 0 0 0,-1-1 0 0 0,3-18 0 0 0,1-17 739 0 0,3-76 0 0 0,-8 88 91 0 0,-3 36-324 0 0,12 31-387 0 0,-8-8-226 0 0,-1 1 1 0 0,-1 0-1 0 0,-1 0 1 0 0,0 38-1 0 0,-1-14-207 0 0,-1 324-6216 0 0,-6-270 2941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0T05:57:13.922"/>
    </inkml:context>
    <inkml:brush xml:id="br0">
      <inkml:brushProperty name="width" value="0.05" units="cm"/>
      <inkml:brushProperty name="height" value="0.05" units="cm"/>
    </inkml:brush>
  </inkml:definitions>
  <inkml:trace contextRef="#ctx0" brushRef="#br0">20 2683 168 0 0,'0'0'7093'0'0,"-4"1"-6815"0"0,1 0-494 0 0,-9 2 1327 0 0,12-3-1079 0 0,0 0 1 0 0,0 1-1 0 0,0-1 1 0 0,0 0-1 0 0,-1 1 1 0 0,1-1-1 0 0,0 0 1 0 0,1 1 0 0 0,-1-1-1 0 0,0 0 1 0 0,0 1-1 0 0,0-1 1 0 0,0 0-1 0 0,0 1 1 0 0,0-1-1 0 0,0 0 1 0 0,0 1 0 0 0,1-1-1 0 0,-1 0 1 0 0,0 1-1 0 0,0-1 1 0 0,0 0-1 0 0,0 0 1 0 0,1 1 0 0 0,-1-1-1 0 0,0 0 1 0 0,0 0-1 0 0,1 0 1 0 0,-1 1-1 0 0,0-1 1 0 0,1 0-1 0 0,-1 0 1 0 0,0 0 0 0 0,1 0-1 0 0,-1 0 1 0 0,1 1-1 0 0,1 1 67 0 0,3-1-23 0 0,46 10 421 0 0,78 6 0 0 0,108-2 231 0 0,1-10 0 0 0,0-11-1 0 0,-1-10 1 0 0,325-63 0 0 0,203-71-332 0 0,-11-42-113 0 0,1069-368 1299 0 0,-1001 261-66 0 0,-387 132-867 0 0,-150 52-614 0 0,501-282 0 0 0,-707 350 34 0 0,-3-3 1 0 0,-2-3-1 0 0,-3-3 1 0 0,-2-4-1 0 0,83-91 0 0 0,-147 144 26 0 0,0 0 0 0 0,0 0-1 0 0,-1-1 1 0 0,0 1-1 0 0,0-1 1 0 0,-1 0 0 0 0,3-9-1 0 0,-6 15-32 0 0,1 1-56 0 0,0 0 0 0 0,-1 0 0 0 0,1 0 0 0 0,-1 0 0 0 0,1-1 0 0 0,-1 1 0 0 0,1 0 0 0 0,-1 0 1 0 0,0 0-1 0 0,1 0 0 0 0,-1 0 0 0 0,0 0 0 0 0,0-1 0 0 0,0 1 0 0 0,0 0 0 0 0,0 0 0 0 0,0 0 0 0 0,0 0 0 0 0,-1-1 0 0 0,1 1 0 0 0,-1-1 0 0 0,-7-29-101 0 0,6 29 46 0 0,0 0 0 0 0,0 1 0 0 0,0-1 0 0 0,0 1 0 0 0,0-1-1 0 0,-1 1 1 0 0,1 0 0 0 0,-1 0 0 0 0,1 0 0 0 0,-1 1 0 0 0,1-1 0 0 0,-1 0 0 0 0,1 1 0 0 0,-1 0 0 0 0,0-1 0 0 0,1 1 0 0 0,-1 0 0 0 0,0 1 0 0 0,-3-1 0 0 0,2 1-216 0 0,0-1-1 0 0,0 0 0 0 0,0 0 1 0 0,0 0-1 0 0,0-1 1 0 0,0 0-1 0 0,0 1 0 0 0,0-1 1 0 0,1-1-1 0 0,-1 1 0 0 0,0 0 1 0 0,0-1-1 0 0,1 0 0 0 0,-1 0 1 0 0,-4-3-1 0 0,-18-14 148 0 0,0 1 1 0 0,-2 2-1 0 0,0 0 0 0 0,-1 2 0 0 0,-1 1 1 0 0,-42-12-1 0 0,-6 3 599 0 0,-104-15 0 0 0,62 28 317 0 0,115 9-760 0 0,-2 8-7 0 0,4-5-7 0 0,14 9 0 0 0,4 0 0 0 0,1-1 0 0 0,1-1 0 0 0,0 0 0 0 0,0-1 0 0 0,31 11 0 0 0,105 27 124 0 0,-19-6-26 0 0,-119-37-110 0 0,-1 2 0 0 0,0 0 0 0 0,0 1 0 0 0,0 0 0 0 0,-1 1 1 0 0,19 14-1 0 0,-29-19-29 0 0,0 0 0 0 0,0 0 0 0 0,0 1 1 0 0,0-1-1 0 0,-1 1 0 0 0,1-1 0 0 0,-1 1 1 0 0,0 0-1 0 0,0 0 0 0 0,-1 0 0 0 0,1 0 0 0 0,-1 0 1 0 0,0 0-1 0 0,0 0 0 0 0,0 1 0 0 0,0-1 1 0 0,-1 0-1 0 0,0 1 0 0 0,0-1 0 0 0,0 0 1 0 0,0 1-1 0 0,-1-1 0 0 0,1 0 0 0 0,-1 0 0 0 0,0 1 1 0 0,-1-1-1 0 0,-2 7 0 0 0,-7 16-874 0 0,-2 0-1 0 0,0 0 1 0 0,-33 45 0 0 0,-25 22-4376 0 0,35-49 1017 0 0</inkml:trace>
</inkml:ink>
</file>

<file path=ppt/ink/ink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20T06:22:27.389"/>
    </inkml:context>
    <inkml:brush xml:id="br0">
      <inkml:brushProperty name="width" value="0.05292" units="cm"/>
      <inkml:brushProperty name="height" value="0.05292" units="cm"/>
      <inkml:brushProperty name="color" value="#FF0000"/>
    </inkml:brush>
  </inkml:definitions>
  <inkml:trace contextRef="#ctx0" brushRef="#br0">21178 9337 594 0,'0'0'490'0,"-18"6"-58"0,18-6-130 15,-14 8 4-15,14-8-80 0,-14 9 33 0,14-9-93 16,-13 9 36-16,13-9-18 0,-9 11 46 0,9-11-78 15,-9 6 13-15,9-6-8 0,0 0-14 0,-9 8-10 16,9-8-16-16,0 0 0 0,0 0-14 0,0 0-18 16,0 0-22-16,0 0-10 0,12-12-33 0,4-5 6 15,7-6 2-15,12-9-13 0,2-3-3 16,5-4-3-16,7-4 30 0,1-1-41 0,3-5 0 16,5 0 6-16,1-1-8 0,10-9 8 0,-13 10-8 15,2 5 16-15,-5-3-11 0,-1 6-10 0,-4 4-36 16,-3 2 9-16,-6 3-53 0,-9 8-21 15,-6 5-21-15,-2 2-7 0,-3 3-29 0,-6 3 2 16,-3 3 4-16,-10 8-26 0,10-13 6 0,-10 13 4 16,0 0-14-16,-11-9 30 0,11 9 19 0,-23 0 28 15,3 0 18-15,-6 0 19 0,-1 1 26 0,-4-1 39 16,1 2 3-16,-2-2 61 0,0 0 27 16,0 0 7-16,1 0 14 0,0 0 19 0,3 0 25 15,1-2 31-15,7 1 28 0,1 1 10 0,19 0-45 16,-31 0-29-16,31 0-25 0,-22 0-22 0,22 0-20 15,0 0-18-15,-23-1 17 0,23 1-45 0,0 0-8 16,0 0-3-16,0 0-4 0,0 0 0 0,0 0 5 16,0 0 7-16,31-2 12 0,-4 2 9 15,1 1 9-15,9 0 9 0,1 0 4 0,2 2-12 16,-3 1 6-16,3-2-12 0,-3 3-3 0,-3 0-8 16,1 1-8-16,-6 2-3 0,-3-1-11 0,-2 2-15 15,-6 0 8-15,1-1 4 0,-2 4-1 16,-2 1-3-16,-3 3-5 0,-1 1 5 0,-3 2-3 15,-3 3-1-15,-2 2-1 0,-5 3-15 0,0 7-38 16,-3 5-28-16,-3-3-126 0,-1 3-106 0,0-2-88 16,0 1-192-16,-1-2-389 0,0-3-679 0</inkml:trace>
  <inkml:trace contextRef="#ctx0" brushRef="#br0" timeOffset="1116.99">23155 8064 517 0,'5'-11'499'0,"-1"1"-113"0,0 0-103 16,-1 1-50-16,-1-3-32 0,-2 12-10 0,3-20 9 15,-3 20 44-15,0-17-44 0,0 17 58 16,-4-18-43-16,0 10 8 0,4 8-26 0,-6-16-24 16,6 16-18-16,-8-15-17 0,8 15-30 0,-14-10-14 15,14 10-19-15,-14-5-23 0,14 5-16 0,-22 4-10 16,9 1-22-16,-3 7 13 0,0 0-19 15,0 4 14-15,-1 7-22 0,0 1 3 0,3 1 2 16,3 1-1-16,1 2 1 0,3-3 2 0,3 0 1 16,3 0 3-16,0 2-3 0,2-2-2 0,4-2 2 15,0 1-9-15,4-2-18 0,4-4-13 0,1 0-13 16,4-3-24-16,0-1-16 0,5-6-13 0,1-2-20 16,0-1-23-16,2-5-27 0,2-2 1 15,-1-3-31-15,4-4 38 0,-3-3-16 0,-2-3 19 16,-2-1 31-16,-6-3 39 0,-4 1 14 0,-4-1 36 15,-3 1 16-15,0-1 50 0,-4 2-13 0,-2 0 40 16,-2 2 22-16,1 1 16 0,-2 2 25 0,1-2-9 16,-4 3 14-16,4 2 10 0,0-1-3 15,1 10-14-15,-3-13-22 0,3 13-20 0,-3-13-7 16,3 13-13-16,-1-9-15 0,1 9-4 0,0 0-7 16,0 0-2-16,4-9-6 0,-4 9-2 0,15 6-4 15,-15-6 1-15,21 9 5 0,-7 0-13 16,0 1 2-16,2 0 2 0,0 3 0 0,-1-3-1 15,-2 4 0-15,1-3-5 0,-5-1 6 0,0 0 0 16,0-1-2-16,-3-1-4 0,-1-2 4 0,-5-6-1 16,9 13 2-16,-9-13 1 0,9 9 0 15,-9-9 22-15,0 0 18 0,7 10 33 0,-7-10 25 0,0 0-19 16,0 0-31-16,0 0-21 0,-3-15-11 0,2 3-15 16,-2-3-13-16,-3-1-20 0,5-3-22 15,-2-2-39-15,3-1-20 0,0 2-24 0,0 2 28 16,1-1-70-16,1 3 9 0,2 0-57 0,0 2-39 15,2 2-9-15,0-1 1 0,2 4-27 16,0 2 42-16,2 1-21 0,-10 6-161 0,18-7 150 16</inkml:trace>
  <inkml:trace contextRef="#ctx0" brushRef="#br0" timeOffset="1851">23683 7940 606 0,'0'0'251'0,"0"0"-35"0,18 3-10 0,-18-3-9 0,0 0-31 16,0 0-16-16,12 6-15 0,-12-6-12 0,0 0 1 15,0 0-13-15,9 4-9 0,-9-4-16 0,0 0-12 16,6 7-15-16,-6-7-10 0,0 0-2 15,8 7-3-15,-8-7-4 0,0 0-10 16,6 8 15-16,-6-8-4 0,0 0 7 0,13 7-15 16,-13-7 16-16,0 0-5 0,17 5-7 0,-17-5-2 15,0 0-4-15,20 0-3 0,-20 0 38 0,16-6-61 16,-9 0 47-16,3-1-56 0,-2-1 47 0,-1-1-55 16,-1 0 49-16,-2 0-52 0,1 1 45 0,-5 8-43 15,5-17 52-15,-5 17-50 0,1-13 50 0,-1 13-51 16,-1-10 49-16,1 10-53 0,-4-9 50 0,4 9-52 15,0 0 49-15,-11-5-60 0,11 5 62 0,0 0-54 16,-17 7 46-16,8 1-46 0,3 1 46 0,-2 3-54 16,1 2 10-16,1 5 1 15,-1-1 0-15,3 1 8 0,1-1 2 0,2 2-1 16,1-2 0-16,2-1-6 0,2 0-3 0,5 1-1 16,1-3-14-16,3-4-34 0,4-2 10 0,-2-4-14 15,7-3-11-15,3-3-22 0,4-4-31 0,4-5-29 16,1-2-32-16,0-5-47 0,-1 0 34 0,-1-5-14 15,-4 1 67-15,-1-2 12 0,-3-4 68 0,-6 1 17 16,0-2 66-16,-8 1-2 0,-3 3 67 0,-2 0 28 16,-5 6 22-16,-3-5 34 0,-2 4-22 0,-1 1 11 15,-2 3-1-15,-2 0-54 16,-3 5 41-16,1 2-62 0,-2 1 37 0,0 3-20 0,14 4-14 16,-24-4-14-16,24 4-13 0,-25 5-16 15,12 0 2-15,0 5-22 0,-1 1 24 0,2 6 3 16,1 0 50-16,3 1-49 0,0 2 53 0,3 0-57 15,2-3 7-15,1-1-10 0,6 1-8 0,-2 0 3 16,5-2-8-16,2 2-3 0,1-5-3 0,3-3-6 16,1-2-25-16,4-2-7 0,0-5-25 0,1-1-17 15,4-5-11-15,1-2-15 0,2-6-7 0,-2-2-25 16,-1-3-9-16,-1-3-5 0,-5-2 0 16,-2-5 5-16,-5 2 36 0,-3-6 3 0,-5 0 38 15,-2-2 23-15,-5-2 34 0,0 2 39 0,-4 2 22 16,-2 1 51-16,-1 4-27 0,0 2 56 15,2 5-30-15,-1 3 49 0,0 3-45 0,1 2 11 16,4 3-34-16,-2 2 0 0,8 8-35 0,-10-12-1 16,10 12-24-16,-10-7 12 0,10 7-27 0,0 0 16 15,-12 6-29-15,12-6 28 0,-4 19-16 0,3-6 18 16,2 5-17-16,1 5 17 0,3 0-5 0,1 2-3 16,4 3-2-16,3 0-10 0,-1 2-8 0,3-3-23 15,-1 0-23-15,1-2 1 0,0 0-90 16,1-2-28-16,-2 0-76 0,-2-6-67 0,0-2-42 15,0-3-328-15,-1-3-200 0</inkml:trace>
  <inkml:trace contextRef="#ctx0" brushRef="#br0" timeOffset="2533.98">24469 7743 566 0,'3'-7'622'16,"-3"7"-143"-16,4-14-102 0,-4 14-52 0,4-12-35 16,-4 12-50-16,2-10-34 0,-2 10-36 0,0 0-32 15,2-10-33-15,-2 10-20 0,0 0-19 16,0 0-14-16,0 0-11 0,0 0-8 0,0 0-7 15,10 10-5-15,-10-10-5 0,9 17 40 0,-5-7-53 16,2 4 47-16,1-3-57 0,-1 3 44 0,3-3-48 16,-1 2 47-16,-2-3-54 0,3 0 49 0,0-3-61 15,0-2 44-15,-9-5-1 0,18 5-7 0,-18-5-11 16,18-3-57-16,-9-4 49 0,4-2-54 16,-3-3 50-16,1-3-52 0,-2-1 14 0,-1-4 16 15,-3 0 5-15,-3-3 7 0,0 2-2 0,-2 1 14 16,-2 1 9-16,-1 2 9 0,-1 0 8 0,0 2-2 15,-1 5 4-15,0 2 1 0,5 8-5 16,-14-10-4-16,14 10 4 0,0 0-4 0,-24 5 0 16,13 1-1-16,1 4-14 0,0 3 15 0,0 0 0 15,2 1-2-15,2 0-6 0,-1-1 6 0,4 2 0 16,1-1 46-16,1-1-57 0,2-1 47 0,1-1-58 16,1 2 42-16,4-4-61 0,0 0 34 0,2-5-78 15,4 0 10-15,-13-4-71 0,27 0 13 0,-5-5-57 16,1-2-24-16,3-5 4 0,0-1-39 15,2-4 27-15,-5-1 23 0,0 0 23 0,-1-2 35 16,-4-2 42-16,0 1 48 0,-7 4 60 0,1 1 55 16,-6 2 35-16,1 2 19 0,-3 2 33 15,-4 10-22-15,5-17 43 0,-5 17-59 0,5-10 24 16,-5 10-69-16,0 0 10 0,0 0-44 0,0 0 24 16,0 0-40-16,0 0 27 0,0 0-43 0,0 0 35 15,-4 14-27-15,3-4 19 0,1-10-1 0,0 22 4 16,0-9-2-16,0 1-4 0,1-2 0 0,-1 3-2 15,1-3-10-15,3 0 4 0,-3-1-4 0,2-2-11 16,-3-9 12-16,4 16-2 0,-4-16-2 0,6 12-2 16,-6-12-1-16,0 0-7 0,17 3 3 15,-17-3-4-15,15-9-6 0,-6 0 1 16,2-3 7-16,0 0-23 0,-1-3 45 0,1 0-7 16,-3 3 28-16,1-1 2 0,-1 3 35 0,-2 1-1 15,-1 0 2-15,-5 9-11 0,8-11-14 0,-8 11-12 16,8-10-14-16,-8 10-12 0,0 0-13 0,10-10 6 15,-10 10-6-15,0 0 2 0,0 0-1 0,18 2-1 16,-18-2-3-16,14 8-1 0,-14-8-6 16,15 13 2-16,-6-6-4 0,0 3-32 0,0-2-44 0,0 2-68 15,1-3-59-15,-1 2-68 0,3-2-95 0,-5 1-498 16,4-4-470-16</inkml:trace>
  <inkml:trace contextRef="#ctx0" brushRef="#br0" timeOffset="3084.99">25566 7372 342 0,'-4'-12'657'16,"0"2"-183"-16,-1-1-131 0,0-1-77 0,-1 3-39 16,-2 1-43-16,3 0-16 0,-3 1-32 0,8 7-17 15,-14-9-19-15,14 9-23 0,0 0-13 0,-18-3-14 16,10 10-7-16,-2 2-15 0,0 6 4 0,0 3-3 16,-2 2-17-16,6 3 31 0,-5 5-3 0,3 0 10 15,1-3 0-15,2-3-1 0,4 1-2 16,0-3 2-16,2-1-9 0,2-3-11 0,2-2-9 15,1-1-30-15,4-4-5 0,2-1-23 0,-12-8-37 16,25 1-44-16,-4-7-14 0,-1-3-17 0,6-3-35 16,-4-9-18-16,-2-1-1 0,1-6-4 15,-4 0-8-15,-5-7 23 0,-3-3 31 0,-4 0 33 16,-2-4 8-16,-4-2 82 0,-3 1 40 0,-4-2 63 16,-1 2 32-16,-4 2 27 0,2 2 53 0,-2 6 11 15,0 1 9-15,-2 5 30 0,2 2-16 0,1 6-11 16,3 3-14-16,-1 1-28 0,3 2-28 15,1 4-30-15,1 2-19 0,5 7-17 0,-10-12-18 16,10 12-9-16,0 0-14 0,-9-6 1 0,9 6-7 16,-4 9-1-16,4-9-4 0,-2 22 1 15,3-6-1-15,0 6 41 0,4 3-55 0,2 6 42 0,3 2-56 16,-2 1-8-16,3 2-11 0,2 0-23 0,-1 0-45 16,-1 2-37-16,4-2-68 0,1-2 8 15,-2-2-43-15,0-1-46 0,2-5-24 0,-1-2-100 16,-3-8-158-16,3-4-94 0</inkml:trace>
  <inkml:trace contextRef="#ctx0" brushRef="#br0" timeOffset="3419">25773 7401 311 0,'0'0'654'16,"14"-9"-186"-16,-14 9-54 0,13-13-61 0,-13 13-32 15,8-12-55-15,-8 12-15 0,5-10-2 0,-5 10-11 16,4-10-24-16,-4 10-31 0,0 0-33 0,5-10-39 16,-5 10-21-16,0 0-19 0,0 0-19 0,0 0-10 15,0 0-11-15,0 0-5 0,0 0-5 0,14 3-4 16,-14-3-6-16,6 11-7 0,-2-4 1 15,3 2 29-15,0-1-62 0,-2-2-17 0,4-1-9 16,-9-5-7-16,18 11-6 0,-18-11 6 0,18 5 1 16,-18-5-13-16,23-2 10 0,-12-3 1 15,1-4 3-15,2-2 4 0,0-2 6 0,-5-2 0 16,0-4 14-16,0 1 9 0,-4-2 2 0,0-3 2 16,-3 6 10-16,0-2-11 0,-2 4 29 0,-2 0 53 15,-1 3-57-15,1 0 54 0,-2 2-54 0,4 10 1 16,-12-10 0-16,12 10 3 0,0 0-1 0,-23 8-3 15,8 3 2-15,2 4-6 0,-1 3 5 0,1 0-14 16,1 6 14-16,2-1-12 0,4-2 14 0,1 0-12 16,2 0 11-16,2-2-12 0,2-3 0 15,2 1-32-15,2-4-28 0,1 0-77 16,2-3 6-16,6-3-49 0,-14-7-33 0,26 3-61 16,-10-7-65-16,6-3-344 0,4-7-219 0</inkml:trace>
  <inkml:trace contextRef="#ctx0" brushRef="#br0" timeOffset="3584.99">26176 7251 525 0,'0'0'559'0,"9"-12"-78"0,-9 12-107 0,5-10-64 16,-5 10-62-16,0 0-57 0,0 0-47 0,0 0-28 16,0 0-28-16,0 0-13 0,0 0-7 0,0 0-19 15,-2 13-9-15,2-13-10 0,-4 20-5 0,3-7 0 16,-1 1-6-16,1-1-8 16,0 1-1-16,1-2-11 0,0 2-28 0,2-2-34 15,0 0-66-15,0-3 14 0,-2-9-42 0,10 14-54 16,-10-14-66-16,0 0-46 0,22 0-278 0,-12-6-135 15</inkml:trace>
  <inkml:trace contextRef="#ctx0" brushRef="#br0" timeOffset="4085">26332 7057 406 0,'1'-35'469'0,"1"5"-56"15,-2 3-113-15,1-1 24 0,-1 6-38 0,1 2 29 16,-2 6-39-16,1 0-24 0,0 4-47 16,0 10-51-16,0-20-24 0,0 20-31 0,1-12-17 15,-1 12-29-15,0 0-4 0,0 0-12 0,0 0-6 16,14 10-5-16,-6 4-6 0,0 4-4 15,1 2-1-15,2 8 38 0,1-1-55 0,-1 5 42 16,-2-3-72-16,0 3-2 0,-1-2-16 0,1-2-9 16,-4-4-12-16,0-1 7 0,-1-4 3 0,0-3 8 15,-2-5 11-15,1 0 4 0,-3-11 14 0,5 14 4 16,-5-14 5-16,0 0-5 0,0 0 10 0,0 0 4 16,13-2 3-16,-8-6 3 0,1-3-5 0,3-3 7 15,1-2 0-15,-1-1 52 0,4 1-65 16,-1 0 11-16,-1 2 0 0,3 1-1 0,-5 3 2 15,3 1-4-15,-5 1 1 0,2 2 8 0,-9 6 2 16,17-8-2-16,-17 8 9 0,0 0-9 0,20 2 17 16,-20-2 1-16,16 9-2 0,-10-1-7 15,-1 0 5-15,-1 3-4 0,0-1-8 0,-3 1 0 16,3-1 0-16,-4 2-8 0,0-12-10 0,-1 18-15 16,1-18-32-16,-3 15-36 0,3-15-34 0,-4 10-17 15,4-10-58-15,0 0-32 0,0 0 17 0,0 0-21 16,-9-11 62-16,9 0 0 0,-1-3 72 15,1-6 13-15,1-6 56 0,1-2 18 0,-1-8 69 16,0-1 6-16,2 0 20 0,-2 2 46 0,2 7-29 16,-1 1 55-16,-2 4-38 0,4 6 59 0,-4 0-51 15,1 4 10-15,-1 13-55 0,1-20 9 0,-1 20-44 16,2-11 17-16,-2 11-43 0,0 0 27 0,0 0-47 16,0 0 9-16,0 0-73 0,8 12 14 15,-5-2-53-15,4 3-39 0,0-2-50 0,2 5-55 16,0-5-22-16,0 3-57 0,5 2-161 0,-1-4 52 15</inkml:trace>
  <inkml:trace contextRef="#ctx0" brushRef="#br0" timeOffset="4368.99">26889 6921 441 0,'17'1'422'0,"-17"-1"-71"15,0 0-77-15,0 0-18 0,17-1-27 0,-17 1-68 16,0 0 32-16,0 0-31 0,0 0-50 0,0 0-39 16,4 10 2-16,-4-10-6 0,-8 15-14 0,3-5-12 15,0 2-5-15,-2 2-10 0,3 1-1 0,-2 0-15 16,3 1 4-16,1 1-8 0,1-3 5 15,1 1-1-15,1-3-1 0,3 1-1 0,0-3-1 16,1-1 0-16,4-1-7 0,-9-8 6 16,19 9-7-16,-19-9 5 0,25-1 1 0,-9-4-5 15,1 0 18-15,2-4 63 0,-4-3-50 0,1 0 85 16,-4-1-49-16,1 1 2 0,-5-2 2 0,-3 1-4 16,-1-1-5-16,-3 1-10 0,-2 1-19 0,-3-1-2 15,-4 2-14-15,-1 0-19 0,-2 0 4 0,-3 2-19 16,0 1-2-16,0 2-47 0,0 0-8 0,3 2-89 15,11 4 4-15,-21-5-61 0,21 5-55 0,-16-5-53 16,16 5-443-16,-11-5-293 0</inkml:trace>
  <inkml:trace contextRef="#ctx0" brushRef="#br0" timeOffset="4935.99">27139 6786 404 0,'28'0'464'0,"-28"0"-87"0,25 4-111 0,-25-4-25 16,23 7-76-16,-12-1 20 0,0 2-68 0,-1 2 38 15,-3 1-66-15,0 0 42 0,-2 3-41 0,-4-3-7 16,2 3-25-16,-3-1-5 0,-1 2-7 0,-1-1 37 16,-2-1-61-16,-1 2 40 0,1 0-60 15,2-5 38-15,-1 2-52 0,3-12 58 0,-5 14-54 16,5-14 52-16,-5 13-26 0,5-13 48 0,0 0-66 16,0 0 64-16,0 0-56 0,0 0 41 15,0 0-52-15,4-20-8 0,2 5 13 0,1-5-3 16,0-1-22-16,6-7 29 0,-1 1-26 0,1 1 35 15,2-1-19-15,-4 9 20 0,6-6-26 0,-2 2 30 16,-1 5-16-16,0 1 25 0,0 2-20 0,1 3 11 16,-3 2-16-16,1 1 19 0,1 5-24 0,-14 3 13 15,25-3-17-15,-25 3 21 0,28 8-21 0,-14-2 19 16,1 5-22-16,2 2 23 0,-3-2-16 16,2 3 14-16,0 1-20 0,0-3 22 0,2 1-21 15,-1-2 22-15,1-1-17 0,0-1 30 0,-1-2 8 16,0-2-5-16,1-2-8 0,0-3-9 15,5-3 3-15,0-4-6 0,5-2-2 0,0-5-15 16,-2-3 8-16,1-2-9 0,-2-5 16 0,-2-3-17 16,-1-4 12-16,0-12-11 0,-3-3 11 0,-4-6-3 15,-1 0-2-15,-3-4-1 0,-1-2 5 0,-1-2-3 16,-1 2-18-16,-2-1 14 0,-5 11-1 0,-1 5 18 16,-2 1-14-16,-5 4 16 0,-2 8-11 0,-3 2 13 15,0 8-12-15,-1 4 20 0,-2 5-13 16,-1 3-2-16,0 3-5 0,16 5 0 0,-39 7-1 15,11 7-4-15,1 4 12 0,-1 7-12 0,-2 9 9 16,0 3-9-16,5 3 11 0,3 3 6 0,3 4-2 16,2 2-10-16,8-7 6 0,5 4-4 15,-1 1 9-15,5 2-11 0,3-4 4 0,2 2-9 16,1-3-8-16,3-2-62 0,0-1-27 0,0-2-62 16,3-2-35-16,-2 0-79 0,0-4-104 0,0-1-451 15,1-3-396-15</inkml:trace>
  <inkml:trace contextRef="#ctx0" brushRef="#br0" timeOffset="5319.99">24379 8632 709 0,'-31'11'782'16,"7"-2"-162"-16,5-3-169 0,5 1-90 0,1-4-114 15,13-3-13-15,-15 6-92 0,15-6 15 0,0 0-76 16,0 0 23-16,19-17-56 0,18 0 36 0,17-8-62 16,16-8-4-16,34-13-4 0,19-3-2 0,16-6-3 15,11-3-3-15,17-8-1 0,13 0 2 0,12-6-5 16,8-1-6-16,7-4 52 0,5-1-68 15,1 1-15-15,-1-1 1 0,-4 6 11 0,1 0-1 16,-10 6 25-16,-9 4-3 0,-15 5 14 16,-13 6 5-16,-16 4 0 0,-17 4 3 0,-15 7 0 15,-38 9 9-15,-10 5 4 0,-11 4 19 0,-18 4 9 16,-3 1 0-16,-12 3-12 0,-4 3-25 0,-9-1-34 16,-9 8-58-16,0 0-47 0,-7-12-50 0,-11 12-43 15,-12 2-34-15,-9 3-48 0,-7 4-80 0,-17 2-496 16,-1 5-471-16</inkml:trace>
  <inkml:trace contextRef="#ctx0" brushRef="#br0" timeOffset="6503.99">24654 11640 899 0,'1'-11'648'0,"-1"11"-174"15,0-13-109-15,0 13-73 0,0 0-91 0,-5 17-30 16,3 8-46-16,-2 14-14 0,-1 10 34 0,-3 19-79 16,2 11-27-16,-2 11 7 0,0 31-20 15,3 6 9-15,1 9 6 0,3 9 3 16,1 9-8-16,1 5-1 0,3 5 7 0,0 5-17 16,1 5-14-16,0 3 7 0,3-6-15 0,-4-6 18 15,-2-6-8-15,1-11-12 0,-2-8 8 0,-1-12-13 16,2-32 4-16,-2-7 2 0,0-8-17 0,2-10-36 15,-1-9-56-15,2-19-48 0,-2-4-55 0,2-13 4 16,-1-5-45-16,2-8-68 0,-4-13-49 0,0 0-293 16,0 0-190-16</inkml:trace>
  <inkml:trace contextRef="#ctx0" brushRef="#br0" timeOffset="7153">24906 12277 272 0,'-9'-45'588'0,"2"2"-173"16,-4 0-21-16,0 3-71 0,-1 4-103 0,3 3 21 15,-1 1-49-15,1 3-44 0,5 4-28 16,0 0-25-16,3 1-27 0,5-1-30 0,2 2 14 16,7-6-34-16,6 1 20 0,8-1-30 0,9-4 27 15,9 0-19-15,6 2 1 0,9-4-12 16,9 0 24-16,23-8-25 0,8 0 23 0,9 0-27 15,10 0 17-15,6-1-21 0,5 1 23 0,7 1-16 16,5-2 8-16,7 0-9 0,7 0-16 0,1 1-16 16,1 0-1-16,6 1 5 0,1 1-30 0,5 0 39 15,-5 1-23-15,2 7 28 0,-6 3-15 0,-3 1 40 16,-7 7-20-16,-5 1 37 0,-12 9-21 0,-31 6 31 16,-9 1-25-16,-7 5 23 0,-9 5-30 15,-7 1 24-15,-10 5-26 0,-6 4 30 0,-8 4-23 16,-12 0 25-16,-3 6-9 0,-2 8 15 0,-4 6-4 15,-3 5-8-15,-5 5-8 0,-3 5 10 0,-2 6-19 16,-1 5 8-16,-1 4-20 0,2 6 16 0,1 7-15 16,5 3 10-16,12 23 27 0,3 2 8 15,9 4 9-15,5 3-12 0,5 0-1 0,3 0 3 16,4 2 10-16,5 1-12 0,-1 1 4 0,1 2 4 16,1-4-16-16,-4-4 1 0,2-4-10 0,-5-4 3 15,-6-6-6-15,-5-2 1 0,-6-6-10 0,-13-21 6 16,-5-2-9-16,-8-4 1 0,-5 0-12 15,-9-15 8-15,-4-2-8 0,-7 6 13 0,-5-5-16 16,-7-4 4-16,-7-2-5 0,-5-7-5 0,-7-3 5 16,-6-2 0-16,-7-4 3 0,-10-3-1 0,-8-3 1 15,-12 0-3-15,-25 0-4 0,-11 2 7 16,-7-3-3-16,-9 0 2 0,-12 1 3 0,-14-1-8 0,-10 3 5 16,-14 2-2-16,-16 4 1 0,-12 5-9 15,-9 6 7-15,-11 3-1 0,-7 3 0 0,-3 3-2 16,-4 3-1-16,0 0 1 0,4-2-10 0,8-1-5 15,11-4-12-15,9-3-12 0,18-6-20 16,18-5 1-16,21-8-25 0,20-5 0 0,40-12-57 16,17-5-6-16,13-8-71 0,24-5 24 0,11-7-71 15,10-7-75-15,14-9-120 0,10-4-195 0,16-14-190 16</inkml:trace>
  <inkml:trace contextRef="#ctx0" brushRef="#br0" timeOffset="7640">25511 12387 450 0,'-9'-20'532'0,"-1"0"-171"0,-1-1-51 0,0 0-109 16,2-1 4-16,-1 4-85 0,2 0 43 15,1 2-61-15,0 2 66 0,2 4-43 16,0 1 15-16,5 9-36 0,-8-15-3 0,8 15-33 16,-6-8 5-16,6 8-33 0,0 0 5 0,-17 17-24 15,8 3-3-15,0 11-4 0,-2 8 15 0,-1 12-28 16,3 6 21-16,3 3 5 0,2 2-19 0,4 1-9 15,9-2 17-15,1-2-17 0,8-4 20 0,4-5-12 16,8-7 18-16,4-4-10 0,8-6 21 0,8-8-16 16,8-8-2-16,3-8-2 0,6-8-2 0,4-10 11 15,-2-7-15-15,2-8 8 0,0-5-5 0,-2-6 22 16,-2-5 18-16,-6-6 19 0,-3-1 9 16,-7-6-11-16,-8 0-9 0,-8-5-12 15,-10-1-5-15,-8 1-13 0,-7 0-2 0,-10 13-3 16,-9 0-7-16,-5 7-1 0,-14-4-2 0,-6 7-5 15,-11 9-5-15,-8 8 0 0,-5 7-9 0,-6 6-5 16,-4 9-11-16,-2 4-24 0,4 6-30 0,2 3-75 16,7 4-35-16,7 2-67 0,5 3-9 0,17-5-68 15,5 3-93-15,9-3-353 0,9-5-300 0</inkml:trace>
  <inkml:trace contextRef="#ctx0" brushRef="#br0" timeOffset="8004">27317 11831 705 0,'12'-11'874'0,"-4"1"-217"0,-4 1-153 15,-4 9-152-15,0-14-88 0,0 14-64 0,-18-7-42 16,4 4-33-16,-9 7-25 0,-9 4-21 0,-5 5-24 16,-10 11 32-16,-2 7-49 0,-1 7-10 0,3 8-5 15,2 6-6-15,4 7-5 0,5 4-4 16,7 1 1-16,6-2-5 0,8 1-3 0,10-5-3 15,7-10-10-15,12 4-14 0,6-6-8 0,10-6-6 16,8-6 1-16,7-5 1 0,5-9 4 0,4-8-3 16,-7-7 8-16,3-5 5 0,1-5 7 15,9-8 2-15,1-6 3 0,-4-5 6 0,-3-3-4 16,-4-4 29-16,-3-5 6 0,-7-2 17 0,-3-5-8 16,-8-2-2-16,-7-4-1 0,-6 2-5 0,-9 6-6 15,-6 1 3-15,-9 2-4 0,-7 3-7 0,-8 4 0 16,-15 0-11-16,-8 7-4 0,-9 8-13 15,-7 6-19-15,-7 9-33 0,-9 5-49 0,-5 9-103 16,-3 8 12-16,-22 13-76 0,-2 6-93 0,0 4-475 16,7 8-443-16</inkml:trace>
  <inkml:trace contextRef="#ctx0" brushRef="#br0" timeOffset="8421">26252 13725 644 0,'-12'-16'728'0,"-1"4"-195"0,-6 1-126 0,-3 5-83 16,-4 5-96-16,-4 3-35 0,-6 9-52 0,1 4-19 15,-8 9-36-15,1 4-5 0,2 5-27 0,6 4-2 16,2 1-25-16,5 4 9 0,4 4-17 15,9-9 6-15,4 3-8 0,3-1 3 0,7-2-6 16,8 1-3-16,2-4-15 0,6-3 6 0,5-2-7 16,6-5 15-16,6-5-11 0,7-4 5 15,5-6-11-15,2-7 17 0,19-5-7 0,0-8-7 16,0-8-8-16,2-6 3 0,1-6-1 0,4-7-13 16,10-12 18-16,-1-2-10 0,-9-5 23 0,-17 7-3 15,-5-3 22-15,-6-1 6 0,-8-3 19 0,-4 4 10 16,-11 3 12-16,-8 10 1 0,-8 0 35 0,-8 5-52 15,-7 2-9-15,-11 6-12 0,-7 4-7 0,-11 6-9 16,-15 3-8-16,1 9 0 0,-15 6-16 0,-6 7 30 16,-3 3-77-16,0 6-30 0,1 7-22 15,3 1-58-15,4 6-1 0,11 2-76 16,8 2 31-16,12 0-57 0,15-5-65 0,8-1-74 16,12-4-306-16,8-4-236 0</inkml:trace>
  <inkml:trace contextRef="#ctx0" brushRef="#br0" timeOffset="8736.99">27726 13390 318 0,'16'-17'862'0,"-7"3"-226"0,-4 6-131 16,-3-2-118-16,-2 10-100 0,0-12-58 0,0 12-46 16,0 0-36-16,-18-3-36 0,6 9-17 15,-5 7-21-15,-5 9-14 0,-1 3 35 0,3 6-65 16,-1 4-4-16,3 3-6 0,6 0-12 0,2 4 1 15,7-2-3-15,5-1-2 0,6-3-18 0,5-4-8 16,5-3-27-16,6-4 2 0,4-4-35 0,1-4 13 16,3-6-29-16,3-5 33 0,-6-5-20 0,10-4 33 15,-2-7-24-15,1-5 53 0,6-9-22 0,-2-3 57 16,-4-5 3-16,-1-3 39 0,-6-5 22 0,-5-2 5 16,-3-5 44-16,-7-4-78 0,-5-2-5 15,-8 6-20-15,-4-1 7 0,-7 4-16 0,-8-6-5 16,-9 6-24-16,-11 6-11 0,-8 9-84 15,-14 6-16-15,-8 8-66 0,-12 7-23 0,-8 7-111 16,-13 9-507-16,-24 3-413 0</inkml:trace>
  <inkml:trace contextRef="#ctx0" brushRef="#br0" timeOffset="9570.99">22407 14936 365 0,'0'0'642'0,"-11"6"-225"15,11-6-81-15,0 0-110 0,0 0-53 0,28-10-40 16,6-1-32-16,17-9-26 0,12-2-18 15,10-5-4-15,29-10-11 0,10-5-11 0,8-2 3 16,8-5 2-16,6-1 15 0,5-3 39 31,5 1-21-15,5-2 23-16,2 0-27 0,-1 4 4 0,-2 0-16 0,-3 4 11 0,-7 1-29 0,-5 5 4 0,-12 4-21 0,-7 3 0 0,-29 9-10 0,-6 3-4 0,-10 4 5 16,-8 1-47-16,-20 4 0 0,-5 2-72 0,-5 4 33 15,-11 1-38-15,-20 5 40 0,19-2-33 16,-19 2-13-16,0 0-29 0,0 0-61 0,-23 4-18 15,0 0-20-15,-5 0 19 0,-10-2-1 0,-6 2 58 16,0 0 36-16,-5-4 111 0,-2 0 40 0,0-3 35 16,-11-3 50-16,4-3 15 0,1-3 27 15,2-2 6-15,10 2 0 0,6-3-12 0,2 0-10 16,2-2-14-16,3 2 10 0,5 2 27 0,2-1 28 16,6 3-11-16,3-1-18 0,2 2-17 0,5 1-22 15,1-1-23-15,5 1-18 0,0-2-13 0,3 11-7 16,8-18-13-16,3 6-6 0,7-1-5 15,9 1-4-15,5 0 11 0,5 4-19 0,3 4 10 16,4 0-12-16,5 4 1 0,2 0 2 0,3 5-1 16,7 3 0-16,-2 0 3 0,-8 4 1 0,-9 1 4 15,-4 4 1-15,-8 1 11 0,-4 6 11 0,-8 2 11 16,-8 4-7-16,-10 0-6 0,-11 9-3 0,-14 10-14 16,-9 2-7-16,-10 1-23 0,-20 16-68 15,-8-2-141-15,-4 1-3 0,-6 0-139 0,-7-1-147 16,4-3-274-16,1-6-308 0</inkml:trace>
  <inkml:trace contextRef="#ctx0" brushRef="#br0" timeOffset="11087.99">21606 12150 28 0,'12'-17'426'16,"-3"1"-120"-16,1 0-53 0,-1 0-41 0,-1 4-11 15,-3-1-50-15,0 3-19 0,0 0-14 0,-1 2 4 16,-4 8-27-16,4-16 39 0,-4 16-54 0,1-11 37 15,-1 11-39-15,-1-13 45 0,1 13-65 16,-4-9 36-16,4 9-37 0,-9-8 22 0,9 8-44 16,-9-7 27-16,9 7-40 0,0 0 24 15,-23 0-43-15,13 7 36 0,-4 1-32 0,-3 9 30 16,-2 5-36-16,1 6 25 0,-1 5-27 0,-3 15 26 16,2 4-26-16,-2 5 26 0,5 1-14 0,-1 2 26 15,4 0 3-15,1 2-5 0,6-2-10 0,3-11-19 16,1-4 24-16,6 2-7 0,2-3 16 0,4-4-12 15,6-4 18-15,5-4-20 0,3-3 13 0,5-7-21 16,2-2 11-16,5-8-15 0,3-5 9 16,4-5-18-16,2-7 12 0,1-7-17 0,7-9 13 15,2-4-2-15,-2-6-9 0,0-5 8 0,-4-5 13 16,-2-5 20-16,-5-1 0 0,-8-6-6 0,-6 0 3 16,-11-5-15-16,-13 8 2 0,-9-8-27 15,-17 2-4-15,-13 6-41 0,-14 10-72 0,-16 12-18 16,-16 10-63-16,-15 16-79 0,-40 15-200 0,-5 16-316 15,-16 10-338-15</inkml:trace>
  <inkml:trace contextRef="#ctx0" brushRef="#br0" timeOffset="17257.5">13485 15837 867 0,'-18'4'578'0,"0"-1"-147"15,2-1-101-15,-1 0-70 0,17-2-66 0,-27 4-45 16,27-4-26-16,-20 3-21 0,20-3-18 0,-15 2-18 16,15-2-10-16,0 0-4 0,0 0-13 0,0 0-4 15,-8-6 12-15,22-3-22 0,11-6-4 0,10-4-7 16,16-7 4-16,14-5 1 0,25-9 0 0,13-6 6 16,7-3 26-16,12-4 8 0,12-2 18 0,9 1 20 15,12-3 1-15,6 1-11 0,3 3-6 0,5 1-8 16,2 2-8-16,-3 2-16 0,-5 2-8 15,-9 6-10-15,-11 3-2 0,-6 3-3 0,-13 4-14 16,-11 2-10-16,-30 10-6 0,-5 0-9 16,-9 3-1-16,-9 1 1 0,-14 4 1 0,-5 2 7 15,-4 0-4-15,-10 3 2 0,-3 0 5 0,-3 2 1 16,-6 0 1-16,-15 3 4 0,25-5 8 0,-25 5 21 16,16-4 26-16,-16 4 7 0,0 0-12 0,16-3-12 15,-16 3-10-15,0 0-8 0,0 0-6 0,-2-12-4 16,2 12 1-16,-14-11-19 0,2 3-10 0,-4-3-19 15,0-1-15-15,-5-5-15 0,-4 1-5 16,1-3-2-16,0-2 0 0,-3 0 12 0,0-2 10 16,0-2 12-16,3 3 6 0,-3-2 3 0,4 2 7 15,0-2 6-15,0 3 11 0,3 2-3 16,3 4 14-16,-1 2 4 0,2 1 16 0,1 1 23 16,4 2 16-16,2 1 29 0,-1 1-7 0,10 7-2 15,-13-9-13-15,13 9-7 0,-11-6-20 0,11 6-11 16,0 0-10-16,-12-7-9 0,12 7-8 0,0 0 11 15,0 0-14-15,0 0 16 0,14 10-15 0,2-2 12 16,11 4-21-16,5 1 17 0,4 1 9 16,6-2-15-16,11 4-3 0,0-3 1 0,2 0 10 15,-10-3-25-15,2-1 25 0,-2 1-25 0,0 0 25 16,-3 0-19-16,-3-1 22 0,-1 1-21 16,-5 2 19-16,-2-1-17 0,-5 0 13 0,-6 1-21 0,-2-1 23 15,-4 3-11-15,-1 2 55 0,-8 3-21 16,-1-2 19-16,-7 7-34 0,-7 4 19 0,-4 4-36 15,-5 1 11-15,-11 9-62 0,-3 0-52 0,-4 1-58 0,-2 1-63 16,-2 0-113-16,2-1-62 0,2-2-129 16,1-4-502-16,5-4-762 0</inkml:trace>
  <inkml:trace contextRef="#ctx0" brushRef="#br0" timeOffset="18491.5">16162 14490 354 0,'0'0'637'15,"0"0"-213"-15,-13-7-70 0,13 7-113 0,0 0-11 16,0 0-84-16,0 0 12 0,-10-3-69 0,10 3 13 15,0 0-56-15,0 0 26 0,0 0-48 0,0 0 23 16,0 0-38-16,0 0 29 0,-1 16-34 16,7 2 3-16,7 8-4 0,1 5 19 0,1 4 22 15,3 9 7-15,4 4-5 0,-1 4 6 0,0-1 24 16,1 2-12-16,-1-1-13 0,0 0 0 16,1-2-8-16,-3-2-7 0,0-3-7 0,-1-8-5 15,-4-2-7-15,3-1-1 0,-3-3 0 0,0 1-3 16,0-5-8-16,0-2-11 0,-5-5-47 0,0 0-68 15,0-3-37-15,-3-4-15 0,-1-3-56 0,0-1-57 16,-5-9-149-16,4 8-199 0,-4-8-166 0</inkml:trace>
  <inkml:trace contextRef="#ctx0" brushRef="#br0" timeOffset="22243.8">19610 13916 492 0,'-11'-15'423'0,"-1"1"-111"0,2 0-67 0,-4 2-68 15,2-1-32-15,-3 2-32 0,1 0-20 0,1 2-31 16,-2 0-2-16,-1 2-13 0,1 2-8 0,-2 0-7 16,-2 0-3-16,-1 2-6 0,-3 2-2 0,-3 0-16 15,0 2 21-15,-3 1 1 0,-4 6 4 16,-1-2-3-16,-1 4 2 0,0 3-1 0,-1 2-2 15,-1 1-6-15,-6 7-1 0,-2 2 5 0,4 2-4 16,-2 3 34-16,2 2-46 0,0 1 38 0,-1 3-48 16,2 1 30-16,3 1-31 0,0 5 36 0,-2-2-51 15,5 4 48-15,2 0-51 0,2 2 12 0,1 1-1 16,1 2 0-16,5 2 4 0,0-1-5 0,0 1 7 16,5 0-1-16,0 3 2 0,4-3 1 15,-1 3 38-15,0 0-43 0,3 1 40 0,-1 4-50 16,-1 3 7-16,2 3 4 0,-2 1 9 15,4 2 8-15,-2 0 5 0,0 1-1 0,1 0 4 16,2 0-2-16,2 0 39 0,2 0-56 0,1 1 10 16,4 2-5-16,1-2-12 0,3 1 11 0,4 0-13 15,1-1 26-15,4-1-25 0,2-1 2 0,4-2 10 16,3-2 7-16,5 0-4 0,1 0 1 0,2-2 0 16,4-1 24-16,2 0 1 0,2-4-8 0,3 1-5 15,1-1-1-15,5-3-4 0,2 1-2 0,2-4-3 16,1-2 2-16,0 0-4 0,4-2 1 0,1-2 2 15,2-1 9-15,3-4-1 0,-1-1-2 16,3 0-2-16,1-3-1 0,3-1-5 0,4-3-1 16,-3-1-4-16,6-2 4 0,3-3 0 0,3-2-3 15,1-2-3-15,1-2 2 0,0-3-10 0,1-1 10 16,2-3-5-16,1-2 4 0,0-3 2 0,0 0-4 16,0-4 0-16,1-3 1 0,-1 1 4 0,0-4 0 15,-1-1-6-15,-2-2 8 0,2-2-6 0,1-3 16 16,0-1 0-16,-3-2 1 0,2-3-8 0,1-2 9 15,0-3-3-15,-2 0 12 0,0-4-17 16,16-8 2-16,-22 5-4 0,19-9 2 0,-4-3-4 0,-21 5-1 16,17-11 9-16,-5 0-16 0,-17 6 8 15,13-12-9-15,-16 9 8 0,10-12-9 0,-15 8 7 16,-1-2-3-16,13-11 0 0,-16 11 4 0,-1-2 12 16,0-3 4-16,-1 1 19 0,1-2-13 0,-3-1 1 15,-3 0-5-15,2-1-3 0,-4 0 7 0,-2-2-15 16,-1 0-6-16,-1 0 0 0,-5-2 0 15,2 0-3-15,-3 1 1 0,-1 0 6 0,-3-1-4 16,0 1 5-16,-1-1-12 0,-1 1 11 0,0-1-13 16,-2-1 0-16,2 1 1 0,-3 0 0 0,-1 1 0 15,-3 0 1-15,1 0 2 0,-1 0 8 0,-2 2 1 16,-3-1-3-16,0 1 3 0,-1 0-11 0,-3 1 7 16,-2 2-9-16,0-1 8 0,-4 2-8 15,-4 5 3-15,1 0 0 0,-2 0 9 0,0-1-10 16,-3-1 4-16,-1 2-4 0,0-1 8 0,-1 0-3 15,-2 0 1-15,-1-1-2 0,2 3 3 16,-6-2-3-16,2 3-3 0,-3-8 2 0,-4 0-7 16,3 12 6-16,-3-8-1 0,-5 1 7 0,-1 3-14 15,0-2 17-15,-4 5-4 0,-3 0-3 0,0 2 5 16,-4 1-4-16,-2 0 0 0,0 2-1 0,-2 2 0 16,-5 1-1-16,1 0 1 0,-4 2 45 0,-2 1-57 15,2 0 53-15,-5 3-55 0,-1 0 5 16,2 3 1-16,-2-2 3 0,0 2 2 0,0 1 4 0,0 1 1 15,1 2 1-15,0-2-2 0,1 3 1 16,-2-1 2-16,1 3-1 0,2-3-3 16,-2 3 0-16,0-2-1 0,7 5-1 0,-7-3 11 15,-2 0-16-15,-1 1 0 0,2 0 1 0,-2 2 4 16,1 0-1-16,6 2-2 0,-6-2 22 0,4 3-26 16,-7-2 1-16,7 4-1 0,-10-3 0 0,3 1 3 15,6 4 2-15,-9-2-3 0,7 2 3 0,-8-4-1 16,0 3-1-16,-3 1-2 0,12 2 3 0,-12-1-2 15,9 1 0-15,0 3 4 0,0-1-1 16,-2 0 0-16,0 1 1 0,0 1-1 0,-2-1 0 0,3 3-2 16,-1-1-1-16,-2 1 4 0,3 1-1 15,-2 0 0-15,1 1-2 0,0-1 1 16,2 2 0-16,-1 0 0 0,2 2-2 0,-1-1-1 16,2 4 4-16,1-1 18 0,-1 1-22 0,4 1 1 15,-2 0 1-15,4 1-1 0,-4-1 1 0,4 3-3 16,0-1-2-16,-2 3 3 0,2-1 4 0,1 2 5 15,-1 0-8-15,-7 4 1 0,7-5-2 0,-4 7 3 16,4-5 0-16,-6 6-2 0,1-2 1 0,1 3 4 16,9-4-4-16,-8 4 1 0,3-1 0 0,5-1 1 15,-5 2 1-15,7 0 31 0,1-3-38 0,-1 3 42 16,3-1-44-16,-1 1 33 16,2 2-39-16,0-1 43 0,2-1-45 0,0 3 2 15,0 0-1-15,1 0 5 0,0 1-1 0,1 2 10 16,2 1-8-16,-6 4 3 0,8-1 2 0,-1-2-2 15,-3 7 2-15,3-5 3 0,-3 5-2 0,6-5-2 16,-2 1 5-16,3-2-4 0,1 1 2 0,-2-3 1 16,3 0-1-16,2 0 1 0,-1-2 41 0,3 0-54 15,0-2 8-15,4-5 1 0,1-2 0 0,0 1-1 16,0-1 3-16,4-1 40 0,0-2-50 0,-1 0 35 16,0-1-37-16,4-3 3 0,-1 2 3 0,0-1-1 15,1 0-5-15,2-12-8 0,-1 17-16 16,1-17-29-16,0 15-28 0,0-15-33 0,-2 12-30 15,2-12-27-15,0 0-17 0,2 11-54 16,-2-11-62-16,0 0-131 0,0 0-255 0,0 0-232 16</inkml:trace>
  <inkml:trace contextRef="#ctx0" brushRef="#br0" timeOffset="25762.8">19091 14896 434 0,'0'0'437'0,"0"0"-110"0,0 0-70 0,0 0-56 16,0 0-44-16,0 0-27 0,0 0-26 0,0 0-17 15,0 0-21-15,0 0-8 0,0 0-16 0,0 0-10 16,0 0 0-16,0 0-8 0,0 0-2 0,0 0-6 15,0 0-2-15,0 0-4 0,0 0-11 0,0 0 8 16,0 0 7-16,0 0 2 0,0 0 3 0,0 0 2 16,0 0 3-16,0 0-2 0,0 0 5 15,0 0-12-15,0 0 8 0,-6-9-4 16,6 9 1-16,3-11 3 0,-3 11 2 0,4-15 2 16,0 4 2-16,-2 0-3 0,1-2-1 0,1-2-13 15,2-1 10-15,-2-3-6 0,2-1-4 0,1-3 0 16,-2 2-4-16,4-1-3 0,-2-2 3 0,4-2-18 15,4-2 20-15,-1 2-2 0,4-1 35 0,0 1-40 16,1 0 31-16,5-1-40 0,3-1 27 0,9-4-27 16,0-1 30-16,4 2 2 0,3-2-36 0,1 1 34 15,4-1-35-15,1 1 36 0,3-1-36 0,2 1 12 16,0 0-1-16,1-1-2 0,1 2 11 16,-2-1 1-16,-1 3-2 0,0-2 0 15,0 4 23-15,0-1-31 0,-4 2 28 0,2 1-31 16,-4 1 19-16,3 2-21 0,1-1 28 0,-5 2-31 15,4 2 16-15,-4 1-17 0,-4 3 32 0,-2-1-23 16,0 4 12-16,2-1-17 0,-3 2 24 0,1 2-25 16,-2 0 27-16,1 0-29 0,-2 2 23 0,-1 0-10 15,-3 2 8-15,3 1-30 0,-7 1 36 0,2 0-14 16,5 1 35-16,1 1-20 0,1-2 17 0,-1 1-25 16,0 1 25-16,5 0-27 0,1 1 16 0,2-2-10 15,0 1 14-15,4-2-18 0,1 2 19 16,1-1-7-16,-1 0 11 0,4 1-4 0,-2-1 13 15,-1 1-3-15,2 2 15 0,-1 1-9 16,2-1 7-16,-3 1-13 0,2 2-1 0,7 2-6 16,-2 3 2-16,0 3-6 0,-2 0 0 0,-3 2-11 15,-1 1 1-15,-1 2-13 0,-2 4 6 0,-2 2-2 16,-1 2-2-16,-1 1-7 0,-4 4 5 0,-3 0-2 16,-2 4 0-16,0 1-3 0,-3 2 2 0,-2 1 0 15,-3 2-4-15,-5 1 2 0,-4-7 1 0,4 10 13 16,-7-7-16-16,4 10-4 0,-3-1 5 15,-3-6-4-15,0 10 4 0,1-1-1 0,-5-7-3 16,1 2-1-16,0 8 2 0,-2-7 3 0,0-1 0 16,0 2-4-16,-4 0 4 0,2 3 1 15,-2-1-2-15,-3 1 6 0,1-1-6 0,-3 4 4 16,0-2-4-16,-3 1-3 0,-1 9 3 0,-2-3-1 16,-2 1 12-16,-1-2-14 0,0 0 0 0,-2-2 0 15,-2 0 3-15,-1-4-2 0,-1 0 2 0,-2-3-1 16,-1 1 1-16,1-2 1 0,-2-1-1 0,3-8-4 15,-6 7-1-15,4-7 1 0,-4 5 1 16,4-7-2-16,-1-1 1 0,1-1 1 0,2 1 3 16,0-3-4-16,0 0 1 0,2-3 3 0,-2 0-5 15,3-2 3-15,1-2 1 0,2-4 0 0,-1-2 3 16,0 1-3-16,-1 0-2 0,1-1-2 0,-2-1 0 16,-1-1-3-16,0 1-3 0,-3-3 3 15,-2 4-4-15,-4 0 5 0,2-2-3 0,-3-2-1 16,0 3 2-16,-3-2 0 0,0-1 0 0,0 1 3 15,-1-2 1-15,0 1 3 0,0-2-2 0,-2 1 7 16,2-1 1-16,2 0-1 0,-3-2-5 0,0 0 4 16,6-1-6-16,1-3 4 0,-2 2-7 0,0-2 0 15,1-1 2-15,-1 1-4 0,2-1 1 0,-1-1 4 16,-2 2-2-16,3-2 1 0,-2 1 2 16,0-1 0-16,-2 1 0 0,1-1 1 0,-1 1 0 15,-6 3 0-15,0-2-1 0,-2 0 0 0,-1 1 0 16,2-1 1-16,1 0 1 0,-1 0-1 0,5-1 2 15,-2-1-2-15,2 0 2 0,0-2 0 16,2-1-1-16,-2 2 0 0,0-1 1 0,0-2-1 16,-2 0 1-16,2-2 0 0,-1-1-1 0,-3 2-1 15,-4-1 0-15,-1-2 0 0,0 0 0 0,-1-1 1 16,-2-1-1-16,-1 0 2 0,-3-2 0 0,1 0-1 16,1-2 1-16,-12-3 0 0,9 2-1 0,-8-2 1 15,1-1 2-15,1-3-2 0,9 3 0 0,-5-4 0 16,7 2 1-16,4-1 0 0,-1-1 0 0,0-3-1 15,4 2 2-15,1-3 8 0,0 0-11 0,1-3 11 16,2 1-14-16,2-1 17 0,0-3-17 0,3 2 10 16,-3-2-10-16,3-1 15 0,1-1-13 15,-3-2 2-15,0-6 2 0,5 5 0 0,0 1 5 16,3-1 0-16,2 2 1 0,-1 0 8 0,3-2-6 16,1 2 6-16,2 0-8 0,2 1 0 15,1 0 2-15,0 1-3 0,3 3-2 0,3 0 5 16,-2-2-6-16,3 0-2 0,1 1 1 0,1-2 0 15,2 2 5-15,0-1 5 0,5-3-8 0,-2 1 2 16,3-1 0-16,2 1-5 0,0-2 1 0,2 4-2 16,2-2 1-16,2 0 2 0,-1 1-3 0,2 1-1 15,2 1 3-15,0 1-3 0,-2 0 4 0,4 3-4 16,-2-1 6-16,-1 2-6 0,3-1 2 0,-3 2-3 16,0 1 4-16,2 1-2 0,-1-1 1 15,0 2-5-15,0 0 6 0,3 0-4 16,-2 2-1-16,0 0 1 0,2 1 0 0,3 0 1 15,-3-1 3-15,2 1-4 0,2-2 0 0,0 2 1 16,1 1 0-16,2 0 0 0,-1 0 0 0,0 0-1 16,2 2 2-16,0 1-2 0,-2-1-2 0,2 2 3 15,-4 3 0-15,0-1 11 0,0 3-6 0,-2 0-10 16,2 3 1-16,1-2 5 0,-2 3-2 0,-1 1-2 16,2-2 2-16,0 4-1 0,-1-1 4 0,-1 2-3 15,2 0-1-15,-2 1 0 0,0 1 5 16,2 0-3-16,-2 1-2 0,1 0 1 0,3 3 0 15,1 0 5-15,-2 1-7 0,0 0 3 16,-4 1 1-16,-2-1-2 0,1 2 0 0,-1-1 0 16,-3 0 1-16,4 3 3 0,-1 0-2 0,-6-1 0 15,4 2-2-15,-5-1 4 0,2 2-3 0,-3-1 4 16,1 0-5-16,-2 1 3 0,-1 1 0 0,0-1-4 16,-3 0 1-16,2 2 1 0,-3-1 0 0,0 0-2 15,0 3 2-15,-2-2-7 0,-1 2 20 0,-1 0-14 16,1 0-2-16,-2 0 1 0,-2-1 4 0,2 0-3 15,-2-1 0-15,-1 3 1 0,0-3 0 16,-1 1 2-16,-1 1-4 0,0 1 1 16,-2-1 3-16,-1 0-2 0,-2 0-1 0,0-1 1 15,-1 0 1-15,0-2 2 0,0 1-4 0,-2-2 0 16,1 0 1-16,-1 0 3 0,-1-2-3 0,-1 1-1 16,-1-2-1-16,2-1 2 0,-2 2 2 0,2-4-3 15,-1 0 0-15,-1 1 4 0,2-1-2 0,-2-2-2 16,3 0 2-16,-4 0 3 0,2 0 0 0,-2-1-6 15,2-1 1-15,-1 2 0 0,0-1 25 16,-3-2-29-16,2 2 3 0,0-1 0 0,-5 1 2 16,0-1 2-16,1 1-2 0,-3-1-3 0,1-1 6 15,1 0-3-15,1-1 3 0,0 0-4 0,-1-1 2 16,0 0-2-16,1-1 1 0,-1 1 0 0,-1-2 8 16,1 0-6-16,19-1 2 0,-33-1-3 15,14 0 3-15,2-2 1 0,0 1 4 0,1-3-3 16,-1 0-2-16,-2-2 2 0,1-1 2 0,0-2-2 15,2 0 0-15,-2-3-2 0,1 0 3 0,0-1 1 16,3 0-5-16,0 0 4 0,1-1 6 0,2 1-3 16,1 1-1-16,2 0 0 0,-2 2-2 15,4-2 3-15,-1 2-6 0,2 1-2 0,2-1 1 16,-1 0 1-16,1 1-6 0,-1-1 3 0,1-1 0 16,1 2-1-16,2 0 4 0,0-1-10 0,0 11 3 15,0-20 3-15,0 10-4 0,2-3 0 0,1 2 1 16,1 0 1-16,-3 0 3 0,4-1-3 0,-1 1-3 15,1 0 6-15,0-1-8 0,3 0 3 16,-1 1-1-16,0-1 0 0,1 1-2 0,3 0 4 16,-3 1-7-16,1 2 6 0,0-1 3 0,0 1-5 15,-2 1 2-15,1 0 3 0,1 1-1 16,-9 6 4-16,13-9-6 0,-13 9 0 0,11-7 6 16,-11 7-5-16,0 0 0 0,14-9-1 0,-14 9 2 15,0 0 1-15,8-6 3 0,-8 6-7 0,0 0 2 16,0 0 3-16,9-5-2 0,-9 5 0 0,0 0 2 15,0 0-2-15,0 0 4 0,10-5-4 0,-10 5 0 16,0 0-1-16,0 0 5 0,0 0-3 0,0 0 1 16,0 0 1-16,0 0-2 0,0 0 6 15,0 0-7-15,0 0 1 0,0 0 2 0,0 0-7 16,10-6 8-16,-10 6 0 0,0 0 0 16,0 0 3-16,0 0-4 0,0 0-1 0,0 0 6 15,0 0-6-15,0 0 1 0,0 0 0 0,0 0 1 16,0 0 0-16,0 0 4 0,0 0-8 0,0 0 4 15,0 0 2-15,0 0 0 0,0 0-1 0,0 0 3 16,0 0 2-16,0 0 5 0,0 0-10 0,0 0 3 16,0 0 2-16,0 0 2 0,0 0-4 0,0 0 1 15,0 0-2-15,0 0-1 0,0 0 4 0,0 0-8 16,0 0 1-16,0 0 2 0,0 0-2 16,0 0-1-16,0 0 0 0,0 0-1 15,0 0 6-15,0 0-6 0,0 0-1 0,0 0 1 16,0 0 2-16,0 0-2 0,0 0 1 0,0 0-1 15,0 0 0-15,0 0 6 0,0 0-6 0,0 0 0 16,0 0 2-16,0 0-1 0,0 0 0 0,0 0 1 16,0 0-2-16,0 0 7 0,0 0-7 0,0 0-3 15,0 0 5-15,0 0 1 0,0 0-2 0,0 0 0 16,0 0 0-16,0 0 7 0,0 0-2 0,0 0-7 16,0 0 1-16,0 0 1 0,0 0-2 15,0 0 2-15,0 0 0 0,0 0 0 0,0 0 18 16,0 0-16-16,0 0-6 0,0 0 2 0,0 0 2 15,0 0-4-15,0 0-6 0,0 0-12 16,0 0-15-16,0 0-18 0,0 0-32 0,0 0-38 16,0 0-54-16,0 0-38 0,0 0-9 0,0 0-25 15,0 0-92-15,0 0-510 0,0 0-447 0</inkml:trace>
  <inkml:trace contextRef="#ctx0" brushRef="#br0" timeOffset="26862.8">13632 17355 28 0,'3'-10'772'16,"-3"10"-289"-16,6-14-125 0,-6 14-95 0,0 0-50 16,0 0-51-16,0 0-25 0,12 7-33 0,-11 4-16 15,3 5-24-15,-4 2-5 0,2 6-23 0,-2 2 17 16,0 4-1-16,-2 6 4 0,0 5 4 0,0 0 5 16,1 2-2-16,-2 3-7 0,0 3-10 0,-2 8-11 15,-2 2-5-15,-1 0-3 0,-1-1 19 16,-1 1-41-16,-3-3 8 0,3-2-18 0,1-9-61 15,1 0-55-15,-1-2-52 0,3-3-18 0,-2-4-43 16,8-6-170-16,-1-6-230 0,-2-4-166 0</inkml:trace>
  <inkml:trace contextRef="#ctx0" brushRef="#br0" timeOffset="27279.8">13823 18367 845 0,'0'0'560'0,"15"-1"-157"0,-15 1-92 0,0 0-83 16,0 0-50-16,19-1-51 0,-19 1-30 0,0 0-17 15,0 0-21-15,16-8 2 0,-16 8-19 0,12-11-4 16,-5 0-10-16,3-7-6 0,3-1-2 0,1-7-6 16,4-4-6-16,-2-2 7 0,6-12-9 15,0-1-1-15,1-2-2 0,-1-3-1 0,-3-3-1 16,-1-2 0-16,1-4-2 0,-3-1 1 0,-1-1-14 15,-5-2 1-15,0-3-2 0,-4 0-5 16,-2-2 6-16,-1 5 1 0,-3 10 7 0,1 4 12 16,-1 6 26-16,-1 4 22 0,1 10 24 0,-1 3 21 15,-3 4-1-15,2 5-15 0,-2 2-13 0,-1 3-12 16,-2 3-7-16,7 9-5 0,-13-9-7 0,13 9-5 16,-14 3-7-16,2 3-5 0,1 8-1 0,-1 3-9 15,0 8-2-15,1 6-1 0,0 5-4 0,3 1-12 16,2 4 16-16,1 2-3 0,3 3 1 0,2 0-6 15,2 2 2-15,1-1 5 0,3-1-9 16,1-2-1-16,3-1 1 0,1-4-2 16,2 0-11-16,3-4-30 0,1-2-62 0,2-4-77 15,3-4-31-15,-2-4-9 0,4-4-13 0,-3-5-34 16,2-5-142-16,-1-2-239 0,-2-6-182 0</inkml:trace>
  <inkml:trace contextRef="#ctx0" brushRef="#br0" timeOffset="27629.8">14457 17691 748 0,'0'0'420'0,"0"0"-77"0,-9-9-110 0,9 9-32 15,0 0-51-15,0 0-39 0,-18 4-18 0,18-4-20 16,-11 12-15-16,5-3-12 0,1 3-8 0,1 2-5 16,3 4-9-16,0 0-7 0,2 0-4 0,3 5-2 15,1-1-4-15,2 0 0 0,3-3 41 0,-1 0-51 16,2-3-4-16,2-1 6 0,0-2 1 0,0-4 2 15,-2-2 3-15,1-3 1 0,-12-4 6 0,23 2-10 16,-23-2 2-16,21-9 3 0,-10 1 0 16,-2-4-3-16,1-5 2 0,-5 0 43 0,1-5-49 15,-4 0 13-15,-2-2-3 0,-4-1 10 0,0 2-4 16,-3-1 5-16,-1 1 9 0,-1 3 1 0,0 2 1 16,-1 3 0-16,-3 2-14 0,2 4-8 15,0 4-4-15,11 5 3 0,-26-1-6 0,12 7-6 16,-2 4-3-16,-1 5 2 0,-2 5-27 0,5 2-27 15,-1 2-14-15,6-2-11 0,1 0-16 0,3 1-23 16,0-2-12-16,5-2-26 0,5-4-128 0,0-2 100 16,3-2-91-16,1-6-165 0,-9-5 143 15</inkml:trace>
  <inkml:trace contextRef="#ctx0" brushRef="#br0" timeOffset="28347.8">14768 17570 23 0,'7'-12'621'0,"-1"2"-228"0,-1 2-43 0,-5 8-107 0,2-14-26 15,-2 14-43-15,0 0-27 0,-1-9-31 16,1 9 2-16,0 0-31 0,0 0 4 16,-13 9-24-16,9 0 0 0,-2 3-12 0,1 3-4 15,1 4-15-15,1 4-8 0,1 2-8 0,2 1-5 16,2 1-2-16,4 8-4 0,4 3 0 0,0 1 3 16,4 0-6-16,5 11 0 0,2-1-3 0,2 0 0 15,0 1-3-15,1-1 4 0,2 1 4 0,-3-1 5 16,0-1-11-16,0 1-6 0,-4-2 5 0,-1-1-7 15,-4-9-3-15,-1 1 6 0,-4-2 0 16,2-1 20-16,-3-2-22 0,-3 0 1 0,-1-8 1 16,-2-1 1-16,0-6 2 0,-2-1 0 15,0-3 1-15,0-3-3 0,0-11-15 0,-7 15-9 16,7-15-2-16,0 0-5 0,-21-3 6 0,8-8-3 16,0-6 14-16,-6-6-6 0,0-6 5 0,1-5 14 15,0 0-13-15,-2-10 15 0,4 4-7 0,6 0 9 16,-2 0-9-16,6-1 6 0,1 2-3 0,1-2-3 15,1 1 0-15,3-2-7 0,3 3-10 0,2 0-7 16,0-1-10-16,3 1-6 0,1-1-13 0,0-2-3 16,0 0-6-16,1 1-2 0,0-2-14 15,2 1 18-15,-1 0 5 0,-1 2 4 0,1 2 34 16,-1 1 2-16,-1 2 22 0,0 4-8 16,-5 6 44-16,2 3-16 0,-2 6 53 0,-2 1-31 15,1 2 39-15,-3 13-48 0,0-19 35 0,0 19-39 16,-5-12 33-16,5 12-34 0,-7-6 33 0,7 6-30 15,0 0 30-15,-16 3-20 0,16-3-1 0,-13 12-20 16,3-1 8-16,2 3-10 0,2 2 3 0,-1 4-8 16,2 2-2-16,3 3-2 0,2 2-3 15,0 0-2-15,0 2 0 0,6 3 3 0,0 0 4 16,2 0-11-16,1-2-1 0,2-3 3 0,1-2 1 16,-2-5 0-16,3-2-2 0,0-3-3 0,2-4 0 15,-2-2-3-15,2-4 9 0,-15-5-17 0,26 0-8 16,-10-4-12-16,2-4 2 0,-2-5 4 0,-1-4-4 15,2-5 5-15,-2-3 1 0,-2-1 9 16,-4-3 22-16,-2 4-21 0,-3-1 30 0,-4 1-31 16,0 0 42-16,-4 1-13 0,-2 3-11 0,0 1 15 15,-3 4-12-15,-3 2 9 0,2 5-5 16,-2 3-1-16,12 6-2 0,-24-1-25 0,8 6 22 16,0 3-17-16,-2 4 25 0,3 2-32 0,0 4 7 15,3 1 2-15,2 1-11 0,0 0-20 0,5 0-22 16,1-3-18-16,4-4-39 0,0-2-124 0,1-1 101 15,-1-10-109-15,10 10 21 0,-10-10-155 0,0 0 203 16</inkml:trace>
  <inkml:trace contextRef="#ctx0" brushRef="#br0" timeOffset="28879.8">15368 17413 589 0,'9'-12'398'0,"-4"5"-35"0,0-2-104 15,-5 9-32-15,7-12-58 0,-7 12-22 0,0 0-41 16,0 0-9-16,0 0-24 0,0 0-6 0,0 0-12 15,9 13-12-15,-7-2-9 0,-1 2-11 0,2 1-4 16,3 3-16-16,-1 2 6 0,3 1-9 0,-1-2 14 16,1-1-19-16,0-2 16 0,1-1-17 0,1-2 14 15,1-3-13-15,0-2 8 0,2 0-30 0,-13-7 14 16,20 3-20-16,-20-3 26 0,22-5-33 16,-9-1 33-16,-1-7-35 0,0 1 40 15,-2-3-36-15,1-3 56 0,-2 0-16 0,-2-1-31 16,-2-2 45-16,1 1-32 0,-3 0 38 0,1 2-19 15,-3 3 33-15,0 2-13 0,1 1 31 0,-1 3-12 16,-1 9 10-16,2-15-6 0,-2 15-10 0,0 0-15 16,0 0-2-16,0 0-7 0,0 0 8 0,0 0-12 15,12 13 5-15,-6-3 0 0,-2 4-1 0,3 1-4 16,-1 1-3-16,2 2-9 0,0-5 12 0,0 0-6 16,0-2 0-16,2 0-10 0,-1-5 4 0,-1 1-4 15,-8-7 17-15,19 3-19 0,-19-3 14 0,18-4-3 16,-5-4 2-16,-2-5-5 0,1-1 0 0,-2-7-2 15,0-4 2-15,-1-4 3 0,-1-4-13 16,-3-4 5-16,-1-2-1 0,-3-6 16 16,-2-2-10-16,-3-16 13 0,-1-1 1 0,-3 0 13 15,0 2 11-15,1 4 28 0,3 13 29 0,-1 6 17 16,0 6 6-16,2 8-3 0,1 4-5 0,-1 4-7 16,0 6-15-16,3 11-8 0,-3-11-27 0,3 11-10 15,0 0-5-15,-6 14-8 0,4-1-6 0,2 10 8 16,-1 3-21-16,-2 10 12 0,6 5-19 0,-2 5 9 15,0 1-36-15,3 1-21 0,0 13-98 16,2-2-87-16,-2-13 6 0,2 0-37 0,0-3-16 0,-1-3-24 16,0-4-74-16,3-4-268 0,-2-7-174 15</inkml:trace>
  <inkml:trace contextRef="#ctx0" brushRef="#br0" timeOffset="29032.8">15782 17352 28 0,'-9'-11'727'16,"0"0"-146"-16,1 1-127 0,0-2-88 0,0 1-81 15,3 0-54-15,-2 1-78 0,3-1-30 0,1 0-37 16,0-2-11-16,3 1-24 0,3-5-3 0,2 2-14 16,2-3-14-16,2 0-21 0,3 1-32 0,1 2-33 15,1 1-55-15,4 1 10 0,-4 3-59 0,0 5-54 16,-4 1-113-16,-10 4-304 0,18 2-171 0</inkml:trace>
  <inkml:trace contextRef="#ctx0" brushRef="#br0" timeOffset="29362.8">14559 18465 402 0,'-21'20'691'16,"3"-6"-192"-16,4 0-131 0,3-4-88 15,4-2-73-15,7-8-44 0,0 0-45 0,0 0-14 0,0 0-14 16,27-4 4-16,3-11 9 0,15-11 26 0,8-5 23 15,8-5 11-15,25-16 22 0,6-5-18 16,4-5 28-16,8-1-46 0,3-5 3 0,-1 2-29 16,-1 0-25-16,-6 2-51 0,-5 3 16 0,-7 5-37 15,-9 3 9-15,-21 13-20 0,-4 2-4 0,-3 6-2 16,-8 1-1-16,-10 8-2 0,-4 5-1 0,-5 1-2 16,-4 5-9-16,-4 2-6 0,-4 2-4 0,-1 2 0 15,-10 6-3-15,9-8-22 0,-9 8-23 0,0 0-23 16,0 0-34-16,0 0-18 0,0 0-45 15,-10 7-42-15,-1-2-19 0,2-1-24 0,-2 3 17 0,-1 0-67 16,0-1-89-16,-1-2-314 0,1 0-246 16</inkml:trace>
  <inkml:trace contextRef="#ctx0" brushRef="#br0" timeOffset="30496.8">16774 14596 78 0,'0'0'682'0,"0"0"-243"15,-14-7-99-15,14 7-87 0,-11-7-56 0,11 7-30 16,-14-6-41-16,14 6 9 0,-10-6 1 0,10 6 2 15,-12-8 16-15,12 8 6 0,-10-6 1 0,10 6-17 16,-9-8-28-16,9 8-23 0,-5-15-20 0,2 5 14 16,2-2-46-16,5-4-10 0,1-7-6 0,7-4 4 15,5-6-13-15,9-7 7 0,6-3-15 16,4-5 9-16,10-3-12 0,5-3-3 16,22-15 2-16,1-2 3 0,8 0 2 0,1-2 9 15,7 3 4-15,-2 3 13 0,0 3-5 0,-1 3 8 16,-3 6-7-16,-3 3-6 0,-17 13 2 0,0 6-12 15,-5 4 5 17,-4 3-7-32,-7 5-2 15,-11 5-7 17,-2 5 3-32,-6 2-8 15,-5 2 0-15,-4 1 3 0,-2 3 0 0,-18 3 0 16,25-2 3-16,-25 2-4 31,20 0 9-31,-20 0 1 0,0 0 7 0,20 4 7 0,-20-4-5 31,0 0 2-31,14 6-3 0,-14-6-5 0,0 0-2 0,10 8-1 0,-10-8-4 0,0 0 3 0,7 7-9 0,-7-7-1 0,0 0-3 0,0 0-1 0,5 9-3 0,-5-9-4 0,0 0-4 0,0 0-8 0,0 0-3 0,0 0-6 0,0 0-9 0,0 0-47 0,0 0-23 16,0 0-19-16,0 0 31 0,-17-5-6 0,7 0 43 0,-3-1-11 0,-3-2 37 0,-3-1-13 0,0 1 32 0,-2 0-22 0,3-1 35 0,-4 2-18 0,4-1 28 0,-2 2-10 16,3 1 22-16,2 1-6 0,-3 1 25 0,4-2-7 15,-2 4 18-15,16 1-4 0,-25-4 16 16,25 4-10-16,-17-3 4 0,17 3-14 0,-15-1-1 15,15 1-13-15,0 0 2 0,-18-3-12 16,18 3 3-16,0 0-13 0,0 0 7 0,0 0-13 0,-18-2 4 16,18 2-4-16,0 0 9 0,0 0-8 15,0 0 9-15,14 5-3 0,-2-1 11 0,4-1-3 16,6 2 10-16,4 0 1 0,3 4 9 0,3-2-5 16,0 2 6-16,0 0 0 0,-1-1-3 0,-2 4-5 15,-5-3-7-15,-1 0-5 0,-3 2-4 0,-1 0-1 16,-4 3-2-16,-1 3 3 0,-6 3-4 0,-6 2-12 15,-4 8-72-15,-7 6-112 0,-12 12-120 16,-8 1-160-16,-4 2-485 0,-8 2-633 0</inkml:trace>
  <inkml:trace contextRef="#ctx0" brushRef="#br0" timeOffset="31547.81">17915 13518 263 0,'0'0'396'0,"0"0"-99"16,-1-10-42-16,1 10 6 0,0 0-69 0,0 0 18 15,-3-11-52-15,3 11 47 0,0 0-5 0,0 0-13 16,0 0-22-16,-3-10-13 0,3 10-18 0,0 0-30 15,0 0-24-15,0 0-15 0,0 0-13 16,0 0-4-16,0 0 3 0,11 18-18 0,-3 0 10 16,3 11-18-16,3 3-7 0,-1 7-2 0,4 9-4 15,0 2-3-15,-2 4-3 0,-1 2-24 0,0 0-89 16,-1 2-64-16,1-2-117 0,-5 0-155 0,1-1-335 16,-1-10-308-16</inkml:trace>
</inkml:ink>
</file>

<file path=ppt/ink/ink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20T06:24:38.115"/>
    </inkml:context>
    <inkml:brush xml:id="br0">
      <inkml:brushProperty name="width" value="0.05292" units="cm"/>
      <inkml:brushProperty name="height" value="0.05292" units="cm"/>
      <inkml:brushProperty name="color" value="#FF0000"/>
    </inkml:brush>
  </inkml:definitions>
  <inkml:trace contextRef="#ctx0" brushRef="#br0">22132 12914 46 0,'3'-10'447'0,"-3"10"-115"0,0-20-64 16,0 20-35-16,-3-17-22 0,3 17-45 0,-3-20 3 16,1 9-11-16,-2 1-30 0,2-1 5 0,-1 1-5 15,-1 0-5-15,0-1 0 0,4 11 1 0,-5-13 60 16,5 13-47-16,-5-13 31 0,5 13-58 0,-5-8 38 16,5 8-69-16,-4-8 28 0,4 8-59 0,0 0 40 15,-4-9-54-15,4 9 39 0,0 0-54 0,0 0-10 16,0 0 3-16,-13 3-3 0,7 4-4 15,-4 6-1-15,1 4-1 0,0 5-9 16,-4 5 9-16,3 5-11 0,1-3 4 0,0 5-4 16,3-3 7-16,2-4-8 0,0-1 5 0,4-2-18 15,0-1 2-15,4-3-25 0,-2-4-7 0,5 1-9 16,-1-3 27-16,4-4-14 0,2-2 8 0,1-4-8 16,-13-4 23-16,28 0-13 0,-9-6 24 0,0-4-20 15,2-6 28-15,-1-5-13 0,-2 3 20 0,-1-6-21 16,-2 3 26-16,-6 1-15 0,0 1 25 0,0 2-4 15,-4 3 27-15,0 4 10 0,-1 0 17 0,-4 10-12 16,5-14 3-16,-5 14-17 0,3-11 0 16,-3 11-17-16,0 0 2 0,0 0-13 15,0 0 5-15,-4 11-14 0,0 4 8 0,0 1-11 16,-1 6 8-16,0 0-12 0,1 2 9 0,-1 2-9 16,4-1 4-16,-1 0-5 0,4-1 9 0,-1 1-11 15,3-4 6-15,1-1-6 0,1-1-4 0,2-2 0 16,1-2-6-16,1-2 0 0,-1-2 3 0,3-3-1 15,3-2-4-15,-15-6-5 0,28 1 4 0,-7-6-11 16,0-4 18-16,5-3-22 0,-1-7 21 0,1-3-10 16,-3-4 15-16,0-5-16 0,4-9 17 0,-4-1-11 15,-4-5 16-15,-1-2-18 0,-9 5 15 16,-1-4 5-16,-5-3 7 0,-4-1-10 16,-4-11-13-16,-4 3 19 0,-5 5-16 0,-3 4 31 15,-3 7-10-15,-1 10 11 0,-4 6-11 0,-3 5 11 16,-5 6-15-16,-2 7 22 0,-3 7-23 0,-3 5 16 15,-2 9-16-15,-9 9 1 0,2 5-2 0,-1 8 12 16,0 7 3-16,2 7-7 0,2 4-12 0,1 10 13 16,-5 15-15-16,12-10 21 0,3 2-9 0,7 1 23 15,2 0-6-15,8-2 12 0,5-4 4 0,8-2-5 16,7-13-2-16,5-4-15 16,11 5 1-16,7-6-11 0,7-7 0 0,7-6-13 0,10-7-6 15,3-8-9-15,10-7-21 0,8-8-50 0,5-7-24 16,6-6-48-16,3-9-48 0,20-10-118 15,-4-8-131-15,-2-3-290 0,-6-6-273 0</inkml:trace>
  <inkml:trace contextRef="#ctx0" brushRef="#br0" timeOffset="1184.04">23219 12476 297 0,'0'0'412'0,"3"-11"-120"0,-3 11-61 16,0 0-47-16,0-14-45 15,0 14-28-15,0 0-17 0,-3-10 8 0,3 10 1 16,0 0-16-16,0 0-5 0,-1-11-6 0,1 11 24 16,0 0-43-16,0 0 18 0,0 0-34 0,0 0 31 15,-4-10-55-15,4 10 34 0,0 0-40 0,0 0 27 16,0 0-38-16,-14 13 21 0,8-1-24 0,-5 5 27 16,-1 8-31-16,0 3 35 0,-2 4 4 0,0 3-2 15,-2 1-34-15,3 4 36 0,0 0-43 0,0 1 38 16,4-3-45-16,1 1 39 0,3-3-36 0,4 1 38 15,1-9-39-15,4 6 39 0,2-4-40 16,6-4 29-16,3-1-46 0,2-5 32 16,4-2-49-16,6-6 24 0,1-2-38 0,0-5-20 15,3-5-39-15,6-2-27 0,3-4-22 0,0-6-36 16,0-1-24-16,5-9-265 0,0 0 42 0</inkml:trace>
  <inkml:trace contextRef="#ctx0" brushRef="#br0" timeOffset="1551.04">23694 12658 581 0,'-8'-7'564'0,"8"7"-148"15,0 0-111-15,-15-5-59 0,15 5-58 0,-17 2-40 16,17-2-30-16,-19 9-25 0,9 0-21 16,-2 1-15-16,-1 3-14 0,3 2-44 0,1-1 32 15,2 7-40-15,0-2 30 0,3 4-31 0,3 1 37 16,0 0-41-16,2 1 37 0,4 1-39 0,-1-1 38 15,5-1-43-15,1 2 42 0,-1-5-53 0,5-2 53 16,-1-5-40-16,2 0 43 0,2-5-42 16,2-2 45-16,-4-5-42 0,5-2 33 0,1-5-27 15,-1-1 32-15,0-6-29 0,-1 0 44 0,3-5-22 16,-3-2 45-16,-5-1-26 0,-1 0 27 0,-4-2-21 16,-4 1 15-16,0-2-15 0,-3-1 2 0,-4 1-12 15,-2-1 0-15,-1 4-2 0,-3 2-12 0,-4 0-4 16,-1 4-6-16,-5 3-10 0,0 3-14 15,-5 4 2-15,3 2-10 0,-5 4-19 0,1 3-24 16,-3 2-16-16,-1 3-45 0,1 1 6 0,8 1-41 16,0 0-50-16,1 1-32 0,5-1-18 15,5-2-12-15,3-4-239 0,5-6 8 0</inkml:trace>
  <inkml:trace contextRef="#ctx0" brushRef="#br0" timeOffset="1885.04">23759 12681 474 0,'15'-11'419'0,"-2"3"-121"15,-2 1-49-15,-3 2-82 0,-8 5-24 0,17-9-36 0,-17 9-8 16,13-4-29-16,-13 4 30 0,0 0-15 16,20 3-11-16,-20-3-6 0,14 11-10 15,-5-3 7-15,0 5-20 0,0 2-55 0,0 3 42 16,0 0-35-16,-3 1 26 0,-1 3-31 0,2-3 24 16,-3 3-26-16,0-1 32 0,-2-5-45 0,2 0 46 15,-3 1-34-15,0-3 28 0,1-3-32 0,-2-11 31 16,2 17-29-16,-2-17 26 0,2 13-36 0,-2-13 42 15,0 0-33-15,0 0 28 0,0 0-30 0,9-5 29 16,-6-6-30-16,4-8 31 0,-1-3-43 0,1 0 49 16,-1-3-8-16,3-4 2 0,-3 4 8 0,2 3 6 15,-2 1-1-15,2 0-34 16,-4 5 25-16,2 4-24 0,-2 0 39 0,0 2-53 16,-4 10 42-16,6-15-35 0,-6 15 32 0,0 0-34 15,12-6 26-15,-12 6 8 0,11 6-12 0,-3 2 10 16,-3 5 2-16,3 2-44 0,-2 2 35 0,1 4-46 15,-2-1-3-15,-1 1-57 0,0 2-40 0,-1-2-81 16,1-3-35-16,-3-5-66 0,2 0-173 0,-3-13 59 16</inkml:trace>
  <inkml:trace contextRef="#ctx0" brushRef="#br0" timeOffset="3352.05">24259 12622 306 0,'5'-14'566'0,"2"2"-195"0,-2 1-52 16,-3 2-114-16,-2 9-12 0,9-12-75 15,-9 12 9-15,5-8-65 0,-5 8 35 0,0 0-47 16,13 4 22-16,-13-4-48 0,13 15 30 0,-7-3-12 16,2 2-8-16,-2 3-8 0,3 4-5 0,-1-2-43 15,-3 3 42-15,1-1-41 0,0 0 34 0,-1-1-41 16,-3-4 25-16,2 2-54 0,-3-5 45 16,-1-2-28-16,0-11 13 0,2 16-37 0,-2-16-26 15,0 0-58-15,0 0-19 0,0 0-5 0,0 0 0 16,-13-14 7-16,8-5 16 0,0-5 15 0,-2-5-11 15,1-8 20-15,2 1 78 0,-1-4 47 16,2-2 45-16,2-1 44 0,0 0 13 0,2 1 22 16,0 3 12-16,3 7-16 0,0 6-3 0,-2 5-27 15,1 2-11-15,-2 6-9 0,3 1-1 0,0 3 1 16,-4 9-1-16,9-9 2 0,-9 9-12 16,0 0-20-16,23 5-10 0,-11 3 11 0,3 4 20 15,-1 4-36-15,4 7 24 0,0 3-40 0,-3 2 33 16,-1 4-53-16,3 2 42 0,-4 4-2 0,-1-1-12 15,0 1-12-15,-4-1-38 0,-1 1 11 0,-2-4-19 16,-2-5 5-16,-2-2 2 0,-1-2 18 0,0-7-10 16,-1 0 14-16,0-7-4 0,-1-1 7 0,2-10-8 15,0 0 2-15,0 0-3 0,0 0 14 0,-9-5-8 16,8-9 12-16,1-2-6 16,1-6 15-16,1-2-9 0,1-2 3 0,4-5-1 15,-1 1 25-15,2 7-15 0,2 0 23 0,-1 2-30 16,0 2 32-16,1 3-28 0,-1 4 11 0,-1 0-12 15,2 3 31-15,-1 2-36 0,-9 7 42 0,18-5-36 16,-18 5 56-16,21 0-68 0,-21 0 21 0,22 8-24 16,-10-1 33-16,2 2-36 0,-5 1 33 0,0 0-4 15,2 1-5-15,-2 4-2 0,-1-2-11 0,-3 0 10 16,2 1-2-16,-5-3-2 0,-1 3 0 16,1-3-1-16,-2 1-33 0,0-12 37 0,0 18-40 15,0-18 47-15,-3 14-39 0,3-14 54 0,0 11-43 16,0-11 40-16,0 0-46 0,0 0 34 15,0 0-6-15,0 0-3 0,0 0-2 0,5-14-9 16,-1 6 8-16,3-5-3 0,-1 1-1 0,7-4-32 16,-2 2 37-16,0-1-41 0,1 0 46 0,1-2-40 15,1 2 42-15,0-1-34 0,0 0 36 0,2 0-33 16,-1-1 32-16,-1 4-39 0,1-3 41 0,-3 2-39 16,1-1 9-16,-2 2 2 0,-2 1 2 0,0 2 0 15,-3 0 1-15,0 1-9 0,-6 9 15 16,7-14-10-16,-7 14 12 0,3-10 11 0,-3 10-12 15,0 0 0-15,0 0 2 0,0 0-10 0,-9-6 13 16,9 6 33-16,-13 11-40 0,8-2 31 16,-3 3-36-16,-1 1 31 0,2 5-34 0,-1 0 23 15,2 1-21-15,0 1 33 0,4-2-6 0,1-1-1 16,-1 0-2-16,5 0-1 0,-1-1-2 0,4-1-16 16,-1-3 5-16,4-2 1 0,2 1-5 0,1-6-11 15,-2 1-8-15,-10-6-10 0,28 2-14 16,-10-5-34-16,1-4 9 0,2-3 3 0,-1-2-12 15,3-5 25-15,-4-1 12 0,2-2 10 0,-6-2 11 16,2 1 0-16,-7 1 19 0,1 1 17 0,-3 1 6 16,1 0-3-16,-4 4 42 0,2 3 39 0,-4 3-35 15,-3 8 22-15,7-15-40 0,-7 15 11 0,0 0-47 16,2-9 34-16,-2 9-45 0,0 0 34 16,0 0-37-16,-1 12 27 0,1-12-26 0,-2 16 37 15,0-6-41-15,2 2 46 0,0-12-39 0,0 20 41 16,0-8-44-16,3-1 34 0,-2-1-30 15,3 0 42-15,0 1 0 0,1-3-9 0,1 0 4 16,-6-8 0-16,14 10-3 0,-14-10-6 0,19 1-1 16,-19-1-12-16,31-10-10 0,-14 0-33 0,6-5 42 15,-1-5-37-15,0-4 43 0,0-2-43 0,1-4 42 16,-1-2-44-16,1-11 37 0,-4-3-62 0,-2-2 39 16,-4 6-55-16,-3-1 45 0,-2 1-1 0,-1-1 8 15,-3 2-7-15,0 1 18 0,-3 5 6 0,-1 6-22 16,-2 4 56-16,-1 3-47 0,-2 2 51 15,-1 6-47-15,-2 0 44 0,2 7-46 16,-1-1 44-16,7 8-48 0,-16-4 46 0,16 4-11 16,-17 7 0-16,7 2-2 0,-2 3-2 0,3 5-1 15,-1 5 1-15,0 4 2 0,2 5-24 0,2 3 43 16,-1 2-26-16,5 3 38 0,1 2-23 0,2-1 28 16,1 3-23-16,6-3 16 0,-2 0-21 0,3-2 12 15,5-1-16-15,2-4 9 0,2-1-15 0,1-6 13 16,3-1-5-16,3-5-5 0,1-2-17 0,-7-7 2 15,5-4 0-15,2-2-28 0,-1-5 13 0,2-5-34 16,5-5 25-16,0-5-32 16,-2-3 31-16,0-6-31 0,2-10 34 0,-1-5-28 15,-7-2 31-15,-1-4-42 0,-4-5 29 0,-6-1-55 16,-1-2 51-16,-6 7 6 0,-3-2 4 0,-2 5-39 16,-4 0 63-16,0 4-35 0,-4 4 71 0,-2 4-31 15,-1 4 41-15,1 5-29 0,-4 5 27 0,1 3-30 16,-1 3 22-16,1 3-28 0,12 8 15 0,-23-3-21 15,23 3 25-15,-25 6-30 0,9 4 25 0,2 4-9 16,0 3-1-16,0 6 3 0,0 4 3 0,4 4-10 16,0 3-11-16,2 5 29 0,2 1-18 15,3 2 27-15,0 2-18 0,2-1 12 0,2 1-16 16,3-2 10-16,1-2-23 0,3-1 10 16,3-4-44-16,2-3-5 0,1-2-83 0,3-4 11 15,2-3-55-15,-1-4-61 0,1-8-66 0,-1-5-162 16,0-5-163-16,5-3-145 0</inkml:trace>
  <inkml:trace contextRef="#ctx0" brushRef="#br0" timeOffset="3968.05">26337 12058 504 0,'6'-12'580'15,"-4"1"-130"-15,3 1-88 0,-5 10-41 16,3-17-36-16,-3 17-56 0,2-11-60 0,-2 11-29 16,0 0-23-16,0 0-22 0,0 0-18 0,0 0-17 15,0 0-15-15,0 0-5 0,-9 18-7 0,8-6-23 16,-1 2 9-16,0 1-13 0,2-1 17 15,3 2-11-15,-2 0 15 0,5-1-18 0,-3-1 17 16,2-3-14-16,0-2 8 0,2 0-16 0,-1-3 11 16,-6-6-16-16,18 5 12 0,-18-5-18 0,20-6 3 15,-8-2-18-15,2-3 7 0,-1-3-12 0,-2-3 22 16,1-2-2-16,-3-2 1 109,-3-2 0-109,1 1 1 0,0-1-2 0,-6 6 7 0,-1-1 51 0,-1 3-55 0,-3 3-3 0,-1 2 7 0,-1 1 46 0,6 9-52 0,-16-3 1 0,16 3-3 0,-26 12 6 0,8 3 3 0,-2 3-4 0,1 7-15 0,0-1 18 0,5 2-18 0,0-1 20 0,5-2-17 0,3-2 5 0,2-1-33 0,2-4-4 0,4-2-53 0,2-3 17 0,3-1-48 0,1-2 26 0,-8-8-43 16,27 4-51-16,-11-7-39 0,7-6-23 0,2-3 29 31,2-3 2-15,0-4 45-16,-1-2 59 0,0 0 86 0,-2-2 74 15,-2 2 52-15,-3 0 35 0,-5 5 52 0,0 0 16 0,-2 1 19 0,-3 7 7 0,-3-1-17 0,1 1-25 0,-7 8-35 0,7-10-22 16,-7 10-26-16,8-6-17 0,-8 6-20 0,0 0-5 16,0 0-8-16,17 5-10 0,-17-5-5 0,11 11-27 15,-1-1 22-15,-1 2-21 0,2 1 15 0,1 2-25 16,1 2 24-16,1-1-23 0,-1 0 22 16,1 0-23-16,0 1 15 0,0-2-12 0,-1-2 20 15,-3 1-22-15,-1-4 17 0,-1-2-10 0,-2-1 40 16,-6-7 48-16,9 10 74 0,-9-10 13 15,0 0-38-15,0 0 18 0,0 0-66 0,0 0-7 16,0 0-18-16,-23-3-1 0,10-9-21 0,-4-1-9 16,-3-8-3-16,-3-2-21 0,2-5-21 0,-1-4-30 15,-3-10-22-15,4-3-21 0,4-1-23 0,3 9-23 16,5-2-34-16,1 2 16 0,6 0-47 0,-1 10 25 16,3 0-40-16,0 4-46 0,5 2-52 0,-2 4-87 15,2 2-259-15,-1 5-188 0</inkml:trace>
  <inkml:trace contextRef="#ctx0" brushRef="#br0" timeOffset="4502.05">24387 13684 659 0,'5'-23'545'0,"0"1"-115"0,-1 0-100 15,1 7-65-15,-3 3-54 0,1 1-45 0,0 0-47 16,-3 11-20-16,2-14-11 0,-2 14-11 16,3-12-19-16,-3 12-5 0,0 0-42 0,0 0 47 15,0 0-34-15,0 0 20 0,1 14-23 0,-2-3 17 16,-2 5-29-16,2 2 19 0,-3 3-25 0,1-1 1 15,0 4-4-15,0-1 2 0,1-3-4 0,0 1 7 16,1-3-4-16,1 1-6 0,4-2 4 0,-1 1 0 16,4 2 2-16,1-1-2 0,1 1 4 15,5-1 13-15,4 1 26 0,2 0-9 0,3-1 18 16,0-1 0-16,4 0 10 0,-1-1-16 0,1 0 5 16,-2 1-19-16,-2 1 4 0,0 0-16 0,-1 2 4 15,-3 1-3-15,-1 3-4 0,-3 3-14 0,-4 2-64 16,-5 4-105-16,-2 5-21 0,-4 3-107 15,-4 3-121-15,-2 12-388 0,-5 2-355 0</inkml:trace>
  <inkml:trace contextRef="#ctx0" brushRef="#br0" timeOffset="4836.05">25262 16385 245 0,'4'23'659'16,"-2"1"-262"-16,-2 2-46 0,-1 2-131 0,-2 2 8 15,1 6-95-15,-2 0 20 0,0 3-77 0,0-3-13 16,3 2-3-16,0-1-12 0,2-1-10 0,4 1-7 16,1-1-4-16,7 0-7 0,1-2 1 0,5 1-8 15,8 4 10-15,4 1 18 0,3-2 23 0,5-2 12 16,3-1 17-16,5-2 10 0,2 2 4 15,5-1 2-15,-1 0 10 0,1-2 8 0,0 2 12 16,-3 1-7-16,-2 0 1 0,-6 0-14 0,-6 1-21 16,-5 2-18-16,-11-5-12 0,-8 1-14 0,-5 2-11 15,-6 1 6-15,-10 1-37 0,-3 0-42 0,-12 7-28 16,-6-1-69-16,-4-4-67 0,-3-2-92 16,-5-5-14-16,-6-5-114 0,-3-7-508 0,9-9-573 15</inkml:trace>
  <inkml:trace contextRef="#ctx0" brushRef="#br0" timeOffset="5552.04">26612 13855 297 0,'4'-13'622'0,"1"4"-118"0,-5 9-111 16,8-16-73-16,-8 16-56 0,5-9-49 0,-5 9-61 16,0 0-30-16,0 0-21 0,0 0-15 15,-3 18-17-15,0-2-13 0,-4 6-14 0,1 3-5 16,-2 6-5-16,-1 1-10 0,0 2 10 15,0 0-20-15,0 2 14 0,-1 0-20 0,1 4 4 16,-1-1-22-16,1 1-8 0,-1-1-77 0,2-2-17 16,0-1-65-16,4-2-83 0,1-8-72 0,3-4-393 15,2-5-250-15</inkml:trace>
  <inkml:trace contextRef="#ctx0" brushRef="#br0" timeOffset="6186.04">27083 14067 422 0,'0'0'596'0,"0"0"-190"0,0 0-74 15,0 0-109-15,0 0-2 0,19-1-59 0,-7-6-4 16,7-2 18-16,8-8 7 0,3 0 1 0,15-9-17 15,6-3-21-15,6-3-28 0,5-5-23 0,7 0-18 16,18-11-12-16,0 0-14 0,3 4-4 16,-2-1-17-16,-1 1-5 0,-15 11-41 0,-2 2-56 15,-2 2-104-15,-2 4-15 0,-6 1-72 0,-5 6-83 16,-6-1-105-16,-15 6-247 0,-3 6-227 16</inkml:trace>
  <inkml:trace contextRef="#ctx0" brushRef="#br0" timeOffset="6870.05">27014 15098 219 0,'0'0'823'0,"4"-8"-237"15,-4 8-170-15,0 0-67 0,0 0-96 0,0 0-55 16,-5 21-54-16,-2 0-29 0,-3 6-25 0,-4 6-21 16,0 2-12-16,-7 10-8 0,0 2-15 0,1 0-2 15,-3-1-12-15,4 2-6 0,0-2-5 0,2-7-22 16,3-2-51-16,0-2-44 0,4-1-52 16,2-3-68-16,2-6-73 0,4-9-106 15,2-2-233-15,2-4-170 0</inkml:trace>
  <inkml:trace contextRef="#ctx0" brushRef="#br0" timeOffset="7136.04">27584 15097 356 0,'0'0'1026'15,"0"0"-251"-15,0 0-177 0,16-5-128 0,-16 5-131 16,0 0-53-16,0 0-81 0,12-2-35 0,-12 2-46 16,12-8-9-16,0-1-39 0,7-2 7 0,9-6-47 15,6-6-6-15,15-7-32 0,5-4-11 0,8-2-17 16,24-13-4-16,7-2-27 0,5-1-22 0,6-2-20 16,1 2-15-16,7-1 6 0,-1 0 12 0,4 1 10 15,3 1-22-15,3 0 29 0,-3 4-12 16,-6 4 38-16,-3 2-13 0,-12 8 19 0,-24 7-78 15,-9 4 13-15,-8 6-65 0,-17 5-96 0,-16 3-78 16,-8 6-360-16,-15 2-241 0</inkml:trace>
  <inkml:trace contextRef="#ctx0" brushRef="#br0" timeOffset="7521.05">27711 15511 409 0,'10'-9'295'0,"3"2"-56"16,-4 2-71-16,-9 5-18 0,13-4-29 0,-13 4 8 16,0 0-40-16,15 9 29 0,-15-9-46 0,6 16 45 15,-4-2-34-15,-2 1 29 0,-2 3-17 0,0 7-12 16,-2 7-3-16,-2 1-6 0,-2 4 44 0,-1 1-67 16,0 4-2-16,-4 9-14 0,-1 2 0 0,-1 0-6 15,1 1-5-15,-3 1-18 0,-1 1 9 16,0 1-6-16,2-4 2 0,-3 0-21 15,4-3-13-15,1-10-27 0,4-1-35 0,0-5-80 16,4-2-100-16,2-10-109 0,4-6-161 0,2-5-28 16</inkml:trace>
  <inkml:trace contextRef="#ctx0" brushRef="#br0" timeOffset="7754.05">28390 15712 130 0,'15'-14'660'16,"2"1"-205"-16,-3 0-115 0,4-1-78 16,1 2-50-16,3-2-43 0,2-1-13 0,4 3-10 15,4-2 0-15,3 0-18 0,2 0-16 0,5-1-18 16,9-3-15-16,6-1-17 0,3 0-12 0,5-1-12 16,6 2-7-16,6-4 1 0,5 1-12 0,23-7-5 15,2 0-3-15,2-1-8 0,4-2-24 16,-1-1-50-16,3-1-42 0,-3-1 16 0,-2-1-69 15,-4-1-86-15,-8-2-104 0,-25 9-315 0,-4 2-198 16</inkml:trace>
  <inkml:trace contextRef="#ctx0" brushRef="#br0" timeOffset="10004.29">21774 11997 445 0,'3'-10'365'0,"-3"10"-50"0,2-20-40 0,-2 11-38 0,0 9-22 16,0-21-18-16,0 11-15 0,-1-1-6 0,-2 1-3 15,3 10-19-15,-4-17 2 0,4 17 5 16,-2-17-1-16,2 17-13 0,-4-11-19 0,4 11-21 15,-3-10-16-15,3 10-20 0,0 0-12 16,-5-8-13-16,5 8-10 0,0 0-8 0,-10 13-3 16,2-2-5-16,2 3-5 0,-2 6-5 0,1 1-6 15,0 3-5-15,2 0 9 0,0-1 7 0,0 2-14 16,5-1-9-16,0-4 10 0,0-1-10 0,5 0 11 16,-1-2-10-16,1-2 9 0,1-1-12 0,2-3 7 15,4-2-13-15,-1-3 4 0,-11-6-8 0,27 4 12 16,-11-7-11-16,3-3 14 0,0-4-9 0,-3-4 12 15,3 1-2-15,2-5 4 0,-6-3 0 0,1-2 0 16,-6 6 1-16,-1-2-4 16,-3 2 7-16,-2 2 45 0,1 2-49 0,-4 1 49 15,-1 12-46-15,0-18 45 0,0 18-49 0,-1-15 45 16,1 15-51-16,-9-7 37 0,9 7-43 0,0 0 3 16,-19 7 1-16,9 3 2 0,0 5 1 0,-1 3 1 15,0 4-8-15,2 3 10 0,1-1-8 0,0 0 8 16,4-3-8-16,1 1 9 0,2-4-7 0,2-1 10 15,0-2-10-15,4 1 12 0,0-4-8 0,3-5 10 16,0 1-10-16,-8-8 7 0,23 2-6 0,-7-6 6 16,4-6-4-16,4-9-4 0,0-2 2 15,2-6-6-15,-4-3 7 0,4-9 1 16,-3-2-1-16,-6 5 47 0,-3-4-51 0,-5-3-4 0,-5 0-7 16,-7-4-3-16,-2 2-4 0,-6-8 9 15,-9 1 6-15,-2 6-3 0,-7 4 17 0,-1 2-2 16,-5 6 18-16,-5 7-11 0,6 8 13 0,-5 6-9 15,-3 6 4-15,0 6-10 0,-5 4 5 0,2 7-9 16,-10 9 6-16,4 3-10 0,1 7 13 0,3 4-8 16,6 4-5-16,1 4 4 0,5 2 41 0,7 3-47 15,4 3 38-15,6 1-47 0,5 1 2 0,8-7 1 16,4-2 2-16,5 4-3 0,2-4 14 16,6-3 2-16,10 6 10 0,3-7 1 0,1-8 1 15,9 1-5-15,6-6 3 0,-2-8-8 0,3-5-7 16,3-2-23-16,3-3-20 0,1-6-82 15,2-5-76-15,12-2-87 0,-6-8-170 0,1-1-428 16,-2-5-504-16</inkml:trace>
  <inkml:trace contextRef="#ctx0" brushRef="#br0" timeOffset="11521.77">22833 11351 761 0,'0'0'354'0,"-1"-18"-29"0,1 18-113 15,-3-17-4-15,1 7-58 0,2 10 30 16,-6-16-43-16,6 16 54 0,-6-17-37 0,6 17-28 16,-6-15 10-16,6 15-8 0,-8-12-21 0,8 12-16 15,-9-13-15-15,9 13-17 0,-9-7-5 0,9 7-11 16,0 0-10-16,-22-3-10 0,22 3-13 0,-23 12 11 15,10 0-17-15,-6 8 10 0,3 3-18 16,-2 3 16-16,1 4-15 0,2 0 7 0,2 2-15 0,0 3 23 16,4-1-21-16,4 3 16 0,0-3-16 15,5-5 13-15,3 6 3 0,3-4-1 0,3 1-8 16,5-3 0-16,3-3-13 0,3-4-15 0,3-2-13 16,4-3-22-16,0-6-17 0,5-4-20 15,-3-6 33-15,2-1-43 0,7-3-18 0,1-6-18 16,-2-4-4-16,-3 0-28 0,1-3 12 0,-6-2-12 15,-2-1 43-15,-4 0 14 0,-9 3 28 0,-1-1 28 16,-7-1 33-16,-2 3 40 0,-4 0 34 0,-2 0 34 16,-2 0 15-16,-4 0 23 0,-1 0-17 0,0 0 32 15,0 4-34-15,3-2 41 0,-3 5-56 0,3 0 38 16,6 8-54-16,-9-12 19 0,9 12-56 0,-8-9 34 16,8 9-46-16,-8-8 26 15,8 8-40-15,0 0 32 0,0 0-37 0,0 0 29 16,0 0-35-16,12 12 32 0,-5-1-32 0,2 0 39 15,4 4-38-15,-3 0 35 0,2 2-38 0,2 0 40 16,-4-1-43-16,3-1 42 0,-3 1-46 0,-2 1 44 16,-2-5-3-16,3 1-4 0,-4-3 3 0,-1-1-11 15,-4-9 0-15,8 13-6 0,-8-13 6 0,5 10 4 16,-5-10 23-16,5 8 0 0,-5-8-7 0,0 0-7 16,0 0-10-16,0 0-5 0,4-9-32 0,-4 9 15 15,0-18-57-15,1 7 40 0,-1-3-50 0,4-2 29 16,-3-1-37-16,4-4 11 15,1 0-24-15,0-1-14 0,4 1-35 0,-2-1-27 16,2 1-30-16,2 0 11 0,0-3-8 0,0 5-54 16,2 1-174-16,-2 0 165 0</inkml:trace>
  <inkml:trace contextRef="#ctx0" brushRef="#br0" timeOffset="11821.78">23433 11283 267 0,'0'0'458'0,"0"0"-130"0,0 0-56 15,0 0-74-15,0 0-44 0,10 6-34 0,-10-6-13 16,-3 13-25-16,2 0 2 0,-4 2-26 15,1 1 15-15,-1 4-34 0,0 1 23 0,0 0-35 16,2 3 15-16,1 0-21 0,0 0 10 0,2-2-18 16,2 2 37-16,0-2-44 0,1-2 30 15,4 1-34-15,1-4 35 0,-1-5-34 0,2 1 25 16,1-2 12-16,0-3-13 0,0-3 16 0,3-2-46 16,-13-3 51-16,27-1-43 0,-13-5 42 0,4-3-41 15,0-3 40-15,2-6-41 0,-3-2 41 0,-1-4-33 16,-1 2 45-16,-1-3-25 0,-3-1 34 0,-3 3-29 15,-2 1 16-15,-2-1-1 0,-4 4 0 16,-1 3-8-16,-2-1-8 0,-6 0-15 0,-1 2-6 16,-3 4-11-16,-2 4-11 0,-4 1-44 0,-2 4 14 15,1 2-57-15,-6 4 11 0,3 1-34 0,0 2-12 16,1 1-51-16,4 2-68 0,1-1-53 0,4-2-66 16,1 2-158-16,12-9-5 0</inkml:trace>
  <inkml:trace contextRef="#ctx0" brushRef="#br0" timeOffset="12238.77">23756 11246 222 0,'17'-6'649'15,"-3"1"-197"-15,-1 1-126 0,-13 4-67 0,17-8-55 16,-17 8-38-16,15-6-36 0,-15 6-83 0,13-3 49 16,-13 3-25-16,0 0-12 0,21-3-20 0,-21 3 4 15,23 4-15-15,-9-2 1 0,3 6-5 0,0-1-42 16,1 2 38-16,-2 1-42 0,1 1 45 15,-3 0-50-15,-1 3 47 0,-3 0-67 0,-4 0 78 16,-2 0-52-16,-4-1 43 0,0 2-44 16,-5 1 37-16,-3 2-39 0,-2-1 48 0,-4 1-51 15,1-4 53-15,-3-2-46 0,0 1 45 0,0-3-44 16,0-4 34-16,1-1-33 0,15-5 38 0,-24 3-42 16,11-7 33-16,-1-2-48 0,-3-6 23 0,4-3-38 15,1-4-7-15,-1-4 8 0,3-4 23 0,2 2-20 16,3 0 26-16,1 2 5 0,1 0 7 0,2 3 12 15,1 4-5-15,-1 2-4 0,1 2 17 0,0 12-5 16,-2-19 3-16,2 19 13 0,0 0 7 0,0-13 7 16,0 13-6-16,0 0-12 15,-1 12 8-15,1-1-8 0,0 3 1 0,0 6-6 16,-1 5-34-16,1 1 37 0,-1 4-35 0,1 0 26 16,0 1 10-16,1 4-8 0,0-1-16 0,4-6-31 15,2-3-41-15,1-4-55 0,3-1-26 0,3-7-56 16,4-1 8-16,-3-9-68 0,6-3-187 0,4-2 109 15</inkml:trace>
  <inkml:trace contextRef="#ctx0" brushRef="#br0" timeOffset="12621.78">24347 11202 599 0,'12'-17'496'0,"-3"3"-98"16,-3 1-52-16,-1 3-111 0,0-1 12 0,-1 1-84 16,-4 10 33-16,5-13-82 0,-5 13 29 15,5-13-75-15,-5 13 36 0,4-8-69 0,-4 8 46 16,0 0-65-16,0 0 43 0,0 0-60 0,17 3 2 15,-17-3-2-15,11 12 1 0,-3-3-5 0,-2 3 5 16,2 1 0-16,1 2-5 0,0 1-1 0,-3 1-6 16,1-2-3-16,-2-2-13 0,0 2 0 0,-4 0-60 15,2-2 52-15,-2-1-39 0,-1-2 46 16,0-10-34-16,0 18 33 0,0-18-20 0,-5 14 40 16,5-14-42-16,-6 7 41 0,6-7-31 0,0 0 36 15,-17-3-21-15,17 3 16 0,-17-11-16 0,8 1 13 16,-2-5-13-16,-1-1 31 0,2-3-4 15,0 1 0-15,1-1 13 0,1 1 1 0,2 5 32 16,-2 0 6-16,3 4 66 0,1 1-56 0,4 8 50 16,-6-14-68-16,6 14-5 0,0 0-10 0,0 0-4 15,-18 4-3-15,9 6-11 0,0 7 2 0,-2 3-39 16,-2 7 38-16,0 1-31 0,4 2 36 16,-1-1-36-16,2 2 30 0,-1-1-31 0,7-5 28 15,-1-1-39-15,2-4 10 0,2-1-47 0,2-3 22 16,3-1-44-16,2-5-4 0,1-3-56 0,-9-7-78 15,25 2-41-15,-7-9 0 0,4-4-282 0,5-5-56 16</inkml:trace>
  <inkml:trace contextRef="#ctx0" brushRef="#br0" timeOffset="12955.77">24645 11092 441 0,'10'-26'505'16,"-4"2"-108"-16,-1 0-82 0,-3 3-47 0,0 4-20 16,-2 3-26-16,0 0 1 0,-2 4-24 15,2 10-31-15,-4-17-22 0,4 17-29 0,-5-10-29 16,5 10-12-16,0 0-17 0,-19 6-13 0,10 4-7 15,-1 5 37-15,-2 3-65 0,1 8 52 0,-2 1-58 16,4 6-6-16,0-1 10 0,4 3 6 0,0-1 0 16,3-4-3-16,2-1-3 0,2 0-9 0,4-3 4 15,2-2-3-15,1-3-4 0,1-2-9 0,6-5 6 16,-1-1 0-16,4-7 3 0,-2-3-1 0,1-4-11 16,5-5 8-16,-2-4 1 0,6-5 3 15,-4-4-5-15,2-4 7 0,-2-2 1 0,-3-4 4 16,-2-2 49-16,-3 0-56 0,-2-3 57 15,-6 3-54-15,-1-3-1 0,-1 1 0 0,-4 6 8 16,-6 1 5-16,1 1-1 0,-2 1-4 0,-4 4-20 16,-4 4 0-16,-2 2-4 0,-3 4-6 0,-1 4-14 15,-3 3 2-15,-3 5-13 0,1 1-30 0,0 3-30 16,2 2-25-16,1 2-27 0,2-1-39 0,3 2-65 16,1 0-21-16,4-2-105 0,3-3-198 0,9-6-120 15</inkml:trace>
  <inkml:trace contextRef="#ctx0" brushRef="#br0" timeOffset="13340.77">24831 10960 350 0,'20'1'432'0,"0"2"-113"15,-1-2-58-15,2 2-46 0,-3 4-37 0,3-2-27 16,-2 2-22-16,-1 0-30 0,0 3-2 0,-3 0 28 16,2 1-60-16,-2 1-12 0,0 1-9 0,-2-1-10 15,0 1-6-15,-4-1-32 0,-1-1 26 0,-1 1-4 16,-2-1-3-16,-1-1-2 0,-1 0-1 0,-3-10 6 15,0 16 9-15,0-16-40 0,-3 15 55 16,3-15 21-16,-8 9 13 0,8-9-14 0,0 0-3 16,0 0-12-16,-20-2-9 0,20 2-6 15,-12-14-7-15,6 0-9 0,2 0 28 0,2-2-48 16,2-3-5-16,2 2 1 0,2-6-2 0,2 2-3 16,2-1-4-16,1 3 2 0,4-1 1 0,-3 1-31 15,3 1 43-15,1 2-52 0,0 4 62 0,1-2-42 16,-2 5 46-16,2 0-36 0,-2 5 40 0,-1 0-5 15,-12 4-8-15,23-3 14 0,-23 3-15 0,24 5-48 16,-11 1 65-16,-2 2 1 0,1 1-4 16,-2-1-2-16,0 5-2 0,-2-2-15 0,0 1 54 15,-2 2-58-15,-1 0 56 0,-4-1-53 0,2 1 44 16,-4-1-53-16,-1 0-1 0,0-1-18 16,-4 2-36-16,-1-1-40 0,1-2-30 0,-2-4-32 15,-1 0-82-15,9-7-4 0,-18 4-21 0,18-4-258 16,-18-3-29-16</inkml:trace>
  <inkml:trace contextRef="#ctx0" brushRef="#br0" timeOffset="13489.77">25239 10766 92 0,'0'-26'562'0,"-3"2"-170"0,2 0-56 15,0 7-102-15,-1 2-12 0,1 2-74 0,1 1 9 16,0 12-70-16,-3-18 17 0,3 18-61 0,-1-9 16 16,1 9-39-16,0 0 33 0,0 0-64 0,0 0-25 15,1 11-57-15,1 0-93 0,-2 1-39 0,0 1-95 16,1 4-162-16,0 0 72 0</inkml:trace>
  <inkml:trace contextRef="#ctx0" brushRef="#br0" timeOffset="14205.78">25597 10886 493 0,'0'0'445'0,"6"-12"-67"15,-6 12-99-15,3-16-59 0,-3 16-25 0,0-14-19 16,0 14-6-16,-1-12-21 0,1 12-10 0,-4-10-38 16,4 10-8-16,-8-5-18 0,8 5-18 15,0 0-11-15,-20 5 5 0,12 2-24 16,-2 1-6-16,-1 4-4 0,2-1-13 0,3 3 4 16,0-2 27-16,0 2-70 0,1-3 21 0,5 0-56 15,0-11 16-15,4 19-45 0,-4-19 10 0,5 16-9 16,2-9-1-16,-7-7 0 0,11 8 14 0,-11-8 10 15,18 5 17-15,-18-5 12 0,17 4 18 0,-17-4 9 16,16 4 19-16,-16-4 17 0,17 7 21 0,-4-2 21 16,-2 3-10-16,6 2 32 0,-2 1-54 0,6 3 9 15,0 3-10-15,1 3-3 0,3 3-5 0,0 0-5 16,-1 4-30-16,2 3 22 0,3 6-28 16,-3 2 41-16,-3-6-39 0,-3 0 24 15,1 1-37-15,-2-1 18 0,-1-3-17 0,-4 0 11 16,0-4-2-16,-5-6 24 0,-2 1-10 0,-4-7 26 15,1 1-12-15,-4-14 44 0,-1 19 14 0,1-19 9 16,-8 15 6-16,2-8-2 0,6-7 7 0,-21 8 11 16,21-8-4-16,-26 0-9 0,8-4-2 0,-5-1-2 15,1-3-4-15,-6-5 6 0,3-3 0 0,1-2-15 16,1-3 7-16,0-4-9 0,5-4-11 0,-1-1-8 16,4-2-10-16,2-2-9 0,1-2-2 15,2 1 42-15,5-1-64 0,1-2 49 0,3 1-57 16,2-1-12-16,4 1-16 0,4-1-27 15,0 1-34-15,4 0-22 0,2 2-60 0,3 1 49 16,4 2-32-16,1 2 28 0,1 1-16 0,-1 2 2 16,4 1 6-16,-3 2 3 0,3 1 40 0,-4 3 6 15,0 2 30-15,-1 1 12 0,-5 6 32 0,-3 1 11 16,-4 1-11-16,0 3 58 0,-10 6 8 0,14-9 41 16,-14 9-28-16,0 0 42 0,19-2-47 0,-19 2 49 15,12 7-61-15,-12-7 58 16,11 14-46-16,-5-3 20 0,0 3-48 0,-1 1 40 0,-1 3-13 15,4 4-10-15,-3-2-9 0,1 2-7 0,-1 1-5 16,-1-2-4-16,1 3-10 0,0-1-31 0,-2-1 37 16,-2-1-99-16,2-3-81 0,-1-3-76 15,-2-1-81-15,-2-3-46 0,-1-3-190 0,3-8-72 16</inkml:trace>
  <inkml:trace contextRef="#ctx0" brushRef="#br0" timeOffset="14340.77">26123 10606 507 0,'-4'-16'578'0,"-2"-2"-152"0,1 3-125 0,0 1-77 0,-2 3-70 0,2 1-25 0,-1 2-32 0,6 8-22 0,-7-14-19 0,7 14-32 15,-6-9-28-15,6 9-60 0,0 0-29 0,0 0-58 16,0 0-59-16,0 0-55 0,0 0-255 0,8 11 2 16</inkml:trace>
  <inkml:trace contextRef="#ctx0" brushRef="#br0" timeOffset="14639.77">26314 10622 528 0,'9'8'400'0,"0"-2"-43"16,-2 4-109-16,-1 0-33 0,3 1-69 0,-3 2 10 15,-2-1-20-15,1 1-21 0,-1 0-22 0,0 2-11 16,0 2-30-16,-2-3 3 0,0 1-15 0,0-1-9 16,-2 1-49-16,3-2 47 0,-2-1-6 0,0-2-4 15,1 3-5-15,-2-13-14 0,1 15 13 0,-1-15-2 16,0 12 1-16,0-12-1 0,0 0-10 15,0 0 9-15,0 0 6 0,0 0 1 16,0 0-5-16,2-9-10 0,1-4 24 0,0-5 6 16,-1-4-49-16,4-3 58 0,1-7-57 0,1-1 47 15,1 2-35-15,2 0 46 0,-1 4 11 0,1 6-17 16,0 1 5-16,-1 2-8 0,2 3-6 0,2 3-5 16,-4 2-7-16,4 4 0 0,-2 2-4 0,-12 4 0 15,25 4-36-15,-12 2 40 0,2 5-29 0,-2 4 34 16,0 4-35-16,-5 4 20 0,-2 2-60 0,-5 2 6 15,-2 8-40-15,-7 4-60 0,-1 1-74 0,-10 6-122 16,-5 3-331-16,-2-3-203 0</inkml:trace>
  <inkml:trace contextRef="#ctx0" brushRef="#br0" timeOffset="14790.77">26075 11371 543 0,'0'0'552'0,"-14"10"-88"0,14-10-141 0,-9 8-10 16,9-8-16-16,0 0-20 0,0 0-9 0,0 0-5 15,31-8-21-15,-8-1 26 0,6-6-85 0,6-1-17 16,10-8-52-16,3-1-3 0,3-1-49 16,4 0-18-16,3-4-115 0,1 2-42 0,-2-3-185 15,2 2-124-15,-8-1-610 0,3 0-776 16</inkml:trace>
  <inkml:trace contextRef="#ctx0" brushRef="#br0" timeOffset="19158.36">21311 13282 117 0,'6'-7'345'0,"1"-2"-47"16,-7 9-23-16,10-11-39 0,-10 11-12 0,5-9-39 15,-5 9-29-15,5-7 28 0,-5 7-66 16,0 0 35-16,5-8-62 0,-5 8 25 0,0 0-60 16,0 0 27-16,-6-9-51 0,6 9 39 0,0 0-39 0,-23 0 11 15,10 4-25-15,-9 2 39 0,-2 2-40 16,-4 6 28-16,-6-1-37 0,-2 4 27 0,-9 7-36 15,-2 1 28-15,-1 1-6 0,-3 4-28 0,0-3 29 16,1-1-33-16,-1 4 37 0,1-2-38 16,1-1 31-16,1 0-25 0,2-1 37 0,0-2-38 15,10-7 39-15,0 1-17 0,1-1 38 0,2-3-24 16,1-1 16-16,4-1-14 0,4-3-1 0,3-1-3 16,3 0 0-16,3-3 2 0,4 0 0 0,11-5-8 15,-21 6-5-15,21-6-9 0,-14 6-2 16,14-6 1-16,-11 5-8 0,11-5 0 0,-9 7 0 0,9-7 1 15,-6 14 2-15,5 0-2 0,1 5 7 16,4 7 5-16,1 11 1 0,3 1 17 0,2 6-10 16,3 12 12-16,5 6 6 0,0 5-4 15,1 7-16-15,4 4 4 0,5 25 1 0,0 1-1 16,3-2 2-16,-2 1 3 0,7 0 0 0,0 3 4 16,0 2-19-16,1 1 1 0,5-1 5 0,-2-1-3 15,1-1-3-15,1-1 10 0,0 0-12 0,-1-1-4 16,4 1-3-16,-3-1 2 0,3-2-5 0,-3-3 0 15,1-2 6-15,2-2 8 0,0-4-12 16,2 1-1-16,-2-3-1 0,1-3 10 0,0-3-15 16,-10-15 8-16,14 13-21 0,-12-14 8 0,3-3-12 15,-1-1 1-15,-2 2 0 0,2-2-1 0,-1-1 15 16,0 0-8-16,-2-2 9 0,-3-1-8 0,1 0 12 16,-3 0-10-16,-7-2 13 0,4 1-7 0,-4-3 8 15,-2 1-7-15,-2-2 9 0,-1-3-9 0,-3-2 4 16,-6-8 1-16,2-2 2 0,-2-1 1 0,-2-1-1 15,1-1 1-15,-2-1-1 0,0 0 11 0,1-2-11 16,-4 0 13-16,4 1-11 0,-3 0 16 0,2 2-14 16,-1 1 12-16,1 1-13 0,0 0 17 0,0 1-21 15,0-2 17-15,-1 1-19 0,1-3 11 0,-3-1-12 16,3-1 12-16,-1-3-13 0,0-5 2 0,-3-4-2 16,1 1 4-16,-3-6 0 0,2-4 1 15,-4 0 3-15,3-4 7 0,-3-8 7 0,4 15 2 16,-4-15 0-16,2 10-1 0,-2-10 22 0,0 0 3 15,0 0 6-15,0 0-2 0,0 0 2 0,0 0 4 16,13-4-3-16,-13 4-3 0,0 0 19 0,8-11-34 16,-8 11 20-16,0 0-35 0,7-10 23 0,-7 10-37 15,8-7 24-15,-8 7-30 0,5-8 26 0,-5 8 3 16,9-10-15-16,-9 10-28 0,10-14 32 0,-2 7-30 16,1-3 28-16,1-4-28 0,4-1 27 0,-1-2-27 15,9-4 27-15,-2-2-30 0,4-2 30 0,3 0-27 16,3-1 26-16,7-6-28 0,1 1 24 15,0 1-28-15,2-1 19 0,1 1-33 0,1 1-6 16,-1-1-10-16,3 3-7 0,-1-1-3 0,-2 0-6 16,1 1-5-16,-2 1 1 0,-7 3 0 15,7-3 9-15,-8 5 9 0,1 1 11 0,0 0 22 16,-1-1-10-16,0 1 21 0,-2 1-14 0,-3 0 17 16,-2 3-10-16,-2-1 15 0,1 3-11 0,-7 2 13 15,-3 2-10-15,-1 3 11 0,-3-1-10 0,-10 8 10 16,14-10-9-16,-14 10 0 0,9-6-45 0,-9 6-35 15,0 0-46-15,9-6-51 0,-9 6 21 0,0 0-39 16,0 0 24-16,0 0-58 0,0 0-67 16,0 0-96-16,-19 5-159 0,19-5-66 0</inkml:trace>
  <inkml:trace contextRef="#ctx0" brushRef="#br0" timeOffset="20292.36">18056 12383 536 0,'-31'-6'515'0,"1"-3"-85"0,4 3-159 0,4-1-16 15,-1-2-88-15,3 2-4 0,2-1-59 0,-1 0 16 16,6 2-51-16,-2-1 27 0,2 3-18 0,4-1 42 16,9 5-27-16,-18-8 2 0,18 8-26 15,-13-6-3-15,13 6-34 0,0 0 6 0,-14-6-24 16,14 6 13-16,0 0-23 0,0 0 12 0,0 0-14 16,8-11 18-16,8 6-20 0,10-4 13 0,7-4-12 15,8 1 17-15,18-7-16 0,2-1 23 0,5 0-13 16,3-1 30-16,5 1-12 0,0 3 16 0,5 0 3 15,2 3 7-15,1 6-2 0,2 3-5 0,-2 6-11 16,1 4-1-16,-1 5-4 0,-1 5 12 0,-3 7-6 16,-4 3 9-16,0 3 0 0,-5 4-1 15,-1 2 4-15,-3 0-9 0,-2 2-1 16,-3 0-3-16,-3-1-10 0,0 0 1 0,-5 1-4 16,-3-3-6-16,-2 0 31 0,-5-2-40 0,-2 0 32 15,-2-2-35-15,-10-6-1 0,0 1-8 0,-3-2 7 16,-2-1-1-16,-3-2-1 0,-3-5-3 0,-1 0 0 15,-4-1-14-15,-2-3-12 0,-2-2-5 0,0-3-11 16,-8-5-13-16,10 12-24 0,-10-12-67 0,0 0-93 16,0 0-56-16,0 0-87 0,-7 9-59 0,7-9-382 15,-25-7-388-15</inkml:trace>
  <inkml:trace contextRef="#ctx0" brushRef="#br0" timeOffset="20609.36">19627 12779 445 0,'0'0'782'16,"-18"10"-218"-16,18-10-139 0,-14 7-88 0,14-7-94 16,-11 6-56-16,11-6-41 0,0 0-43 0,-10 7-13 15,10-7-13-15,0 0-13 0,0 0-12 0,0 0-15 16,6 9 0-16,-6-9-7 0,23 0-8 0,-5-2-4 16,7-5-2-16,4 0-4 0,3-4-1 15,1-1-10-15,2-2-16 0,0-3-5 0,-2-1 40 16,0-3-75-16,-2 1 8 0,-2-4 1 0,-2 0 13 15,-4-1 3-15,-1-1 9 0,-6-2-5 16,0-1-12-16,-6 0 35 0,-5 4-19 0,-1 2 52 16,0 0 23-16,-2 7 54 0,-1 3 24 0,1 1 4 15,-1 2-23-15,-1 10-22 0,0-15-25 0,0 15-19 16,0 0-13-16,0 0-9 0,0 0-8 0,-6 12 1 16,2 10-5-16,-3 9-5 0,0 5-35 0,-1 6 13 15,-5 12-99-15,3 2-55 0,-4 3-51 16,3 2-66-16,-1 0-110 0,-5 0-31 0,6 0-344 15,-4-2-298-15</inkml:trace>
  <inkml:trace contextRef="#ctx0" brushRef="#br0" timeOffset="21326.36">15185 13121 206 0,'-13'-6'868'0,"-6"-4"-259"0,0 0-150 15,1-2-101-15,-1 2-79 16,0 2-55-16,2-1-1 0,4 3-7 0,-1-2-11 16,5 5-20-16,9 3-26 0,-18-8-33 0,18 8-27 15,-10-6-24-15,10 6-26 0,0 0-8 0,0 0-14 16,0 0-1-16,-9 14-3 0,16 5-6 0,5 10-2 16,1 5 2-16,2 3-8 0,4 13 20 0,1 1-26 15,-1 5 23-15,-3-3-41 0,-2 1-4 0,-1-4-4 16,-4-8 1-16,-1-5-3 0,-4-4 10 0,-1-5 0 15,0-4 8-15,0-5 5 0,-3-7 2 16,0 0-10-16,0-12-32 0,0 0-18 0,-13 3-9 16,4-12 14-16,-12-9 11 0,1-8 9 15,-2-7 6-15,-7-13 59 0,-1-8-49 0,1-8 4 16,-6-5-1-16,-5-24 22 0,-2-3 6 0,3-1 8 16,11 17 2-16,2 6 63 0,6 2-32 0,3 10 3 15,6 5-6-15,3 15-15 0,3 4-4 0,3 8-8 16,2 3-10-16,3 3-6 0,5 4 1 0,6 3-4 15,2 5-2-15,5 4-1 0,6 5-1 16,3 2 0-16,9 7 0 0,1 5 22 0,11 7-29 0,0 5 33 16,-1 7-30-16,-1 2 27 0,-2 5-50 0,0 3-28 15,-5-1-25-15,-2 3-26 16,-6-1-47-16,-3 1-76 0,-4-1-9 0,-9-7-17 16,0-2-45-16,-7-2-68 0,-2-5 27 0,-3-4-369 15,-4-8-236-15</inkml:trace>
  <inkml:trace contextRef="#ctx0" brushRef="#br0" timeOffset="21793.36">15311 13117 1218 0,'-16'-9'641'0,"-1"1"-129"0,4 0-113 16,-1 0-98-16,1 4-56 0,3-1-53 0,10 5-29 15,-15-8-33-15,15 8-19 0,-14-9-25 0,14 9-23 16,-9-11-25-16,6 3-22 0,5-4-7 16,0-3-16-16,7-5-10 0,4-5-22 0,5-1-23 15,0-1-30-15,3-1-16 0,2 0-9 16,2 0 3-16,-2 0 60 0,0 2-38 0,0 1 68 0,-3 0-43 15,-1 5 23-15,-6 4 18 0,0 2 19 16,-3 3 18-16,-2 2 11 0,-1 0 14 0,-7 9 8 16,11-11-7-16,-11 11-9 0,8-9 1 0,-8 9 0 15,0 0 8-15,0 0 42 0,19 6-61 0,-12 3 47 16,0 3-59-16,3 4-2 0,-1 3-4 0,0 0 3 16,1 4-1-16,3 2 1 0,-3 1-2 15,2 0-16-15,-3-3 19 0,-2-2-13 0,1-1 12 16,1-1-15-16,-4-4 15 0,0-4-15 0,-1-1 15 15,0 0-12-15,-4-10 11 0,5 11-6 0,-5-11 15 16,0 0-16-16,0 0 10 0,6-9-10 16,-6-4 13-16,1-5 0 0,-3-6-1 0,1-1-5 15,-2-2 5-15,2 0 48 0,1-2-59 0,0 1 6 16,4 1 0-16,-1 2-2 0,0 1 0 0,4 2-2 16,-2 2-5-16,0 5 5 0,2 1-2 0,0 3-3 15,1 2 3-15,1 3 1 0,-9 6 1 0,19-5 1 16,-19 5 0-16,20 5-5 0,-7 2 6 15,0 2 37-15,1 2-66 0,-1 3 27 16,-2 0-95-16,2-1-35 0,-3 2-21 0,3-1-25 0,-4-3-34 16,0-3-7-16,1-2-18 0,-10-6-8 0,17 4 1 15,-17-4 19-15,20-8-59 0,-10-1-161 16,0-2 140-16</inkml:trace>
  <inkml:trace contextRef="#ctx0" brushRef="#br0" timeOffset="22110.36">15976 12572 1013 0,'3'-22'273'0,"-2"-2"-2"15,-1 5-18-15,0 2-22 0,-1 2 8 0,1 2 4 16,-1 2-33-16,1 11-34 0,0-18-32 0,0 18-29 15,0-10-26-15,0 10-22 0,0 0-8 16,0 0-12-16,0 0-20 0,0 0 0 0,3 16 0 16,-3-16-4-16,6 18-7 0,-2-7-1 0,1 2 40 15,2-2-55-15,1 1 44 0,0-2-52 0,1-2 39 16,1-1-62-16,-1-3 48 0,-9-4-55 0,18 6 49 16,-18-6-51-16,18-3 56 0,-18 3-52 0,19-13 7 15,-10 4-1-15,0-3 14 0,-3 0 6 0,0-2 7 16,0-1 13-16,-4 0 23 0,1 2 14 15,-1 2 17-15,1 1 6 0,-3 10 0 0,2-16-9 16,-2 16-11-16,2-13-13 0,-2 13-8 0,0 0-5 16,0 0-6-16,0 0 1 0,15 14-1 15,-7 5-2-15,-2 4-2 0,4 6 39 0,1 7-52 16,-1 2 48-16,5 12-54 0,-1 6-3 0,1 2 4 16,0 3-8-16,1 1-14 0,0-4-54 0,-1 1-63 15,-1-4-54-15,1-2-38 0,-3-12-97 0,-1-5-84 16,0-3-391-16,-2-5-363 0</inkml:trace>
  <inkml:trace contextRef="#ctx0" brushRef="#br0" timeOffset="22443.35">16478 11817 538 0,'-16'-12'778'0,"0"0"-279"0,-2 4-56 15,5 0-144-15,0 2-42 0,1 2-105 16,12 4 12-16,-23-6-78 0,23 6-17 0,-20-3 31 16,20 3-72-16,0 0 44 0,-24 4-56 0,24-4 35 15,-10 8-55-15,10-8 40 0,-7 15-51 16,7-5 51-16,3 3-50 0,2 6 46 0,3 4-50 15,3 4 3-15,5 4 4 0,0 2 1 0,5 2 3 16,0 10-3-16,4-2 7 0,-2 0-16 0,0 1 16 16,0-3 7-16,-5-6-3 0,6 5-3 0,-5-6-25 15,-2-3-70-15,1-1-41 0,-2-1-81 0,0-4-101 16,-6-6-47-16,1-2-330 0,-3-3-222 0</inkml:trace>
  <inkml:trace contextRef="#ctx0" brushRef="#br0" timeOffset="22726.35">16726 11741 1283 0,'-3'-11'709'0,"-1"2"-202"16,4 9-149-16,-9-13-94 0,9 13-61 0,-15-1-43 16,15 1-35-16,-20 7-25 0,7 2 23 0,-4 5-68 15,1 1 24-15,-2 6-50 0,0 3 35 16,-1 1-57-16,5 1-14 0,-2 2-18 0,5 1-20 15,4-5-21-15,0-2-10 0,3-1-6 0,3-2-23 16,1-4 44-16,2 0 10 0,2-1 4 16,5 1 15-16,-1-3 7 0,3 1 0 0,3 1 8 0,3-3 2 15,-1 1 7-15,2-1-1 0,3 1 2 16,-1-1-3-16,1 0 8 0,-1-1 0 0,2 0 0 16,-3 0 0-16,2 0-7 0,-4-1-37 0,1 0-54 15,-2-3-19-15,-3-1-82 0,-1 1-35 0,-12-6-108 16,20 5-328-16,-20-5-200 0</inkml:trace>
  <inkml:trace contextRef="#ctx0" brushRef="#br0" timeOffset="22910.36">16927 11948 691 0,'-2'-15'804'0,"1"3"-157"0,-1-1-129 0,2 13-132 16,-2-17-89-16,2 17-60 0,-1-14-54 0,1 14-39 0,0 0-31 15,0 0-29-15,0 0-14 0,0 0-6 16,5 13-13-16,-1 2-49 0,1 5 37 0,-1 3-53 15,0 2 7-15,1 2-104 0,-1 4-75 16,2-4-46-16,0 5-39 0,-2-6-63 0,1-2-33 16,-3-7-463-16,2-2-402 0</inkml:trace>
  <inkml:trace contextRef="#ctx0" brushRef="#br0" timeOffset="23044.36">16965 11770 609 0,'-6'-23'502'0,"-2"6"-117"0,3 4-138 15,0 3-59-15,1 1-63 0,4 9-55 0,-10-9-39 16,10 9-40-16,0 0-30 0,0 0-47 16,-22 3-31-16,22-3-39 0,-7 13-34 0,7-13-271 15,-2 12 108-15</inkml:trace>
  <inkml:trace contextRef="#ctx0" brushRef="#br0" timeOffset="23745.36">17049 11792 329 0,'0'0'531'0,"15"5"-184"0,-15-5-34 15,10 10-96-15,-4-2-18 0,0-1-58 16,0 2 12-16,-1 2-57 0,-1-1 18 0,0 3-56 16,2 1-26-16,-4-1 6 0,2 1-10 15,0 0-7-15,0-2-4 0,0-1-4 0,0 1-10 16,1-3-6-16,-5-9-25 0,7 13 6 0,-7-13 5 16,9 6-2-16,-9-6 5 0,0 0 6 0,16-3-3 15,-10-4 1-15,0-2-7 0,1-4 11 0,2-3 9 16,0-2 13-16,0-1-11 0,-2-2 21 0,2 2 4 15,0 1 14-15,-1 0 7 0,1 3-7 0,0 1-10 16,-4 4 2-16,0 3-11 0,-5 7 7 0,12-10 6 16,-12 10-2-16,0 0-4 0,0 0-3 15,24 4 42-15,-24-4-68 0,18 13 51 0,-9-4-60 16,0 4 52-16,1-3-55 0,-1 1 49 16,4 3-55-16,-3-3 49 0,-1-1-54 0,2 0 48 0,1-4-61 15,-3 0 53-15,-9-6-54 0,19 7 39 16,-19-7-54-16,18-3 34 0,-5-2-47 0,-3-4 33 15,4-4-33-15,0-4 30 0,-2-1-30 0,3-6 6 16,-5-2 12-16,1-3 9 0,-1 0 10 0,-4-1-22 16,-2 5 50-16,0 0 10 0,-2 3 19 0,0 3-1 15,-4 3 22-15,0 2 15 0,-1 3-3 0,1 2-3 16,2 9-10-16,-12-10-4 0,12 10-9 16,-15 3-1-16,3 3-9 0,0 6 2 0,-1 2-2 15,0 4-6-15,0 0-5 0,3 1-7 16,1 3 48-16,0 1-60 0,4-2 49 0,1 2-62 0,1-3 57 15,2-1-56-15,2-1 50 0,2-3-56 16,1 0 52-16,1-2-55 0,1-5 42 0,2 0-54 16,-8-8 51-16,18 5-65 0,-18-5 39 0,23-6-74 15,-11-3 26-15,3-4-50 0,-1-4 30 0,1-6-34 16,-2-3 23-16,0-2 17 0,-4-5 13 0,-3-2 14 16,-1-3 8-16,-2-4 10 0,-4-3 0 15,-2-3 20-15,-3-9 3 0,-2-2 7 0,-5 3 45 16,3 2-7-16,1 12 69 0,-1 2-13 0,2 5 89 15,0 3-28-15,2 10 37 0,1 2-63 0,0 5 23 16,1 4-70-16,3-2 21 0,1 13-72 16,-5-11 35-16,5 11-55 0,0 0 31 0,0 0-44 15,-7 11 41-15,7-1-4 0,3 10-52 0,-2 4 47 16,4 11-51-16,3 1 3 0,1 5 3 0,0 6-3 16,4 6-1-16,0 0-32 0,2-2-30 0,1-3-40 15,-2-7 28-15,3-5-75 0,0-5 34 0,2-1-49 16,0-3-13-16,0-7-55 0,3-4-11 15,-3-6-53-15,-4-5 33 0,-15-5-306 0,34-4-116 16</inkml:trace>
  <inkml:trace contextRef="#ctx0" brushRef="#br0" timeOffset="24428.35">17980 11381 210 0,'3'-26'497'16,"0"-2"-129"-16,-2 3-19 0,-2 6-20 0,1 2-81 0,-2 2 53 16,0 4-85-16,-1 0-3 0,3 11-92 0,-6-13 19 15,6 13-68-15,0 0 32 0,0 0-65 16,-21 11 41-16,15 3-60 0,-2 3-4 0,1 6-1 15,3 0-7-15,-3 2 4 0,5-2-1 16,-1 2-9-16,2-1 7 0,1-4-1 0,1-1-3 16,2-2-1-16,-1-2-7 0,2-4-13 0,0-1 12 15,3-2-7-15,-7-8-14 0,11 7-7 0,-11-7-16 16,13-4-16-16,-4-4-9 0,3-5 4 0,-1-3 5 16,-2-4 6-16,-2-2 12 0,0-3 10 0,-3-3 15 15,-3-1-4-15,-1 1 34 0,-4-7-28 16,-1 2 40-16,0 2-23 0,-1 6 50 0,0 2-23 0,0 5 62 15,-1 3-57-15,1 6 40 0,-1 1-56 16,7 8 41-16,0 0-57 0,-21 0 52 16,13 8-62-16,-1 5 53 0,0 3-60 0,0 1 56 15,2 1-57-15,2 0 8 0,1-1 0 0,3-1-2 16,1-3-20-16,1-1-18 0,0-2-23 0,3-3 0 16,-4-7-16-16,11 9-19 0,-11-9-22 0,0 0-10 15,25-5-11-15,-10-6 48 0,2-3 29 0,6-7 24 16,0-3 4-16,0-2 15 0,-3-3 19 0,1-2 19 15,-2-3 20-15,-2-1 11 0,-2-2 15 0,-4-3-15 16,0-2 16-16,-1 0-4 0,-2-2 20 16,-1 2 24-16,1 2 5 0,1 4 23 15,-3 5 4-15,-1 8 10 0,-1 4-17 0,-1 4-7 16,1 6-13-16,-4 9-4 0,0 0-9 0,0 0-17 16,17 9-14-16,-10 8-3 0,6 9-12 0,-3 6-11 15,3 7 1-15,6 12 42 0,0 7-50 0,2 7 44 16,2 6-58-16,1 8-7 0,9 24-60 0,2 2 15 15,2-1 53-15,0 3-51 0,6-1 70 0,1-3-53 16,3-4 3-16,2-7 4 0,-2-3 1 0,0-7 9 16,-7-20 1-16,0-3 3 0,-6-3-4 0,1-4 57 15,-7-3-56-15,0-5 50 0,-10-12-53 16,-1-4 48-16,-2-4-42 0,-6-5 95 16,-1-5-5-16,-2-1 58 0,-6-13-7 0,4 11-8 15,-4-11-7-15,0 0-1 0,-16-3 14 0,3-5-17 16,-8-8-2-16,-6-7-3 0,-9-7 5 0,-2-10-61 15,-6-6 12-15,2-9-41 0,-17-23-25 0,0-7-23 16,1-7-19-16,-1-8-21 0,3-9-17 0,4-6-34 16,6-4-40-16,8 4-44 0,10 5 4 0,10 24-93 15,4 5-25-15,9 6-83 0,2 4-43 0,3 10-420 16,4 13-457-16</inkml:trace>
  <inkml:trace contextRef="#ctx0" brushRef="#br0" timeOffset="25294.35">15823 14366 538 0,'-14'-16'776'0,"1"-1"-186"0,-1 5-110 0,4 0-113 16,1 4-77-16,1-1-56 0,8 9-46 0,-14-11-41 15,14 11-37-15,-9-8-36 0,9 8-11 0,0 0-13 16,-6 8-13-16,6 3-10 0,1 13 1 16,1 4-12-16,4 10-5 0,-1 2-2 0,3 3-3 15,2 0-3-15,-1 0-1 0,0 0-7 0,2-4-7 16,-1-2-29-16,1-3-14 0,-1-5-33 0,-1-7-6 16,-3-2-52-16,1-5 22 0,-1-3-35 0,-2-2 44 15,-4-10-37-15,0 0-22 0,0 0-36 16,0 0-55-16,-3-17 22 0,-4-6 45 0,-5-8 25 15,-3-6 51-15,-7-13 30 0,-2-7 39 0,-7-3 31 16,-1-6 54-16,-10-19 70 0,-3 0 14 16,3-1-15-16,11 17 2 0,4 2-6 0,6 4 1 15,4 5 25-15,3 7-50 0,5 11 21 0,4 5-53 16,3 7 16-16,0 3-45 0,6 2 36 0,0 1-47 16,2 5 35-16,4 7-36 0,3 1 29 0,1 6-36 15,-14 3 24-15,32 3-22 0,-10 7 30 0,1 7-40 16,-1 4 40-16,-2 3-36 0,-1 4 34 0,-3 4-38 15,-4 2 26-15,-1 0-24 0,-6 4 32 16,0-1-34-16,-4-2 37 0,-1 3-36 0,-1-3 37 16,-2-8-36-16,-1-1 16 0,1-2 25 15,-3-1-37-15,2-7 40 0,1-1-49 0,0-4 50 16,1-1-41-16,2-10 52 0,-4 18-25 0,4-18 40 16,-1 13-26-16,1-13 11 0,0 0-43 0,1 8 38 15,-1-8-38-15,0 0 32 0,18 4-8 0,-18-4-6 16,18-1 0-16,-18 1-7 0,28 0 0 0,-28 0-7 15,33 1 4-15,-14 3 1 0,4-1-3 0,-2 4-2 16,2 1 0-16,-3 1-33 0,2 3 22 0,1 2-69 16,-1 3 9-16,-3-3-61 0,-2 1-68 0,-1-2-58 15,0 0-84-15,-4-4-258 16,0-1-129-16</inkml:trace>
  <inkml:trace contextRef="#ctx0" brushRef="#br0" timeOffset="26012.36">16113 14197 764 0,'-4'-22'661'0,"-2"-1"-197"0,1 3-79 16,-4 2-91-16,4 4-65 0,0 1-29 0,0 2-12 16,5 11-41-16,-7-14-21 0,7 14-35 0,-5-12-13 15,5 12-25-15,0 0-3 0,0 0-17 16,0 0 5-16,0 0-10 0,14 14-5 0,-5-3-8 16,4 3 1-16,0 1-5 0,1-1-3 0,0 1-3 15,1 0-11-15,-1-1-4 0,3-1-16 16,-4-4-20-16,1-1-1 0,-2 0 0 0,-1-4 5 0,-11-4 8 15,18 3-1-15,-18-3-4 0,14-6 3 16,-9-3-2-16,1 0-1 0,-2-6-8 0,-3-1 34 16,-1-3-20-16,-2-5 33 0,-6-1-20 0,-2-4 25 15,-4-1-13-15,-2-3 20 0,0 3-16 0,-2 1 43 16,0 4 5-16,4 3 36 0,1 6-6 0,2 2 1 16,0 5-19-16,2 4-6 0,9 5-21 15,-17 4 2-15,6 5-13 0,0 7 4 0,4 4-13 16,0 5 6-16,0 6-13 0,2 2 10 0,4-4-3 15,4 8-3-15,3-1 2 0,2-1-3 16,2-1-6-16,3-4-19 0,2-3-25 0,3-3-20 0,0-5 2 16,0-8-25-16,5-3 14 0,-1-5-33 15,2-6-8-15,5-8-6 0,2-3-16 0,1-8-21 16,1-9-5-16,2-4 19 0,-5-6 18 0,0-2 29 16,-3 0 47-16,-3-1 29 0,-5 0 24 0,-6 7 32 15,-3-1-17-15,-2 4 39 0,-3 2-25 16,-4 6 0-16,-1 1 36 0,-1 7 48 0,1 2-25 15,-5 1 29-15,0 6-39 0,-2 0 20 0,7 9-34 16,-11-4-3-16,11 4-24 0,-18 7 11 16,8 4-28-16,-2 7 16 0,1 1-29 0,-1 9 24 0,1 2-19 15,2 4 11-15,1-2-18 0,3 2 18 16,0 0-22-16,1-5 16 0,3-3-19 0,2-1 13 16,4-1-7-16,-1-4-12 0,0-4-19 0,2-3-12 0,2-2 7 15,1-5-27-15,-9-6-7 0,18 1-45 16,-4-7 2-16,0-4 16 0,2-5 48 15,0-5-29-15,3-4 56 0,-6-1-30 0,2 0 61 16,-5 0-18-16,-1 4 64 0,-1 2 8 0,-1 2 53 16,-3 3 11-16,0 4 21 0,-1 1-13 0,-3 9-7 15,5-12-29-15,-5 12-14 0,0 0-19 0,0 0-17 16,0 0-15-16,10 16-4 0,-7 2-9 0,-1 4-6 16,1 6-6-16,2 7-1 0,-1 2-3 0,1 3-7 15,2 2 5-15,0 4-11 0,2 8-38 16,-1-8-42-16,2-2-72 0,-3-1-11 0,4-3-59 15,-1-5 13-15,1-4-55 0,-2-8-50 16,1-6-60-16,-3-7-327 0,-7-10-228 0</inkml:trace>
  <inkml:trace contextRef="#ctx0" brushRef="#br0" timeOffset="26845.36">16768 13830 495 0,'-6'-34'668'0,"-1"3"-123"0,1 8-111 0,1 2-74 16,1 5-84-16,0 3-57 0,2 3-43 0,2 10-36 15,-4-12-27-15,4 12-28 16,0 0-10-16,0 0-25 0,-2 13-14 0,5 4 5 0,1 0-20 16,1 5 8-16,3 0-18 0,-1 1 7 15,2 5-13-15,3-1 10 0,-3-5-4 0,0-1-2 16,2-2-6-16,-1-3-8 0,1-1-10 0,-3-2-11 16,1-4-4-16,-2-2-22 0,-7-7 7 0,14 6 6 15,-14-6-7-15,13-5-6 0,-5-2 13 0,0-6-2 16,0-6 1-16,0-3 1 0,1-8-63 0,-5-4 61 15,2-3-18-15,-4-4-1 0,0-1-12 0,-2 1 3 16,-2-1-40-16,1 4-23 0,0 1-15 16,0 11-12-16,1 1-17 0,0 8 6 0,1 5-13 15,-1 12 59-15,2-12 1 0,-2 12 50 0,0 0-13 16,8 10 48-16,-1 4-31 0,-1 3 54 16,3 4 23-16,0 1 32 0,2 6 6 0,1-1 40 15,1 0 13-15,-1-2 16 0,0 1 22 0,0-4-22 16,-1-3 24-16,-1-2-40 0,1-1 39 0,-1 1-51 15,-1-6 48-15,-2 0-52 0,0-3 30 0,2-2-26 16,-9-6 11-16,11 6-31 0,-11-6 10 0,17-3-36 16,-8-5 11-16,4-6-52 0,-2-3 7 15,2-7-33-15,2-2-18 0,-3-4-21 0,-1-3-5 16,2-3-11-16,-4 0 7 0,0-3 3 16,0 0 5-16,-4 3 2 0,1 1 39 0,-3 8-11 0,0 3 41 15,-2 4-13-15,-1 6 49 0,-1 0-38 16,-2 3 27-16,3 11 16 0,-5-14 0 0,5 14 5 0,-9-8-12 15,9 8 3-15,0 0-8 0,0 0-6 16,-19 6-5-16,19-6-10 0,-5 11 1 0,5-11-9 16,-3 14 9-16,3-14-13 0,0 15 8 0,0-15-1 15,8 18 44-15,-3-9-56 0,5 1 0 16,2-1 1-16,0-1-6 0,5 1 8 0,0-1-11 16,3-1 15-16,2 1-2 0,-2-2-1 0,2-2-2 15,0 1 0-15,1-2-1 0,-5 2-11 0,1-3-4 16,-2 0 15-16,-1 1 8 0,-2-1-1 0,-14-2-1 15,25 6-1-15,-25-6 0 0,19 2 3 16,-19-2 1-16,11 3 60 0,-11-3-50 0,0 0 16 16,9 8-1-16,-9-8 2 0,0 0-3 0,-8 13-5 0,8-13 0 15,-19 10-3-15,8-7-6 0,-5 1 4 16,-1-3-6-16,17-1-3 0,-35-1-5 0,11-4-11 16,1-4-23-16,0-3-8 0,-2-3 38 15,5-4-61-15,2-2 10 0,4 3 4 0,4-1 11 16,2-1 3-16,2 6 9 0,2-1 4 0,1 2 2 15,2 4 19-15,1 9-13 0,-3-13 20 0,3 13 24 16,0 0 19-16,0 0 12 0,0 0 6 0,0 0 1 16,7 9 17-16,-6 3-6 0,0 4 35 0,1 7-60 15,-1 2-10-15,-1 2-10 0,2 3-8 16,-2 6-16-16,-2 0 1 0,2 3-9 0,0-3 0 16,0 1-43-16,0-7-52 0,2-4-107 0,1 1 3 15,-1-6-92-15,1-7-83 0,-3-14-434 16,6 12-349-16</inkml:trace>
  <inkml:trace contextRef="#ctx0" brushRef="#br0" timeOffset="27045.36">17441 12833 938 0,'2'-22'804'0,"0"4"-192"0,-1 6-146 0,3 2-121 16,-4 10-111-16,5-12-10 0,-5 12-74 0,0 0 9 15,14 6-64-15,-4 4 19 0,2 4-58 16,1 4-9-16,0 7-13 0,3 2 0 15,-1 6-11-15,2 4-5 0,2 7-12 0,0 3-38 16,-2 0-50-16,1 2-66 0,-8-8-17 0,3 2-96 16,-3-1-45-16,0-2-56 0,-3-1 6 0,0-4-76 15,-3-2-215-15,0-8-175 0</inkml:trace>
  <inkml:trace contextRef="#ctx0" brushRef="#br0" timeOffset="27179.36">17690 13467 406 0,'0'0'596'0,"-6"-16"4"0,2 6-128 15,-1-2 8-15,0-3-144 0,-2-3-9 0,0-2-93 16,3 1-36-16,0-1-33 0,3 0-31 15,1 0-29-15,2-2-24 0,2-3-14 0,6-4-18 16,2-1-23-16,2-2-46 0,5 3-44 0,1-1-47 16,2 1-53-16,3 1-25 0,-1 6-40 0,0 1-86 15,-3 3-88-15,-3 3-420 0,-4 7-389 16</inkml:trace>
  <inkml:trace contextRef="#ctx0" brushRef="#br0" timeOffset="27413.36">16515 14737 557 0,'-39'42'546'0,"9"-7"-168"16,3-7-58-16,4 1-96 0,2-3-19 0,2-3-31 16,6-6-41-16,2-3-19 0,6-4 13 0,5-10 16 0,0 0 12 15,18 1-29-15,1-11-1 0,13-9-14 16,14-10 2-16,9-8-22 0,5-4-18 0,19-15-7 15,6-6-19-15,2 0-3 0,3-2-15 16,1-1-3-16,-1 4-18 0,-7 1-44 0,-2 4-86 16,-20 13-60-16,-6 4-66 0,-9 6-129 0,-6 3-82 15,-13 10-288-15,-11 6-271 0</inkml:trace>
  <inkml:trace contextRef="#ctx0" brushRef="#br0" timeOffset="27596.36">16694 15013 672 0,'-14'20'810'0,"2"-5"-233"0,5-4-128 16,1-1-124-16,6-10-88 0,-1 10-38 16,1-10-46-16,16-6-25 0,8-10-19 0,12-14-14 15,10-9-23-15,4-8-9 0,25-21-17 0,4-4-5 16,7-4-11-16,5-2-6 0,-2 2-39 0,1 2-47 16,-2 6-54-16,-2 5-58 0,-8 9-38 0,-17 14-84 15,-6 5-101-15,-7 6-419 0,-10 12-380 0</inkml:trace>
  <inkml:trace contextRef="#ctx0" brushRef="#br0" timeOffset="29465.24">27277 9669 837 0,'0'0'781'0,"0"0"-140"0,0 0-180 15,0 0-87-15,0 0-113 0,-8 11-27 16,2 1-78-16,1 12-31 0,-3 10-23 0,3 6-21 15,-5 14 20-15,2 9-57 0,2 2 28 0,-2 5 14 16,6 4-4-16,4 2 6 0,3-1-11 0,6 0-18 16,7-6-1-16,5-3-18 0,8-3-16 0,8-10-39 15,7-4 4-15,9-6-61 0,6-6 16 0,7-8-97 16,6-8-24-16,6-7-118 0,5-8-87 0,6-9-140 16,4-11-384-16,22-14-543 0</inkml:trace>
  <inkml:trace contextRef="#ctx0" brushRef="#br0" timeOffset="29833.24">31447 7985 1114 0,'0'0'762'0,"-1"-17"-170"0,1 17-163 16,1-12-102-16,-1 12-70 0,0 0-38 0,9-5-52 15,3 12-30-15,7 7-24 0,5 7-23 0,8 13 3 16,4 5-5-16,4 5-2 0,1 6-1 0,0 5-24 16,4 4 27-16,-1 0-16 0,-4 5-10 0,0 1-6 15,-1 1-11-15,-7 2-9 0,-2 0-10 16,-6-1-8-16,-4-1-5 0,-9-2-20 0,-7 0-55 16,-8-6-47-16,-11 1-49 0,-8-1-112 0,-11-3-83 15,-11-4-172-15,-14-2-497 0,-19 7-762 0</inkml:trace>
  <inkml:trace contextRef="#ctx0" brushRef="#br0" timeOffset="30631.24">27685 10117 676 0,'4'-10'485'0,"-1"0"-106"0,-1-1-78 0,0 2-39 15,-2 9-82-15,1-16 53 0,-1 16-18 0,0-11-10 16,0 11-2-16,-1-10-21 0,1 10-27 0,0 0-24 16,-9-9-20-16,9 9-22 0,0 0-18 0,-15 6-15 15,5 1-10-15,1 7 38 0,0 5-60 16,-1 3 40-16,1 1-16 0,1 6-3 0,3 1-9 16,-1-5-52-16,5 1 48 0,0 0-57 0,2-1 55 15,1-1-52-15,5-1 51 0,2-3-50 16,0-3 49-16,3-1-49 0,4-3 54 0,0-4-43 15,-2-6 20-15,-14-3-22 0,32 0 47 0,-10-6-48 16,-1-4 42-16,0-5-3 0,2-2-5 0,-4-2-3 16,-2-5 26-16,-3 0-35 0,-6 2-11 0,-4-2 8 15,-4 1-45-15,-3-2 52 0,-6 2-46 0,-5-2 46 16,-4 4-53-16,-5 2 6 0,-2 5 2 0,-5 4-3 16,-4 5 4-16,4 3-8 0,-2 4-12 15,-5 2 33-15,4 3-77 0,1 2 22 0,3 3-83 16,0-2 18-16,10-1-57 0,5 4-26 0,2-4-41 15,2 1-60-15,5-3 15 0,5-7-55 0,0 11-222 16,0-11-118-16</inkml:trace>
  <inkml:trace contextRef="#ctx0" brushRef="#br0" timeOffset="31697.23">27713 10076 194 0,'19'-9'662'0,"-2"0"-175"16,-4 2-104-16,1-2-72 0,-5 4-61 15,1 0-49-15,-10 5-52 0,16-8-33 0,-16 8-33 16,16-7-5-16,-16 7-11 0,16-2-16 0,-16 2 13 15,21 2-7-15,-8 2 48 0,2 1-69 0,1 4 47 16,0-1-69-16,1 4 55 0,-2 0-69 0,2 1 12 16,-2-1-14-16,-2 2 51 0,0-2-64 0,-4 1 62 15,-3-1-62-15,2 0 56 0,-3-1-5 0,-1-1 3 16,-3 0-4-16,0 1 1 0,-1-11 5 0,-1 14-3 16,1-14-2-16,-5 13 0 0,5-13-5 15,-10 4-9-15,10-4 6 0,0 0-5 0,-19-4-5 16,10-4-3-16,0-2-55 0,-1-5 52 15,-1-4-49-15,6-1 57 0,0-2-59 0,1-1 54 16,4-2-51-16,3 1 6 0,1-1 5 0,2 0 2 16,6-1 55-16,0 0-56 0,5 2 55 0,-2 0-55 15,3 6-2-15,-4 2 10 0,4 2 3 0,-4 3 3 16,4 1 1-16,-5 3 2 0,-2 2-5 0,-11 5 10 16,22-1 0-16,-22 1-2 0,22 4 4 0,-22-4-1 15,20 10 3-15,-9-1 0 0,-4 0 1 16,3 4-9-16,-3-1 9 0,-1 4 1 0,-2-1-5 15,0 1 4-15,-1-2-1 0,-1 3 52 0,-2-3-65 16,2 0 45-16,-2-1-88 0,0 1 25 16,-2-3-93-16,2-1 20 0,0-10-58 0,-4 18-28 15,4-18-26-15,-5 10-27 0,5-10-19 0,0 0 32 16,0 0-2-16,-13-8 83 0,7 0 17 0,2-6 74 16,0-3 14-16,-1-4 58 0,0-2 11 0,1-4 31 15,0-1 41-15,2 1 8 0,-2 1 9 0,3 1-4 16,0 1-10-16,1 7-12 0,-2 0-17 0,2 3-29 15,0 3 5-15,2 2-11 0,-2 9-13 0,2-14-5 16,-2 14-4-16,0 0-3 0,14-3-6 16,-14 3-12-16,16 9 6 0,-2-1-6 15,1 1-20-15,4 2-16 0,0 2-18 0,1-3-15 16,2 1-7-16,1 0 9 0,-1-3 1 0,1 0 25 16,-1-5-6-16,-4 1 14 0,0-1 7 0,-18-3 26 15,28 0 2-15,-28 0 21 0,23-7 12 0,-14 1 9 16,-3 0 27-16,1-1 7 0,-5-5 2 0,2 2 2 15,-5 1-3-15,-2-5 2 0,-2 2-3 0,0-2 2 16,0 3 5-16,-2 1 7 0,1 2-7 0,-1 0 11 16,7 8-19-16,-12-7-16 0,12 7-13 0,0 0-11 15,-18 3-2-15,13 5-45 16,0 6 42-16,0 2-15 0,2 5 5 0,3 3-1 16,1 5-5-16,3 4-1 0,1 3-7 0,4 0 4 15,3 3 45-15,-1 2-60 0,7 6 43 0,0-2-76 16,1 3 33-16,0-2-58 0,2-1 51 0,2-3-49 15,-6-7 54-15,-1 0-52 0,2-2 67 0,-4-2-52 16,0-1 18-16,-5 0 4 0,-2-6 8 0,-3-2 3 16,-2-1 6-16,-2-3 3 0,-2-1 6 0,-2-2-62 15,-1-1 130-15,-2-3-47 0,-2-1 9 0,0-3 6 16,9-7 6-16,-19 6 10 0,19-6-3 16,-20-5 18-16,6-3-4 0,1-3 0 0,-2-4 50 15,3-2-64-15,-1-7 42 0,0-3-69 16,3-4 47-16,1 2-68 0,2-4 54 0,1-1-6 15,4 5-12-15,1-6-63 0,2-1 59 0,1-1-59 16,2 1 57-16,1-2-64 0,5 2-5 0,-2-3 2 16,1 2 1-16,5-4-21 0,-3 4 13 0,2-2 9 15,2 0 5-15,0 3 0 0,-2 1 8 0,0 4 47 16,-1 0-52-16,-1 4 61 0,-4 8-57 0,3-1 53 16,-6 7-50-16,1 0 62 0,-1 3-56 0,-4 10 58 15,8-15-60-15,-8 15 48 0,5-10-53 16,-5 10 55-16,0 0-57 0,0 0 55 0,0 0-51 15,10 6 3-15,-10-6 4 0,7 14 1 0,-3-2-3 16,1 0 7-16,1 3 3 0,-2 1-1 16,2 3-2-16,-1 1 4 0,-1-1-2 0,1-2-8 15,-2 1-25-15,2-2-43 0,-3 0-33 0,0-2-40 16,-2-3-33-16,0 0-67 0,-2 1-48 0,2-12-96 16,-2 12-247-16,2-12-171 0</inkml:trace>
  <inkml:trace contextRef="#ctx0" brushRef="#br0" timeOffset="32098.24">28689 9589 525 0,'-6'-28'500'0,"1"7"-105"0,1 0-52 0,0 7-97 16,0 1 3-16,2 2-111 0,0 1 47 0,2 10-103 15,-6-14 13-15,6 14-62 0,0 0 37 0,0 0-56 16,0 0 35-16,0 0-59 0,8 8 35 16,-1 3-55-16,5 4-6 0,-1 2-15 0,6 7-18 0,0-1-23 15,2-1-17-15,0 2-23 0,1-1 21 16,-3-3-14-16,2 3 40 0,-2-1-4 0,-2-6 45 15,-2-2-18-15,-3 2 34 0,-1-4 2 16,0-2 47-16,-4-1 16 0,2-1 32 0,-7-8 38 16,7 12 3-16,-7-12-4 0,4 7-50 0,-4-7 37 15,0 0-24-15,0 0 13 0,0 0-26 16,-2 10 6-16,2-10-14 0,0 0-12 0,0 0-4 0,0 0-8 16,-4-12-5-16,4 12-14 0,1-14 46 0,0 4-52 15,-1-2 46-15,4-3-47 0,-1-1 39 16,1-5-47-16,2 0 42 0,0-1-50 0,3 2 49 15,-1-2-51-15,0 4 66 0,2 0-49 0,0 2 67 16,-3 2-45-16,1 3 49 0,1 2-59 0,-2 2 51 16,-7 7-62-16,15-8 46 0,-15 8-50 15,0 0 54-15,22 9-59 0,-14-3 50 0,1 4-53 16,-2 3 48-16,1-1-56 0,0 2 3 0,-1 1-11 16,1-1-27-16,0 0-28 0,1-2-18 0,-2-1-20 15,2-1-69-15,-1-2-32 0,3-5-98 0,-11-3-41 16,18 4-182-16,-18-4-46 0</inkml:trace>
  <inkml:trace contextRef="#ctx0" brushRef="#br0" timeOffset="32498.24">29345 9422 624 0,'0'0'490'16,"3"-15"-84"-16,-3 15-110 0,-4-7-11 0,4 7-101 16,0 0 14-16,0 0-89 0,0 0 8 0,-19 3-82 15,19-3 73-15,-9 13-60 0,9-13 40 0,-8 16-60 16,7-6 52-16,0 0-62 0,2 3 48 0,0-2-67 15,3 3 54-15,1 1-68 0,2 2 13 0,0 1-1 16,2-1 2-16,-1 0 0 0,1-1-3 0,-4-3 8 16,1 1-11-16,0 0 10 0,-4-3-12 0,-1-2 13 15,-1 1-2-15,-2 3 1 0,-2-4-51 0,-4 1 59 16,1 2-1-16,-4-5-9 16,-3-1 3-16,0 0-11 0,-3-3-8 0,17-3-19 15,-31 0-14-15,14-2-17 0,-2-6-17 0,3-2-21 16,0-5-15-16,2-1-26 0,2-5-4 0,3-7 26 15,3 6 28-15,3-3 43 0,2 1 40 0,1 3 35 16,1 2 42-16,1 2 16 0,0 1 40 0,-2 5-33 16,2 1 26-16,-2 10-56 0,2-18 37 0,-2 18-32 15,3-9 71-15,-3 9-47 0,0 0 53 0,0 0-65 16,0 0 54-16,0 0-68 0,14 11 47 0,-11-1-68 16,-1 1 47-16,0 2-78 0,1 3 54 15,-2 2-64-15,1 0-2 0,0 1-11 16,-1-1-20-16,-1 2-50 0,2-1-48 0,-1 0-78 15,0-2-43-15,1-3-97 0,-2-14-460 0,3 23-367 16</inkml:trace>
  <inkml:trace contextRef="#ctx0" brushRef="#br0" timeOffset="32665.24">29569 9400 210 0,'9'-10'966'0,"1"-3"-352"15,-2 2-89-15,-1-2-175 0,0 2-47 16,2-1-129-16,-2-1-2 0,2 2-120 0,-1-2-38 15,1 3-30-15,-3 2-18 0,3-2-20 0,-1 2-21 16,-1 2-30-16,-7 6-25 0,11-7-66 16,-11 7-39-16,0 0-84 0,0 0-39 0,14 7-181 0,-14-7-34 15</inkml:trace>
  <inkml:trace contextRef="#ctx0" brushRef="#br0" timeOffset="32798.24">29661 9392 561 0,'-10'25'633'0,"-1"-3"-158"0,-1 1 8 15,0-3-127-15,1-1-29 0,0-1-112 0,0-1 13 16,1-1-95-16,1-3-19 0,3-3-12 15,1-2-22-15,5-8-7 0,-7 11-11 0,7-11-10 16,0 0 38-16,7 8-71 0,-7-8 25 0,15-3-92 16,0-4-7-16,3-3-134 0,3-1 32 0,5-3-98 15,0-1-118-15,-1-1-44 0,1-2-345 16,-1 2-283-16</inkml:trace>
  <inkml:trace contextRef="#ctx0" brushRef="#br0" timeOffset="33901.23">30330 9325 606 0,'-15'5'923'16,"15"-5"-264"-16,-25 3-125 0,25-3-161 15,-24 3-48-15,24-3-94 0,-18 4-19 0,18-4-80 16,0 0 5-16,0 0-62 0,-14-5 17 0,14 5-48 15,14-9-11-15,6-1-9 0,12-5-1 0,5 0-3 16,16-5-5-16,7-4-4 0,7-1-2 0,6-1-2 16,4-1-3-16,2-2 0 0,1 0-23 0,16-8-16 15,-20 10-19-15,-3-1-20 0,-3 1-4 16,-5 1-5-16,-4 4-6 0,-8 0-7 0,-14 6-6 16,-5 4-15-16,-4-1-9 0,-10 4-1 0,-7 3 4 15,-13 6 11-15,12-5 18 0,-12 5 14 0,0 0 21 16,-20 5-32-16,-3 1 47 0,-9 5 24 0,-6 2-45 15,-15 3 66-15,-3 4-47 0,-7 2 70 0,-6 3-45 16,-1 1 65-16,-3 0 4 0,-2 4 12 16,-2 0 13-16,0 1 8 0,2 2 9 0,2-2 0 15,5-2 3-15,5 1-10 0,8-3 40 0,7-4-77 16,13-6 38-16,4-2-66 0,6-2 52 0,8-5-67 16,10-1 54-16,7-7-53 0,0 0 53 0,0 0-59 15,24 0 8-15,7-9-6 0,4-5 12 16,16-3 10-16,3-3 6 0,8-3 0 0,4-2 2 15,4 0-8-15,2-1 4 0,2 0-3 0,-2 0 6 16,-2-2-1-16,-1 3-4 0,-2 3 3 0,-5-1-2 16,-6 1-3-16,-4 4-5 0,-14 3-4 0,-1 4-2 15,-7 0-2-15,-8 3-1 0,-3 1-2 0,-4 1 4 16,-15 6 0-16,14-4 0 0,-14 4 1 0,0 0 1 16,0 0 8-16,-34 5 38 0,2 6-16 15,-10 1 28-15,-12 4-20 0,-11 2-3 0,-2 3 4 16,-6 0 4-16,-4 3 8 0,1 0-3 0,-4 0 28 15,4 1-16-15,0-3-23 0,7-1 11 0,6-2-40 16,10-3 24-16,14-1-34 0,7-6 19 16,9-1-33-16,9-5 20 0,14-3-28 0,0 0 24 15,0 0-22-15,0 0 16 0,24-10-25 0,10-1 32 16,7-4-25-16,18-2 25 0,5-6-2 0,6 1-3 16,5-2-2-16,3 0-4 0,2-1 10 0,-2 0-2 15,0 1 0-15,-1 2-14 0,-9 1-4 0,-4-1 1 16,-7 5 0-16,-15 3 0 0,-5 3-1 0,-6 1 3 15,-8 2 1-15,-4 2 4 0,-8 1-4 0,-11 5 12 16,9-6-16-16,-9 6 2 0,0 0-19 0,-24 2 27 16,0 4 0-16,-13-2 1 0,-4 7 1 0,-15 3 2 15,-5 1 2-15,-3 3 0 16,-2 2 11-16,-1-1-13 0,1-1 3 0,4 3-4 16,4-3-24-16,3-1 23 0,18-5-1 0,2 1-7 15,6-4-21-15,7 0-38 0,6-2-15 0,16-7-1 16,-15 8 1-16,15-8 4 0,0 0 7 0,0 0 5 15,0 0-1-15,27-2-4 0,-7-4-22 0,2-2-27 16,6-1-61-16,1-4-38 0,-1 4-69 0,-5-1 5 16,-5 1-98-16,-1-4-97 0,-4 2-304 0,-3 1-306 15</inkml:trace>
  <inkml:trace contextRef="#ctx0" brushRef="#br0" timeOffset="34382.24">30779 7182 799 0,'5'-32'642'0,"-4"3"-182"15,-1 3-73-15,-1-1-94 0,-2 2-71 0,0 3-67 16,-1 1-17-16,-4 0-40 0,1 4-8 0,4 2-11 16,-10 2 6-16,3-1-1 0,-2 4 0 0,1 2-4 15,-2 3-8-15,13 5-17 0,-27-1-8 0,8 7-4 16,0 7-5-16,-7 6-12 0,1 7 1 0,-6 14 1 15,1 7-14-15,-2 8-1 0,0 5-4 16,3 6-2-16,1 6 5 0,2 0 7 0,5 2 44 16,2 2 18-16,5-2 6 0,6 2 6 15,4-1 8-15,4 0-14 0,4-2-14 0,4-3-8 16,4-3-16-16,1-4 4 0,4-2-8 0,1-6-7 16,2-1-10-16,-1-5-11 0,1-6-17 0,-2-8-21 15,-4-3-5-15,2-5-41 0,-2-2 14 0,-2-5-64 16,-3-2 7-16,-1-6-126 0,-1-1 15 0,-1-1-65 15,-6-10-55-15,7 11-84 0,-7-11-476 0,0 0-535 16</inkml:trace>
  <inkml:trace contextRef="#ctx0" brushRef="#br0" timeOffset="34685.23">30365 8447 101 0,'0'0'869'0,"0"0"-244"0,-17-2-161 0,17 2-96 16,0 0-95-16,0 0-76 0,0 0-43 15,0 0-35-15,0 0-20 0,0 0-18 0,0 0-33 0,0 0 9 16,0 0-12-16,15 8-7 0,1-4-9 16,2-3-7-16,6 2-9 0,3 0-12 15,4-3-45-15,3-4-31 0,5 1-36 0,-1-3-50 16,1 0 33-16,1-3-15 0,-1-1 3 0,-4-1-3 16,0-3 32-16,-6-1 10 0,0 0 21 0,-7-3 33 15,-5 4 28-15,-5-4 29 0,-5 0 20 0,-2 4 48 16,-3 0-28-16,-2 0 90 0,-3 3-47 0,-1 0 55 15,0 0-27-15,-2 3 10 0,0 2-36 0,6 6-8 16,-20-8-30-16,20 8 7 0,-22 2-31 16,3 7 2-16,0 4-17 0,-1 4 13 0,-1 3-32 15,-2 4-9-15,3 1-61 0,1 0-49 16,-2 2-114-16,4 2-49 0,-2-2-166 0,2 0-244 16,1-2-221-16</inkml:trace>
  <inkml:trace contextRef="#ctx0" brushRef="#br0" timeOffset="41001.55">29679 6332 3 0,'-2'-10'383'0,"2"10"-93"16,0 0-7-16,0 0-39 0,0 0-44 0,0 0-21 16,0 0-44-16,0 0 33 0,0 0-52 0,-2-9 30 15,2 9-13-15,0 0-8 0,0 0-10 0,0 0-6 16,0 0-13-16,0 0-1 0,0 0-8 15,0 0-3-15,0 0-20 0,0 0 9 0,0 0-11 16,0 0-6-16,0 0-6 0,0 0-14 0,0 0 3 16,0 0-4-16,0 0-4 0,0 0-11 0,0 0 6 15,0 0-29-15,0 0 27 0,0 0-6 16,0 0-6-16,0 0 4 0,0 0-1 0,0 0 1 16,0 0-5-16,0 0 11 0,0 0-1 0,0 0 1 15,0 0 5-15,0 0-2 0,0 0-9 0,0 0 10 16,0 0-4-16,0 0 4 0,0 0-8 0,0 0-1 15,0 0-1-15,0 0-4 0,0 0 1 0,0 0-7 16,0 0 6-16,0 0 0 0,0 0-1 16,0 0 0-16,0 0-2 0,0 0 1 0,0 0-1 15,0 0 0-15,0 0-6 0,0 0 13 0,0 0-11 16,0 0 2-16,0 0-3 0,0 0 0 0,0 0-1 16,0 0 1-16,0 0-1 0,0 0-5 15,0 0 4-15,0 0 2 0,0 0-3 0,0 0 1 16,-7-7 0-16,7 7 0 0,0 0 0 0,0 0-1 15,0 0-4-15,0 0 5 0,0 0 0 0,0 0-1 16,0 0-4-16,0 0 4 0,0 0 1 0,0 0 0 16,0 0 0-16,0 0-6 0,0 0 6 15,0 0-1-15,0 0-1 0,0 0 1 0,0 0-3 16,0 0 4-16,0 0-3 0,0 0 0 0,0 0-2 16,0 0 5-16,0 0-1 0,0 0-1 0,0 0 0 15,0 0 2-15,0 0 0 0,0 0-2 0,0 0 3 16,0 0-7-16,0 0 0 0,0 0 6 0,0 0 0 15,0 0-2-15,0 0 1 0,0 0 0 16,0 0 0-16,0 0 0 0,0 0-1 0,0 0-5 16,0 0 7-16,0 0-1 0,0 0 1 0,0 0 0 15,0 0 0-15,0 0-2 0,0 0 18 0,0 0-20 16,0 0-5-16,0 0 6 0,0 0-1 16,0 0 0-16,-1-10 2 0,1 10 0 0,0 0-1 15,-2-9 2-15,2 9-1 0,-2-11-4 0,2 11 4 16,-2-14 0-16,2 14 2 0,-3-17 12 0,1 6 7 15,0-1 13-15,0 0 0 0,-2-3 1 0,1-1-1 16,-1 2-4-16,1-1 1 0,2 2 12 16,-3 2 10-16,2 1-13 0,2 10 8 0,-3-16-21 0,3 16 8 15,-2-13-16-15,2 13 0 0,-4-10-19 16,4 10 10-16,0 0-16 0,-2-11 1 0,2 11-8 16,0 0 8-16,0 0-4 0,0 0 13 0,0 0-11 15,4 20 4-15,-2-4-1 0,1 7-1 16,3 3 5-16,-1 9 2 0,2 3-1 0,-2 0 7 15,-1 6-8-15,-1 0 5 0,-1-2-9 0,2 2 11 16,-1-2-9-16,-1-2 8 0,0-1-10 0,1-4 9 16,-1-6-8-16,0-1 15 0,-1-5-18 0,1-3 10 15,0-3-10-15,0-4 12 0,0-1-7 0,-2-12 7 16,1 18-2-16,-1-18 1 0,4 9 3 0,-4-9 6 16,0 0-17-16,9-7 17 0,-4-2-13 15,4-9 8-15,-4-3-11 0,5-9 11 0,-3-1-11 16,2-1 6-16,-3 1 1 0,-2 5 4 15,2 2 15-15,-2 1-1 0,3 2-7 0,-5 7 5 16,2-1-8-16,-1 3-5 0,-1 2 1 0,-2 10-13 16,4-16-6-16,-4 16 4 0,4-8 2 0,-4 8 2 15,0 0-1-15,0 0 2 0,18 7-2 0,-12 0 25 16,2 2-27-16,1 4 15 0,0 0-20 0,0 3 10 16,-2 1-29-16,1 0-11 0,0-1-22 0,-3 1-36 15,-1-2-40-15,-1 0-77 0,1 1-29 0,-4-5-43 16,2 2-49-16,-2-13-47 0,-2 16-83 0,2-16-254 15,0 0-243-15</inkml:trace>
  <inkml:trace contextRef="#ctx0" brushRef="#br0" timeOffset="42002.55">29853 6152 750 0,'0'-18'531'0,"2"0"-62"0,-2 3-124 0,0 4-46 15,0-1-88-15,0 12-49 0,0-16-48 0,0 16-1 16,1-12-45-16,-1 12 3 0,0 0-24 0,0 0 14 15,0 0-30-15,0 0 16 0,11 16-39 16,-6-4 23-16,1 9-16 0,1 0 13 0,2 4-8 16,-1 5 3-16,0 2-11 0,-1 3-38 15,1-1-4-15,-3 1-72 0,0 0 27 0,-2 1-61 16,1-3 38-16,-1-6-37 0,-1-2-7 0,3-1-10 16,-4-6-22-16,1-2 2 0,0-5 20 0,0-1 26 15,-2-10 29-15,4 11 19 0,-4-11 23 0,0 0 52 16,0 0 28-16,0 0 25 0,0 0 2 0,7-10 20 15,-7 10 2-15,0-18 7 0,0 6-19 0,0-3 28 16,0 0-39-16,-2-2 32 0,2-1-64 0,0 0 48 16,0-4-15-16,2 0-7 0,-2-2-10 15,2 0-10-15,-1-1-41 0,1 0 37 0,0-1-51 16,3 0 50-16,-1-2-37 0,-1 2 43 0,3-6-36 16,-1 6 7-16,0 0 8 0,-1 2 14 15,3 2 56-15,-5 1-26 0,2 4 35 0,0 2 22 16,-2 4 9-16,1-2 3 0,-3 13-6 0,5-16-16 15,-5 16-20-15,3-13-20 0,-3 13-11 0,2-10-15 16,-2 10-5-16,0 0-4 0,0 0 4 0,0 0-2 16,13 12-2-16,-8 2-3 0,0 5-2 15,0 2 9-15,2 2-16 0,-2 4 7 0,0 4 0 16,0 3 0-16,-1-2-3 0,-1 5-20 0,-1-3-1 16,-1-1-17-16,1-4 2 0,-2 0-37 0,2-2 5 15,-2-2-32-15,0 0 29 0,1-6-39 0,-2-4 44 16,1-1-51-16,0-4 64 0,0-10-43 0,0 17 63 15,0-17-55-15,0 0 68 0,0 0-46 16,0 0 56-16,0 0-47 0,3-14 46 0,-3 2-38 16,2-7 72-16,-1-3-82 0,-1-3 69 0,3-1-53 15,-2-2 49-15,1 2-49 0,0-2 37 0,0 2-36 16,-1 0 40-16,1 2-47 0,1-1 40 16,0 1-47-16,-1 0 14 0,2 2-4 0,0 2 8 15,-1 3 13-15,1 0-13 0,0 1 12 0,0 0 2 16,0 2 4-16,0-1 2 0,2 1 1 0,-2-1 0 15,0 3 3-15,0-3-4 0,1 0 15 0,-1 0 11 16,1-1 17-16,0 3 24 0,-1-1 22 0,-1 3 20 16,0 1 13-16,0 1 11 0,-3 9-8 0,3-13-22 15,-3 13-23-15,4-10-19 0,-4 10-17 16,0 0-5-16,0 0 2 0,0 0-3 0,10 10-2 16,-6 6 21-16,-1 8-33 0,3 6-4 15,-1 7-3-15,1 1 8 0,2 7-14 0,-1 9 9 16,1 5 6-16,-1 4-18 0,2 2 12 0,-2 2-13 15,-2 1-1-15,0-3-2 0,1-4 8 0,0-2-17 16,-2-13-1-16,1-2-18 0,-1-4 6 0,2-5-40 16,-3-3-1-16,1-7-8 0,0-4-12 0,-2-4-9 15,0-3 4-15,-2-14-10 0,2 15 4 0,-2-15-43 16,0 0 62-16,0 0-16 0,0 0 49 0,-6-18-23 16,2 2 47-16,0-9-30 0,-1-9 13 15,0-5 40-15,1-3-33 0,0-2 44 16,2-1-30-16,2 0 48 0,1 0-35 0,2 5 57 15,-1 1-47-15,3 6 53 0,-1 5-46 0,1 3 38 16,-1 3-41-16,1 5 42 0,0 1-54 0,-2 5 44 16,1-1-56-16,0 2 46 0,1 3-47 0,-5 7 45 15,10-9-63-15,-10 9 64 0,0 0-52 0,0 0 53 16,0 0-6-16,21 4-19 0,-21-4 11 0,3 10-9 16,-3-10 1-16,0 12-16 0,0-12-46 0,-3 17 41 15,-3-10-62-15,2 2 32 0,-1 0-64 0,5-9-4 16,-7 12-37-16,7-12-74 0,0 0 0 15,0 0-105-15,0 0-193 0,-12-5 7 16</inkml:trace>
  <inkml:trace contextRef="#ctx0" brushRef="#br0" timeOffset="42435.55">30514 5917 119 0,'6'-18'615'0,"-3"1"-189"0,-3 5-36 0,0 1-148 16,0 11 10-16,-2-18-98 0,2 18 31 0,-7-15-58 15,7 15-13-15,-12-9-19 0,12 9-8 0,0 0-16 16,-20 0-16-16,20 0-4 0,-19 11-13 15,13 1-11-15,-1 1-4 0,1 2-2 0,1 5-6 16,2 2-3-16,3-3 24 0,2 6-34 0,0-1 28 16,5 1-32-16,0-1 21 0,2 3-24 0,3 1 34 15,1-3-7-15,-1-1-1 0,0-4-9 16,-1-1 4-16,0-2-5 0,0-1-2 0,-2 1-11 16,-1-5 8-16,-2-1 1 0,-1-1 1 0,-5-10-1 15,4 17-1-15,-4-17-33 0,-3 14 36 0,3-14-28 16,-11 9 21-16,11-9-25 0,-17 6 15 0,17-6-69 15,-25-3 31-15,8-2-20 0,1-5-22 0,-1-4-24 16,2-2-48-16,-1-7-37 0,3-2-40 16,3-3 7-16,3 3 47 0,5-3 0 0,2 1-11 15,5 0 36-15,0 1 58 0,2 2 114 0,2 5 69 16,-1-2 30-16,0 5 51 0,-1 4-34 0,-3 2 5 16,1-1-23-16,-5 11-8 0,5-12-15 15,-5 12-7-15,6-7 3 0,-6 7-6 0,0 0 54 16,0 0-45-16,5 8 13 0,-5-8-12 0,-2 19-15 15,-1-4-7-15,-2 7 15 0,1 0-42 0,-2 4 17 16,0 5-39-16,-2 3 28 0,-1 4-7 16,0-1-32-16,1 4 17 0,1 2-28 0,-3 1 17 15,2-3-99-15,1-4 6 0,3 2-79 0,2-6-85 16,1-10-151-16,1-4-298 0,3-8-222 0</inkml:trace>
  <inkml:trace contextRef="#ctx0" brushRef="#br0" timeOffset="42620.55">30797 5836 610 0,'5'-8'951'0,"-5"8"-275"0,5-12-175 0,-5 12-177 16,7-12-98-16,-7 12-80 0,0 0-53 0,0 0-38 16,-7-8-32-16,7 8-34 0,0 0-39 0,-13 5-50 15,13-5-43-15,-11 12 17 0,6-1-39 0,1-1-30 16,0 6-56-16,3-4-59 0,1 7-349 0,1 0-190 15</inkml:trace>
  <inkml:trace contextRef="#ctx0" brushRef="#br0" timeOffset="42752.55">30890 6187 709 0,'2'12'451'0,"0"-2"-57"0,-2-10-94 0,-2 17-117 16,2-17 21-16,-3 17-100 0,3-17 48 0,-6 16-63 15,6-16 29-15,-7 15-56 0,7-15 25 0,-7 10-52 16,7-10 25-16,-5 7-64 0,5-7-15 0,0 0-92 15,0 0-141-15,0 0-110 0,0 0-279 0,-12-7-172 16</inkml:trace>
  <inkml:trace contextRef="#ctx0" brushRef="#br0" timeOffset="42936.55">30940 5436 73 0,'0'0'16'0,"-5"-11"-47"16,5 11 10-16</inkml:trace>
  <inkml:trace contextRef="#ctx0" brushRef="#br0" timeOffset="43219.55">30903 5496 601 0,'-5'-12'456'0,"5"12"-38"0,-4-13-148 0,4 13 17 15,-2-9-73-15,2 9 5 0,0 0-87 0,-3-10-2 16,3 10-60-16,0 0 14 0,0 0-49 0,0 0 59 15,0 0-27-15,18 15 16 0,-5 3-35 0,5 6 14 16,2 2-24-16,1 4-4 0,8 8-8 16,0 1-8-16,1 3-2 0,2 0-3 0,-1 0-2 15,-2 2 0-15,-1 0-6 0,0 0 3 16,-5-3 8-16,-1-6-69 0,-4-1-25 0,-1-2-72 16,-2 1 10-16,-4-4-67 0,0-1-101 0,-6-9-108 15,-1-2-196-15,-3-4-144 0</inkml:trace>
  <inkml:trace contextRef="#ctx0" brushRef="#br0" timeOffset="43436.55">31140 5484 754 0,'-7'-25'623'0,"2"4"-158"0,-1 3-97 16,1 2-60-16,1 5-59 0,1 2-45 15,0 0-37-15,3 9-33 0,-6-14-31 0,6 14-25 16,0 0-16-16,0 0 1 0,0 0-5 0,0 0-10 15,13 13-4-15,0 5 6 0,2 7-20 0,5 7-5 16,6 7-5-16,1 5-5 0,-1 1-1 0,3 3-2 16,-3-2-1-16,2 1-4 0,1 2 0 0,0-4-10 15,-3 2-25-15,-1-4-48 0,-2-2-70 0,-3-8-16 16,-2 0-62-16,-3-2-47 0,-1-4-77 0,-6-7-443 16,0-1-333-16</inkml:trace>
  <inkml:trace contextRef="#ctx0" brushRef="#br0" timeOffset="44320.55">31598 5631 7 0,'0'0'381'0,"4"-16"-113"0,-4 16-80 16,3-14-45-16,-3 14-43 0,4-11-15 0,-4 11-25 16,6-11-8-16,-6 11-16 0,4-8-3 0,-4 8-8 15,0 0-4-15,6-11-4 0,-6 11 7 16,0 0 7-16,0 0 1 0,5-10-9 0,-5 10 32 16,0 0-12-16,0 0-2 0,2-10 3 0,-2 10 12 15,0 0 12-15,0 0-16 0,0-12-5 0,0 12 0 16,0 0-1-16,0 0-3 0,0 0-10 0,-1-10-10 15,1 10-9-15,0 0-4 0,0 0 0 0,0 0-2 16,0 0-8-16,0 0 18 0,0 0 1 0,-1-9-17 16,1 9 1-16,0 0-6 0,0 0 2 0,0 0-3 15,0 0-31-15,0 0 44 0,0 0-13 0,0 0 0 16,0 0-4-16,0 0 26 0,1-10-29 0,-1 10 3 16,0 0 4-16,0 0 14 0,-1-12 7 15,1 12 7-15,0 0 8 0,0-11 45 0,0 11-40 16,0 0 37-16,-2-13-46 0,2 13 49 0,0 0-52 15,-1-11 51-15,1 11-54 0,0 0 51 0,-2-10-49 16,2 10 53-16,0 0-39 0,0 0 45 0,-3-10-31 16,3 10 28-16,0 0-35 0,0 0 19 0,0 0-35 15,-3-11 15-15,3 11-33 0,0 0 20 0,0 0-31 16,0 0 26-16,0 0-27 0,-4 16 27 0,4-3-28 16,-3 4 26-16,2 7-31 0,-2 1 6 0,0 1-1 15,2 2 1-15,-1-1 1 0,2 1 0 16,0-1 0-16,0-1 0 0,0-1 2 0,3-2-3 0,0 0 4 15,1-7-3-15,1-3 1 0,3 1 0 16,-2-4-1-16,2-2-1 0,2-2-6 0,-10-6-11 16,22 2-5-16,-22-2 1 0,29-7 1 0,-12-2 3 15,-1-2 4-15,0-4 4 0,-3-1 3 0,0-3 0 16,-4-1 2-16,0-1 2 0,-1 0 2 0,-2 3 6 16,-3 2 13-16,1 0 17 0,-2 4 15 0,-2 12-8 15,3-17 12-15,-3 17 0 0,3-15-11 0,-3 15-11 16,0 0-5-16,0 0-10 0,0 0 0 0,-12 5-5 15,7 4 0-15,-4 3-5 0,3 2-1 16,-2 2-1-16,3 0 1 0,1-2-2 0,0 2 1 0,0-3-1 16,4 0-2-16,0 0 2 0,4-2 2 15,0 1-3-15,0-2 0 0,2-2 1 0,-6-8 6 16,14 9 3-16,-14-9-10 0,19 2 7 0,-19-2-9 16,29-7 9-16,-17 2-11 0,6-7 10 0,-4 0-10 15,0-3 1-15,-2-1 1 0,-2-3-1 0,-2-2-1 16,-3-1 0-16,-2-2 0 0,-1-1 2 0,-3 4 0 15,0-1 0-15,-5-1-1 0,0 1-2 0,-3 3-3 16,0 2 0-16,-3 2-8 0,-1 4-7 0,1 2-5 16,-1 2-9-16,-2 2-24 0,15 5-33 0,-27-3-26 15,27 3 29-15,-24 2-63 0,24-2 25 0,-18 6-43 16,18-6-7-16,-12 4-40 0,12-4-8 0,0 0 23 16,0 0-71-16,0 0-239 0,0 0 15 15</inkml:trace>
  <inkml:trace contextRef="#ctx0" brushRef="#br0" timeOffset="44870.55">31941 5382 220 0,'15'-6'418'0,"-2"1"-46"0,-13 5-63 16,17-6-59-16,-17 6-44 0,16-5-32 0,-16 5-24 16,0 0-29-16,16-6-16 0,-16 6-13 0,0 0-4 15,0 0 16-15,12 11-37 0,-12-11-9 0,3 13-9 16,-3-13 25-16,0 22-42 0,-2-7-8 0,1-2-5 16,1 2-1-16,0 1-4 0,0 0-7 0,3 0 1 15,-2 0 0-15,3-2-1 0,1 0-5 0,2 0 2 16,1-4-1-16,-1-3 1 0,4-1-4 0,-1-1 1 15,-10-5-2-15,24 4 1 0,-24-4 0 16,26-4-3-16,-11 1 1 0,0-4-17 0,-1 0 15 16,-3-2 39-16,1 0-44 0,-3-1 41 0,-2-1-40 15,0 0 39-15,-2 1-40 0,-1 0 8 0,-2-1 1 16,-2 11 22-16,3-14 29 0,-3 14-5 0,0-13-10 16,0 13-8-16,-4-7-7 0,4 7-4 0,0 0-3 15,0 0-4-15,-18 5 26 0,12 2-30 0,-2 2-3 16,-1 1 1-16,3 4-2 0,-1-3-2 0,3 0 3 15,2 1-3-15,0-2 1 0,2-10-1 16,3 20 3-16,0-9-2 0,3-1 0 0,1-1-1 0,3-1-1 16,0 0 1-16,0-4 2 0,4 1 0 15,-14-5 0-15,26 2-4 0,-26-2-3 0,33-2 0 16,-14-5-2-16,3 1 1 0,0-4 0 0,-2-1 2 16,5-3 2-16,-3-2 1 0,0-2 4 0,-3 0-2 15,3-3-1-15,-4 0-2 0,-4-3-1 0,-1 1 1 16,0-4 2-16,-6 5-12 0,-1 0 13 0,-3-2-6 15,1-1 3-15,-4 0-4 0,0 0 5 0,-1 2-4 16,-2 0 5-16,1 6-3 0,-1 1 1 0,-2-1-7 16,0 4 3-16,-2 0-2 0,0 2 1 0,-1-2 1 15,1 5 1-15,0-1-2 0,-3 3 5 0,10 6-4 16,-14-10 4-16,14 10-7 0,-17-6 7 0,17 6-5 16,-15-3 6-16,15 3-5 0,0 0 1 15,-23 5-18-15,23-5-40 0,-18 8-16 0,8 1-22 16,-1-1-43-16,-1 6 23 0,2 1-88 0,-3 2-51 15,-3 1-72-15,3 4-209 0,0 3-36 16</inkml:trace>
  <inkml:trace contextRef="#ctx0" brushRef="#br0" timeOffset="45537.55">32726 5096 349 0,'0'0'487'0,"2"-12"-100"0,-2 12-85 0,0 0-52 16,2-12-20-16,-2 12-23 0,0 0-25 0,0 0-25 15,2-10-36-15,-2 10-23 0,0 0-9 0,0 0-7 16,0 0-9-16,0 0-18 0,-1 17-4 0,0-5-17 15,1 0 3-15,0 2-17 0,-2 4 9 0,2-1-18 16,2 2 10-16,-2-2-16 0,3 1 12 0,0 0-12 16,1-4-1-16,2 0 1 0,2 0 1 0,0-4-3 15,2-1-1-15,0-4-2 0,-10-5 1 0,24 5-1 16,-24-5 4-16,30 0-5 0,-12-3 5 0,-4-2-8 16,4 2 12-16,-6-4-5 0,0 2 23 15,-12 5 6-15,18-10 30 0,-18 10-9 0,14-6 36 16,-14 6-10-16,8-6 2 0,-8 6-32 0,0 0 3 15,0 0-26-15,0 0 10 0,0 0-23 0,-7 11 12 16,0-4-19-16,-2 3 14 0,1 2 12 0,1-1-39 16,-1 0 3-16,2-1-1 0,3 0-1 0,3-10 3 15,-6 17-1-15,6-17-1 0,0 12-3 0,0-12-1 16,6 10 1-16,-6-10 0 0,0 0 2 0,15 5 12 16,-15-5-14-16,15-2 5 0,-15 2-1 0,21-12 18 15,-12 4-14-15,1-3 15 0,-1 0-10 0,0-4 10 16,-1-2-19-16,-5-2 30 0,1 0-38 0,-4 0 12 15,-1 1-29-15,-3-5-47 0,-2 3-65 16,-3 0-47-16,-7 4 2 0,0 4-35 0,-7 2 7 16,-4 3-7-16,-9 6-49 0,-8 2-71 0,-4 6-268 15,-13 4-141-15</inkml:trace>
  <inkml:trace contextRef="#ctx0" brushRef="#br0" timeOffset="46037.56">30072 7353 938 0,'0'0'849'0,"0"0"-197"0,0 0-166 0,0 0-65 15,0 0-135-15,-4-7-53 0,4 7-26 0,0 0-25 16,0 0-22-16,-6-9-27 0,6 9-31 0,0 0-18 15,0 0-32-15,0 0-47 16,-4-10-61-16,4 10-60 0,0 0-90 0,4-9-76 16,-4 9-63-16,0 0-77 0,16-8-18 0,-16 8-419 15,17-3-459-15</inkml:trace>
  <inkml:trace contextRef="#ctx0" brushRef="#br0" timeOffset="47654.55">30696 7211 527 0,'0'-19'641'0,"-3"-5"-159"0,-2 1-52 15,-1-1-150-15,-3-4-28 0,-3 3-33 0,1 6-12 16,-1-2-19-16,0 5-24 0,-1 1-17 0,-4 2-15 15,5 3-14-15,-3 2-20 0,1 2-19 0,3 0-18 16,11 6-14-16,-23-2-11 0,23 2-10 0,-23 8-7 16,13 0-4-16,2 5 0 0,-1 3 40 15,4 4-55-15,2 3 0 0,2 1-1 0,2 2-4 16,6 6-7-16,0 2-20 0,4 1-18 0,1-1-37 16,5 1-13-16,2-2-15 0,0 0-15 15,6-1-51-15,0-1 67 0,6 2-38 0,-4-5 49 16,-2-3 20-16,4 0-31 0,-3-1 43 0,0-1-21 15,-2 0 34-15,-1-1-13 0,-5 1 37 0,-1-2-32 16,-6-4 57-16,-2 2-6 0,-2-4 7 0,-4 0 8 16,-1 0 16-16,-4-1 10 0,1 1 28 0,-6 0-21 15,-1 1 37-15,-2 0-43 0,-1-1 62 16,-4-3-49-16,-3-1 72 0,1-1-45 0,-2-1 60 16,1-2-55-16,-2-2 48 0,1-1-51 0,1-4 61 15,0-2-70-15,-3-4 48 0,1-2-62 0,-4-7 45 16,8-2-71-16,0-5-10 0,3-4 6 0,3-4-44 15,3-4-1-15,6-2-13 0,4-1-12 16,3-3-13-16,5 0 4 0,2-1-9 0,9-4-9 16,1 2-9-16,2-3-2 0,3 5 3 0,2 3-14 15,2-1 15-15,2 3-7 0,1-1 8 0,-2 3-2 16,-1-1-9-16,-5 9 15 0,-4-1 19 0,0 1 9 16,-1 1 4-16,-4 2 25 0,-3 0 6 15,-4 6 34-15,0 1 11 0,-6 5 21 0,-1-1-25 16,-4 12 56-16,1-15-52 0,-1 15 53 0,-4-11-60 15,4 11 57-15,-11-5-57 0,11 5 49 16,0 0-55-16,-31 3 46 0,19 3-52 0,-6 4 39 0,2 1-16 16,0 5 4-16,-2 3-2 0,1 3-8 0,2 1-5 15,-1 1-60-15,4 1 64 0,4-5-12 16,-1 2 5-16,3-1-59 0,0 1 63 0,5-6-47 16,0-3 45-16,2 1-45 0,0 0 46 0,2-4-50 15,0 0 41-15,-3-10-45 0,9 14 48 16,-9-14-45-16,0 0 52 0,21 1-56 0,-21-1 55 15,22-11-59-15,-8-2 62 0,1-1-11 0,-2-3 4 16,5-3-7-16,-2-4 8 0,-3 2-64 0,3 1 71 16,-3 0-53-16,-2 3 56 0,0 0-52 0,0 2 46 15,-1 1-58-15,-2 4 73 0,-1 2-59 16,0 1 54-16,-1 0-57 0,-6 8 56 0,12-9-58 0,-12 9 58 16,14-5-56-16,-14 5 52 0,0 0-49 15,18 5 56-15,-18-5-57 0,13 14 57 0,-10-4-7 16,4 1-9-16,-2 4-14 0,0 0 7 15,0 2-2-15,-1-2 10 0,-1 0-54 0,0 2 55 16,1-2-52-16,0 0 55 0,1 0-54 0,1-4 56 16,0-1-52-16,0 0 47 0,-6-10-44 0,13 12 54 15,-13-12-53-15,17 3 58 0,-17-3-54 0,21-3 54 16,-8-4 3-16,1 0-9 0,1-3-7 0,-2-3 23 16,3-2 4-16,-4-1 1 0,1-1 1 0,-3-4-7 15,-2 2-10-15,-3-3-23 0,2 2 36 0,-5 4-15 16,-2 2 23-16,-2 2-18 0,-1-1 11 15,-5 4-25-15,1 2 10 0,7 7-25 0,-22-7 16 16,22 7-17-16,-31 3 11 0,13 5-18 16,-2 1 16-16,1 3-4 0,-2 4-4 0,2 3-1 15,5-1-11-15,1 0 3 0,3 0-3 0,2 0-5 16,3-1-9-16,2-2 9 0,3-1 2 0,3-3-25 16,1 0 25-16,1 0-30 0,4-1 32 0,2-2-19 15,-1-4 25-15,2 1-9 0,-12-5 6 0,29 1 2 16,-12-4-2-16,3-3 3 0,1-3 9 0,0-1-12 15,4-5 2-15,-2-2 51 0,0-2-59 0,0-3 2 16,-1-2 2-16,-3-2-17 0,-1-4 24 16,-2 0-23-16,-2-7 26 0,-3 0-21 0,0-4 22 0,-4-4-20 15,-2-2 22-15,-2 1-24 0,-1 1 42 16,0 5-2-16,-4 4 40 0,0 7 4 0,0 4 25 16,-1 4-17-16,-1 5-4 0,2 4-23 0,-4 2-1 15,6 10-14-15,-13-9-2 0,13 9-14 0,0 0 4 16,-24 7-11-16,12 1-2 0,2 3-1 0,1 6 4 15,0 3-7-15,3 0 2 0,-2 4-1 16,5 1 7-16,1 1-11 0,1 3 9 0,1-1-7 16,3 7 7-16,0-1-12 0,4 0 10 0,0-2 0 15,2 0-5-15,0-3 3 0,4-2 0 0,-1-2-1 16,2-6 0-16,-3-1 0 0,4-1 2 0,-2-3 4 16,2-3 3-16,2-3 3 0,-1-2-2 15,2-4 0-15,-18-2-4 0,37-1-2 0,-13-3-6 16,1-2 0-16,4-4-13 0,-3-2 2 0,3 1-11 15,-5-3 7-15,2 2-7 0,-9-2 9 0,1 3-10 16,-1-3-6-16,-3 2-15 0,-3-2-5 0,-1 2-6 16,-4-1-5-16,-1-1 0 0,-3 3 0 0,-2-1 3 15,0-1 1-15,-4-1 1 0,-2 1 0 0,-3-2 0 16,2-2 4-16,-7 2 7 0,2 3 5 0,-1-3 6 16,-1 4 6-16,-1-1 5 0,3 3 6 0,1 2 7 15,-1 3 10-15,3-2 11 0,9 6 12 16,-19-5 10-16,19 5 2 0,-18 0 1 0,18 0-4 0,-17 4 2 15,7 2-1-15,1 0-1 0,-1 3 0 16,3 2-4-16,-1-1-3 0,1 2 9 0,1 2-18 16,1 2 12-16,1 0-20 0,2-1 11 0,0 2-15 15,2-3 11-15,2 5-14 0,0-2 12 0,1 0-15 16,3 1 11-16,2-1-1 0,-1-1-3 0,4-1 1 16,3-3 0-16,-3-2-1 0,2-2 2 0,0-2-3 15,2-1 0-15,2-2-6 0,-17-3-21 0,34 0-4 16,-14-3-33-16,1-2 4 0,0-1-48 0,0 0 16 15,0-2-76-15,0-2 42 0,-4 0-44 0,0 1-10 16,0-1-47-16,-7 2-44 0,0-1-15 0,-4 1-347 16,0 1-155-16</inkml:trace>
  <inkml:trace contextRef="#ctx0" brushRef="#br0" timeOffset="47871.55">32122 6707 352 0,'0'0'685'0,"0"0"-125"0,0 0-109 0,0 0-73 15,0 0-45-15,0 0-107 0,0 0-31 0,0 0-20 16,0 0-15-16,0 0-23 0,0 0-25 16,0 0-21-16,0 0-19 0,0 0-16 0,0 0-17 15,0 0-32-15,0 0-52 0,0 0-75 0,0 0-91 16,10-5-18-16,-10 5-31 0,0 0-110 0,0 0-82 15,0 0-238-15,0 0-216 0</inkml:trace>
  <inkml:trace contextRef="#ctx0" brushRef="#br0" timeOffset="48405.56">32385 6403 681 0,'4'-15'703'0,"-4"15"-218"0,0-12-86 16,0 12-97-16,-5-8-72 0,5 8-64 0,0 0-12 16,0 0-48-16,-22 4-7 0,13 2-32 0,-2 6 4 15,-1 1-28-15,0 4-9 0,0 1-6 0,1 3-7 16,1 1 4-16,1 0-10 0,2 1-2 0,1 1 7 16,1-3-16-16,3-1-10 0,2-4-15 0,0-2-32 15,5 0-32-15,-1-3-29 0,1-1 26 0,3-4-56 16,1-1 53-16,-9-5-52 0,23 3-4 15,-6-6-19-15,1-3-40 0,1-4 8 0,-1 0 21 16,2-5 30-16,1-2 49 0,-7 0 47 0,1 0 23 16,-3-1 56-16,2 1-9 0,-5-1 64 0,0 5 11 15,-6 0 1-15,3 4-40 0,-6 9 45 16,6-13-11-16,-6 13-10 0,0 0 52 0,0 0-76 16,-3-9 52-16,3 9-71 0,0 0 3 0,-12 10 7 15,6-1-7-15,3-1 1 0,-4 2 1 0,2 1-4 16,0 1-2-16,2-1-6 0,1 2-7 0,4-3-2 15,-2-10-6-15,2 19 0 0,2-9 4 0,2-1-10 16,2-3 8-16,-8-6 3 0,16 10-6 0,-16-10-2 16,22 2 2-16,-6-6-6 0,0 0 1 0,4-3 1 15,-2-2 16-15,1-4 16 0,1 1 7 0,-5-3 11 16,0-1 0-16,-2-2-6 0,-3 1-5 16,1-2-9-16,-4-1-5 0,-3 4-7 0,-3-1-2 15,-2 5 12-15,-3-3-22 0,-3 2 10 0,-2 2-19 16,-2 2-5-16,-1 3-4 0,-4 1 1 0,2 0-40 15,-2 3-16-15,16 2-76 0,-31-3 28 0,31 3-60 16,-23-2 18-16,23 2-44 0,-17-3-22 0,17 3-41 16,-8-5 30-16,8 5-80 0,-1-10-236 0,1 10-36 15</inkml:trace>
  <inkml:trace contextRef="#ctx0" brushRef="#br0" timeOffset="48721.55">32673 6243 57 0,'11'-3'484'0,"1"-2"-81"15,-12 5-87-15,18-7-68 0,-18 7-62 0,18-3-33 16,-18 3-26-16,17-1 27 0,-17 1-72 0,18 1 37 15,-18-1-72-15,19 2 50 0,-19-2-69 16,19 9 52-16,-9-3-71 0,-10-6 45 0,16 11-57 16,-9-4 51-16,1 0-59 0,-8-7 49 0,10 11-53 15,-10-11 50-15,9 12-55 0,-9-12 61 0,5 9-52 16,-5-9 73-16,7 7-68 0,-7-7 95 0,0 0 18 16,0 0 5-16,0 0-7 0,0 0-13 0,0 0 5 15,0 0-25-15,12-10 7 0,-12 10-28 0,7-20 7 16,-3 6-18-16,1-2 8 0,2-4-5 0,0-3 0 15,1 1-4-15,3-6-2 0,-2 7-5 0,1 0 8 16,-1 2 0-16,1 2-7 0,-2 4-4 0,-1 2-10 16,0 2-4-16,-7 9-3 0,13-7-3 15,-13 7 3-15,13 3-6 0,-4 4-4 0,-4 1-1 16,1 6-1-16,-1 5-1 0,1 2-2 0,-5 0-21 16,0 4-19-16,0 3-58 0,-4 6-45 0,-4 2-97 15,-3 3-12-15,-5-1-78 0,-7 9-56 0,-5 0-394 16,-4 1-314-16</inkml:trace>
  <inkml:trace contextRef="#ctx0" brushRef="#br0" timeOffset="51939.55">20083 11067 74 0,'0'-11'148'16,"0"11"-28"-16,3-9-17 0,-3 9 20 0,4-10 85 15,-4 10-12-15,2-10 28 0,-2 10-5 0,0 0-51 16,4-11 4-16,-4 11-33 0,0 0 9 0,4-9-1 16,-4 9-24-16,0 0-12 0,0 0 7 15,1-10-12-15,-1 10-15 0,0 0-15 0,0 0-15 16,0 0-12-16,0 0-9 0,4-10-16 16,-4 10-16-16,0 0 8 0,0 0 5 0,13-5-7 15,-13 5-3-15,18-1-3 0,-18 1-2 0,32 4 2 16,-11 2-4-16,9 4 49 0,-2 3-57 0,3 2 54 15,-1 3-54-15,1 2 1 0,3 4 0 0,3 4-1 16,-1 4-24-16,1 2 27 0,-2 2-25 0,1 1 29 16,-4 3-23-16,0 2 32 0,1 0-33 0,-5-1 31 15,0 1-67-15,-1-1-2 0,-5-8-50 16,2-1-76-16,-2-2-117 0,0-4-78 0,1-1-197 16,0-2-106-16</inkml:trace>
  <inkml:trace contextRef="#ctx0" brushRef="#br0" timeOffset="52340.55">20490 11781 181 0,'-22'-5'645'0,"0"1"-190"16,3 0-93-16,4 2-70 0,-2-2-39 0,4 0-35 15,13 4-27-15,-20-3-36 0,20 3-22 16,-17-4-12-16,17 4-18 0,0 0-46 0,-16-4 12 15,16 4-14-15,0 0-16 0,0 0-5 0,0 0-9 16,0 0-9-16,19-5 2 0,-1 6-3 0,9 2-4 16,2 1-4-16,10 0 1 0,3 0-5 0,0 2 3 15,4-3 3-15,0 2-12 0,0-2-3 0,1-1-33 16,3 1-36-16,-5-3-29 0,5-3-17 0,-4 1-49 16,2-5-63-16,-4-1-59 0,1-1-127 15,-6-5-161-15,1-1-113 0</inkml:trace>
  <inkml:trace contextRef="#ctx0" brushRef="#br0" timeOffset="52473.55">21260 11417 619 0,'-13'-21'510'0,"0"5"-82"0,2 2-93 0,-1 0-60 15,2 5-50-15,1 3-50 0,9 6-57 0,-20-4-22 16,8 10-27-16,-2 5-42 0,-3 5 25 0,1 9-40 16,-1 3 19-16,3 5-69 0,0 4 11 0,4 3-39 15,0-1-39-15,2 7-88 0,4-2-89 0,0 0-380 16,2 4-191-16</inkml:trace>
  <inkml:trace contextRef="#ctx0" brushRef="#br0" timeOffset="53707.55">21559 13309 210 0,'0'0'766'0,"0"-13"-269"0,0 13-123 0,-6-16-129 16,-1 8-47-16,0 1-113 0,-4 0 10 0,-3 3-70 16,-2 0 23-16,-3 2-44 0,-7 2 21 0,-2 2-30 15,-12 3 33-15,1 2-33 0,-5 2 32 16,-10 3-38-16,-2 3 35 0,-1 3-33 0,-1-1 22 15,-2 1 9-15,2 2-2 0,-1 0-10 0,3-2 14 16,2 4-38-16,3-3 40 0,4-1-34 0,11-2 39 16,0 1-41-16,3-2 34 0,6 0-36 15,3-1 37-15,5-1-43 0,3 1 40 0,2 3-40 0,5 0 40 16,3 6-43-16,3 2 48 0,3 3-53 16,4 10-12-16,4 0 30 0,5 13 39 0,2 5-42 15,5 0 45-15,2 3-45 0,4 2 53 0,1 3-43 16,2 2 36-16,1 3-55 0,1 3 53 15,8 17-48-15,3-1 4 0,-9-16 2 0,7 18-7 16,-2 0 2-16,-6-16 60 0,6 20-62 0,-3 3 56 16,-3 2-35-16,-3 1 10 0,-9-17 2 0,4 21 30 15,-5-17-40-15,2 17 38 0,-5-15-29 0,2 21 3 16,-4-20 13-16,3 20 8 0,-3-20 5 0,-2 3 6 16,0-2-2-16,2 0 11 0,4 18-21 0,-4-21-5 15,3-2 1-15,1-1-9 0,4-3 1 0,-2 0-1 16,3-4-4-16,3-3-10 0,2-2 3 0,-1-4-2 15,2-2 1-15,1-2-8 0,0-2 0 16,1-2 1-16,0-1-1 0,-1-1-3 0,1-1 0 16,1 1 4-16,-1-2-1 0,-1 0-2 0,0-2 0 15,-2 0 0-15,0-3-11 0,0 1 10 0,-2-3-8 16,1-1 5-16,0-3 0 0,-2-2 0 0,2-4 8 16,0-1-9-16,-4-6 8 0,-1-3-10 0,3-2 10 15,-1-2-8-15,2 0 8 0,-2-3-1 0,2-1 2 16,1-2-1-16,-3-1 3 0,-1-2 2 0,3-1 3 15,-2 1 2-15,0-1 9 0,2-1 8 0,-2 0 4 16,2-2 14-16,-3 1 20 0,2-1 11 0,2-1-14 16,1-2 20-16,-1-3-28 0,8-2 11 0,-2-5-37 15,8-5-5-15,6-6-62 0,13-10-10 16,9-8-64-16,22-17-70 0,6-8-75 0,11-11-5 16,4-13-46-16,10-12-108 0,12-9-416 0,3-7-396 15</inkml:trace>
  <inkml:trace contextRef="#ctx0" brushRef="#br0" timeOffset="69564.96">13869 10252 573 0,'15'-8'645'0,"-15"8"-46"0,0 0-104 0,6-8-97 15,-6 8-101-15,0 0-56 0,-13-8-56 0,13 8-36 16,-26-1-23-16,3 4-26 0,-12 0-21 0,-3 6-13 16,-7 4-18-16,-15 4-2 0,-5 4-9 0,-8 4-33 15,-25 13 62-15,-10 3-55 0,-10 8 39 0,-11 9-56 16,-17 6 47-16,-12 10-53 0,-17 5 32 16,-6 8 0-16,-16 5 26 0,-12 5-32 0,-6 7-47 15,-5 3 51-15,-9 3-48 0,-3 3 50 0,-1 2 11 16,-5 3 14-16,-1 1-38 0,1 5 2 0,-1 1 5 15,-3 1-6-15,3-1 28 0,-1 6-34 0,-1-2 33 16,-3 4-39-16,2 2-10 0,2-1 4 0,1-3 10 16,2 5-3-16,-1-1 0 0,7 0 0 15,2-1 9-15,1-5 5 0,11-3 15 0,6-5 7 16,6-2 4-16,9-8 32 0,9-7-23 0,15-9 18 16,15-8-18-16,8-11 2 0,16-8 3 0,11-9-8 15,13-11-4-15,13-6-1 0,27-14 4 0,6-5 2 16,12-5 6-16,13-5 11 0,6-1 6 15,6-3-20-15,6-4-41 0,4 1-18 0,1-1-8 16,15-5-22-16,-18 5-12 0,18-5-27 0,0 0-14 16,0 0-27-16,0 0-25 0,-18-2-10 0,18 2-54 15,0 0-18-15,4-8-50 0,-4 8 45 0,10-8-29 16,-2 2-32-16,0 0-25 0,3-3-66 0,3-1-320 16,-1-1-232-16</inkml:trace>
  <inkml:trace contextRef="#ctx0" brushRef="#br0" timeOffset="69880.96">5161 14220 971 0,'0'0'716'0,"-5"-13"-188"0,5 13-128 15,-10-6-146-15,10 6-73 0,0 0-44 0,-29 5-29 16,11 4-26-16,-7 8-14 0,-3 6-8 0,-8 9-7 15,-3 7-27-15,-2 6 8 0,-1 5-15 0,-3 4 0 16,-1 2 0-16,1 2 10 0,4 0 14 0,0-1-3 16,3-4 3-16,6-3-15 0,6-3 7 15,3-5-9-15,7-9-16 0,4-4 3 0,7-5-8 0,2 0 8 16,3-4-13-16,4 0 9 0,4-1-6 16,2-2 7-16,7-1 0 0,5-1 7 0,2-2-6 15,0-6 4-15,8 1-8 0,3-3 4 0,3-4-19 16,0-1-17-16,3-3-32 0,3-3-42 0,-2-1-68 15,0-2-62-15,0-1-77 0,-1-2-130 0,-1-1-372 16,0-1-364-16</inkml:trace>
  <inkml:trace contextRef="#ctx0" brushRef="#br0" timeOffset="72632.96">3338 15842 441 0,'-3'-11'443'0,"-1"-1"-115"16,0 1-57-16,1 1-58 0,-3 0-28 0,6 10 7 16,-6-13 17-16,6 13 21 0,-9-13-15 0,9 13-22 15,-8-8-26-15,8 8-28 0,-9-6-20 0,9 6-25 16,0 0-18-16,-17 4-14 0,10 5-14 16,-2 2 0-16,0 8-13 0,2 5-4 0,0 8-15 15,5 6-7-15,0 2-2 0,2 4-4 0,2 2 5 16,4 2-9-16,3 9 6 0,1-1-5 0,4-1-2 15,1-4 4-15,4-3 7 0,2-5 10 0,-4-8 1 16,5-5-6-16,1-2-7 0,2-7-2 0,1-2-9 16,3-6-2-16,3-5-5 0,-6-6-5 0,3-8-17 15,3-5-2-15,2-7-1 0,5-14-6 0,-4-7 6 16,-1-8 0-16,-4-7 8 0,-2-5 2 0,-5-3 8 16,-7-3 4-16,-2-2 28 0,-7-4-20 0,-9 0 6 15,-3-1-4-15,-9-1 3 0,-4 2 2 0,-6 1 10 16,-3 5 22-16,-1 5 34 15,0 6 29-15,1 9 38 0,4 13 37 0,6 4 11 16,1 4 26-16,2 8-62 0,1 3-18 0,2 3-39 16,1 4-17-16,10 6-42 0,-15 4 9 0,8 10 2 15,0 9-21-15,3 11-9 0,4 9 0 0,4 6-5 16,3 12-29-16,4 3 1 0,4-2-16 0,2 2 3 16,6-3-7-16,0-3-3 0,1-2-14 0,4-6-5 15,1-4-4-15,1-3-13 0,0-8-4 0,-5-9 2 16,2-3-7-16,1-6 3 0,0-3 0 0,-5-7-2 15,2-4 7-15,-2-4 6 0,0-6-1 0,4-7 3 16,-3-3 11-16,-3-6 15 0,-1-4 12 16,-2-2 21-16,-4-4-13 0,-4-3 28 0,0 1-5 15,-3-1 25-15,-3 1-5 0,-3 8 23 0,-4-1 27 16,1 3 27-16,-2 3 22 0,-1 2 10 0,-4 2 10 16,2 6-10-16,1 0 25 0,-2 4-51 0,2 1 2 15,6 7-45-15,-18-7 1 0,18 7-28 16,-18 6 7-16,8 3-26 0,0 6 11 0,0 5-17 15,2 4 14-15,3 7-14 0,1 3-2 0,3 1-33 16,2-5-15-16,0 5-9 0,4-3-15 0,4-2-11 16,1-2-5-16,1-8-3 0,0-3 0 0,3-2 0 15,-1-5 8-15,2-4 6 0,-15-6 7 0,28 2 9 16,-12-6 6-16,2-6 9 0,-3-3 8 16,0-3 5-16,-2-2 17 0,1-7-6 0,-5 2 23 15,-4-1-13-15,-1-1 20 0,-1 1-10 0,-4-1 25 16,-1 2 11-16,-2 1 31 0,2 5 19 0,-2 2 18 15,0 4 16-15,3-1-12 0,1 12 2 0,-4-16-42 16,4 16-18-16,0 0-20 0,0 0 0 0,0 0-21 16,0 0 10-16,-1 16-15 0,3 1-34 0,3 3-31 15,2 1-25-15,1 0-25 0,-1-1-19 0,5-1-15 16,-1-3-20-16,2-1-20 0,1-2-1 0,0-6 22 16,0-1 32-16,-14-6 11 0,28 0 18 15,-11-6 10-15,2-4 12 0,0-3 19 16,-1-8 1-16,1-1 17 0,-3-3 5 0,-1-3 14 15,-5 1 8-15,2-2 13 0,-5-1 14 0,-1 4 12 16,-2 1 16-16,-1 0 10 0,0 0 9 0,-2 2 7 16,1 5 4-16,0 0-1 0,-1 4-9 0,-1 2-8 15,1 2-7-15,-1 10-14 0,4-18-7 0,-4 18-2 16,9-10 5-16,-9 10-2 0,12-3-4 0,-12 3-3 16,18 3-4-16,-8 3 2 0,1 1-5 0,0 3-1 15,0 2 1-15,2 2 2 0,-3 0-2 0,-1 4-4 16,0-2-7-16,-2-3 23 0,-2 2-24 0,-1 0 29 15,-1 1-35-15,-1-3 24 0,-1 1-35 0,-2-3 22 16,-1 2-39-16,1-2 22 0,-3-1-43 16,4-10 27-16,-9 12-51 0,9-12 45 15,-11 7-34-15,11-7 37 0,-17-4-24 0,8-1 41 16,-5-4-25-16,-1-3 13 0,-2-2-1 0,2-2 18 16,-6-2 8-16,7 3 14 0,-1 1 31 0,2 3 18 15,0 1 9-15,3 5 1 0,10 5-12 0,-18-6-11 16,18 6-9-16,-14 7-8 0,6 2-9 0,2 4-2 15,1 2-3-15,2 2 16 0,2 1-25 0,1 1 21 16,4 2-23-16,1 0 17 0,3-1-39 0,1-3 27 16,2 0-38-16,2-2 17 0,0-4-67 0,1-4 33 15,0-2-37-15,1-2 17 0,-15-3-28 0,32-5 1 16,-14-4-8-16,1-3 17 0,4-6 15 16,-1-3 14-16,0-4 10 0,-2-1 16 0,0-3 16 15,0-2 15-15,0-1 18 0,-3 1 7 0,2-1 12 16,-2 2 2-16,-1 1 54 0,0 1-49 0,-1 6 34 15,-2 3-55-15,-2 4 34 0,-2 3-57 16,0 2 47-16,-1 3-44 0,-8 7 45 0,18-6-44 16,-18 6 42-16,0 0-46 0,24 5 38 0,-15 2-44 15,0 2 7-15,0 3 27 0,-4 1-39 0,2 5 40 16,-2 1-52-16,-1-2 43 0,-2 1-34 0,1-1 45 16,-1 1-51-16,-2-5 44 0,0 2-43 0,0-2 42 15,0-2-46-15,0-11 46 0,-1 19-45 0,1-19 30 16,-4 11-48-16,4-11 38 0,0 0-50 15,0 0 52-15,0 0-40 0,-18-6 46 0,13-3-23 16,-2-5 25-16,0-3-38 0,-1-2 45 0,-1-1-32 16,2 3 64-16,0 0-3 0,2 4 49 0,1 1 32 15,-1 4 22-15,5 8 5 0,-5-17 10 0,5 17-43 16,-7-10-17-16,7 10-15 0,0 0-17 0,0 0-14 16,0 0-13-16,-11 12-4 0,10 0-11 0,0 6-8 15,-2 4-3-15,3 3-7 0,-2 1 5 0,2 3-47 16,-2 0-51-16,1 7-92 0,-2-1-45 15,3 2-101-15,-5-4-113 0,4 3-426 0,-1-2-458 16</inkml:trace>
  <inkml:trace contextRef="#ctx0" brushRef="#br0" timeOffset="73249.96">11375 10676 808 0,'25'-1'673'0,"-25"1"-183"15,13 7-85-15,-11 4-85 0,-4 12-72 0,-8 13-25 16,-8 19-10-16,-10 10 29 0,-21 30-52 0,-12 14 28 16,-11 16-1-16,-14 13-14 0,-9 14 5 0,-10 15-8 15,-14 14 6-15,-7 3-32 0,-3 10 6 0,-5 4-17 16,-2-2 8-16,0-2-57 0,2-4 3 0,5-6 13 15,9-8-47-15,6-11 19 0,11-14-46 0,8-10 6 16,11-12-3-16,11-12-41 16,6-9 21-16,13-15-10 0,18-23-13 0,7-12-41 15,4-6-75-15,9-16-82 0,6-5-73 0,6-7-11 16,0-8-8-16,6-4 1 0,-2-12-9 0,7 13-16 16,-7-13-53-16,19-4 32 0,-3-6-35 0,0-6-67 15,4-8-10-15,0-1-382 0,-2-3-374 0</inkml:trace>
  <inkml:trace contextRef="#ctx0" brushRef="#br0" timeOffset="73649.96">9012 13975 372 0,'-5'-11'684'0,"3"-2"-170"16,-1 3-166-16,-1 0-44 0,4 10-70 0,-5-16-43 15,5 16-61-15,-4-10 10 0,4 10-23 0,0 0 8 16,-4-8-27-16,4 8 6 0,-6 9-11 0,2 2 3 16,1 5-27-16,-3 7-11 0,0 8-11 0,1 3 2 15,0 3-11-15,0 1-2 0,1 2-9 0,1 0-5 16,2-1-5-16,1 0-12 0,1-3 6 0,3-4-11 16,0-4 8-16,2-5-12 0,-1-1-5 15,4-3-12-15,3-3 8 0,1-5-24 0,0-4 3 0,-13-7-42 16,29-1-5-16,-9-5-24 0,6-6-18 15,1-6-9-15,-1-3-8 0,0-4-25 0,2-3 10 16,-1-1 12-16,-3 0 8 0,-1-2 10 0,-3 0 4 16,-2 4 36-16,-6 1 9 0,0 3 41 15,-6 3 35-15,-3 4 32 0,-3 1 40 0,-3 1-8 16,-2 5 57-16,-1 0-12 0,-4 2 46 0,10 7-8 16,-25-5 5-16,25 5-6 0,-34 5 0 0,12 5-16 15,-4 4-18-15,1 4-22 0,-1 5-17 0,1 2-17 16,1 4-10-16,-4 8-9 0,4 3-8 0,1 2-33 15,5-5-35-15,4 1-80 0,1-1-29 0,5 2-65 16,2 0-77-16,4-4-46 0,4-7-463 16,2 6-346-16</inkml:trace>
  <inkml:trace contextRef="#ctx0" brushRef="#br0" timeOffset="74066.96">8132 15567 302 0,'-19'-21'513'0,"1"-3"-169"0,-1 0-63 15,1 2-62-15,0 0-42 0,-1 1-2 16,6 5 26-16,2 3 28 0,-1 1 16 0,5 3-27 16,0 2-13-16,0 0-27 0,7 7-28 0,-11-8-26 15,11 8-26-15,0 0-19 0,-7 12-16 0,7 7-12 16,2 10-11-16,3 12-9 0,4 16-8 15,-1 4-6-15,0 4 7 0,1 3-17 0,1 2-20 16,-1 1-31-16,-1-2-29 0,2-1-34 0,-3-2-37 16,2-4-27-16,-1-5 3 0,0-13-1 0,-1-4-1 15,2-5-38-15,-2-4-11 0,-1-10-26 0,0-5-22 16,-3-6-16-16,-3-10-218 0,4 9 35 0</inkml:trace>
  <inkml:trace contextRef="#ctx0" brushRef="#br0" timeOffset="74566.96">7852 15670 388 0,'-7'-28'728'0,"1"9"-177"16,0 3-132-16,1 4-89 0,1 0-82 16,2 4-73-16,2 8-40 0,-2-12-29 0,2 12-24 15,0 0-16-15,13 7-12 0,2 5-12 0,2 4-8 16,4 7-6-16,3 1-7 0,1 3 7 0,2 2-18 16,4 3 8-16,-5-3-45 0,2-4-14 0,0 0-47 15,1-4 22-15,1-3-49 0,-1-2 44 0,-1-4-26 16,-3-6 29-16,-1-4-16 0,-6-3 27 0,4-4-20 15,-3-4 11-15,-3-5-3 0,3-6 15 16,-6-3 6-16,-4-7 5 0,0-4 20 0,-8-4 18 16,-2-3 15-16,-5-1 12 0,0-3 16 0,-7-8 14 15,-3 3 59-15,3 12-23 0,3 2 62 0,-4 8 20 16,7 6 28-16,-3 5-17 0,0 6-35 16,4 4-31-16,6 7-18 0,-14 4-27 0,4 14-13 15,2 4-14-15,0 13-12 0,2 5-7 0,-2 5-6 16,3 1-7-16,1 3-3 0,4-2-4 0,0-1-11 15,3-2-39-15,1-5-24 0,1-1-23 0,4-5-18 16,-2-5-28-16,2-6 1 0,0-5 39 0,2-5-30 16,-1-3 19-16,-10-9 3 0,18 4 36 0,-8-9-24 15,0-5 19-15,2-8-3 0,-1-8 21 16,-3-5-3-16,-1-4 18 0,-3-4 23 0,-1-1 14 16,-3 0 37-16,0 0 65 0,-1 4-17 15,-1 8 31-15,1 5 5 0,0 4 22 0,-1 4-29 0,2 3-12 16,0 12-15-16,0-13-17 0,0 13-14 15,0 0-12-15,4 17-6 0,0 5 12 0,0 4-14 16,3 8-21-16,-2 1 7 0,3 2-16 0,-1 2 2 16,2 0-63-16,0 0-15 0,2-2-78 0,0-1 10 15,3-3-34-15,-2-5-30 0,5-1-64 0,-2-6 1 16,1-7 7-16,-1-4-301 0,-1-5-84 0</inkml:trace>
  <inkml:trace contextRef="#ctx0" brushRef="#br0" timeOffset="76417.96">8622 15715 434 0,'0'-15'619'0,"-1"2"-164"16,0 2-114-16,1 11-62 0,0-18-71 16,0 18-30-16,0 0-45 0,-2-11-24 0,2 11-34 15,0 0 9-15,8 10-37 0,-3-1 18 0,2 2-41 16,2 2 24-16,1 3-40 0,1-1 26 0,1 0-33 16,-1 0 26-16,3-1-26 0,1 0 21 0,-2-3-37 15,2 0 33-15,-4-2-32 0,2-2 25 0,-3-2-37 16,-10-5 33-16,17 8-36 0,-17-8 28 0,0 0-24 15,19-4 35-15,-19 4-38 0,9-13 33 16,-9 13-21-16,0-21 34 0,-3 5-36 0,-5-3 34 16,-3-2-30-16,-4-4 5 0,-1 2 5 15,-3-2 7-15,1 4 9 0,1 1 29 0,2 6 26 0,1 2 10 16,3 4-6-16,-1 3-16 0,12 5-9 16,0 0-13-16,-23 8 2 0,16 6-15 0,2 4-1 15,1 6 7-15,2 4-20 0,4 2 10 0,0 5-14 16,4 1 11-16,2 0-19 0,1 0-3 0,0-2-2 15,3-4-11-15,-1-1-16 0,4-5-24 0,-2-6-34 16,0-4 5-16,2-3-17 0,-2-4 7 0,-13-7 8 16,27 0 5-16,-10-8-6 0,0-4 19 0,0-8-6 15,1-5-34-15,-1-8-28 0,-3-3 18 16,3-13 19-16,-7-6 10 0,-4-2 37 0,2-5 21 16,-7 0 55-16,-2-2 25 0,-3-1 9 0,-2 3 11 15,-3-1 34-15,0 4-22 0,0 5 55 0,-1 12-38 16,2 7 62-16,1 4-9 0,1 8 22 15,0 5-28-15,2 5-18 0,4 13-37 0,-7-9-3 16,7 9-30-16,-5 12 8 0,5 1-28 0,0 12 2 16,2 5-16-16,1 9-3 0,1 6-6 0,1 0-2 15,3 14-2-15,0-2-1 0,1 2 0 0,1 0 12 16,1-3-18-16,-2-2 8 0,0-9 6 0,3-4-21 16,-3-1 9-16,1-5-30 0,1-2-2 15,-1-6-31-15,-4-7 16 0,0-1-42 0,-1-5 43 16,0-5-29-16,-5-9 50 0,6 8-28 15,-6-8 46-15,0 0-42 0,0 0 56 0,6-14-35 0,-6 14 46 16,1-19-36-16,-1 6 41 0,0-1-35 16,0 1 39-16,0-1-30 0,0-1-10 0,0-3 9 15,2 1 25-15,-1-2-28 0,2-4 29 0,0-2-36 16,1 0-3-16,0-1-3 0,1-6-13 0,1-2 28 16,-2-2-61-16,2-2 44 0,-2-2-45 0,0-2 31 15,-2-1-23-15,0-1 40 0,-1 1-33 0,-1-1 56 16,-1 4-33-16,0 2 50 0,-2 3-26 0,1 8 54 15,-2 3-28-15,2 6 62 0,-1 1-20 16,-1 3 38-16,-1 3-28 0,1 4 14 0,4 7-22 16,-13-9 7-16,13 9-28 0,0 0 9 0,-14 5-27 15,9 2 15-15,-3 3-4 0,6 4-27 0,-3 2 16 16,4 8-27-16,1 2 19 0,1 3-18 16,4 9 3-16,1 3-1 0,1 3-5 0,0-1 2 15,1 1 1-15,2 1 0 0,-1-1 17 0,0-2-22 16,1-2 21-16,1-2-17 0,0-3 16 0,1-4-24 15,-1-4 10-15,-2-6 1 0,1-4-11 0,-2-4-10 16,1-2 0-16,-2-5-1 0,-7-6-3 0,0 0-25 16,0 0 32-16,22-6-28 0,-18-6 21 0,2-10-28 15,-2-2 34-15,0-9-26 0,-1-2 45 16,-1-3-30-16,4-1 48 0,-5 3-22 0,1 3 38 16,1 6-25-16,0 5 28 0,0 3-26 0,-2 3 17 15,-1 4-30-15,0 12 18 0,4-15-14 0,-4 15 31 16,0 0-21-16,0 0 18 0,15 13-25 15,-9 2 21-15,1 6-30 0,0 3 27 0,-1 6-25 16,2 1 18-16,1 2-24 0,-1-1 16 0,-1 2-16 16,2-4 21-16,1-3-25 0,-1-4 19 0,0-3-14 15,0-3-18-15,-1-4-26 0,0-3-51 0,-1-4 32 16,-7-6-40-16,16 3 29 0,-16-3-24 0,18-14 6 16,-6-4-13-16,-5-2 17 0,3-10 14 0,-1-2 16 15,-3-3 18-15,0-1 36 0,-4-2 35 16,-1 2 51-16,-1 0-38 0,0 7 67 0,-2 3-39 15,1 2 36-15,-3 6-3 0,2 2 50 0,-2 4-38 16,2 0-1-16,2 12-35 0,-8-10 0 16,8 10-30-16,0 0 1 0,0 0-20 0,-11 10 12 15,7 3-26-15,3 4 10 0,-1 2-18 0,2 6 16 16,2 1-21-16,2 1 15 0,-1 0-19 0,3 3 13 16,-1-5-20-16,3-2 10 0,2-2-32 0,-1-2-8 15,2-4-55-15,1-2 34 0,-2-4-51 0,1-4 75 16,-11-5-60-16,20 1 48 0,-20-1-29 0,21-11 46 15,-8-3-38-15,-4-3 21 0,-1-4 9 16,-2-3 13-16,-3-4 44 0,-2 1-31 0,-4-7 51 16,-1-2-37-16,-2 2 54 0,-3 2-16 0,-4 2 55 15,3 3 9-15,0 6 10 0,-2 5-10 0,1 1-5 16,0 6-17-16,1 4-14 0,10 5-15 16,-18 0-24-16,7 7 5 0,1 2-11 0,-1 8 6 15,3 1-27-15,1 4 6 0,2 0-22 0,2 2-1 16,5-2-44-16,2 1 8 0,1-2-62 0,2-1 33 15,5-2-40-15,1-3 36 0,3-4-33 0,0-2 1 16,1-6 7-16,-17-3-6 0,35-2-17 0,-12-4-4 16,-1-4-8-16,2-5 23 0,-1-4 25 0,0-2 27 15,-5-3 45-15,0-1 57 0,-4-1 43 16,0-1 43-16,-4-1-12 0,-4 3 42 16,-3 0-2-16,0-1 4 0,-3-2-14 0,-5-3-6 0,-2-1-23 15,1 9 39-15,-1-1-1 0,-1 4 29 0,0 3 9 16,1 3 1-16,1 5-21 0,6 9-37 15,-13-6-17-15,13 6-30 0,-12 11-17 0,6 4-9 16,1 6-10-16,-1 4-9 0,3 3-8 0,3 2-24 16,2 3-28-16,4 1-18 0,0-2-29 0,3-5-15 15,2-6-25-15,1-2-25 0,3-5 11 0,0-4-29 16,-1-4 48-16,-14-6-54 0,27-1 81 0,-9-7-29 16,-3-4 43-16,4-7-11 0,-3-5 51 0,-2-2-34 15,-3-5 56-15,-1-2 17 0,-2-3 21 16,-6-3 2-16,1-1 72 0,-4-1-1 15,-3 0 22-15,-4-1-12 0,1 4 20 0,-2 2-1 0,1 8 28 16,-1 5 43-16,1 6-23 0,-1 5-11 16,2 5-11-16,7 7-59 0,-21 4-37 0,7 11-3 15,-2 8-43-15,0 7-34 0,0 5-35 0,-3 11-22 16,0 4-27-16,0 2-39 0,4 4-8 0,-2 3-51 16,3 0 12-16,-1 3-36 0,1 1 32 0,-3 2-20 15,0 1 10-15,-2 0-11 0,0 2-25 0,-3 1 11 16,-1 0-12-16,-3 3 19 0,-1 2-8 0,-3-1 39 15,-2 0 0-15,0-2 92 0,-3-1 67 0,-3-1 40 16,-2-3 68-16,-1-2 26 0,-2-3 31 16,0-3 19-16,1-3 4 0,-2-4-10 0,3-5 17 15,3-4-7-15,2-4 19 0,8-12 40 0,1-2-13 16,4-4-6-16,4-3-10 0,2-4-22 16,6-4-32-16,2-3-26 0,9-6-22 0,0 0-16 15,0 0-14-15,-3-12-8 0,17-6-3 0,7-7 6 16,15-11 8-16,7-5-6 0,8-7-7 0,18-13-5 15,6-4-5-15,5-2-7 0,2-2-4 0,1 1-6 16,2 5-12-16,-6 3-33 0,-5 4-73 0,-18 14-46 16,-6 6-99-16,-3 3 10 0,-8 6-40 0,-14 8-101 15,-5 5-86-15,-11 8-218 0,-9 6-208 0</inkml:trace>
  <inkml:trace contextRef="#ctx0" brushRef="#br0" timeOffset="76584.96">9108 16481 249 0,'-36'26'869'0,"8"-4"-222"15,1-3-146-15,3-1-113 0,4-5-113 0,4-2-88 16,7-5-44-16,9-6-35 0,-7 6-11 0,7-6-27 16,12-4-3-16,5-4-22 0,11-11-10 0,12-6-7 15,6-8-4-15,6-6-2 0,4-4-6 0,19-16-3 16,0-2-4-16,-1 0-42 0,-6-2-84 0,-13 14-45 16,-6 2-64-16,-3 2-108 0,-9 0-135 0,-5 6-258 15,-10 9-252-15</inkml:trace>
  <inkml:trace contextRef="#ctx0" brushRef="#br0" timeOffset="77170.96">3780 17169 69 0,'-31'7'906'0,"5"-1"-267"0,1-1-131 0,2-1-95 0,7 0-95 0,16-4-87 0,-25 2-39 0,25-2-35 0,-13-6-33 16,13 6-29-16,6-23-18 0,9-4-16 0,16-10-11 16,10-6-16-16,9-7 5 0,22-14-15 0,8-3 1 15,12-6 1-15,5-2-6 0,9-2-4 0,3-4 7 16,3 2-13 15,2-3-3-31,-2 4 1 0,-1 1-3 0,-5 5-2 0,-6 6-5 0,-11 6-24 0,-9 7-63 0,-22 17-43 0,-8 5-95 16,-9 4 0-1,-13 12-26 1,-10 5-64-16,-18 10-40 0,17-2-369 0,-17 2-252 0</inkml:trace>
  <inkml:trace contextRef="#ctx0" brushRef="#br0" timeOffset="77334.96">4756 16483 541 0,'-56'53'605'15,"3"-7"-68"-15,-2 5-65 0,2 1-25 0,1-1-103 16,3-2-30-16,6-3-70 0,5-6-29 0,6-5-64 15,11-10-14-15,2-5-40 0,10-5 20 0,7-7 0 16,2-8 53-16,18 3-12 0,10-13-10 0,17-13-2 16,8-11-42-16,11-9-19 0,22-18-43 0,6-7-3 15,4-5 22-15,6-6-14 0,3-3-20 0,-4-1-51 16,0 2-106-16,-7 2-123 0,-9 6-153 16,-7 6-102-16,-28 17-188 0,0 2-274 0,-8 7-662 15</inkml:trace>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20T06:49:26.140"/>
    </inkml:context>
    <inkml:brush xml:id="br0">
      <inkml:brushProperty name="width" value="0.05292" units="cm"/>
      <inkml:brushProperty name="height" value="0.05292" units="cm"/>
      <inkml:brushProperty name="color" value="#FF0000"/>
    </inkml:brush>
  </inkml:definitions>
  <inkml:trace contextRef="#ctx0" brushRef="#br0">15080 4650 807 0,'0'0'438'0,"-22"10"-98"16,9-4-86-16,-1-2-50 0,3 2-50 15,-3 0-19-15,1-1-31 0,1 0-8 0,2 2-4 16,10-7 0-16,-17 7 3 0,17-7 7 0,-14 6-15 15,14-6-13-15,-10 5-13 0,10-5-14 0,0 0-13 16,0 0-5-16,0 0 4 0,0 0-6 16,14-7 2-16,11-7 39 0,4-4-41 0,12-7 1 0,9-3 3 15,5-5 0-15,5-3-11 0,6-3 18 16,19-10-12-16,1-1 14 0,-3-1-10 0,0 1 4 16,-3 0-8-16,-13 9 10 0,-3 0-4 0,1 1-1 15,0 0-7-15,-2 3-7 0,-4 3-3 0,-6 2 46 16,-4 4-58-16,-4 4-2 0,-13 6-3 0,-6 3 1 15,-6 3-9-15,-1 3-6 0,-6 1-7 0,-4 4-15 16,-9 4-16-16,0 0-15 0,0 0-29 16,-4-12-11-16,4 12-3 0,-32 0-8 0,7 3 12 0,-10 0 51 15,-2 1-20-15,-3 0 12 0,-2-2 13 16,5 2 13-16,-2-3 22 0,7 1 2 0,2-4 11 16,2 1 5-16,1 1 5 0,1-4 9 15,6 3 17-15,2-1 13 0,18 2 8 0,-27-4 10 16,27 4 4-16,-19-5-12 0,19 5-12 0,-16-6-7 15,16 6-9-15,0 0-4 0,-2-11-6 0,2 11-3 16,13-13-1-16,-1 4-6 0,9 2 3 0,1-2-2 16,7 0 0-16,4 2 4 0,1-1-1 0,4 2-5 15,-1 0 2-15,3 2 12 0,-1 0-12 0,1 2 22 16,0 2-12-16,-1 1 21 0,-1 1-1 0,-3 2-2 16,-6 0-5-16,-3 2-8 0,0 2-7 0,-5 1 4 15,0-1-1-15,-4 5-4 0,-2 0-5 16,-5 5-3-16,-2 1 3 0,-4 4-3 0,-6 4-3 15,-5 6-10-15,-5 5-57 0,-8 8-50 0,-7 3-75 16,-4 2-50-16,-3 2-79 0,-5-1-108 0,-4 1-275 16,1-1-226-16</inkml:trace>
  <inkml:trace contextRef="#ctx0" brushRef="#br0" timeOffset="2165.98">10777 5710 349 0,'0'0'519'0,"0"0"-164"0,0 0-72 0,0 0-67 0,0 0-42 16,0 0-32-16,0 0-33 0,0 0-18 0,0 0-13 15,0 0-10-15,0 0-12 0,0 0-8 0,0 0-3 16,0 0-4-16,18-3-5 0,-18 3-8 15,16-11-16-15,-3 3 10 0,6-2-11 16,1-1 44-16,7-4-48 0,0-1-3 0,5 0 0 16,1-3 43-16,1 2-47 0,4-1 40 0,-3 1-42 15,3-3 36-15,-3 3-44 0,2 1 44 0,-3 2-49 16,-2 0 3-16,-4 5 2 0,-6 0 1 0,-3 1-8 16,-3 3 1-16,-16 5 14 0,20-3 2 0,-20 3-3 15,0 0 46-15,9 6-53 0,-9-6 42 0,-11 19-44 16,-2-3-28-16,-10 4 38 0,-3 3 1 0,-10 8 0 15,-4-3 1-15,-3 5 1 0,0 0 3 16,-1 1 1-16,1 0-15 0,1-3 16 0,1 1 16 16,4-4-5-16,7-4 2 0,0 0 3 0,3-3-4 0,3 0 2 15,3-3-4-15,4-4 0 0,4-3-4 16,1-3-1-16,3 0-1 0,9-8-4 0,-11 10-3 16,11-10 0-16,0 0 0 0,0 0-6 0,6 7 0 15,-6-7 11-15,28-11-6 0,-1-3-1 0,3-3 7 16,4-5-1-16,8-5-3 0,6-4 2 0,-1 1-2 15,2-2 2-15,0-1 0 0,-2 2-2 16,-3 1 2-16,0 1-2 0,-11 8 2 0,-2-1 29 16,-4 5-45-16,-3 1 52 0,-7 6-58 0,-1 0 55 15,-6 2-52-15,-1 2 47 0,-9 6-51 16,0 0 49-16,0 0-50 0,0 0 3 0,0 0-2 16,-16 9 5-16,-7 2 3 0,-5 3 2 0,-6 2 2 15,-2 1 1-15,-1 2-4 0,-9 3 1 0,9-5 6 16,-1 0-5-16,1 0 1 0,1-1 4 0,3 0 3 15,2-2 1-15,3-2-4 0,7-3 4 0,2 0 2 16,5-3 3-16,0 1-3 0,14-7 1 0,-19 8-4 16,19-8 1-16,-13 3-4 0,13-3-1 0,0 0 4 15,0 0 2-15,5-10-8 0,7 1 1 0,4-5 8 16,7-4-2-16,7-1 1 0,1-4-3 0,10-2 1 16,1-2 0-16,-1-1 2 0,0 2 41 0,1 1-51 15,-8 4 47-15,-2 1-56 0,-2 1 43 0,-2 3-52 16,-5 2 54-16,-5 3-51 0,0 1-2 15,-8 3 7-15,-10 7 7 0,15-7 3 0,-15 7 44 16,0 0-51-16,0 0 47 0,-7 7-43 0,-9 3 38 16,-4 3-48-16,-7 3 0 0,-5 2 5 0,-3 3 3 15,-7 4-1-15,-4 3 2 0,1-2 8 16,1 0-17-16,3 0 14 0,5-4 4 0,4-3 3 16,1 3 1-16,4-5-1 0,2-2 0 0,7-2 5 15,2-3-34-15,3-3 29 0,4 0-11 0,-1-1 10 16,10-6 0-16,-9 7 1 0,9-7-7 0,0 0 3 15,0 0 5-15,12-4-5 0,2-3 0 16,7-3 6-16,5-7 1 0,6-1 0 0,3-5-4 16,10-3 3-16,-1 0 1 0,1-2-5 0,1 0 0 15,-3 2 3-15,1 1 49 0,-11 2-60 0,-1 4 35 16,-3 2-42-16,-3 1 47 0,-8 6-48 0,-1-2-3 16,-5 4 6-16,-12 8 9 0,15-5 2 0,-15 5 43 15,0 0-50-15,0 0 44 0,-13 11-48 0,-4 0 1 16,-9 6 4-16,-4 4-3 0,-10 5 3 0,-2 1 3 15,-1 3-6-15,-2-1 5 0,2 0 8 0,0-1-2 16,3-2-4-16,8-4 8 0,2-3-1 0,5-2-1 16,1-3 5-16,8-3-27 0,3-2 30 15,0-2-4-15,6 0-2 0,7-7-2 0,-12 7 1 16,12-7-2-16,0 0 2 0,0 0-5 16,6-7 2-16,5-3 3 0,7-5-4 0,7-5-1 15,5-3 6-15,7-7 0 0,2-3 0 0,6 3-5 16,-1-3 1-16,2 1 45 0,1-2-49 0,-3 1 45 15,0 1-55-15,-3 4 7 0,-9 5 0 0,-4 4-1 16,-3 0 2-16,-6 7 1 0,-3 2 4 0,-4 1-3 16,-3 3 1-16,-9 6 7 0,0 0-2 0,0 0 1 15,0 0-1-15,-14 9 0 0,-4 7 41 0,-8 2-49 16,-7 5 2-16,-10 5-2 0,-1 4 1 0,-2 0 2 16,0 2 2-16,1-1-3 0,0-4 1 0,4 0 1 15,9-5-1-15,2-4-2 0,3-2 8 16,4-1-2-16,8-4 0 0,-2-4-2 0,5 0-2 0,4-2 0 15,8-7-1-15,-9 7 2 0,9-7-1 16,0 0 1-16,0 0 2 0,16-5-1 0,1-5-1 16,8-4 10-16,5-5-5 0,4 0-5 0,9-10-3 15,3 1 14-15,2-3-7 0,0 2 2 0,-1-1 55 16,-2 3-64-16,1-2 2 0,-7 4-1 0,-7 6 4 16,-2 1-2-16,-4 2-2 0,-2 2 5 15,-7 3-5-15,0 3 3 0,-5 0 4 0,-3 3-4 16,-9 5 16-16,15-7 17 0,-15 7 10 0,11-6 1 15,-11 6-2-15,0 0-8 0,0 0-6 16,0 0-5-16,0 0-16 0,0 0 4 0,-15 11 46 16,6-6-52-16,0 1 32 0,-1-1-59 0,1 1 20 0,9-6-94 15,-15 9 15-15,15-9-84 0,-9 8-61 16,9-8-70-16,0 0-57 0,0 0-359 0,0 0-239 16</inkml:trace>
  <inkml:trace contextRef="#ctx0" brushRef="#br0" timeOffset="2433.98">11352 5175 162 0,'0'0'689'0,"-20"1"-203"0,20-1-163 16,-17 1-37-16,17-1-94 0,0 0-5 16,-20 2-74-16,20-2 9 0,0 0-63 0,0 0 16 15,-17 2-47-15,17-2 26 0,0 0-41 0,0 0 31 16,0 0-37-16,19-3 32 0,-7 1-38 0,11 0 30 15,2-4-32-15,3 3 32 0,8-2-37 0,0 2 30 16,-1 0-28-16,-3 2 28 0,-2 2-35 0,0 4 39 16,2-1-2-16,0 5-3 0,-5 3-7 0,-6-3-2 15,2 8-5-15,-7 1 0 0,-3 4 0 0,-5-1 42 16,-2 7-60-16,-5 0 22 0,-4 10-70 0,-4 1-34 16,-8 10-160-16,-4 1-164 0,-7 3-275 0,-3-5-217 15</inkml:trace>
  <inkml:trace contextRef="#ctx0" brushRef="#br0" timeOffset="4234.22">16056 5093 460 0,'1'-9'411'0,"-1"9"-105"0,0 0-68 15,0 0-56-15,-6-10-44 0,6 10-13 0,0 0-26 16,-6-8-12-16,6 8-28 0,0 0 4 0,-7-7-25 16,7 7 10-16,0 0-24 0,0 0 3 15,-7-7-14-15,7 7 5 0,0 0-20 0,0 0 5 16,0 0-11-16,0 0 3 0,0 0-7 0,-9-7 3 16,9 7 4-16,0 0 0 0,0 0-4 15,0 0 10-15,0 0-18 0,0 0 10 0,0 0-8 16,0 0-24-16,0 0-3 0,0 0-38 0,0 0 1 15,0 0-43-15,0 0-27 0,0 0-66 0,0 0-236 16,0 0 128-16</inkml:trace>
  <inkml:trace contextRef="#ctx0" brushRef="#br0" timeOffset="7552.24">4138 7059 49 0,'0'0'407'0,"0"0"-159"0,0 0-38 0,0 0-54 16,-14-3-4-16,14 3-13 0,0 0 7 0,0 0-14 16,-14-5-8-16,14 5 2 0,0 0-5 0,0 0-21 15,-11-2-26-15,11 2-4 0,0 0-14 0,0 0-13 16,0 0-11-16,-11-6-8 0,11 6-4 0,0 0-3 16,0 0-5-16,0 0-4 0,0 0-5 0,0 0-3 15,0 0-1-15,0 0-4 0,0 0-7 0,0 0 14 16,0 0 3-16,0 0-7 0,0 0 4 15,0 0-2-15,0 0 0 0,11-6 3 16,-11 6-3-16,0 0 5 0,24-2-1 0,-24 2 2 16,18-1 1-16,-18 1-6 0,25-3 3 0,-25 3 8 15,27-4 6-15,-27 4-5 0,32-3 0 0,-14 0 0 16,0 0 0-16,0 1 1 0,1 0-2 0,-1-1-25 16,5 1 29-16,-5-3-26 0,1 3 31 0,0 0-36 15,1-2 32-15,-1 1 6 0,0 1-4 0,-1-2 8 16,0 3-41-16,0-1 32 0,-1-1-31 0,0 0 35 15,1 1-33-15,-1 1 34 0,-1-2-33 0,0 2 39 16,-16 1-36-16,28-3 19 0,-28 3 8 0,27-1-2 16,-27 1-7-16,29-1-2 0,-29 1 9 15,28 0 0-15,-28 0-3 0,30 0-3 0,-30 0 7 16,30 0-1-16,-30 0 0 0,28 0-1 0,-28 0 1 16,32 1-2-16,-32-1 1 0,32 0-4 0,-32 0 3 15,31 0-3-15,-31 0-2 0,32 0-5 16,-32 0 4-16,30 0-4 0,-30 0 0 0,30-1-18 15,-30 1 24-15,31 0 0 0,-31 0-2 0,29 0-2 16,-29 0 0-16,27 0-3 0,-27 0 0 0,28 0 0 16,-28 0-1-16,23 0 0 0,-23 0-1 15,23 1-4-15,-23-1 1 0,27 0 8 0,-27 0-18 16,26 0 12-16,-26 0 8 0,25 1-3 0,-25-1 0 16,27 2 0-16,-27-2-1 0,28 1 0 0,-28-1-2 15,28 1 0-15,-28-1-3 0,27 2-1 0,-27-2 7 16,27 0-5-16,-27 0-6 0,28 1 6 0,-28-1 0 15,30 0-3-15,-30 0-4 0,28 1 9 0,-28-1-2 16,27 1-1-16,-27-1 1 0,28 1-1 0,-28-1 0 16,25 3-1-16,-25-3 1 0,27 1-2 0,-27-1 0 15,27 3 3-15,-27-3-5 0,26 1 1 0,-26-1 6 16,27 3-7-16,-27-3-1 0,26 2 9 0,-26-2 39 16,30 2-50-16,-30-2-1 0,29 2 3 0,-29-2 2 15,28 4-2-15,-28-4 3 0,30 1-2 16,-30-1 1-16,29 2 1 0,-29-2 2 0,28 1-4 15,-28-1-1-15,31 3 5 0,-31-3-6 16,29 3 2-16,-29-3 5 0,31 1 11 0,-31-1-11 16,28 1-2-16,-28-1 0 0,31 1-1 0,-31-1 0 15,29 3-2-15,-29-3 3 0,26 1 3 0,-26-1-3 16,30 1-5-16,-30-1 2 0,28 1 4 0,-28-1-5 16,28 3 1-16,-28-3 7 0,27 3-4 0,-27-3 2 15,26 2-1-15,-26-2 2 0,27 2-1 0,-27-2-1 16,24 4 0-16,-24-4-3 0,22 2 1 0,-22-2 3 15,23 2-5-15,-23-2 1 0,21 4 47 16,-21-4-52-16,20 2 45 0,-20-2-54 0,22 3 49 16,-22-3-48-16,23 4 46 0,-23-4-51 0,22 3 47 15,-22-3-48-15,22 5 47 0,-22-5-48 0,21 4 50 16,-21-4-53-16,22 4 49 0,-22-4-48 0,22 5 45 16,-22-5-45-16,24 5 50 0,-24-5-54 0,24 3 55 15,-24-3-48-15,25 6 46 0,-25-6-45 0,24 3 44 16,-24-3-45-16,24 5 3 0,-24-5 4 0,26 4 1 15,-26-4 7-15,27 4-3 0,-27-4 5 0,27 3-5 16,-27-3 0-16,28 6 9 16,-28-6-17-16,28 1 14 0,-28-1 5 0,30 2 1 0,-14 1-3 15,2-2 2-15,-3 0 0 0,4-1-6 16,0 1 6-16,-1 1-2 0,0-1 1 0,0-1 0 0,1 3-1 16,-1-3 0-16,0 0 0 0,1 1 2 15,-1-1 1-15,3 0-6 0,-2 0-1 0,0 0 7 16,0 0 1-16,-1 1-8 0,1-1 7 0,0 0-1 15,0 1 0-15,-19-1 2 0,33-1-7 0,-33 1 5 16,34 0 0-16,-15 0 1 0,1-1-1 0,-1 0-2 16,1-2 33-16,3 0 85 0,0 2-51 0,0-2 35 15,0 0-63-15,0 1 34 0,-5-1-55 0,1 0 38 16,1 1-53-16,-2 1 42 0,-1 0-53 0,1-2 35 16,0 2-43-16,-18 1 50 0,30-3-50 0,-30 3 39 15,29-2-39-15,-29 2 3 0,29-3 0 0,-29 3 2 16,29-1 7-16,-29 1-2 0,28-1 2 0,-28 1 1 15,26 0 1-15,-26 0 0 0,25-1 1 16,-25 1-1-16,24-2-1 0,-24 2-3 0,23 0 7 16,-23 0 0-16,22-1 1 0,-22 1-2 15,24 0 0-15,-24 0-3 0,23-2 3 0,-23 2 2 16,23 0-3-16,-23 0 2 0,22-1-1 0,-22 1 1 16,24 0 0-16,-24 0-2 0,23 0-3 0,-23 0 1 15,23 0 5-15,-23 0 45 0,26 0-53 0,-26 0 42 16,26 0-49-16,-26 0 43 0,28-1-49 0,-28 1 52 15,28-1-51-15,-28 1 47 0,27-1-48 0,-27 1 46 16,28-1-47-16,-28 1 46 0,28-2-46 0,-28 2 40 16,27-2-45-16,-27 2 54 0,25-3-50 15,-25 3 47-15,27-2-44 0,-11-1 46 0,-16 3-53 16,28-3 51-16,-28 3-49 0,30-3 53 0,-15 0-52 16,1 1 52-16,0 0-50 0,0-1 49 0,-16 3-50 15,28-4 49-15,-28 4-48 0,27-5 43 0,-27 5-46 16,28-3 56-16,-28 3-49 0,26-6 46 0,-26 6-50 15,24-4 49-15,-24 4-51 0,25-6 47 0,-25 6-45 16,22-4 3-16,-22 4 6 0,22-5-2 0,-22 5 7 16,22-5-1-16,-22 5 2 0,20-3 0 0,-20 3-1 15,19-5 1-15,-19 5 3 0,17-4 3 16,-17 4 0-16,19-2-1 0,-19 2-2 0,16-5 5 16,-16 5-3-16,18-3 0 0,-18 3-2 15,15-5 3-15,-15 5 1 0,17-2-1 0,-17 2 0 16,16-5-1-16,-16 5-5 0,17-4 1 0,-17 4 7 15,15-5-1-15,-15 5 2 0,19-5-3 0,-19 5 3 16,18-5 5-16,-18 5 1 0,16-5 2 0,-16 5 2 16,18-5-4-16,-18 5-1 0,15-6 0 0,-15 6 0 15,17-4-2-15,-17 4-7 0,12-5 4 0,-12 5 3 16,13-4-1-16,-13 4 2 0,0 0-6 0,16-5 1 16,-16 5-1-16,0 0-1 0,15-3 4 15,-15 3-4-15,0 0-2 0,0 0 1 0,15-5 1 0,-15 5 7 16,0 0-10-16,0 0 2 0,0 0-6 0,12-3 2 15,-12 3 13-15,0 0-9 0,0 0 1 16,0 0 0-16,0 0-1 0,0 0 6 0,0 0-8 16,14-5-2-16,-14 5-7 0,0 0-13 0,0 0-24 15,0 0-33-15,0 0-36 0,0 0-36 0,0 0-17 16,0 0-38-16,0 0-57 0,0 0 10 16,0 0-113-16,0 0-311 0,0 0-207 0</inkml:trace>
  <inkml:trace contextRef="#ctx0" brushRef="#br0" timeOffset="11671.24">9122 6928 85 0,'0'0'460'0,"0"0"-150"16,0 0-66-16,0 0-46 0,10-6-30 0,-10 6-48 15,0 0-19-15,0 0-17 0,0 0-11 0,0 0 2 16,0 0-13-16,0 0-13 0,0 0-1 15,0 0-13-15,0 0-4 0,0 0-8 0,0 0-3 16,0 0-5-16,0 0-1 0,0 0-5 0,0 0-5 16,0 0 4-16,0 0-2 0,0 0 6 15,0 0-6-15,0 0-4 0,0 0 6 0,19 3 0 16,-19-3-1-16,0 0-5 0,7 10 3 0,-7-10 2 16,8 10-1-16,-8-10 2 0,8 12-3 0,-8-12 3 15,9 13 16-15,-6-5-10 0,5 1 8 0,-3 1-15 16,1 2 21-16,1 0-15 0,-1 2 22 0,2 0-26 15,-2-2 25-15,1 3-28 0,-1-1-2 0,1-1 0 16,0 1-8-16,0 1 2 0,-2-2 8 0,1 1 2 16,-1 1 0-16,3-3-6 0,-2 1-2 15,-1-1 2-15,-1-1 2 0,1 1-3 0,2-3 1 0,-3 1-1 16,1 2 1-16,0-3-1 0,-1 0-8 16,1 0 3-16,0 0 8 0,0 0 2 15,0-1-1-15,0 1-5 0,0 0 1 0,1-2 1 16,2 1 1-16,-3 1 1 0,3-2-1 0,0 1 15 15,0 0-17-15,2-1-7 0,0 2-21 0,0-4 40 16,3 2-34-16,0-1 45 0,1 1-12 0,-1-4-1 16,3 2-40-16,-2-2 45 0,4 1-26 0,-2-2-6 15,2-1 12-15,-2 0 28 0,2 1-6 0,0-1-13 16,0 0 8-16,-18-1-1 0,33 0-1 0,-14 0-4 16,-1-1 0-16,1 0 0 0,3 1-4 0,-4-2 1 15,3 2 0-15,-1-1-2 0,-1 1 1 16,2-1 0-16,0 1 0 0,-3-1-10 0,5 1 9 0,-2 0 2 15,3 0-1-15,2 1 0 0,-1-1 2 16,-3 0-3-16,3 0-1 0,-1 1 0 0,-3-1-1 16,1 1 0-16,4 1 2 0,-7-1-2 0,3 0-1 15,-2-1-8-15,4 2 2 0,-4-1 10 0,1 0 1 16,2 0-2-16,2 0 2 0,-1 2-3 16,0-2 3-16,0 0-1 0,-2 2 1 0,3 0 0 15,-2-1 0-15,1 0-2 0,-2 2-9 0,1-1 3 16,1-1 11-16,-1 3-2 0,0-2 3 0,1-1 1 15,1 3-2-15,-1-1 1 0,1 0 2 0,0 0 5 16,0 0 2-16,2 0 5 0,0 1 2 0,0-2 0 16,0 1 1-16,0-2-3 0,0 0-2 15,2 1-2-15,-1-1 2 0,2 0-16 0,-2-1 11 16,1 2 5-16,0-2-1 0,1 0-7 0,1 0 3 16,-3 0 6-16,2 1-2 0,-2-2-3 0,3 0-4 15,-1 1-1-15,-2 0-1 0,1-1-1 0,-2 0-1 16,0-1-3-16,0 1-1 0,1-1 3 0,-1 1-8 15,0 0 1-15,-1 0 5 0,1 0-19 0,0-2 13 16,-1 2 10-16,-1 0-2 0,4 0-2 0,-4 0-1 16,2-1-2-16,0 1-9 0,0 0 11 0,-3 0 0 15,3-1 0-15,0 0-3 0,-2-2 0 0,1 2 3 16,1-2-3-16,-2 2 1 16,2-2 12-16,1 1 1 0,-1 0 10 0,0-2 0 15,2 0-2-15,-2 1-2 0,1-1 0 0,0 0 5 16,1-1-4-16,-2 1 0 0,-1-1-6 0,3 0 0 15,-1 0-1-15,-1 0 1 0,1 2-3 0,0-4-2 16,-1 2-8-16,1 1 7 0,-3-2-3 0,4 3-2 16,-1-3 2-16,-1 3 0 0,-1-2-5 0,1 1 3 15,-1-1-3-15,2 1-1 0,-1-1 0 0,-2 0-3 16,1 1 8-16,0-1-3 0,0 2 0 0,-1-1 1 16,1 0-7-16,-2 1 3 0,2-1 5 0,-1 1 0 15,-1-2-1-15,1 3 0 0,-1-2 1 16,0 0-2-16,1 2-1 0,-2-3-10 0,1 2 8 0,1-2 4 15,-1 3 0-15,1-3-1 0,-2 1 1 16,0-1-1-16,2 1-6 0,0-1 51 0,-1 2-53 16,1-4 49-16,-1 2-56 0,-1 1 53 0,2-1-68 15,-1 1 69-15,0-2-53 0,0 2 51 0,0-2-57 16,0 1 58-16,-1 2-55 0,-1-2 51 16,1 0-52-16,0 0 38 0,-1 1-43 0,1-1 55 15,-1 1-53-15,-1 0 52 0,-1 1-55 0,3-2 53 16,-4 2-55-16,-3-1 52 0,4 2-51 0,-4-2 49 15,3 0-53-15,-1 2 58 0,-1-2-46 0,1 1 52 16,-1 0-53-16,0-1 53 0,-1 2-56 0,0-1 51 16,0-1-46-16,0 2 48 0,-1-2-53 15,-15 4 52-15,28-3-52 0,-13 0 49 0,-15 3-53 16,27-4 38-16,-27 4-39 0,25-2 57 0,-25 2-52 16,29-4 49-16,-29 4-50 0,26-3 49 0,-26 3-47 15,29-2 45-15,-29 2-50 0,28-4 55 0,-13 3-49 16,2-1 53-16,-1-1-7 0,0 0 0 0,1 1-4 15,0 0 0-15,1-2-10 0,-1 1 1 0,1 0 3 16,-2-1-3-16,1 1-2 0,1-1-2 0,-2 1-1 16,2-1 0-16,-2 0-5 0,1 2 0 0,0-2 6 15,0 0 0-15,1 0 0 0,-2 1-1 16,1-1-1-16,-2 0 1 0,4-3-1 0,-4 3-2 0,0-1 2 16,0 0-10-16,0 1 2 0,0-2 10 15,-1 1 1-15,-2 0 0 0,1-1 1 16,-1 2 3-16,-2-1-3 0,-1 0 4 0,2-1 1 15,-2 1 0-15,0 0-1 0,-1-1-11 0,0-2-20 16,-2 2 33-16,1-2-12 0,-1 0-20 0,1 0 30 16,-1-1-35-16,-1-2 31 0,1 0-27 0,-2-4 28 15,4 1-30-15,-5-2 24 0,3-1-22 0,-3-1 26 16,1 0-28-16,2 0 2 0,-5 0 2 0,3 1 2 16,-2-1 2-16,1 0 3 0,-2 2 0 0,-1-1 0 15,1 0 0-15,-2 3-2 0,1-4 1 0,-1 1 6 16,-2 0-3-16,1 0 1 0,-2-1 1 15,0-2 27-15,-1-1-34 0,0 1 30 0,-2-1-34 16,0 1 31-16,-2-2-31 0,1 3 20 0,-1-3-18 16,-1 2 26-16,1 2-9 0,0-3 5 0,-1 4 5 15,1-1 0-15,-2 2 1 0,1 0 2 0,3 0 0 16,-2 0 1-16,0 4-5 0,0-1-13 0,0 1 12 16,1 1-11-16,-2-2 9 0,1 2-12 0,0 0 7 15,-2 0 2-15,2 1 3 0,-4-3 22 0,3 2-38 16,-3 0-6-16,0-1 14 0,-1 1-12 15,0-2 10-15,0 2-12 0,1 2 13 0,-1-3-12 16,0 1 12-16,0 2-16 0,2 0 21 0,1 1-5 16,1-1 2-16,-2 1 0 0,2 0 2 15,-2 0-2-15,1 1-6 0,2 2 4 0,-3-3 3 16,2 1-7-16,0 0 6 0,-3 0-9 0,3-1 4 16,-3 2-4-16,1-1 1 0,1 1-2 0,-3-2 2 15,1 0 19-15,-1 2-26 0,0-2 9 0,-3 1-2 16,1 0-6-16,-2-1 0 0,4 1 3 0,-4 0 1 15,4 1 4-15,-5-2-1 0,2 3 0 0,0-2 0 16,1 1 0-16,-2-1 3 0,-1 3-1 0,3-3 1 16,-3 1-1-16,0 1-1 0,0-1 8 0,0 0-2 15,-1 1-8-15,0-1-1 0,1-1 0 0,-1 2 1 16,0 0-2-16,0-1 4 0,-1 1-3 0,-1-1 0 16,1 1-1-16,0-2 2 0,-1 3 12 15,1-3-16-15,-1 1 3 0,-3 1-2 0,3-1 4 16,-1-1 4-16,-2 0-8 0,2 3 1 0,-2-2 1 15,0-1-3-15,0 3 0 0,-1 0 0 16,2 0 6-16,-2-1-4 0,1 2 4 0,-2-3-5 16,1 4 2-16,0-2 0 0,0 0-3 0,-2 3 2 15,-1-3 1-15,3 2 6 0,-4 0-4 0,1-1-4 16,-2 0-4-16,0 1 4 0,1 0 5 0,0-1-5 16,0 0 5-16,-6 1-3 0,6-2 4 15,0 3-6-15,2-1 5 0,-3 0-4 0,2-1 4 0,-2 1-5 16,1 1 7-16,1 0-8 0,0 0 7 0,-1 1-1 15,1-3-6-15,-1 3-3 0,0 0 2 16,2 0 2-16,-3 0 4 0,1 1-6 0,1 1 6 16,-3-2-8-16,4 1 0 0,-4-1 3 0,-3 1 1 15,0 0 2-15,3 0-2 0,-6 0 7 0,3 2-8 16,3-1 8-16,0-1-4 0,0 0 1 0,-4 0-5 16,4 2 8-16,-5-1-9 0,2-1 5 0,5 1-1 15,-7 2 3-15,6-3-4 0,1 1 7 0,-2 0-1 16,2 1-2-16,-1-1-9 0,0 0 4 0,-5 0 0 15,6 1 2-15,2-2 1 0,-3 2-1 0,2-2 6 16,-1 2-2-16,1-2-6 0,1 0 0 0,0 0 1 16,-1 0 1-16,3 0 2 15,0-1-1-15,-1 0 0 0,1 2 5 0,0-2-6 16,0-2 4-16,1 2-5 0,1 0 7 0,-2-1-10 16,1 1 6-16,-2 0 3 0,3-1-2 0,-3 1-8 15,3 0 5-15,-2-1-2 0,0 1 2 0,0 1 1 16,0-1 4-16,1 0-4 0,0 0 9 0,0 0-14 15,1 0 1-15,-3 1 3 0,3-1-2 0,-1 0 1 16,0 1 1-16,-1-1-1 0,0 3 6 0,1-3 0 16,-1 2-7-16,4-1 0 0,-1-1 1 0,-1 0 0 15,-1 2 3-15,1-1-2 0,0 2-1 0,-1-2 0 16,0 0 0-16,4 2 9 0,0 0-8 0,1-2 5 16,0 0-6-16,0 1 5 0,-3 1-12 15,4 0 7-15,-2-1 0 31,4-1 3-31,-3 3-9 16,1-3 5 15,1 0-3-31,2 2 12 0,-3 0-11 0,19-3 11 0,-31 1-12 0,31-1 12 0,-30 2-11 0,30-2 1 0,-28 0 2 0,28 0-3 0,-27 0 3 0,27 0 2 16,-28 0 13-16,28 0-12 0,-25 1-6 0,25-1 1 0,-27-1-1 0,27 1-2 0,-28 0 7 0,28 0 0 16,-27 0-1-16,27 0 0 15,-28 0 1-15,28 0-1 16,-28 0 0-16,28 0 13 15,-30-1-14-15,30 1-3 16,-31 0 20-16,31 0-15 0,-29 1 28 0,29-1-39 0,-28 0 2 0,28 0 2 0,-28 0 2 0,28 0 33 16,-27 1-36-16,27-1 0 0,-25 0 1 15,25 0 2-15,-21 1 3 0,21-1-1 0,-22 0 0 0,22 0 0 0,-22 2 0 0,22-2 6 0,-21 1 0 0,21-1-6 0,-21 2 1 16,21-2-1-16,-19 0 0 0,19 0 1 0,-21 2 1 16,21-2 1-16,-21 1-5 0,21-1 4 0,-20 4 1 15,20-4-1-15,-20 1 1 0,20-1-1 0,-19 3 0 16,19-3-3-16,-23 5 9 0,23-5-1 0,-23 2-7 15,23-2-1-15,-19 5 0 0,19-5 2 0,-18 4 2 16,18-4 0-16,-18 4 0 0,18-4-2 0,-16 3 0 16,16-3-4-16,-16 7 0 0,16-7 0 15,-16 4-1-15,16-4 1 0,-15 8 1 0,15-8 3 16,-17 9-1-16,7-4-5 0,10-5 1 0,-15 11-1 16,6-5-1-16,1 1 4 0,-1 0 1 15,2 1 1-15,0-2-3 0,-2 1 0 0,2 1 2 16,0-2 0-16,-1 2 0 0,0-1 1 0,1 2 0 15,1-1-1-15,-1-3 4 0,1 3-1 0,0 0-4 16,1-1-3-16,-1 1 2 0,1 0 3 0,5-8-1 16,-10 16 3-16,10-16 0 0,-8 13 0 15,8-13-1-15,-7 15-1 0,3-7 1 0,4-8 2 0,-7 15-1 16,7-15-1-16,-6 15-2 0,6-15 6 0,-5 13 0 16,5-13-5-16,-5 14-1 0,5-14 1 15,-4 15 2-15,4-15 4 0,-4 15-7 0,4-15 0 16,-4 15 4-16,4-15 0 0,-2 15 1 0,2-15 17 15,-2 16-21-15,2-16 19 0,-2 17-21 0,2-17 14 16,-2 17-12-16,2-17 9 0,0 17-12 0,0-17 14 16,0 17-18-16,-2-7 24 0,2-10-3 0,2 19-20 15,-2-9 20-15,0-10-22 0,1 18 16 0,0-6-15 16,1-2 21-16,-2-10-24 0,2 18 25 0,-1-5-22 16,0-2 21-16,1 0-14 0,0 2 9 0,-1-2-16 15,2 2 0-15,0-2 2 16,-1 0 2-16,-1 2 3 0,2-1 2 0,-2 1-2 0,2-2 1 15,0 2 0-15,0-2 1 0,-2 1-1 16,2 0 0-16,0-1 0 0,-1 1 1 0,1-2 3 16,-1 2 3-16,0 1-8 0,1-2-1 0,-1 2 1 15,0-2 3-15,1 2-5 0,0-1 7 0,0 1-2 16,-2-1 0-16,3 2 1 0,-1 1 23 0,-1-3-28 16,2 1-2-16,-1 2 4 0,-1-2-1 0,1-1 4 15,0 1-1-15,1-1-3 0,-2 1 2 0,0-2-3 16,2 3 0-16,-2-3 23 0,0 1-24 0,1-1 22 15,-1 0-25-15,0 1 22 0,0-1-24 0,-1 2 15 16,2-3-23-16,-2 1 18 0,2-1-37 16,0 1 23-16,-3-1-40 0,3 1 21 0,-2 1-49 15,2-1 33-15,0 0-65 0,-2 1 12 0,1-2-85 16,1-1 19-16,0 4-64 0,0-2-23 0,3-1-51 16,0 0-61-16,-1-1-430 0,1 1-341 0</inkml:trace>
  <inkml:trace contextRef="#ctx0" brushRef="#br0" timeOffset="12941.24">14602 6476 825 0,'0'0'638'0,"0"0"-202"0,0 0-13 0,0 0-107 15,-17 5-19-15,17-5-94 0,0 0 17 16,0 0-81-16,0 0 27 0,-15 1-65 0,15-1 23 16,0 0-65-16,0 0 29 0,0 0-61 0,0 0 38 15,0 0-62-15,0 0 35 0,0 0-48 0,-4-8 47 16,14-1-49-16,8-4 45 0,7-5-50 16,6-3 43-16,13-6-4 0,4-5 0 0,5-1-5 15,3-2-3-15,4-1-45 0,1-3 42 0,2-1-37 16,4 1 38-16,-3-1-39 0,1 0 8 0,-1 1 1 15,-3 2 7-15,-2 3 0 0,-5 1 2 16,-3 2 1-16,-5 6 4 0,-5 1 43 0,-9 6-49 0,-6 2 42 16,-2 0-50-16,-6 7 49 0,-4-1-50 15,0 3 41-15,-14 7-44 0,15-11 53 0,-15 11-50 16,13-7 49-16,-13 7-50 0,0 0 36 0,9-8-60 16,-9 8 38-16,0 0-66 0,-11-3-5 0,11 3-11 15,-21-3-8-15,2 0-2 0,1 2-4 0,-8 1 1 16,1-2-4-16,-2-1 19 0,-1 1 20 0,1 1 7 15,0-2 19-15,0 0 10 0,3 1 5 0,-1 0 7 16,5 0 13-16,-1 1 5 0,2 0 9 0,1-1 9 16,18 2 60-16,-27-1-46 0,27 1 61 0,-30 0-38 15,30 0 52-15,-25 0-49 0,25 0 45 16,-20 1-61-16,20-1 38 0,0 0-58 0,-21 0 38 16,21 0-59-16,0 0-1 0,0 0 44 15,0 0-52-15,0 0 47 0,0 0-58 0,0 0 51 16,0 0-43-16,20 7 53 0,3-6-46 0,4-2 8 15,3 1 3-15,6-1 2 0,3-2 7 0,-3 2-1 16,-4 1-1-16,-2-2 0 0,-2 2-4 0,-2 2 0 16,-1-1-3-16,-3 3-2 0,-5-1-6 0,-2 4 3 15,-2 1 47-15,-3 2-54 0,-4 4 0 0,-3 4 1 16,-4 6 2-16,-5 4-7 0,-6 3 31 0,-6 3-81 16,-6 10-2-16,-7-3-104 0,-1 1 3 0,0 1-84 15,-1-2-86-15,-1-3-43 0,2 1-444 16,7-12-381-16</inkml:trace>
  <inkml:trace contextRef="#ctx0" brushRef="#br0" timeOffset="29679.13">6584 14644 377 0,'0'0'591'0,"0"0"-136"0,0 0-121 16,0 0-63-16,0 0-54 0,-20-2-41 0,20 2-31 0,0 0-29 16,0 0-8-16,0 0 6 0,0 0 1 15,0 0 1-15,0 0-3 0,-15 2-5 0,15-2-5 16,0 0-7-16,0 0-10 0,0 0-13 0,0 0-10 15,0 0-13-15,0 0-9 0,0 0-7 0,0 0-10 16,0 0-3-16,0 0-6 0,0 0-1 0,0 0-5 16,0 0-4-16,0 0-1 0,0 0 6 0,0 0-11 15,0 0 1-15,0 0-1 0,0 0-2 0,0 0 2 16,17 4 0-16,1-1 2 0,5 1-2 0,5-1 1 16,9 1 2-16,5 0-4 0,5 0 8 0,3-1-8 15,4 0 9-15,14-2-10 0,1 2 11 16,1-2-11-16,1-1 1 0,0-1 2 0,3 0-1 15,-1-1 0-15,0 0 11 0,1 0-10 0,-3 0 12 16,0 0-17-16,-2-1 12 0,-3 1 16 16,-12 0-32-16,-1-1 5 0,-1 2 0 0,0 0 0 15,-4 0 1-15,-1 0 0 0,-2 0 3 0,0 1 1 16,-4-2-2-16,-3 2 1 0,-6-1-2 0,0 1 1 16,-3 0 1-16,-4 0 1 0,-3 0-1 0,-4-1 1 15,-18 1-1-15,30 0 11 0,-30 0-11 0,22 0 4 16,-22 0-1-16,0 0 9 0,24 0 9 0,-24 0 17 15,0 0 26-15,0 0-27 0,23 0 6 0,-23 0-12 16,0 0-7-16,0 0-7 0,0 0 3 0,18 0-6 16,-18 0-5-16,0 0-12 0,0 0-30 15,0 0-36-15,0 0-49 0,0 0-65 0,0 0-64 16,0 0-10-16,19 0-72 0,-19 0-78 16,0 0-402-16,0 0-363 0</inkml:trace>
  <inkml:trace contextRef="#ctx0" brushRef="#br0" timeOffset="30496.13">9892 14772 172 0,'0'0'487'0,"-16"-1"-104"15,16 1-121-15,-17-4-16 0,17 4-78 0,-15-2 6 16,15 2-43-16,-16-4 10 0,16 4-5 0,-14-4 3 16,14 4 17-16,0 0-10 0,-18-6 3 0,18 6 1 15,0 0-7-15,-12-4-10 0,12 4-14 0,0 0-11 16,0 0-10-16,-16-5-15 0,16 5 0 0,0 0-16 15,0 0-16-15,0 0-11 0,-10-3-9 16,10 3-3-16,0 0 2 0,0 0-13 0,0 0-4 16,0 0-5-16,0 0 11 0,0 0-12 0,0 0-6 15,0 0 2-15,0 0-1 0,0 0 0 0,29 1-1 16,-11 0-1-16,7 0 3 0,2 1-2 0,5 0 0 16,7-1 0-16,3 2 2 0,3-2-2 15,4-1 0-15,-1-1-1 0,5-1 1 0,2 0 0 16,9-2 2-16,1-1-3 0,-1-1 0 0,-3-2 1 15,-1 2 0-15,-11-2 1 0,0 3-1 0,-3-3 1 16,0 2 0-16,-3-1 0 0,-2 3 0 0,-1-2 1 16,-4 2-3-16,-8 1-1 0,0 1 1 0,-4-1 1 15,-4 1-1-15,-1 1-3 0,-19 1-1 16,30-1 4-16,-30 1-1 0,22 0 0 0,-22 0 2 16,18-1-2-16,-18 1-2 0,0 0 1 15,20 0 2-15,-20 0 0 0,0 0-2 0,0 0-2 0,19 0-3 16,-19 0-8-16,0 0-25 0,0 0-27 0,0 0-33 15,0 0-46-15,18 0-33 0,-18 0-18 16,0 0-18-16,0 0-57 0,0 0-59 0,17 2-437 16,-17-2-288-16</inkml:trace>
  <inkml:trace contextRef="#ctx0" brushRef="#br0" timeOffset="31313.13">12833 14673 464 0,'-27'-2'380'16,"27"2"-48"-16,-24-4-99 0,24 4-9 0,-25-3-44 15,25 3-20-15,-20-3-23 0,20 3-10 0,-19-4 0 16,19 4 12-16,-13-3-2 0,13 3-11 0,0 0-3 16,-18-3-11-16,18 3-15 0,0 0-16 0,-15-3-13 15,15 3-14-15,0 0-9 0,0 0-8 0,0 0-14 16,-15-3-2-16,15 3 0 0,0 0-10 0,0 0 0 15,0 0-1-15,30 2 0 0,-3-1-2 0,5 1-2 16,13-2 7-16,7-2-9 0,16 0 4 16,8-2-1-16,4-2 2 0,7-1 6 15,4-5 8-15,3 2 6 0,5 0 12 0,21-5 2 16,-23 4 0-16,-2-2 0 0,-1 2-6 0,-5 0-6 16,-2 0-5-16,-6 0-7 0,-6 2-2 0,-5 1-4 15,-6 2-2-15,-15 1-2 0,-2 1-3 0,-6 2 2 16,-3-1-4-16,-7 2 2 0,-3 0-4 0,-2-1-2 15,-7 2 3-15,-19 0 0 0,32-1-1 0,-32 1 1 16,22 0-3-16,-22 0 2 0,19-1-1 0,-19 1 2 16,0 0-1-16,20 0 1 0,-20 0 1 0,0 0 0 15,0 0 1-15,19 0-6 16,-19 0-9-16,0 0-23 0,0 0-40 0,0 0-60 0,0 0-47 16,9-6-22-16,-9 6-6 0,0 0-63 15,-9-7-69-15,9 7-421 0,-11-2-287 0</inkml:trace>
  <inkml:trace contextRef="#ctx0" brushRef="#br0" timeOffset="42985.86">21692 5381 801 0,'-14'11'710'0,"-2"-1"-233"16,3-2-39-16,1-1-151 0,1 0-24 0,2-3-93 15,9-4 18-15,-17 8-61 0,17-8 57 0,-12 7-56 16,12-7 24-16,0 0-53 0,-11 7 16 16,11-7-51-16,0 0 21 0,0 0-48 0,17-9 23 15,3-3-43-15,11-2-4 0,3-6-5 0,16-5 3 16,4-3-3-16,2-3-5 0,4 1-2 16,3-1 1-16,-2-1-2 0,2 2-7 0,-3 2-22 15,-5 3-10-15,-4 2-32 0,-12 7-25 0,-7 4-47 16,-6-1 6-16,-5 5-15 0,-7 5 48 0,-14 3-8 15,0 0 48-15,17 2-11 0,-17-2 41 0,-9 17-26 16,-4-1 47-16,-5 2-22 0,-5 5 39 0,1 0 6 16,-2 0 1-16,0-1 6 0,-2 3-4 0,5-1 2 15,0 1-10-15,0 0 52 0,3 0-56 16,2 3 38-16,3 0-42 0,0-2 44 0,6 4-56 16,4-4 5-16,0 0 3 0,6 3 1 0,2 4-3 15,3 4 7-15,3-1 2 0,3 3 0 16,8 5 0-16,-3 0-5 0,3 2 3 0,-5-9 2 15,-1 1 0-15,1-3-5 0,-3 0 8 0,-1-2-1 16,-4 0 0-16,-3-2 50 0,-2-6-56 0,-4 0 59 16,0 0-34-16,-4-2 69 0,-1-2-32 0,-1 2 56 15,-4-5-41-15,-2 1 44 0,-1-3-45 0,-1 0 25 16,0-2-39-16,-4-3 18 0,0-2-15 0,-2-3-10 16,1-4-13-16,-7-4-11 0,2-4-16 0,-6-6-17 15,-1-7-26-15,3-3-75 0,2-3 18 16,3-7-92-16,2 0-10 0,7-3-1 0,2-1-17 15,5-3-43-15,7 0-38 0,5 0-37 16,3-2-23-16,3 1-316 0,10-7-196 0</inkml:trace>
  <inkml:trace contextRef="#ctx0" brushRef="#br0" timeOffset="43501.86">22633 5167 591 0,'0'0'446'0,"15"-6"-132"0,-15 6-48 16,0 0-84-16,14 10-11 0,-11-2-45 0,0 5 15 15,1 4-5-15,-3 0-23 0,3 7-15 0,-3 1-26 16,1 3 35-16,2 6-63 16,-1 4 42-16,2-2-67 0,-1 3-4 0,1-1-9 15,2 0 7-15,0 1-8 0,2-3 5 0,-1-1 0 16,1-1-4-16,2-4 0 0,2-3-3 0,-4-5 0 16,4-5-7-16,-3-4 7 0,3-1-5 0,-3-3 10 15,-10-9-6-15,18 4 8 0,-18-4-23 0,18-4 63 16,-9-4 5-16,1-2 12 0,-2-6 60 0,-2-1-46 15,2-5 66-15,-2 1-57 0,-2-1 51 0,0 0-52 16,-3 6 34-16,3-1 2 0,-4 6-32 0,3 2 4 16,-3 9-18-16,1-17-18 0,-1 17-19 15,3-13-17-15,-3 13-5 0,0 0-8 16,0 0-33-16,8 9 40 0,-4 3-42 0,0 1 41 16,2 6-41-16,1 0 43 0,3 2-49 0,-1-1 40 15,1-1-46-15,3 1-5 0,4 0 6 0,-2-4 2 16,2 1 6-16,1-6 1 0,1-3 2 0,0-1 5 15,0-5 3-15,-2-3 2 0,2-1 2 0,0-7 10 16,2-1 6-16,0-6 11 0,-1-6 13 0,-3-2 56 16,1-1-23-16,-5-4 41 0,-3-3-12 0,1-6-11 15,-6 1-13-15,-3-5-18 0,-3 1 4 0,0-2-8 16,-6 2 9-16,-2 1-11 0,0 2 12 16,-3 6-21-16,-4 1 10 0,1 6-22 0,-4 2-18 15,-3 5-26-15,1 7-7 0,0 4-20 16,-2 0-20-16,-1 6-18 0,4 1-30 0,-4 5-33 15,2 0-61-15,3 4-48 0,1 1-24 0,4 3 1 16,1-1-43-16,6 1-32 0,3-5-45 0,4-8-346 16,0 15-273-16</inkml:trace>
  <inkml:trace contextRef="#ctx0" brushRef="#br0" timeOffset="43819.86">23310 5121 1011 0,'10'-5'624'0,"-10"5"-143"0,15-7-84 0,-15 7-88 16,12-7-51-16,-12 7-35 0,0 0-20 0,14-6-25 15,-14 6-23-15,0 0-32 0,9-5-22 0,-9 5-12 16,9-5-25-16,-9 5-16 0,19-9-6 16,-6 4-9-16,1-1-6 0,4-1-8 0,2-2-9 15,2 0-13-15,-4 0-21 0,1-1-31 0,-2 0-26 16,2 0-23-16,-6 0-16 0,0 2 11 0,-4-4 5 16,-3 1 14-16,2 1 16 0,-6 0 17 0,1 0 16 15,-3 10 30-15,-2-19 34 0,2 19 24 0,-2-16 22 16,2 16 20-16,-6-12 5 0,6 12-13 15,-5-10-14-15,5 10-13 0,0 0-16 0,-8-8-7 16,8 8-6-16,0 0-5 0,-8 12-3 0,7 2-5 16,-1 4-1-16,2 7-2 0,2 6-2 15,0 7-3-15,2 7 1 0,0 1 0 0,4 11 36 16,-2 3-65-16,3 0 13 0,-1 2-98 0,-2-4 4 16,2 1-96-16,-1-1-22 0,-1-14-34 0,-1 3-55 15,-1-5-26-15,-3 0-118 0,-1-3-198 0,-1-3-181 16</inkml:trace>
  <inkml:trace contextRef="#ctx0" brushRef="#br0" timeOffset="44085.86">22167 6492 445 0,'-48'20'558'0,"2"2"-109"0,9-6-111 0,0 0-58 15,5-1-42-15,3-4-37 0,8-2-44 0,1 0-24 16,7-3-25-16,13-6-12 0,-18 5-16 16,18-5-14-16,0 0 0 0,19-12-2 0,7-2 17 15,21-7 1-15,9-7-5 0,11-1-9 0,28-11 39 16,6-1-65-16,6 0 43 0,-1-1-16 0,4 4-28 16,-1-2-44-16,2 1 53 0,-6 3-59 0,-7 3 28 15,-22 8-104-15,-8 3-86 0,-7 3-53 0,-10 2-111 16,-15 4-37-16,-12 4-455 0,-9 6-401 0</inkml:trace>
  <inkml:trace contextRef="#ctx0" brushRef="#br0" timeOffset="44285.86">22581 6532 90 0,'-54'28'829'0,"8"-4"-234"16,3-1-140-16,-3 4-83 0,11-9-62 0,3 0-73 16,3-3 8-16,2 0-91 0,10-6 22 0,1 0-85 15,3-2-9-15,13-7-7 0,-17 9 1 0,17-9 66 16,0 0 1-16,0 0 45 0,31-7 20 0,4-4-14 15,13-9-9-15,8-2-52 0,6-7 2 0,4 1-25 16,3-4-14-16,3-1-54 0,3 1-8 0,1-2-4 16,15-7-9-16,-21 9-8 0,0 0-63 0,-3 1-21 15,-6 1-95-15,-3 2-62 0,-7-1-144 16,-2 3-85-16,-7-1-158 0,-11 5-395 16,-2 0-736-16</inkml:trace>
  <inkml:trace contextRef="#ctx0" brushRef="#br0" timeOffset="44919.86">24276 5213 951 0,'-12'4'686'0,"12"-4"-158"16,-18 7-99-16,18-7-121 0,-13 3-64 0,13-3-39 15,0 0-41-15,-14-2-33 0,14 2-26 16,4-21-23-16,5 1-9 0,8-13-13 0,11-11-2 16,7-6-3-16,8-5 0 0,14-15 32 0,9-2-22 0,3-2 25 15,5-1-30-15,3-1 5 16,3 0 1-16,-2 1-5 0,0 1-6 0,-5 5-16 15,-4 5-8-15,-15 15-7 0,-4 6 5 0,-5 3-15 16,-6 6 9-16,-4 4-19 0,-10 8 7 0,-3 4-29 16,-5 4-12-16,-4 3-63 0,-3 4 7 0,-10 7-88 15,11-9 19-15,-11 9-67 0,0 0 4 0,-16 25-1 16,-6 1-29-16,-14 15-36 0,-6 5-43 0,-9 6-11 16,-16 15-387-16,-3 0-250 0</inkml:trace>
  <inkml:trace contextRef="#ctx0" brushRef="#br0" timeOffset="45252.86">24224 5229 386 0,'0'0'606'0,"-11"12"-116"16,11-12-104-16,-8 6-57 0,8-6-53 0,0 0-53 16,-6 6-40-16,6-6-33 0,0 0-18 0,0 0-23 15,0 0-19-15,0 0-17 0,10 7-16 0,-10-7-13 16,32 10 8-16,-2 4 18 0,4 1 33 0,13 7 36 15,5 6-34-15,4 2 34 0,4 7-9 16,1 0 0-16,2 3-23 0,2 2-17 16,1 1-18-16,-1 0-10 0,-2-2-6 0,-1-1-10 15,-2-2-6-15,-5-3 0 0,0-4 0 0,-1-1-4 16,-7-4-7-16,-1-1-11 0,-10-8-10 0,-3 0 11 16,-1-2-6-16,-2-2-1 0,-6-5-7 0,-4 1-1 15,-2-4-9-15,0 0-6 0,-8 0-2 0,-10-5-11 16,22 6 4-16,-22-6-9 0,14 3-24 0,-14-3-68 15,0 0 6-15,14-3-97 0,-14 3 5 0,0 0-73 16,7-9-20-16,-7 9-60 0,0 0-59 0,-5-15-442 16,5 15-462-16</inkml:trace>
  <inkml:trace contextRef="#ctx0" brushRef="#br0" timeOffset="46569.86">26046 3788 372 0,'0'0'644'0,"5"-8"-163"0,-5 8-112 0,0 0-69 15,0 0-56-15,6-10-52 0,-6 10-52 0,0 0-23 16,0 0-22-16,0 0-12 0,4-8-22 0,-4 8-7 16,0 0-13-16,0 0-7 0,0 0-10 15,0 0-6-15,7 13 3 0,-3-2-3 16,0 4 3-16,-1 2-12 0,1 6 4 0,0-1-1 16,-2 3-1-16,2-1-6 0,-3 0-24 0,1-1 28 15,0-2-22-15,0-2 17 0,0-2-16 0,-1-3 24 16,-1-2-23-16,0-1 22 0,0-11-22 0,1 18 22 15,-1-18-9-15,0 14 38 0,0-14 14 0,0 0 9 16,-2 10-25-16,2-10 3 0,-8-8-10 0,3-2-13 16,-1-7 0-16,-2-6-3 0,-2-7-4 0,1-5 28 15,1-6-37-15,-2-13 0 0,1-5-12 16,4 0 12-16,1-3-14 0,4 11 18 0,0 2-5 16,4 4 24-16,1 4-6 0,0 5 6 0,4 2-14 15,-3 5 9-15,1 8-16 0,-1 2 1 16,3 6-7-16,0 3 10 0,0 3-8 0,-9 7-1 15,24-1-5-15,-7 5 13 0,4 6-13 0,4 6 15 16,1 5-15-16,0 3 13 0,0 2-9 0,7 8 10 16,-3 1-12-16,-2 0 12 0,-4-4-1 0,-1 1-2 15,0 0 0-15,-2 2-8 0,-2-2 4 0,1-1-15 16,-4 2-28-16,-1-1-41 0,-1 0-47 16,-1-1-33-16,-4-2-47 0,-3 1-55 0,0-8-68 15,-4-3-73-15,-2-5-242 0,0-1-177 0</inkml:trace>
  <inkml:trace contextRef="#ctx0" brushRef="#br0" timeOffset="49989.07">26151 3816 293 0,'0'0'241'0,"0"0"-56"0,0 0-56 0,0 0 9 15,0 0-21-15,0 0 27 0,-21 0-7 0,21 0 6 16,0 0-8-16,0 0-20 0,0 0 22 0,0 0-13 16,0 0-10-16,0 0-4 0,0 0-8 15,-18 1-8-15,18-1-10 0,0 0-11 0,0 0-9 16,0 0-13-16,0 0 12 0,0 0-15 0,0 0 8 15,0 0-3-15,0 0-1 0,0 0 1 0,0 0-15 16,0 0 3-16,0 0 1 0,0 0 9 0,0 0-1 16,11-6 12-16,-11 6 1 0,26-10-5 0,-8 4-8 15,0-3-12-15,4 0-1 0,-1-1-6 0,3 2-6 16,-1-1-9-16,-2 0 2 0,0 2-6 16,-3-2-2-16,-2 2-5 0,-3 1-11 0,-1 3-15 15,-12 3-45-15,19-9-20 0,-19 9-68 16,13-5 39-16,-13 5-38 0,0 0 3 0,14-3-13 15,-14 3-27-15,0 0-39 0,0 0-20 0,0 0-14 16,-3 9-275-16,3-9-35 0</inkml:trace>
  <inkml:trace contextRef="#ctx0" brushRef="#br0" timeOffset="50638.07">26507 3688 654 0,'0'0'528'0,"9"-10"-163"0,-9 10-44 0,8-8-75 16,-8 8 11-16,4-9-39 0,-4 9-9 0,0 0-30 16,6-10 8-16,-6 10-32 0,0 0-17 0,0 0-28 15,4-9-19-15,-4 9-26 0,0 0-7 16,0 0-30-16,0 0-7 0,0 0-9 0,0 0 6 16,0 0-10-16,10 13 7 0,-6-4-12 0,-1 4 8 15,2 2-1-15,0 2 0 0,1 1-8 16,-1 1 4-16,2-2 0 0,-1 2-1 0,3-4 1 15,0 1-4-15,-1-3 1 0,2-2 1 0,-2-1-3 16,-1-2-4-16,1-1 5 0,-8-7 0 0,15 9-1 16,-15-9 3-16,17 4 0 0,-17-4 1 0,21-8 2 15,-10 0-7-15,3-4 7 0,-1-1 1 16,-2-4 6-16,0 0-4 0,-2-3 17 0,-3 0 3 16,2-2 11-16,-5 1 4 0,1 4 16 0,-2 1 20 15,-1 2 0-15,0 3 23 0,-1-1-18 0,0 12-2 16,1-15-37-16,-1 15 2 0,0-12-33 15,0 12-2-15,0 0-26 0,0 0 13 0,0 0-10 16,0 0 13-16,0 0-14 0,0 21 2 0,-1-7 3 16,2 3-3-16,2 2-1 0,2 2-10 0,-1 1 15 15,2-3-24-15,1 2 19 0,-1-3-37 0,3-1 1 16,1-6-9-16,-1 0-1 0,0-1 2 16,1-5 12-16,2-1 1 0,-12-4 15 0,26-3 46 0,-8-6-54 15,2-3 5-15,2-5 8 0,-2-8-1 16,-1-2 0-16,-1-5-2 0,-4-7 6 0,0-2-1 15,-1-12 7-15,-4-1-5 0,-4 7 7 16,0-1-5-16,-3 4 11 0,-1 2 15 0,-1 4 15 16,-1 7 13-16,-1 4 1 0,1 4-1 0,-3 5 5 15,4 1 4-15,-1 3-6 0,0 2-8 0,-1 2-12 16,2 10-16-16,-1-15-3 0,1 15-4 0,0 0 1 16,0 0-1-16,0 0 2 0,0 0-1 0,-1 22 5 15,2 0-6-15,2 4 2 0,2 8-2 0,0 4 3 16,0 2-13-16,1 1-21 0,2 1-22 0,0 1-35 15,-2-1-36-15,2 1-47 0,-3-2-41 16,0-1-5-16,1-2-40 0,-1-2-56 0,-1-2-28 16,-4-9-88-16,2 0-221 0,-2-8-180 15</inkml:trace>
  <inkml:trace contextRef="#ctx0" brushRef="#br0" timeOffset="51139.07">27106 3799 119 0,'-5'-8'822'0,"-2"-1"-269"16,1-1-153-16,-3 0-86 0,1 1-74 0,3 1-23 15,-1-1-58-15,-2 0-5 0,3 2-40 0,1-2 1 16,-1 0-37-16,3 0-9 0,0 0-30 0,2-1-2 16,0-4-41-16,4-1-6 0,1-5-69 15,4 0 12-15,3-8-66 0,-1 1 25 0,3-5-27 16,0-1 0-16,2-2 8 0,-1 1 7 0,0-4 24 16,0 2 19-16,0 1 35 0,-4 0 32 15,1 4 31-15,-2 0 49 0,-5 8 26 0,0 2 22 16,-1 4 12-16,-1 0 24 0,-2 5 19 0,0 1 9 15,-1 11-15-15,2-18-23 0,-2 18-29 0,1-15-22 16,-1 15-23-16,1-10-17 0,-1 10-16 0,0 0-5 16,0 0-4-16,0 0-3 0,2 19-5 0,0-1-4 15,0 9-9-15,0 7 7 0,0 4-11 16,2 4 2-16,-1 0-1 0,-1 2 5 0,3 1-8 16,-1-1 7-16,0-1-6 0,1 0 4 0,0-3-2 15,-1-1-2-15,0-5-8 0,-1-1-1 16,0-8-4-16,1-1-6 0,-1-7 30 0,0-2-59 15,0-2 44-15,-2-3-63 0,-1-10 76 0,6 13-53 16,-6-13 14-16,0 0 5 0,0 0 5 0,14-12 0 16,-8-2-2-16,2-4 18 0,-1-5-6 0,0-2 20 15,1-4-5-15,-1 4 16 0,-2 2-10 0,2-1 12 16,-1 2-9-16,-1 3 6 0,1 3-15 16,0 1 8-16,-4 4-13 0,2 3 2 0,-4 8-11 15,5-17-5-15,-5 17 9 0,5-7-7 0,-5 7 1 16,0 0 1-16,14 7-3 0,-10 1-1 0,1 3-27 15,1 3-17-15,-3 0-68 0,4 6-15 0,-2-2-46 16,1 2 3-16,-1-1-35 0,1-5-57 16,-1-1-15-16,2-3-72 0,0-1-219 0,-7-9-109 15</inkml:trace>
  <inkml:trace contextRef="#ctx0" brushRef="#br0" timeOffset="51505.07">27616 3509 293 0,'5'-24'520'0,"-1"0"-167"0,-4 2-16 16,2 4-106-16,-1 4 24 0,-1 1-61 0,-1 3 23 15,1 10-45-15,-2-18-20 0,2 18-47 0,0-15-9 16,0 15-36-16,0 0 9 0,0 0-35 0,0 0 15 16,0 0-35-16,0 0 25 0,0 19-26 0,0-7-10 15,2 1 32-15,0 2-33 0,3 1 22 0,-2 0-28 16,4-1 23-16,-2-1-23 0,3 0 13 0,0-3-29 16,2 0 9-16,0-2-17 0,-1-4 27 15,1-1-34-15,-10-4 37 0,20 1-51 16,-20-1 32-16,25-8-46 0,-14 0 48 0,1-3-51 15,0-4 59-15,-1-2-40 0,-3-1 49 0,-2-3-38 16,-2 0 44-16,-4 1-39 0,0 2 53 0,0-1-40 16,-2 3 64-16,0-1-33 0,-1 5 34 0,-3 1-35 15,1 2 27-15,-4 2-36 0,9 7 26 0,-16-3-27 16,16 3 21-16,-23 9-29 0,6 2 32 0,3 3-37 16,-4 7 33-16,3 2-33 0,1 4 30 15,1 0-27-15,3 0 28 0,0 0-36 0,4-3 34 16,3 0-34-16,1-6 17 0,2 1-61 15,4-3 27-15,1-1-46 0,0-1 26 0,4-4-41 16,3-2-11-16,-12-8-28 0,25 3-54 0,-9-5-30 16,3-6 17-16,1-2-29 0,2-6-7 0,1-1-211 15</inkml:trace>
  <inkml:trace contextRef="#ctx0" brushRef="#br0" timeOffset="51840.07">27862 3476 994 0,'14'-21'105'16,"-4"0"59"-16,0 0 32 0,-1 2-14 0,-1 0 17 16,-2 4-33-16,-1 1 40 0,-1 4-45 0,-1 1 44 15,-3 9-68-15,4-14 2 0,-4 14-48 0,4-10-6 16,-4 10-32-16,0 0 19 0,0 0-42 15,0 0 17-15,4 9-35 0,-4-9 18 0,0 18-17 16,0-4 16-16,0 1-31 0,0 2 26 0,0 1-25 16,1 0 21-16,-1 2-24 0,0-1 16 0,1-2-17 15,0 1 21-15,2-3-25 0,-2-2 16 16,2-1-25-16,-1-1 14 0,-2-11-29 0,5 14 26 16,-5-14-29-16,0 0 36 0,12 5-31 0,-12-5-10 15,14-11 9-15,-6 1 45 0,2-7-33 0,1-1 33 16,-2-5-34-16,2-4 33 0,1-1-27 0,-3 0 30 15,0 1-31-15,1 6 44 0,-2 2-36 0,0 2 39 16,-2 4-29-16,-2 2 22 0,2 2-32 16,-6 9 21-16,7-11-19 0,-7 11 25 0,0 0-15 15,0 0 22-15,14 3-24 0,-14-3 21 0,7 16-27 16,-3-5 25-16,-2 3-21 0,1 1 16 0,-1 2-29 16,-1 0 17-16,0-1-57 0,1-3-3 15,-1 1-66-15,0-2-12 0,0-1-49 0,-1-11-38 16,4 13-31-16,-4-13-5 0,0 0-333 0,0 0-123 15</inkml:trace>
  <inkml:trace contextRef="#ctx0" brushRef="#br0" timeOffset="52172.06">28242 3145 58 0,'2'-34'589'15,"1"7"-177"-15,-2-4-82 0,0 4-73 0,1 2-31 16,-1 6-2-16,0 1 9 0,-1 5-18 0,0 0-56 16,0 13-44-16,0-17-19 0,0 17-19 0,0 0-17 15,0 0-10-15,0 0-12 0,0 0 12 16,9 13-21-16,-8 3 11 0,3 6-27 0,-2 6 22 0,1 6-28 15,-1 2 14-15,0 4-43 0,-2 1-11 16,-1 2-73-16,1-2 21 0,-1-1-37 0,-1-2-22 16,2-1-17-16,0-9-28 0,0 0-20 15,-1-6 10-15,2-3 6 0,-1-5 35 0,0-14-8 16,0 16 28-16,0-16 23 0,0 0 94 0,0 0 83 16,0 0 29-16,0 0 65 0,0 0 7 0,4-7-5 15,-4 7-10-15,0-20 27 0,-2 7-49 0,2 0 57 16,-2-1-41-16,1 0 25 0,-1 2-22 0,0-2 5 15,2 3-22-15,-1-1-9 0,0 1-35 0,1 11-6 16,0-19-28-16,0 19-3 0,2-17-17 0,-2 17 2 16,7-19-21-16,-1 9-3 0,2 0-38 15,1 0-32-15,2 1-91 0,3-3 8 16,3 3-58-16,-1-1-76 0,0 0-18 0,0 0-137 16,1 3-181-16,1-2-147 0</inkml:trace>
  <inkml:trace contextRef="#ctx0" brushRef="#br0" timeOffset="52423.07">28677 3064 734 0,'0'0'576'15,"0"0"-152"-15,0 0-54 0,-6-9-70 0,6 9-51 16,0 0-57-16,0 0-23 0,0 0-46 0,-3-8-18 15,3 8-32-15,0 0-1 0,0 0-29 0,0 0 9 16,-2 17-22-16,2-6 8 0,0 2-22 0,0 5 12 16,0 2-22-16,-1 4 15 0,0 2-22 0,-1 0-5 15,1-1-36-15,-1 1-63 0,2-1-54 16,-3-1 1-16,1-1-76 0,2-6-63 0,-2-4-68 16,2-4-294-16,0-9-190 0</inkml:trace>
  <inkml:trace contextRef="#ctx0" brushRef="#br0" timeOffset="52556.07">28703 2971 160 0,'-1'-19'647'0,"-3"3"-236"0,0 2-86 0,0 2-88 15,0 2-52-15,1-1-45 0,3 11-38 16,-8-13-37-16,8 13-10 0,-5-7-26 0,5 7-25 16,0 0-54-16,0 0-85 0,0 0-51 0,-10 7-387 15,10-7-97-15</inkml:trace>
  <inkml:trace contextRef="#ctx0" brushRef="#br0" timeOffset="52898.07">28844 2850 366 0,'3'-11'735'16,"-1"2"-209"-16,-2 9-121 0,4-18-50 0,-4 18-55 16,3-12-62-16,-3 12-41 0,2-13-38 0,-2 13-34 15,0 0-27-15,1-9-23 0,-1 9-11 0,0 0-13 16,6 14-7-16,-4 0-9 0,-1 5-7 0,2 6 8 15,-1 2-19-15,0 10 1 0,-1 2-17 0,-2 3-48 16,1-1-44-16,-2 0-90 0,2 1 40 0,0-2-30 16,0-4 27-16,2-6-15 0,-1-2-13 0,0-3-3 15,-1-1-19-15,0-6 4 0,2-4 22 0,-2-2 27 47,0-12 6-47,1 15 36 0,-1-15 17 0,0 0 49 0,0 0 34 0,0 0 22 0,0 0 40 0,0 0 11 0,0 0 4 0,0 0-5 16,-1-14 13-16,1 14-5 0,0-12-9 0,0 12-24 15,-2-13-1-15,2 13-8 0,0-13-10 0,0 13-21 16,2-15 2-16,-2 15-18 0,2-14-35 0,-2 14-41 16,5-13-58-16,-5 13-73 0,7-15-4 0,-7 15-246 15,7-14 105-15</inkml:trace>
  <inkml:trace contextRef="#ctx0" brushRef="#br0" timeOffset="53556.06">29061 2806 652 0,'0'0'576'0,"-2"-17"-153"0,2 17-110 0,-6-13-56 0,6 13-44 15,-8-6-41-15,8 6-40 0,0 0-21 0,-18 3-17 16,8 5-12-16,-1 7-19 0,-1 2-7 0,0 9 7 16,-1 4-25-16,2 2 10 0,-1 3-4 0,3 4-29 15,-1-2 19-15,4 2-23 0,1 1 12 16,2-3-18-16,2 1 19 0,3-3-21 16,0-1 17-16,4-3-21 0,-1-6 23 0,4-4-18 15,1-1-3-15,2-3-12 0,2-5-5 0,1-3-13 16,3-5-24-16,-18-4-26 0,40-5-28 0,-11-5 5 15,-1-5 42-15,1-5-36 0,0-5 26 0,4-10 47 16,-2-2-28-16,-4-4 47 0,-4-1-24 0,-4-3-1 16,-4 6 3-16,-3 0 19 0,-3 2 20 0,-2 2 25 15,-1 0 28-15,-3 9 28 0,-3 4 24 16,0 3-4-16,-1 3 1 0,-3 4-16 0,0 2-10 16,-1 2-27-16,5 8-6 0,-14-5-15 15,14 5-10-15,-23 10-9 0,7 3 0 0,-4 5-4 16,0 6-3-16,1 1-2 0,1 2 9 0,2 2-10 15,0 4 9-15,4-2-15 0,1 0 12 0,3 1-13 16,4-5-1-16,2-2-5 0,2-1-10 0,2-3-27 16,4-2-30-16,0-4-15 0,5-5-9 0,-2-1-15 15,4-3-15-15,-13-6 16 0,35-5-16 0,-15-3 23 16,8-4 50-16,-1-4-20 0,-4-5 38 0,0 0-7 16,-4-2 52-16,-1-2-29 0,-4 1 65 0,-1 5-11 15,-3 2 51-15,-2 0 52 16,-3 6 25-16,1 1 3 0,-6 10-26 0,6-12-32 15,-6 12-21-15,0 0-22 0,0 0-13 0,0 0-12 16,-12 10-3-16,7 1-9 0,-3 3-2 0,2 2-11 16,-3 1 2-16,3 2-9 0,1 1-5 0,1-4-35 15,2-1-39-15,1-1-57 0,1 0-51 0,1-3-25 16,3 0 18-16,3-3-44 0,-7-8-54 0,17 6-66 16,-17-6-45-16,29-8-217 0,-9-3-139 0</inkml:trace>
  <inkml:trace contextRef="#ctx0" brushRef="#br0" timeOffset="53890.06">29725 2759 97 0,'9'-27'660'0,"-1"7"-177"0,-3 5-65 0,-1 4-51 16,-2 0-49-16,-2 11-53 0,4-15-73 0,-4 15-35 0,0 0-33 15,0 0-24-15,0 0-20 0,0 0-14 16,-6 20-13-16,2 0-5 0,-1 2-17 0,0 6-2 16,-1 3-4-16,0 4-4 0,2 0 12 0,-2 0-23 15,-2 1 16-15,3 1-19 0,0-2 5 0,1-3-35 16,0-6 10-16,2-1-37 0,-1-2 1 15,1-6 4-15,0 0-4 0,1-5 7 0,1-12 33 16,-2 17-23-16,2-17 15 0,0 0-15 0,0 0 34 16,0 0-34-16,12-3 38 0,-2-10-33 0,2-3 43 15,2-6-31-15,3-2 4 0,-2 0-9 0,4 0 9 16,-1 3 14-16,0 2 5 0,-4 4 2 16,2 2 0-16,-5 3 13 0,-1 1-9 0,-1 4 1 15,2-1 6-15,-11 6 6 0,0 0 0 0,25 3 4 16,-17 5-2-16,-1 1-1 0,0 2 13 0,-2 3-25 15,-2 2 11-15,-1 0-14 0,-2 2 11 16,0 0-26-16,-2 0-2 0,-1 3-79 0,-2-1-8 16,1-4-76-16,0-2 0 0,-1-3-68 0,5-11-74 15,-6 11-60-15,6-11-242 0,0 0-141 16</inkml:trace>
  <inkml:trace contextRef="#ctx0" brushRef="#br0" timeOffset="54042.06">30079 2559 156 0,'3'-14'717'0,"-2"3"-228"0,-1 11-130 0,-1-18-82 16,1 18-55-16,-4-10-47 0,4 10-35 16,0 0-31-16,-18-1-31 0,18 1-19 0,-13 11-7 15,3-1-12-15,1 6-23 0,0 2-39 0,1 2-28 16,0 2-36-16,1 1-76 0,2 2-68 0,0-2-53 16,1 1-310-16,1 0-125 0</inkml:trace>
  <inkml:trace contextRef="#ctx0" brushRef="#br0" timeOffset="54340.06">30067 2846 464 0,'0'0'501'0,"0"0"-123"0,11 6-79 0,-11-6-60 16,0 0-26-16,4 11-17 0,-4-11 2 15,-3 14-22-15,1-4-35 0,-4 4-21 0,2 1-23 16,-4 3 5-16,0 0-36 0,3 4-2 0,-2-1-22 16,2 0 7-16,1 1-25 0,1-1 11 0,1-3-24 15,2 0 12-15,0-3-17 0,3 1-9 0,1-1-10 16,1-1-8-16,5-3-1 0,1-2-5 0,0-3 0 15,7-2 2-15,-18-4-2 0,35-1 16 0,-11-5-2 16,0-1 25-16,4-3-24 0,-1-4 33 16,0-1-15-16,-2-3 36 0,-5 0-15 0,-1-2 25 15,-6 3-9-15,-1-1 17 0,-5-1 13 16,-1 6 4-16,-3-1-6 0,-4 3-9 0,-2-2-13 16,-6 3-10-16,-2 0-9 0,-3 3-6 0,-2 1-6 15,-3 2-12-15,1 1-29 0,0 0-47 0,18 3-64 16,-30-1-64-16,30 1-10 0,-23 0-35 0,23 0-85 15,-16-2-24-15,16 2-356 0,0 0-237 0</inkml:trace>
  <inkml:trace contextRef="#ctx0" brushRef="#br0" timeOffset="54674.07">30452 2744 179 0,'14'-5'650'0,"-14"5"-230"16,22-4-105-16,-22 4-69 0,22 0-34 15,-22 0 4-15,21 7-4 0,-8 1-19 0,-3 2-25 16,0 2-21-16,0 3-20 0,-3 0-17 0,-2 5-27 0,-2-1-12 15,-2-1-13-15,-4 7 4 0,2-4-23 16,-4 1 4-16,-2 0-22 0,-3-2 12 0,1-1-19 16,-1 0 8-16,-1-2-16 0,0-3 11 0,2-2-11 15,3-3 22-15,-3-2 31 0,9-7-9 16,-14 9 1-16,14-9 10 0,0 0 3 0,-15-4 2 16,15 4-4-16,-7-20-9 0,7 5-10 0,5-10-5 15,2-8-14-15,4-4-4 0,2-3 13 0,8-9-24 16,3 3 15-16,1 2-23 0,1 4 20 0,-2 10-22 15,2 4 24-15,-1 2-31 0,2 4 20 16,0 7-18-16,1 1 14 0,-5 7-17 0,-1 4 18 0,2 6-18 16,6 4 26-16,-2 6-27 0,-1 4 22 15,-3 5-28-15,-1 4 0 0,-3 3-51 0,-5 4-38 16,-3 3-64-16,-4 3-46 0,-7 4-14 16,-5 4-79-16,-9 10-105 0,-7 4-434 0,-7 2-437 15</inkml:trace>
  <inkml:trace contextRef="#ctx0" brushRef="#br0" timeOffset="55441.07">26190 5510 409 0,'0'0'728'0,"0"0"-251"16,0 0-63-16,0 0-140 0,0 0-12 0,0 0-116 15,0 0 20-15,-7 7-65 0,7-7-11 0,2 24-11 16,-2-5-10-16,0 8-14 0,0 4-3 0,0 8-7 16,-2 3-10-16,-2 1-10 0,0 0 2 0,-1 0-5 15,0-1-5-15,-2-2-2 0,2-1-8 0,1-6 3 16,0-6 46-16,2-2-59 0,-1-3 45 0,2-4-51 15,0-5 51-15,-1 0-55 0,2-13 58 0,-1 18-34 16,1-18 45-16,0 0-51 0,0 0-4 0,0 0-4 16,12-16 3-16,-6-5-1 0,4-11 0 15,-1-7-1-15,3-14 3 0,1-4-3 16,-2-6 18-16,1-2 9 0,2 0 61 0,-1 1-27 16,0 5 34-16,0 4 13 0,1 16-3 0,-3 1-18 15,-1 7-12-15,-1 7-19 0,-3 3-19 0,1 4-11 16,-1 4-5-16,1 4-8 0,-7 9 1 0,20-5 4 15,-4 9 42-15,6 7-30 0,4 9 7 0,1 5-15 16,6 12 15-16,-2 9-16 0,-1 5-2 0,-3 8-4 16,-3 2 1-16,-3 3-5 0,-4 1 4 0,-5 1-11 15,-1-3-3-15,-6 1-24 0,-3-3 7 0,-3-11-58 16,-3-1 17-16,-2-2-83 0,-3-4-53 16,-1-2-44-16,-1-7-27 0,-3-2-47 15,1-8-79-15,-1-8-46 0,0-6-355 0,0-4-334 0</inkml:trace>
  <inkml:trace contextRef="#ctx0" brushRef="#br0" timeOffset="55608.07">26333 6178 801 0,'-7'-11'637'0,"0"-3"-152"0,-3 3-86 0,4-2-86 15,-1 1-82-15,2 2-39 0,1-1-42 0,-2 1-20 16,5 1-24-16,0-1-27 0,2 0-11 0,0-1-16 16,5-1-13-16,2-2-11 0,2-2-19 15,6 3-36-15,0-2-31 0,7 0-47 0,3 0-33 16,1 1-41-16,3 0-30 0,2 2-40 0,0-2-17 15,3 0-85-15,-1 2-269 0,1-3-151 0</inkml:trace>
  <inkml:trace contextRef="#ctx0" brushRef="#br0" timeOffset="56141.06">26896 5728 226 0,'0'0'698'0,"17"-7"-144"16,-17 7-110-16,10-6-46 0,-10 6-67 0,0 0-69 16,14-8-39-16,-14 8-34 0,0 0-30 0,0 0-31 15,10-5-22-15,-10 5-28 0,0 0-8 16,0 0-17-16,0 14-10 0,-1-3-10 0,-3 4-5 15,0 2-5-15,0 3-6 0,-2 3-3 0,2 1-6 16,2 1 1-16,-1-1-4 0,2 0 1 0,0-6-1 16,2 0-2-16,0-1-5 0,2-1-3 0,1-2-5 15,0 0-12-15,2-6 4 0,-6-8 0 16,14 11-3-16,-14-11-1 0,20-3 5 0,-7-2 4 16,6-6-2-16,-3-3 5 0,-1-2-8 0,2-5 11 15,-1-3 13-15,-3-1 2 0,-1 5 4 0,-1-6 7 16,-2 4 10-16,0 4 41 0,-3 0-14 15,0 5 7-15,-3 2 2 0,1 3-11 0,-4 8-12 16,5-14-4-16,-5 14-13 0,0 0-4 0,0 0-3 16,0 0-3-16,0 0-6 0,12 6 2 0,-12-6-4 15,2 18-5-15,0-6 6 0,0-1-3 0,1 2-3 16,-1-1 0-16,6 2 0 0,-3-3-2 0,0 0-3 16,0 1-7-16,2-4-10 0,-1-1-4 15,-6-7-1-15,18 9-4 0,-18-9-10 0,23-4-13 16,-10-1-10-16,5-6-10 0,-2-3 3 0,4-7 3 15,-2-3 4-15,-1-5 5 0,1-3 11 0,-4-5 6 16,-1-2 5-16,1-14 60 0,-3-2-61 16,-1-2 10-16,-4-2 5 0,-1 1-11 0,-1 0 20 15,-1 10 10-15,-1 5 51 0,0 4 19 0,-2 11 25 16,0 3 15-16,0 6-5 0,0 4-5 0,-2 1-28 16,2 3-13-16,0 11-19 0,-1-11-8 0,1 11-9 15,0 0 25-15,-7 14-36 0,5 2 1 0,-2 8-9 16,0 9 1-16,-1 3 2 0,1 6-8 0,3 3 28 15,-3 1-71-15,0 16-32 0,0-1-45 0,1-3-54 16,-1-8-60-16,-2-1-15 0,2-1-53 16,0-4-78-16,-1-4 23 0,1-5-404 15,1-10-288-15</inkml:trace>
  <inkml:trace contextRef="#ctx0" brushRef="#br0" timeOffset="56608.06">27421 5749 343 0,'7'-21'606'0,"-4"5"-171"0,1 0-113 0,-2-1-65 15,2 3-51-15,0-1-41 0,1-1-33 0,-1 0-26 16,2 1-31-16,2-3-38 0,1 0 57 0,2 0-63 16,1-3-5-16,3 2-9 0,2-5-13 15,-2 1-19-15,4 1-17 0,-1-3-48 0,0 1 44 16,-1-2-20-16,-2-1 28 0,0 0-10 0,-2 0 29 16,1 2-10-16,-6 1 47 0,0 1-37 15,-2 3 60-15,2 2-27 0,-3 1 74 0,-1 3-1 16,-2 3 56-16,1 3-7 0,-3 8 2 0,4-15-34 15,-4 15-11-15,2-12-31 0,-2 12-5 0,0 0-22 16,0 0 1-16,0 0-18 0,0 0 4 0,4 14-15 16,-5 1 1-16,1 4-7 0,-3 8 9 0,1 8-5 15,-1 1-3-15,-1 5 3 0,-2 2-11 0,-1 1 9 16,-3 11-3-16,0-2-8 0,-2 0 4 16,1-10 0-16,1-2-12 0,-2-3 28 15,5-1-21-15,0-3 0 0,1-9 2 0,1-4-3 16,2-2-7-16,-2-5 7 0,3-2 1 0,2-12-2 0,-2 12-2 15,2-12-1-15,0 0-7 0,12-7 3 16,-5-5 1-16,6-6-4 0,1-8 8 0,3-5-1 16,1-2 3-16,0 0-4 0,1 0 51 0,1-1-53 15,-2 3 3-15,3 3 2 0,-4 3-2 0,0 1 5 16,-3 8 0-16,0 1-1 0,-2 3-4 0,-1 3 4 16,-2 3 2-16,-9 6 1 0,18-3 2 15,-18 3 43-15,16 8-49 0,-9-1 50 0,3 5-55 16,-3 4 44-16,-1 2-51 0,-2 4 3 0,0-2-11 15,-3 4-43-15,-1-2-79 0,0 1-63 16,-2 2-104-16,-2-1-120 0,-4 7-413 0,0-8-428 0</inkml:trace>
  <inkml:trace contextRef="#ctx0" brushRef="#br0" timeOffset="57325.07">28150 5370 374 0,'-4'-16'524'0,"0"3"-81"15,1-1-138-15,-1 4-4 0,0 0-96 0,1 0 27 16,3 10-55-16,-8-13 0 0,8 13-40 0,-5-12 2 15,5 12-34-15,0 0-5 0,-9-7-34 0,9 7-4 16,0 0-7-16,-16 12-10 0,9 1-10 0,-1 6-5 16,1 0-12-16,0 4 54 0,2 3-62 0,1 0-3 15,2 3-7-15,-1-1 5 0,3-1 0 16,1 1 1-16,2-2-3 0,2-1-3 16,0-1 7-16,4-4-7 0,1-3 13 0,3-1-6 15,3-5 24-15,-2-3-14 0,4-4 10 0,0-5-14 16,7-5 2-16,3-3 4 0,0-7-3 0,1-1 1 15,-3-4 0-15,-1-1 14 0,-5-3 6 0,-1-2-6 16,-7 0-5-16,-6 3-6 0,-1 0-8 0,-5 1 13 16,-5 0-22-16,-1 1 2 0,-6 4-14 0,-3 3 4 15,-4 3-19-15,-3 3 1 0,-2 1-31 16,-2 7-5-16,0 1-26 0,0 1-51 0,-1 6-3 16,1-2-8-16,3 4-20 0,3 2-37 15,2-1-31-15,1-1-33 0,7-1-45 0,4 1-314 16,6-9-159-16</inkml:trace>
  <inkml:trace contextRef="#ctx0" brushRef="#br0" timeOffset="57725.06">28331 5277 543 0,'19'-9'456'0,"-3"1"-74"0,-1 1-149 16,0 1-5-16,-2 1-90 0,1 0 18 0,-1 3-66 16,-13 2 27-16,26-1-54 0,-26 1 41 15,25 3-59-15,-12 2 40 0,1 3-67 0,-4 2 51 16,4 1-73-16,-2 4 57 0,-2-1-12 0,-2-1 1 15,-2 1-14-15,-1 0-9 0,-1-1-9 16,-1 0-15-16,-1-1-2 0,0 0-14 0,-2-12-5 16,2 18-6-16,-2-18-7 0,4 15 8 0,-4-15-2 15,0 0 16-15,4 10 1 0,-4-10 6 0,0 0 1 16,7-8 4-16,-7 8 1 0,9-20-25 0,-2 6 24 16,3-3-30-16,-1-4 62 0,1 2-33 0,0 0 47 15,2-1-42-15,-2 1 47 0,2 2-44 16,-1 0 41-16,-2 3-27 0,1 3 24 0,-3 3-43 15,-7 8 40-15,13-10-38 0,-13 10 51 16,14-4-43-16,-14 4 42 0,11 4-44 0,-11-4 36 16,17 11-41-16,-11-4 36 0,1 4-46 0,-1 2 43 15,0 2-8-15,-1-1-3 0,-1 1-4 0,0 1-6 16,-3 0-2-16,1 2-11 0,-1-4 8 0,-2 1-20 16,1-2 5-16,-2 1-10 0,1-2-2 0,-1 1-15 15,0-3-13-15,2-10-13 0,-2 16-8 0,2-16-38 16,-2 11-57-16,2-11-120 0,0 0-1 15,0 0-297-15,0 0-115 0</inkml:trace>
  <inkml:trace contextRef="#ctx0" brushRef="#br0" timeOffset="57909.06">28622 4802 755 0,'-3'-16'830'0,"-3"1"-248"16,0 1-156-16,1-1-142 0,0 0-61 0,0 3-44 15,1 0-36-15,-1 4-29 0,5 8-28 16,-5-15-11-16,5 15-28 0,-4-13-69 0,4 13-54 16,0 0-47-16,0 0 33 0,0 0-29 0,0 0-31 15,14 11-64-15,-1 6-41 0,-3 1-51 0,-1 4-399 16,7 5-233-16</inkml:trace>
  <inkml:trace contextRef="#ctx0" brushRef="#br0" timeOffset="58142.07">29042 5000 167 0,'11'-10'788'0,"-3"-3"-237"0,1 2-179 0,-5-3-47 15,3 3-70-15,-3 0-3 0,-2 2-22 0,-2 9 22 16,8-14-18-16,-8 14-40 0,2-12-38 0,-2 12-35 16,5-8-23-16,-5 8-25 0,0 0-19 0,0 0-15 15,0 0-3-15,0 0-8 0,11 4-6 0,-9 6-3 16,5 6-5-16,-4 4-3 0,3 3-8 0,-1 2-19 15,1 6-10-15,-1 2-16 0,4 0-36 0,-4 0-16 16,0 1-60-16,2-2 5 16,-2-1-23-16,1 2-20 0,-2-7-18 0,0-1-56 0,-1-1-21 15,0-2-40-15,-3-4-342 0,2-3-197 16</inkml:trace>
  <inkml:trace contextRef="#ctx0" brushRef="#br0" timeOffset="58475.07">29097 5275 609 0,'-6'-13'608'0,"-2"3"-139"0,2 0-137 16,-1 2-46-16,2 0-80 0,5 8-22 0,-10-14-56 15,10 14-11-15,-4-12-38 0,4 12 5 0,0-14-40 16,0 14 11-16,7-16-45 0,-1 7 10 0,4-1-60 16,3 0 4-16,5-2-75 0,2 3 28 15,1-2-39-15,5-1-6 0,0 0-25 0,2 2 29 16,-1-2 27-16,-2 3 18 0,-3 1 14 0,-1 0 26 15,0 4 23-15,-3-4 23 0,-3 3 3 0,-4 1 26 16,-11 4 5-16,19-6 14 0,-19 6 2 0,15-4 49 16,-15 4-52-16,0 0 54 0,17-3-50 15,-17 3 43-15,8 6-52 0,-8-6 37 0,8 14-51 16,-5-4 29-16,0 1-41 0,0 5 27 0,-1 1-40 16,1 6 26-16,-1 1-36 0,0 0 30 15,0 1-37-15,0-2 7 0,-1 1-25 0,2 0-39 16,-2-1-39-16,0-4-66 0,2-3-57 0,-2-2-102 15,0-2-32-15,2-1-182 0,-3-11-42 0</inkml:trace>
  <inkml:trace contextRef="#ctx0" brushRef="#br0" timeOffset="58609.07">29526 5078 304 0,'-3'-35'535'0,"-4"2"-125"16,1 0-134-16,0 5-64 0,0 4-50 0,-1 2 11 15,-2 3-83-15,4 5 14 0,0 1-61 0,-1 1 15 16,0 4-54-16,6 8 3 0,-10-7-29 0,10 7-34 15,0 0-55-15,-9 6-67 0,9-6-3 16,-5 14-350-16,5-14-22 0</inkml:trace>
  <inkml:trace contextRef="#ctx0" brushRef="#br0" timeOffset="58909.07">29599 4976 471 0,'0'0'532'15,"0"0"-167"-15,14 2-45 0,-14-2-115 0,0 0 8 16,0 0-91-16,7 10 29 0,-7-10-72 0,-2 14 41 15,-1-3-71-15,-3 3 29 0,1 1-47 0,-2 4 38 16,0 2-55-16,0-1 37 0,-2 2-49 0,6-1 36 16,-1 0-46-16,2-3 48 0,1-2-63 0,2-1 58 15,2-1-48-15,2 2 47 0,0-4-1 16,5-2-5-16,-2-2 1 0,1-4 4 0,2 1 2 16,-11-5-20-16,24 0 9 0,-8-2-8 15,-2-4 0-15,5-3-32 0,-1-1 40 0,0-4-34 16,-2 0 38-16,-4-2-19 0,2-1 26 0,-5-2-18 15,-2 2 19-15,-2-5-27 0,-4 8 20 0,-2-3-33 16,-3 2 15-16,-4 1-26 0,-1 3 18 0,-5 1-46 16,0 3 24-16,-1-1-76 0,-2 4 25 0,-1 2-47 15,18 2-7-15,-30-1-52 0,30 1-77 0,-28 1-4 16,28-1-387-16,-23 0-172 0</inkml:trace>
  <inkml:trace contextRef="#ctx0" brushRef="#br0" timeOffset="59259.07">29863 4885 188 0,'20'-8'591'0,"0"2"-141"16,-3 2-165-16,-1 0-26 0,2 2-93 0,-18 2 21 15,28 0-72-15,-28 0 38 0,26 5-53 0,-12 0 35 16,-4 2-69-16,2 1 36 0,-3 3-51 0,-3 1 24 16,-1-1-47-16,-2 1 28 0,-1 1-40 15,-2 1 25-15,-1-2-36 0,-1 1 26 0,-2-1-31 16,1-1 31-16,-1 0-36 0,0-2 32 0,4-9-35 15,-6 15 45-15,6-15-16 0,-8 11 21 16,8-11-35-16,0 0 28 0,0 0-26 0,0 0 28 0,-9-8-25 16,9 8 14-16,2-23-23 0,0 2 22 0,3-3-24 15,4-3 19-15,2-3-12 0,0 0 26 16,4 0-12-16,2 4 23 0,1 1 9 0,2 1 1 16,-2 2 0-16,4 4-7 0,0 3-5 0,-4 2-6 15,2 5-4-15,-1 0-6 0,4 6-1 16,-5 0-6-16,0 5 1 0,4 3-3 0,-2 5-9 15,-2 2 5-15,1 7-12 0,-4 5-12 0,-4 1-43 16,-5 5-34-16,-6-2-109 0,-5 10 7 0,-6 1-85 16,-10 8-93-16,-11 2-464 0,-1 2-407 0</inkml:trace>
  <inkml:trace contextRef="#ctx0" brushRef="#br0" timeOffset="59609.06">27222 6322 987 0,'-20'10'905'16,"4"-2"-214"-16,5-5-199 0,11-3-120 0,-17 8-121 15,17-8-45-15,0 0-72 0,0 0 2 0,27-14-26 16,9 3-17-16,20-8-20 0,13-4-8 0,31-10-35 15,10-1-1-15,9-1 1 16,10-1 10-16,11-3-27 0,9-1 1 0,5-1-8 16,2 1 3-16,1 0 1 0,-1 0-4 0,-2 1-3 15,-5-1 2-15,-9 3-2 0,-10 1-9 0,-11 3-12 16,-10 2-17-16,-27 7-6 0,-6 0-12 0,-7 2-6 16,-8 4-14-16,-9 1-30 0,-15 6-26 0,-8-1-76 15,-8 3 4-15,-8 5-8 0,-13 4-13 16,0 0-19-16,0 0-7 0,0 0-36 0,-35 3-7 0,-3 10 24 15,-15 1 14-15,-8 6-264 0,-10 2 5 16</inkml:trace>
  <inkml:trace contextRef="#ctx0" brushRef="#br0" timeOffset="59893.07">27668 6351 97 0,'-30'16'537'0,"-2"-1"-150"15,13-4-46-15,2-1-116 0,4-1-2 0,6-3-57 16,7-6 40-16,0 0-52 0,7 9 52 0,10-10-21 15,11 0-9-15,14-9-15 0,20-6-4 0,9-6 42 16,9-3-59-16,28-9 42 0,11-2-60 16,5-4-17-16,4-1-19 0,4 0-16 0,1-1-11 15,1 0-10-15,-2 1-10 0,0-1-9 16,-8 2-4-16,-9 3-10 0,-9 0-3 0,-28 10-8 16,-4 2-10-16,-8 1 12 0,-6 5-34 0,-8-2-10 15,-14 8-12-15,-6 0-4 0,-3 3-7 0,-9 1-5 16,-5 3-8-16,-6 1-1 0,-9 5-11 0,8-7-20 15,-8 7 3-15,0 0-11 0,-15-4-11 0,-4 7-6 16,-8 0-38-16,-10 4-20 0,-7 0-27 0,-13 2-62 16,-6 0-18-16,-4-1-52 0,-1 1-171 0,-3 0 5 15</inkml:trace>
  <inkml:trace contextRef="#ctx0" brushRef="#br0" timeOffset="60309.06">25833 4000 74 0,'0'-19'105'0,"0"-3"-124"16,-4-2-36-16,2 1 17 0</inkml:trace>
  <inkml:trace contextRef="#ctx0" brushRef="#br0" timeOffset="60777.06">25803 3764 128 0,'-4'-23'337'0,"1"-1"-23"15,-2 0-30-15,4 3-15 0,-3 0-46 0,0 4-50 16,2 0-8-16,-1 3-18 0,-1 2 1 0,3 1 42 16,1 11-33-16,-5-17 10 0,5 17-34 0,-4-14 0 15,4 14-32-15,-8-14-6 0,8 14-7 0,-5-10-13 16,5 10-10-16,-5-9-8 0,5 9-13 0,0 0-10 16,-5-10-6-16,5 10-11 0,0 0 1 15,0 0-10-15,-8-9-6 0,8 9-2 0,0 0 0 16,0 0 0-16,-10 12 1 0,10-12-3 0,-9 17 3 15,4-4 15-15,-4 5-16 0,3 1 9 16,-1 0-13-16,0 2 17 0,0-1-18 0,1 3 15 16,0-2-6-16,0 0 3 0,1 0 0 0,1-1-2 15,0 0-3-15,1-1 3 0,0-3-3 0,2 3 1 16,-2-3 0-16,2 2-8 0,0-1 8 0,0 0-14 16,-1-1 14-16,2 0-14 0,0-2 12 0,0 2-8 15,2 0 11-15,0 2-13 0,-1-1 11 0,3 1-8 16,1 2 15-16,0 0-17 0,4 0 11 0,-1 0-8 15,5-2 12-15,-2 3-17 16,2-5 16-16,2 1-20 0,1 0 22 0,-1-1-13 0,3-3 11 16,-3 1-15-16,2 0 16 0,-3-3-16 15,1 2 16-15,-4-3-16 0,-1-1 9 0,-4-1-10 16,3 0 18-16,-2 1-20 0,-1-2 19 0,-1 1-15 16,-5-8 16-16,9 14-14 0,-9-14 14 0,4 15-17 15,-4-15 20-15,1 15-16 0,-1-15 11 0,0 14-12 16,0-14 16-16,1 13-18 0,-1-13 16 0,0 10-17 15,0-10 16-15,0 0-14 0,0 12 13 0,0-12-27 16,0 0-16-16,0 0-67 0,2 13-4 16,-2-13-38-16,0 0 21 0,0 0-24 0,11 6-52 15,-11-6-50-15,21-9-63 0,-6-2-27 0,6-6-190 16,2-5-19-16</inkml:trace>
  <inkml:trace contextRef="#ctx0" brushRef="#br0" timeOffset="61660.07">25797 3466 377 0,'-24'-5'587'0,"4"0"-130"0,3 0-162 0,1 1-23 16,16 4-90-16,-23-5 0 0,23 5-96 0,-13-8 25 15,13 8-59-15,-4-13 12 0,10 4-47 0,11-3 31 16,10-6-42-16,16-4 32 0,12-3-45 0,12-1 35 15,8-5-40-15,27-5 41 0,10-3-38 16,8 0 37-16,9-1-45 0,9-2 36 0,3-2-47 16,7 0 48-16,10-1-48 0,3-3 12 0,1 0 0 15,3 0-2-15,3 2 5 0,-1-3-2 16,3 1-19-16,1 2 30 0,0 2 2 0,0 2-1 16,3 0 1-16,1 2 0 0,-2 2-7 0,0 3 6 15,-2-1 0-15,3 3-14 0,-1 2 17 0,-6-2-16 16,-2 3 22-16,-4 0-21 0,-7 1-4 15,-6 2 8-15,-6 3 0 0,-10 0 4 0,-10 2 4 0,-30 5 13 16,-5 3 5-16,-11-1 8 0,-7 1 7 16,-10 3 23-16,-17 2 43 0,-4 3 65 0,-8-2-23 0,-5 5 51 15,-8-3-37-15,-1 3 31 0,-4 0-49 16,-12 3 35-16,20-5-58 0,-20 5 41 0,18-3-52 16,-18 3 26-16,0 0-53 0,15-3-14 0,-15 3-15 15,0 0-20-15,0 0 12 0,17-2-49 0,-17 2 24 16,0 0-48-16,0 0 30 0,0 0-41 0,14 3 44 15,-14-3-32-15,10 15 44 0,-4-4-37 0,3 7 44 16,2 1-41-16,4 6 7 0,2 1 3 0,0 3 3 16,4 2 4-16,-1 3-8 0,6 7 18 0,-1 4 1 15,-2 1 0-15,-1 2-1 0,1 2 18 0,-4 1-13 16,-1 1-1-16,-2 4-4 0,-3-3-1 0,-3 1 1 16,-4-9 1-16,-1 0-2 0,-2 0-22 15,-3-1 19-15,0-1-17 0,-1-1 5 0,-5-2 15 16,2-1-16-16,-6-1 20 0,1-1-23 0,-1-4 23 15,-4 0-23-15,-3-2 22 0,0-1-20 0,-4-2 19 16,-5-1-22-16,1-2 21 0,-5 0-20 0,-8 1 20 16,-4-1-19-16,-4-1 18 0,-5-4-22 0,-5 1 13 15,-8-3-13-15,-6 0 13 0,-4 0-7 0,-11-1 13 16,-5 1-14-16,-28 4 4 0,-6 1 6 0,-7-2 10 16,-7 2-15-16,-7 1 4 0,-3 1 1 15,-10 1 6-15,-5 0-1 0,-5 2 3 16,-5 3-2-16,1 2 7 0,-6 4 3 0,-5 0-8 15,-4 4 7-15,-1 6-9 0,-4 1 4 0,-3 4-6 16,-2 0 3-16,5 3 3 0,0 0 3 0,7 0-2 16,5-2 4-16,8-2-6 0,9-1 4 0,9-2-5 15,9-5 47-15,8-2-50 0,7 0 5 0,9-4-4 16,8-3-1-16,8-3 21 0,27-8-24 0,5-2 2 16,8-1-1-16,6-5 6 0,17-4 2 0,6-1 11 15,4-1 0-15,8-3 3 0,2-1 2 0,8-1 10 16,0-2 8-16,14-2-5 0,-19 5-6 15,19-5-16-15,0 0-11 0,-19 3-4 0,19-3-30 16,0 0-14-16,0 0-10 0,0 0-19 16,-6-9-21-16,6 9-20 0,0 0-31 0,11-9-19 15,-11 9-8-15,12-7-9 0,-12 7-30 0,17-4-19 16,-17 4-39-16,19-5-51 0,-19 5-345 0,22-2-198 16</inkml:trace>
  <inkml:trace contextRef="#ctx0" brushRef="#br0" timeOffset="62127.07">25529 5561 450 0,'0'0'732'0,"-4"-12"-156"0,4 12-193 15,-4-8-34-15,4 8-141 0,0 0 0 16,0 0-88-16,0 25 14 0,4-3-70 0,1 14-8 16,0 2-39-16,8 17 24 0,-1 3-6 0,3 4-12 15,3 4 1-15,2 3 42 0,2 4-50 0,3 3 41 16,0 4-59-16,8 19-1 0,-1-6 4 16,-5-18-2-16,1-1-4 0,-1-1 49 0,0-6-76 15,-4-7 30-15,1 0-94 0,-1-3 30 0,-4-7-60 16,-4-13-19-16,0-2-45 0,-4-6-45 0,-2-8-60 15,-1-2 33-15,0-8 2 0,-8-11-286 0,9 7-46 16</inkml:trace>
  <inkml:trace contextRef="#ctx0" brushRef="#br0" timeOffset="62928.07">25887 5992 251 0,'-15'-25'637'0,"-1"4"-190"0,-1 0-102 16,-3 0-78-16,5 7-52 0,-3-2-42 0,4 1-30 15,-3 1-28-15,6 3-27 0,-1-3-2 0,3 3-24 16,3 1 2-16,2-3-44 0,2 2 20 0,3-3-10 16,4-4-5-16,5-1-5 0,8-5-9 0,6-1 5 15,12-8-16-15,7 2 15 0,6-2 45 16,8 2-58-16,5-1-1 0,6-1-2 0,4 1 2 16,26-8-6-16,4 1-34 0,6 0 35 0,4 0-37 15,5 0 38-15,3 2-47 0,4-2 50 16,7-1-54-16,4 1 31 0,7-6-56 0,3 3 33 15,1-2-34-15,3 0-1 0,3-3-17 0,4 2-5 16,0 0 23-16,-2 4 26 0,-1 2 33 0,-2 3 46 16,-1 1-1-16,-3 4 41 0,-4 1-36 0,-5 2 45 15,-5 2-47-15,-3 1 34 0,-6 3-48 0,-3-1 12 16,-4 2 7-16,-25 2 7 0,-2 1 0 0,-3 0 5 16,-2-1 3-16,-5-1 35 0,-2-1-40 15,-2-2 0-15,-5 1-10 0,-4-2-11 0,-4 0 1 0,-5 1 1 16,-1-1-1-16,-6-1 4 15,-3 2-6-15,-4 3 1 0,-9 3 3 0,-2 2-3 16,-1 0 11-16,-3 1 3 0,-1 3 2 0,-5 1-4 16,-1 2-1-16,-3 3-10 0,0 0 7 0,0 0-8 15,-2 4-5-15,2 0-1 0,-1 2-2 0,1 0-4 16,3 4-1-16,-3 1-4 0,4 3 0 0,-2 3 4 16,1 3-2-16,1-1-1 0,-2 5 0 0,0 0-3 15,-1 2 2-15,-1 0-1 0,0 4 1 0,-2 0 0 16,-2 2 1-16,1 2-1 0,-2-1 4 0,1 2 3 15,-3 1 1-15,1 2-2 0,-2-1 0 16,0 2 15-16,-1 1-22 0,-1-1 18 0,0 1-19 16,-1-1 15-16,1 2-16 0,-1-1 14 0,0 0-17 15,2 0 2-15,-1 0-1 0,0 0 1 0,1 1-1 16,-2-1 1-16,1 0 1 0,0 0 1 0,-2-1 1 16,0 4 1-16,-1-5 0 0,-1 1 0 0,-1-1 15 15,0-6-15-15,-4 0 14 0,0-1-5 0,-4-1 3 16,-1 2-5-16,-3 1 13 0,-3-2 0 0,-6 0 1 15,2-2-1-15,-7 0-2 0,-3-2-15 0,-3-1 10 16,-6 1-2-16,-11 4-3 0,-6-6-2 0,-6-4 0 16,-6 1 11-16,-10 0 23 0,-9 0 19 0,-10-1 11 15,-31 6 26-15,-8 2 33 0,-12-2 12 0,-12 6-9 16,-9-1-4-16,-9 6-13 16,-13 1-42-16,-9 4 9 0,-7 3-20 0,-4 3-6 15,-5 1-21-15,0 3-10 0,3-3-42 0,2 3 2 16,2 0-24-16,2-1-23 0,3 1-19 0,3 0-17 15,6 2 19-15,3-1-12 0,9 0 19 0,12-3 13 16,12-2 9-16,13-5 9 0,14-3 23 0,14-7-58 16,31-8-15-16,4-2-17 0,12-4-3 0,7-4-1 15,17-2-11-15,5-3-3 0,10-5-19 0,6 0-29 16,21-1-8-16,-26-3-16 0,26 3-48 0,-11-12-55 16,11 12-50-16,-2-16-349 0,6 6-222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 name="Google Shape;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63291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53515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97166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53689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764046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1458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11</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18604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12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68642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303867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144459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91769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78727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50650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39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94872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40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753572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2990467e5a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g12990467e5a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 name="Google Shape;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902166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8"/>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19" name="Google Shape;19;p28"/>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ndara"/>
                <a:ea typeface="Candara"/>
                <a:cs typeface="Candara"/>
                <a:sym typeface="Candara"/>
              </a:defRPr>
            </a:lvl1pPr>
            <a:lvl2pPr marR="0" lvl="1" algn="ctr">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ndara"/>
                <a:ea typeface="Candara"/>
                <a:cs typeface="Candara"/>
                <a:sym typeface="Candara"/>
              </a:defRPr>
            </a:lvl2pPr>
            <a:lvl3pPr marR="0" lvl="2" algn="ctr">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ndara"/>
                <a:ea typeface="Candara"/>
                <a:cs typeface="Candara"/>
                <a:sym typeface="Candara"/>
              </a:defRPr>
            </a:lvl3pPr>
            <a:lvl4pPr marR="0" lvl="3"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ndara"/>
                <a:ea typeface="Candara"/>
                <a:cs typeface="Candara"/>
                <a:sym typeface="Candara"/>
              </a:defRPr>
            </a:lvl4pPr>
            <a:lvl5pPr marR="0" lvl="4"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ndara"/>
                <a:ea typeface="Candara"/>
                <a:cs typeface="Candara"/>
                <a:sym typeface="Candara"/>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0" name="Google Shape;20;p28"/>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28"/>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2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6"/>
          <p:cNvSpPr txBox="1">
            <a:spLocks noGrp="1"/>
          </p:cNvSpPr>
          <p:nvPr>
            <p:ph type="body" idx="1"/>
          </p:nvPr>
        </p:nvSpPr>
        <p:spPr>
          <a:xfrm>
            <a:off x="622300" y="1160003"/>
            <a:ext cx="10947400" cy="2263006"/>
          </a:xfrm>
          <a:prstGeom prst="rect">
            <a:avLst/>
          </a:prstGeom>
          <a:noFill/>
          <a:ln>
            <a:noFill/>
          </a:ln>
        </p:spPr>
        <p:txBody>
          <a:bodyPr spcFirstLastPara="1" wrap="square" lIns="16925" tIns="16925" rIns="16925" bIns="16925" anchor="t" anchorCtr="0">
            <a:sp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Clr>
                <a:srgbClr val="A5A5A5"/>
              </a:buClr>
              <a:buSzPts val="2400"/>
              <a:buChar char="•"/>
              <a:defRPr/>
            </a:lvl3pPr>
            <a:lvl4pPr marL="1828800" lvl="3" indent="-355600" algn="l">
              <a:lnSpc>
                <a:spcPct val="100000"/>
              </a:lnSpc>
              <a:spcBef>
                <a:spcPts val="400"/>
              </a:spcBef>
              <a:spcAft>
                <a:spcPts val="0"/>
              </a:spcAft>
              <a:buClr>
                <a:srgbClr val="A5A5A5"/>
              </a:buClr>
              <a:buSzPts val="2000"/>
              <a:buChar char="–"/>
              <a:defRPr/>
            </a:lvl4pPr>
            <a:lvl5pPr marL="2286000" lvl="4" indent="-355600" algn="l">
              <a:lnSpc>
                <a:spcPct val="100000"/>
              </a:lnSpc>
              <a:spcBef>
                <a:spcPts val="400"/>
              </a:spcBef>
              <a:spcAft>
                <a:spcPts val="0"/>
              </a:spcAft>
              <a:buClr>
                <a:srgbClr val="A5A5A5"/>
              </a:buClr>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cxnSp>
        <p:nvCxnSpPr>
          <p:cNvPr id="25" name="Google Shape;25;p46"/>
          <p:cNvCxnSpPr/>
          <p:nvPr/>
        </p:nvCxnSpPr>
        <p:spPr>
          <a:xfrm>
            <a:off x="622300" y="1143000"/>
            <a:ext cx="10947400" cy="0"/>
          </a:xfrm>
          <a:prstGeom prst="straightConnector1">
            <a:avLst/>
          </a:prstGeom>
          <a:noFill/>
          <a:ln w="28575" cap="flat" cmpd="sng">
            <a:solidFill>
              <a:srgbClr val="095A82"/>
            </a:solidFill>
            <a:prstDash val="solid"/>
            <a:round/>
            <a:headEnd type="none" w="sm" len="sm"/>
            <a:tailEnd type="none" w="sm" len="sm"/>
          </a:ln>
        </p:spPr>
      </p:cxnSp>
      <p:sp>
        <p:nvSpPr>
          <p:cNvPr id="26" name="Google Shape;26;p46"/>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lvl1pPr lvl="0" algn="l">
              <a:lnSpc>
                <a:spcPct val="100000"/>
              </a:lnSpc>
              <a:spcBef>
                <a:spcPts val="0"/>
              </a:spcBef>
              <a:spcAft>
                <a:spcPts val="0"/>
              </a:spcAft>
              <a:buSzPts val="1400"/>
              <a:buNone/>
              <a:defRPr>
                <a:solidFill>
                  <a:srgbClr val="095A8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0"/>
              </a:spcBef>
              <a:spcAft>
                <a:spcPts val="0"/>
              </a:spcAft>
              <a:buSzPts val="1400"/>
              <a:buNone/>
              <a:defRPr sz="2000" b="1"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29" name="Google Shape;29;p37"/>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ndara"/>
                <a:ea typeface="Candara"/>
                <a:cs typeface="Candara"/>
                <a:sym typeface="Candara"/>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ndara"/>
                <a:ea typeface="Candara"/>
                <a:cs typeface="Candara"/>
                <a:sym typeface="Candara"/>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 name="Google Shape;30;p37"/>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Candara"/>
                <a:ea typeface="Candara"/>
                <a:cs typeface="Candara"/>
                <a:sym typeface="Candara"/>
              </a:defRPr>
            </a:lvl1pPr>
            <a:lvl2pPr marL="914400" marR="0" lvl="1" indent="-228600" algn="l">
              <a:lnSpc>
                <a:spcPct val="100000"/>
              </a:lnSpc>
              <a:spcBef>
                <a:spcPts val="240"/>
              </a:spcBef>
              <a:spcAft>
                <a:spcPts val="0"/>
              </a:spcAft>
              <a:buClr>
                <a:schemeClr val="dk1"/>
              </a:buClr>
              <a:buSzPts val="1200"/>
              <a:buFont typeface="Arial"/>
              <a:buNone/>
              <a:defRPr sz="1200" b="0" i="0" u="none" strike="noStrike" cap="none">
                <a:solidFill>
                  <a:schemeClr val="dk1"/>
                </a:solidFill>
                <a:latin typeface="Candara"/>
                <a:ea typeface="Candara"/>
                <a:cs typeface="Candara"/>
                <a:sym typeface="Candara"/>
              </a:defRPr>
            </a:lvl2pPr>
            <a:lvl3pPr marL="1371600" marR="0" lvl="2" indent="-228600" algn="l">
              <a:lnSpc>
                <a:spcPct val="100000"/>
              </a:lnSpc>
              <a:spcBef>
                <a:spcPts val="200"/>
              </a:spcBef>
              <a:spcAft>
                <a:spcPts val="0"/>
              </a:spcAft>
              <a:buClr>
                <a:schemeClr val="dk1"/>
              </a:buClr>
              <a:buSzPts val="1000"/>
              <a:buFont typeface="Arial"/>
              <a:buNone/>
              <a:defRPr sz="1000" b="0" i="0" u="none" strike="noStrike" cap="none">
                <a:solidFill>
                  <a:schemeClr val="dk1"/>
                </a:solidFill>
                <a:latin typeface="Candara"/>
                <a:ea typeface="Candara"/>
                <a:cs typeface="Candara"/>
                <a:sym typeface="Candara"/>
              </a:defRPr>
            </a:lvl3pPr>
            <a:lvl4pPr marL="1828800" marR="0" lvl="3"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ndara"/>
                <a:ea typeface="Candara"/>
                <a:cs typeface="Candara"/>
                <a:sym typeface="Candara"/>
              </a:defRPr>
            </a:lvl4pPr>
            <a:lvl5pPr marL="2286000" marR="0" lvl="4"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ndara"/>
                <a:ea typeface="Candara"/>
                <a:cs typeface="Candara"/>
                <a:sym typeface="Candara"/>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1" name="Google Shape;31;p37"/>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7"/>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3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38"/>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36" name="Google Shape;36;p38"/>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ndara"/>
                <a:ea typeface="Candara"/>
                <a:cs typeface="Candara"/>
                <a:sym typeface="Candara"/>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ndara"/>
                <a:ea typeface="Candara"/>
                <a:cs typeface="Candara"/>
                <a:sym typeface="Candara"/>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ndara"/>
                <a:ea typeface="Candara"/>
                <a:cs typeface="Candara"/>
                <a:sym typeface="Candara"/>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7" name="Google Shape;37;p38"/>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ndara"/>
                <a:ea typeface="Candara"/>
                <a:cs typeface="Candara"/>
                <a:sym typeface="Candara"/>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8" name="Google Shape;38;p38"/>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ndara"/>
                <a:ea typeface="Candara"/>
                <a:cs typeface="Candara"/>
                <a:sym typeface="Candara"/>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ndara"/>
                <a:ea typeface="Candara"/>
                <a:cs typeface="Candara"/>
                <a:sym typeface="Candara"/>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ndara"/>
                <a:ea typeface="Candara"/>
                <a:cs typeface="Candara"/>
                <a:sym typeface="Candara"/>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38"/>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ndara"/>
                <a:ea typeface="Candara"/>
                <a:cs typeface="Candara"/>
                <a:sym typeface="Candara"/>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0" name="Google Shape;40;p38"/>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38"/>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3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9pPr>
          </a:lstStyle>
          <a:p>
            <a:endParaRPr/>
          </a:p>
        </p:txBody>
      </p:sp>
      <p:sp>
        <p:nvSpPr>
          <p:cNvPr id="11" name="Google Shape;11;p27"/>
          <p:cNvSpPr txBox="1">
            <a:spLocks noGrp="1"/>
          </p:cNvSpPr>
          <p:nvPr>
            <p:ph type="body" idx="1"/>
          </p:nvPr>
        </p:nvSpPr>
        <p:spPr>
          <a:xfrm>
            <a:off x="609600" y="1600200"/>
            <a:ext cx="109728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ndara"/>
                <a:ea typeface="Candara"/>
                <a:cs typeface="Candara"/>
                <a:sym typeface="Candara"/>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ndara"/>
                <a:ea typeface="Candara"/>
                <a:cs typeface="Candara"/>
                <a:sym typeface="Candara"/>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595959"/>
                </a:solidFill>
                <a:latin typeface="Candara"/>
                <a:ea typeface="Candara"/>
                <a:cs typeface="Candara"/>
                <a:sym typeface="Candar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solidFill>
                <a:srgbClr val="000000"/>
              </a:solidFill>
              <a:latin typeface="Arial"/>
              <a:ea typeface="Arial"/>
              <a:cs typeface="Arial"/>
              <a:sym typeface="Arial"/>
            </a:endParaRPr>
          </a:p>
        </p:txBody>
      </p:sp>
      <p:sp>
        <p:nvSpPr>
          <p:cNvPr id="15" name="Google Shape;15;p27"/>
          <p:cNvSpPr txBox="1"/>
          <p:nvPr/>
        </p:nvSpPr>
        <p:spPr>
          <a:xfrm>
            <a:off x="0" y="0"/>
            <a:ext cx="508000" cy="685800"/>
          </a:xfrm>
          <a:prstGeom prst="rect">
            <a:avLst/>
          </a:prstGeom>
          <a:solidFill>
            <a:srgbClr val="0F75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27"/>
          <p:cNvSpPr txBox="1"/>
          <p:nvPr/>
        </p:nvSpPr>
        <p:spPr>
          <a:xfrm>
            <a:off x="0" y="685800"/>
            <a:ext cx="508000" cy="685800"/>
          </a:xfrm>
          <a:prstGeom prst="rect">
            <a:avLst/>
          </a:prstGeom>
          <a:solidFill>
            <a:srgbClr val="25AAE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slow" p14:dur="34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5.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customXml" Target="../ink/ink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10.png"/><Relationship Id="rId4" Type="http://schemas.openxmlformats.org/officeDocument/2006/relationships/customXml" Target="../ink/ink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6.xml"/></Relationships>
</file>

<file path=ppt/slides/_rels/slide14.xml.rels><?xml version="1.0" encoding="UTF-8" standalone="yes"?>
<Relationships xmlns="http://schemas.openxmlformats.org/package/2006/relationships"><Relationship Id="rId13" Type="http://schemas.openxmlformats.org/officeDocument/2006/relationships/image" Target="../media/image17.png"/><Relationship Id="rId12" Type="http://schemas.openxmlformats.org/officeDocument/2006/relationships/customXml" Target="../ink/ink9.xml"/><Relationship Id="rId2" Type="http://schemas.openxmlformats.org/officeDocument/2006/relationships/customXml" Target="../ink/ink7.xml"/><Relationship Id="rId1" Type="http://schemas.openxmlformats.org/officeDocument/2006/relationships/slideLayout" Target="../slideLayouts/slideLayout2.xml"/><Relationship Id="rId11" Type="http://schemas.openxmlformats.org/officeDocument/2006/relationships/image" Target="../media/image16.png"/><Relationship Id="rId15" Type="http://schemas.openxmlformats.org/officeDocument/2006/relationships/image" Target="../media/image13.png"/><Relationship Id="rId10" Type="http://schemas.openxmlformats.org/officeDocument/2006/relationships/customXml" Target="../ink/ink8.xml"/><Relationship Id="rId9" Type="http://schemas.openxmlformats.org/officeDocument/2006/relationships/image" Target="../media/image15.png"/><Relationship Id="rId14" Type="http://schemas.openxmlformats.org/officeDocument/2006/relationships/customXml" Target="../ink/ink1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ustomXml" Target="../ink/ink14.xml"/><Relationship Id="rId3" Type="http://schemas.openxmlformats.org/officeDocument/2006/relationships/image" Target="../media/image140.png"/><Relationship Id="rId133" Type="http://schemas.openxmlformats.org/officeDocument/2006/relationships/image" Target="../media/image79.png"/><Relationship Id="rId138" Type="http://schemas.openxmlformats.org/officeDocument/2006/relationships/customXml" Target="../ink/ink20.xml"/><Relationship Id="rId7" Type="http://schemas.openxmlformats.org/officeDocument/2006/relationships/image" Target="../media/image160.png"/><Relationship Id="rId92" Type="http://schemas.openxmlformats.org/officeDocument/2006/relationships/customXml" Target="../ink/ink15.xml"/><Relationship Id="rId129" Type="http://schemas.openxmlformats.org/officeDocument/2006/relationships/image" Target="../media/image77.png"/><Relationship Id="rId137" Type="http://schemas.openxmlformats.org/officeDocument/2006/relationships/image" Target="../media/image81.png"/><Relationship Id="rId2" Type="http://schemas.openxmlformats.org/officeDocument/2006/relationships/customXml" Target="../ink/ink12.xml"/><Relationship Id="rId91" Type="http://schemas.openxmlformats.org/officeDocument/2006/relationships/image" Target="../media/image58.png"/><Relationship Id="rId132" Type="http://schemas.openxmlformats.org/officeDocument/2006/relationships/customXml" Target="../ink/ink17.xml"/><Relationship Id="rId1" Type="http://schemas.openxmlformats.org/officeDocument/2006/relationships/slideLayout" Target="../slideLayouts/slideLayout2.xml"/><Relationship Id="rId131" Type="http://schemas.openxmlformats.org/officeDocument/2006/relationships/image" Target="../media/image78.png"/><Relationship Id="rId136" Type="http://schemas.openxmlformats.org/officeDocument/2006/relationships/customXml" Target="../ink/ink19.xml"/><Relationship Id="rId130" Type="http://schemas.openxmlformats.org/officeDocument/2006/relationships/customXml" Target="../ink/ink16.xml"/><Relationship Id="rId135" Type="http://schemas.openxmlformats.org/officeDocument/2006/relationships/image" Target="../media/image80.png"/><Relationship Id="rId4" Type="http://schemas.openxmlformats.org/officeDocument/2006/relationships/customXml" Target="../ink/ink13.xml"/><Relationship Id="rId134" Type="http://schemas.openxmlformats.org/officeDocument/2006/relationships/customXml" Target="../ink/ink18.xml"/><Relationship Id="rId139" Type="http://schemas.openxmlformats.org/officeDocument/2006/relationships/image" Target="../media/image18.png"/></Relationships>
</file>

<file path=ppt/slides/_rels/slide17.xml.rels><?xml version="1.0" encoding="UTF-8" standalone="yes"?>
<Relationships xmlns="http://schemas.openxmlformats.org/package/2006/relationships"><Relationship Id="rId26" Type="http://schemas.openxmlformats.org/officeDocument/2006/relationships/customXml" Target="../ink/ink33.xml"/><Relationship Id="rId21" Type="http://schemas.openxmlformats.org/officeDocument/2006/relationships/image" Target="../media/image28.png"/><Relationship Id="rId42" Type="http://schemas.openxmlformats.org/officeDocument/2006/relationships/customXml" Target="../ink/ink41.xml"/><Relationship Id="rId47" Type="http://schemas.openxmlformats.org/officeDocument/2006/relationships/image" Target="../media/image41.png"/><Relationship Id="rId63" Type="http://schemas.openxmlformats.org/officeDocument/2006/relationships/image" Target="../media/image49.png"/><Relationship Id="rId68" Type="http://schemas.openxmlformats.org/officeDocument/2006/relationships/customXml" Target="../ink/ink54.xml"/><Relationship Id="rId84" Type="http://schemas.openxmlformats.org/officeDocument/2006/relationships/customXml" Target="../ink/ink62.xml"/><Relationship Id="rId89" Type="http://schemas.openxmlformats.org/officeDocument/2006/relationships/image" Target="../media/image63.png"/><Relationship Id="rId16" Type="http://schemas.openxmlformats.org/officeDocument/2006/relationships/customXml" Target="../ink/ink28.xml"/><Relationship Id="rId11" Type="http://schemas.openxmlformats.org/officeDocument/2006/relationships/image" Target="../media/image23.png"/><Relationship Id="rId32" Type="http://schemas.openxmlformats.org/officeDocument/2006/relationships/customXml" Target="../ink/ink36.xml"/><Relationship Id="rId37" Type="http://schemas.openxmlformats.org/officeDocument/2006/relationships/image" Target="../media/image36.png"/><Relationship Id="rId53" Type="http://schemas.openxmlformats.org/officeDocument/2006/relationships/image" Target="../media/image44.png"/><Relationship Id="rId58" Type="http://schemas.openxmlformats.org/officeDocument/2006/relationships/customXml" Target="../ink/ink49.xml"/><Relationship Id="rId74" Type="http://schemas.openxmlformats.org/officeDocument/2006/relationships/customXml" Target="../ink/ink57.xml"/><Relationship Id="rId79" Type="http://schemas.openxmlformats.org/officeDocument/2006/relationships/image" Target="../media/image57.png"/><Relationship Id="rId5" Type="http://schemas.openxmlformats.org/officeDocument/2006/relationships/image" Target="../media/image20.png"/><Relationship Id="rId90" Type="http://schemas.openxmlformats.org/officeDocument/2006/relationships/customXml" Target="../ink/ink65.xml"/><Relationship Id="rId22" Type="http://schemas.openxmlformats.org/officeDocument/2006/relationships/customXml" Target="../ink/ink31.xml"/><Relationship Id="rId27" Type="http://schemas.openxmlformats.org/officeDocument/2006/relationships/image" Target="../media/image31.png"/><Relationship Id="rId43" Type="http://schemas.openxmlformats.org/officeDocument/2006/relationships/image" Target="../media/image39.png"/><Relationship Id="rId48" Type="http://schemas.openxmlformats.org/officeDocument/2006/relationships/customXml" Target="../ink/ink44.xml"/><Relationship Id="rId64" Type="http://schemas.openxmlformats.org/officeDocument/2006/relationships/customXml" Target="../ink/ink52.xml"/><Relationship Id="rId69" Type="http://schemas.openxmlformats.org/officeDocument/2006/relationships/image" Target="../media/image52.png"/><Relationship Id="rId8" Type="http://schemas.openxmlformats.org/officeDocument/2006/relationships/customXml" Target="../ink/ink24.xml"/><Relationship Id="rId51" Type="http://schemas.openxmlformats.org/officeDocument/2006/relationships/image" Target="../media/image43.png"/><Relationship Id="rId72" Type="http://schemas.openxmlformats.org/officeDocument/2006/relationships/customXml" Target="../ink/ink56.xml"/><Relationship Id="rId80" Type="http://schemas.openxmlformats.org/officeDocument/2006/relationships/customXml" Target="../ink/ink60.xml"/><Relationship Id="rId85" Type="http://schemas.openxmlformats.org/officeDocument/2006/relationships/image" Target="../media/image61.png"/><Relationship Id="rId93" Type="http://schemas.openxmlformats.org/officeDocument/2006/relationships/image" Target="../media/image65.png"/><Relationship Id="rId3" Type="http://schemas.openxmlformats.org/officeDocument/2006/relationships/image" Target="../media/image19.png"/><Relationship Id="rId12" Type="http://schemas.openxmlformats.org/officeDocument/2006/relationships/customXml" Target="../ink/ink26.xml"/><Relationship Id="rId17" Type="http://schemas.openxmlformats.org/officeDocument/2006/relationships/image" Target="../media/image26.png"/><Relationship Id="rId25" Type="http://schemas.openxmlformats.org/officeDocument/2006/relationships/image" Target="../media/image30.png"/><Relationship Id="rId33" Type="http://schemas.openxmlformats.org/officeDocument/2006/relationships/image" Target="../media/image34.png"/><Relationship Id="rId38" Type="http://schemas.openxmlformats.org/officeDocument/2006/relationships/customXml" Target="../ink/ink39.xml"/><Relationship Id="rId46" Type="http://schemas.openxmlformats.org/officeDocument/2006/relationships/customXml" Target="../ink/ink43.xml"/><Relationship Id="rId59" Type="http://schemas.openxmlformats.org/officeDocument/2006/relationships/image" Target="../media/image47.png"/><Relationship Id="rId67" Type="http://schemas.openxmlformats.org/officeDocument/2006/relationships/image" Target="../media/image51.png"/><Relationship Id="rId20" Type="http://schemas.openxmlformats.org/officeDocument/2006/relationships/customXml" Target="../ink/ink30.xml"/><Relationship Id="rId41" Type="http://schemas.openxmlformats.org/officeDocument/2006/relationships/image" Target="../media/image38.png"/><Relationship Id="rId54" Type="http://schemas.openxmlformats.org/officeDocument/2006/relationships/customXml" Target="../ink/ink47.xml"/><Relationship Id="rId62" Type="http://schemas.openxmlformats.org/officeDocument/2006/relationships/customXml" Target="../ink/ink51.xml"/><Relationship Id="rId70" Type="http://schemas.openxmlformats.org/officeDocument/2006/relationships/customXml" Target="../ink/ink55.xml"/><Relationship Id="rId75" Type="http://schemas.openxmlformats.org/officeDocument/2006/relationships/image" Target="../media/image55.png"/><Relationship Id="rId83" Type="http://schemas.openxmlformats.org/officeDocument/2006/relationships/image" Target="../media/image60.png"/><Relationship Id="rId88" Type="http://schemas.openxmlformats.org/officeDocument/2006/relationships/customXml" Target="../ink/ink64.xml"/><Relationship Id="rId91"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customXml" Target="../ink/ink23.xml"/><Relationship Id="rId15" Type="http://schemas.openxmlformats.org/officeDocument/2006/relationships/image" Target="../media/image25.png"/><Relationship Id="rId23" Type="http://schemas.openxmlformats.org/officeDocument/2006/relationships/image" Target="../media/image29.png"/><Relationship Id="rId28" Type="http://schemas.openxmlformats.org/officeDocument/2006/relationships/customXml" Target="../ink/ink34.xml"/><Relationship Id="rId36" Type="http://schemas.openxmlformats.org/officeDocument/2006/relationships/customXml" Target="../ink/ink38.xml"/><Relationship Id="rId49" Type="http://schemas.openxmlformats.org/officeDocument/2006/relationships/image" Target="../media/image42.png"/><Relationship Id="rId57" Type="http://schemas.openxmlformats.org/officeDocument/2006/relationships/image" Target="../media/image46.png"/><Relationship Id="rId10" Type="http://schemas.openxmlformats.org/officeDocument/2006/relationships/customXml" Target="../ink/ink25.xml"/><Relationship Id="rId31" Type="http://schemas.openxmlformats.org/officeDocument/2006/relationships/image" Target="../media/image33.png"/><Relationship Id="rId44" Type="http://schemas.openxmlformats.org/officeDocument/2006/relationships/customXml" Target="../ink/ink42.xml"/><Relationship Id="rId52" Type="http://schemas.openxmlformats.org/officeDocument/2006/relationships/customXml" Target="../ink/ink46.xml"/><Relationship Id="rId60" Type="http://schemas.openxmlformats.org/officeDocument/2006/relationships/customXml" Target="../ink/ink50.xml"/><Relationship Id="rId65" Type="http://schemas.openxmlformats.org/officeDocument/2006/relationships/image" Target="../media/image50.png"/><Relationship Id="rId73" Type="http://schemas.openxmlformats.org/officeDocument/2006/relationships/image" Target="../media/image54.png"/><Relationship Id="rId78" Type="http://schemas.openxmlformats.org/officeDocument/2006/relationships/customXml" Target="../ink/ink59.xml"/><Relationship Id="rId81" Type="http://schemas.openxmlformats.org/officeDocument/2006/relationships/image" Target="../media/image59.png"/><Relationship Id="rId86" Type="http://schemas.openxmlformats.org/officeDocument/2006/relationships/customXml" Target="../ink/ink63.xml"/><Relationship Id="rId4" Type="http://schemas.openxmlformats.org/officeDocument/2006/relationships/customXml" Target="../ink/ink22.xml"/><Relationship Id="rId9" Type="http://schemas.openxmlformats.org/officeDocument/2006/relationships/image" Target="../media/image22.png"/><Relationship Id="rId13" Type="http://schemas.openxmlformats.org/officeDocument/2006/relationships/image" Target="../media/image24.png"/><Relationship Id="rId18" Type="http://schemas.openxmlformats.org/officeDocument/2006/relationships/customXml" Target="../ink/ink29.xml"/><Relationship Id="rId39" Type="http://schemas.openxmlformats.org/officeDocument/2006/relationships/image" Target="../media/image37.png"/><Relationship Id="rId34" Type="http://schemas.openxmlformats.org/officeDocument/2006/relationships/customXml" Target="../ink/ink37.xml"/><Relationship Id="rId50" Type="http://schemas.openxmlformats.org/officeDocument/2006/relationships/customXml" Target="../ink/ink45.xml"/><Relationship Id="rId55" Type="http://schemas.openxmlformats.org/officeDocument/2006/relationships/image" Target="../media/image45.png"/><Relationship Id="rId76" Type="http://schemas.openxmlformats.org/officeDocument/2006/relationships/customXml" Target="../ink/ink58.xml"/><Relationship Id="rId7" Type="http://schemas.openxmlformats.org/officeDocument/2006/relationships/image" Target="../media/image21.png"/><Relationship Id="rId71" Type="http://schemas.openxmlformats.org/officeDocument/2006/relationships/image" Target="../media/image53.png"/><Relationship Id="rId92" Type="http://schemas.openxmlformats.org/officeDocument/2006/relationships/customXml" Target="../ink/ink66.xml"/><Relationship Id="rId2" Type="http://schemas.openxmlformats.org/officeDocument/2006/relationships/customXml" Target="../ink/ink21.xml"/><Relationship Id="rId29" Type="http://schemas.openxmlformats.org/officeDocument/2006/relationships/image" Target="../media/image32.png"/><Relationship Id="rId24" Type="http://schemas.openxmlformats.org/officeDocument/2006/relationships/customXml" Target="../ink/ink32.xml"/><Relationship Id="rId40" Type="http://schemas.openxmlformats.org/officeDocument/2006/relationships/customXml" Target="../ink/ink40.xml"/><Relationship Id="rId45" Type="http://schemas.openxmlformats.org/officeDocument/2006/relationships/image" Target="../media/image40.png"/><Relationship Id="rId66" Type="http://schemas.openxmlformats.org/officeDocument/2006/relationships/customXml" Target="../ink/ink53.xml"/><Relationship Id="rId87" Type="http://schemas.openxmlformats.org/officeDocument/2006/relationships/image" Target="../media/image62.png"/><Relationship Id="rId61" Type="http://schemas.openxmlformats.org/officeDocument/2006/relationships/image" Target="../media/image48.png"/><Relationship Id="rId82" Type="http://schemas.openxmlformats.org/officeDocument/2006/relationships/customXml" Target="../ink/ink61.xml"/><Relationship Id="rId19" Type="http://schemas.openxmlformats.org/officeDocument/2006/relationships/image" Target="../media/image27.png"/><Relationship Id="rId14" Type="http://schemas.openxmlformats.org/officeDocument/2006/relationships/customXml" Target="../ink/ink27.xml"/><Relationship Id="rId30" Type="http://schemas.openxmlformats.org/officeDocument/2006/relationships/customXml" Target="../ink/ink35.xml"/><Relationship Id="rId35" Type="http://schemas.openxmlformats.org/officeDocument/2006/relationships/image" Target="../media/image35.png"/><Relationship Id="rId56" Type="http://schemas.openxmlformats.org/officeDocument/2006/relationships/customXml" Target="../ink/ink48.xml"/><Relationship Id="rId77"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customXml" Target="../ink/ink6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customXml" Target="../ink/ink6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6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8.bin"/><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5.jpeg"/></Relationships>
</file>

<file path=ppt/slides/_rels/slide4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p:nvPr/>
        </p:nvSpPr>
        <p:spPr>
          <a:xfrm>
            <a:off x="2096137" y="1083425"/>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Live Virtual Class on Unit-15</a:t>
            </a: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dk1"/>
              </a:solidFill>
              <a:latin typeface="Calibri"/>
              <a:ea typeface="Calibri"/>
              <a:cs typeface="Calibri"/>
              <a:sym typeface="Calibri"/>
            </a:endParaRPr>
          </a:p>
        </p:txBody>
      </p:sp>
      <p:sp>
        <p:nvSpPr>
          <p:cNvPr id="48" name="Google Shape;48;p1"/>
          <p:cNvSpPr txBox="1"/>
          <p:nvPr/>
        </p:nvSpPr>
        <p:spPr>
          <a:xfrm>
            <a:off x="2096062" y="2616329"/>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3200" b="1" i="0" u="none" strike="noStrike" cap="none" dirty="0">
                <a:solidFill>
                  <a:schemeClr val="dk1"/>
                </a:solidFill>
                <a:latin typeface="Calibri"/>
                <a:ea typeface="Calibri"/>
                <a:cs typeface="Calibri"/>
                <a:sym typeface="Calibri"/>
              </a:rPr>
              <a:t>Spring Boot Security</a:t>
            </a:r>
          </a:p>
          <a:p>
            <a:pPr marL="0" marR="0" lvl="0" indent="0" algn="ctr" rtl="0">
              <a:lnSpc>
                <a:spcPct val="120000"/>
              </a:lnSpc>
              <a:spcBef>
                <a:spcPts val="0"/>
              </a:spcBef>
              <a:spcAft>
                <a:spcPts val="0"/>
              </a:spcAft>
              <a:buNone/>
            </a:pPr>
            <a:r>
              <a:rPr lang="en-IN" sz="3200" b="1">
                <a:solidFill>
                  <a:schemeClr val="dk1"/>
                </a:solidFill>
                <a:latin typeface="Calibri"/>
                <a:ea typeface="Calibri"/>
                <a:cs typeface="Calibri"/>
                <a:sym typeface="Calibri"/>
              </a:rPr>
              <a:t>Rahul Dixit</a:t>
            </a:r>
            <a:endParaRPr sz="3200" b="1" i="0" u="none" strike="noStrike" cap="none" dirty="0">
              <a:solidFill>
                <a:schemeClr val="dk1"/>
              </a:solidFill>
              <a:latin typeface="Calibri"/>
              <a:ea typeface="Calibri"/>
              <a:cs typeface="Calibri"/>
              <a:sym typeface="Calibri"/>
            </a:endParaRPr>
          </a:p>
        </p:txBody>
      </p:sp>
      <p:pic>
        <p:nvPicPr>
          <p:cNvPr id="2050" name="Picture 2" descr="Basic Authentication in Spring Boot | SpringHow">
            <a:extLst>
              <a:ext uri="{FF2B5EF4-FFF2-40B4-BE49-F238E27FC236}">
                <a16:creationId xmlns:a16="http://schemas.microsoft.com/office/drawing/2014/main" id="{04C11721-FAB2-49AF-9440-2C8F29D1E0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9569" y="4217826"/>
            <a:ext cx="3419475" cy="133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body" idx="1"/>
          </p:nvPr>
        </p:nvSpPr>
        <p:spPr>
          <a:xfrm>
            <a:off x="622300" y="1248493"/>
            <a:ext cx="10947400" cy="4558496"/>
          </a:xfrm>
          <a:prstGeom prst="rect">
            <a:avLst/>
          </a:prstGeom>
          <a:noFill/>
          <a:ln>
            <a:noFill/>
          </a:ln>
        </p:spPr>
        <p:txBody>
          <a:bodyPr spcFirstLastPara="1" wrap="square" lIns="16925" tIns="16925" rIns="16925" bIns="16925" anchor="t" anchorCtr="0">
            <a:spAutoFit/>
          </a:bodyPr>
          <a:lstStyle/>
          <a:p>
            <a:pPr marL="360000" lvl="0" indent="-360000" algn="l" rtl="0">
              <a:lnSpc>
                <a:spcPct val="100000"/>
              </a:lnSpc>
              <a:spcBef>
                <a:spcPts val="1200"/>
              </a:spcBef>
              <a:spcAft>
                <a:spcPts val="0"/>
              </a:spcAft>
              <a:buSzPts val="2400"/>
              <a:buChar char="•"/>
            </a:pPr>
            <a:r>
              <a:rPr lang="en-US" sz="2400" dirty="0">
                <a:solidFill>
                  <a:schemeClr val="dk1"/>
                </a:solidFill>
                <a:latin typeface="Calibri"/>
                <a:ea typeface="Calibri"/>
                <a:cs typeface="Calibri"/>
                <a:sym typeface="Calibri"/>
              </a:rPr>
              <a:t>Securing Web Applications</a:t>
            </a:r>
            <a:endParaRPr dirty="0"/>
          </a:p>
          <a:p>
            <a:pPr marL="360000" lvl="0" indent="-360000" algn="l" rtl="0">
              <a:lnSpc>
                <a:spcPct val="100000"/>
              </a:lnSpc>
              <a:spcBef>
                <a:spcPts val="2400"/>
              </a:spcBef>
              <a:spcAft>
                <a:spcPts val="0"/>
              </a:spcAft>
              <a:buSzPts val="2400"/>
              <a:buChar char="•"/>
            </a:pPr>
            <a:r>
              <a:rPr lang="en-US" sz="2400" dirty="0">
                <a:latin typeface="Calibri"/>
                <a:cs typeface="Calibri"/>
                <a:sym typeface="Calibri"/>
              </a:rPr>
              <a:t>Authentication and Authorization</a:t>
            </a:r>
            <a:endParaRPr dirty="0"/>
          </a:p>
          <a:p>
            <a:pPr marL="360000" lvl="0" indent="-360000" algn="l" rtl="0">
              <a:lnSpc>
                <a:spcPct val="100000"/>
              </a:lnSpc>
              <a:spcBef>
                <a:spcPts val="2400"/>
              </a:spcBef>
              <a:spcAft>
                <a:spcPts val="1200"/>
              </a:spcAft>
              <a:buSzPts val="2400"/>
              <a:buChar char="•"/>
            </a:pPr>
            <a:r>
              <a:rPr lang="en-IN" sz="2400" dirty="0">
                <a:latin typeface="Calibri"/>
                <a:ea typeface="Calibri"/>
                <a:cs typeface="Calibri"/>
                <a:sym typeface="Calibri"/>
              </a:rPr>
              <a:t>Configuration of Authentication</a:t>
            </a:r>
          </a:p>
          <a:p>
            <a:pPr marL="360000" lvl="0" indent="-360000" algn="l" rtl="0">
              <a:lnSpc>
                <a:spcPct val="100000"/>
              </a:lnSpc>
              <a:spcBef>
                <a:spcPts val="2400"/>
              </a:spcBef>
              <a:spcAft>
                <a:spcPts val="1200"/>
              </a:spcAft>
              <a:buSzPts val="2400"/>
              <a:buChar char="•"/>
            </a:pPr>
            <a:r>
              <a:rPr lang="en-IN" sz="2400" dirty="0">
                <a:latin typeface="Calibri"/>
                <a:ea typeface="Calibri"/>
                <a:cs typeface="Calibri"/>
                <a:sym typeface="Calibri"/>
              </a:rPr>
              <a:t>Types of Spring Boot Web Security</a:t>
            </a:r>
          </a:p>
          <a:p>
            <a:pPr marL="360000" lvl="0" indent="-360000" algn="l" rtl="0">
              <a:lnSpc>
                <a:spcPct val="100000"/>
              </a:lnSpc>
              <a:spcBef>
                <a:spcPts val="2400"/>
              </a:spcBef>
              <a:spcAft>
                <a:spcPts val="1200"/>
              </a:spcAft>
              <a:buSzPts val="2400"/>
              <a:buChar char="•"/>
            </a:pPr>
            <a:r>
              <a:rPr lang="en-IN" sz="2400" dirty="0">
                <a:solidFill>
                  <a:schemeClr val="dk1"/>
                </a:solidFill>
                <a:latin typeface="Calibri"/>
                <a:ea typeface="Calibri"/>
                <a:cs typeface="Calibri"/>
                <a:sym typeface="Calibri"/>
              </a:rPr>
              <a:t>JWT Tokens</a:t>
            </a:r>
          </a:p>
          <a:p>
            <a:pPr marL="360000" lvl="0" indent="-360000" algn="l" rtl="0">
              <a:lnSpc>
                <a:spcPct val="100000"/>
              </a:lnSpc>
              <a:spcBef>
                <a:spcPts val="2400"/>
              </a:spcBef>
              <a:spcAft>
                <a:spcPts val="1200"/>
              </a:spcAft>
              <a:buSzPts val="2400"/>
              <a:buChar char="•"/>
            </a:pPr>
            <a:r>
              <a:rPr lang="en-IN" sz="2400" dirty="0">
                <a:latin typeface="Calibri"/>
                <a:ea typeface="Calibri"/>
                <a:cs typeface="Calibri"/>
                <a:sym typeface="Calibri"/>
              </a:rPr>
              <a:t>JWT Tokens in Spring Boot Security</a:t>
            </a:r>
            <a:endParaRPr sz="2400" dirty="0">
              <a:solidFill>
                <a:schemeClr val="dk1"/>
              </a:solidFill>
              <a:latin typeface="Calibri"/>
              <a:ea typeface="Calibri"/>
              <a:cs typeface="Calibri"/>
              <a:sym typeface="Calibri"/>
            </a:endParaRPr>
          </a:p>
        </p:txBody>
      </p:sp>
      <p:sp>
        <p:nvSpPr>
          <p:cNvPr id="54" name="Google Shape;54;p2"/>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a:latin typeface="Calibri"/>
                <a:ea typeface="Calibri"/>
                <a:cs typeface="Calibri"/>
                <a:sym typeface="Calibri"/>
              </a:rPr>
              <a:t>Agenda</a:t>
            </a:r>
            <a:endParaRPr/>
          </a:p>
        </p:txBody>
      </p:sp>
      <p:pic>
        <p:nvPicPr>
          <p:cNvPr id="4" name="Picture 2" descr="48,102 Meeting Agenda Illustrations &amp; Clip Art - iStock">
            <a:extLst>
              <a:ext uri="{FF2B5EF4-FFF2-40B4-BE49-F238E27FC236}">
                <a16:creationId xmlns:a16="http://schemas.microsoft.com/office/drawing/2014/main" id="{683945E8-E76D-436F-B0DA-8531E5ACD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437" y="2135781"/>
            <a:ext cx="2775759" cy="33243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Spring Boot Security Introduction</a:t>
            </a:r>
            <a:endParaRPr sz="14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3430339" y="3857294"/>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3074" name="Picture 2" descr="Spring Boot Security and JWT - Examples Java Code Geeks - 2023">
            <a:extLst>
              <a:ext uri="{FF2B5EF4-FFF2-40B4-BE49-F238E27FC236}">
                <a16:creationId xmlns:a16="http://schemas.microsoft.com/office/drawing/2014/main" id="{791D006A-20FB-4FDD-B602-1708874A2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1224" y="3664993"/>
            <a:ext cx="3602409" cy="20173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9883971" cy="2127061"/>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Web applications play a significant part in our interconnected advanced world, encouraging communication, commerce, and collaboration. </a:t>
            </a:r>
          </a:p>
          <a:p>
            <a:pPr marL="360000" lvl="0" indent="-360000">
              <a:spcBef>
                <a:spcPts val="1200"/>
              </a:spcBef>
              <a:buSzPts val="2400"/>
            </a:pPr>
            <a:r>
              <a:rPr lang="en-US" sz="1600" dirty="0"/>
              <a:t>Be that as it may, the delicate nature of the information and operations dealt with by web applications makes them vulnerable to different security dangers.</a:t>
            </a:r>
          </a:p>
          <a:p>
            <a:pPr marL="360000" lvl="0" indent="-360000">
              <a:spcBef>
                <a:spcPts val="1200"/>
              </a:spcBef>
              <a:buSzPts val="2400"/>
            </a:pPr>
            <a:r>
              <a:rPr lang="en-US" sz="1600" dirty="0">
                <a:latin typeface="Calibri"/>
                <a:ea typeface="Calibri"/>
                <a:cs typeface="Calibri"/>
                <a:sym typeface="Calibri"/>
              </a:rPr>
              <a:t>Security is fundamental in web advancement for the taking after reasons</a:t>
            </a:r>
          </a:p>
          <a:p>
            <a:pPr marL="0" lvl="0" indent="0">
              <a:spcBef>
                <a:spcPts val="1200"/>
              </a:spcBef>
              <a:buSzPts val="2400"/>
              <a:buNone/>
            </a:pPr>
            <a:endParaRPr lang="en-US" sz="1600" dirty="0">
              <a:latin typeface="Calibri"/>
              <a:ea typeface="Calibri"/>
              <a:cs typeface="Calibri"/>
              <a:sym typeface="Calibri"/>
            </a:endParaRP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Spring Boot Security</a:t>
            </a:r>
            <a:endParaRPr sz="3200" b="1" dirty="0">
              <a:latin typeface="Calibri"/>
              <a:ea typeface="Calibri"/>
              <a:cs typeface="Calibri"/>
              <a:sym typeface="Calibri"/>
            </a:endParaRPr>
          </a:p>
        </p:txBody>
      </p:sp>
      <p:pic>
        <p:nvPicPr>
          <p:cNvPr id="7" name="Picture 6">
            <a:extLst>
              <a:ext uri="{FF2B5EF4-FFF2-40B4-BE49-F238E27FC236}">
                <a16:creationId xmlns:a16="http://schemas.microsoft.com/office/drawing/2014/main" id="{5817B302-6007-47A9-B193-28844F895DB0}"/>
              </a:ext>
            </a:extLst>
          </p:cNvPr>
          <p:cNvPicPr>
            <a:picLocks noChangeAspect="1"/>
          </p:cNvPicPr>
          <p:nvPr/>
        </p:nvPicPr>
        <p:blipFill>
          <a:blip r:embed="rId3"/>
          <a:stretch>
            <a:fillRect/>
          </a:stretch>
        </p:blipFill>
        <p:spPr>
          <a:xfrm>
            <a:off x="8330681" y="4647300"/>
            <a:ext cx="2286000" cy="1280160"/>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FB31589-F88B-A835-4907-856B148A86FD}"/>
                  </a:ext>
                </a:extLst>
              </p14:cNvPr>
              <p14:cNvContentPartPr/>
              <p14:nvPr/>
            </p14:nvContentPartPr>
            <p14:xfrm>
              <a:off x="449280" y="960120"/>
              <a:ext cx="6587280" cy="5341320"/>
            </p14:xfrm>
          </p:contentPart>
        </mc:Choice>
        <mc:Fallback xmlns="">
          <p:pic>
            <p:nvPicPr>
              <p:cNvPr id="2" name="Ink 1">
                <a:extLst>
                  <a:ext uri="{FF2B5EF4-FFF2-40B4-BE49-F238E27FC236}">
                    <a16:creationId xmlns:a16="http://schemas.microsoft.com/office/drawing/2014/main" id="{3FB31589-F88B-A835-4907-856B148A86FD}"/>
                  </a:ext>
                </a:extLst>
              </p:cNvPr>
              <p:cNvPicPr/>
              <p:nvPr/>
            </p:nvPicPr>
            <p:blipFill>
              <a:blip r:embed="rId5"/>
              <a:stretch>
                <a:fillRect/>
              </a:stretch>
            </p:blipFill>
            <p:spPr>
              <a:xfrm>
                <a:off x="439920" y="950760"/>
                <a:ext cx="6606000" cy="5360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67EEC0E-FB9C-31E2-AC64-7905C36F48EE}"/>
                  </a:ext>
                </a:extLst>
              </p14:cNvPr>
              <p14:cNvContentPartPr/>
              <p14:nvPr/>
            </p14:nvContentPartPr>
            <p14:xfrm>
              <a:off x="703440" y="4211280"/>
              <a:ext cx="4544640" cy="1980360"/>
            </p14:xfrm>
          </p:contentPart>
        </mc:Choice>
        <mc:Fallback xmlns="">
          <p:pic>
            <p:nvPicPr>
              <p:cNvPr id="3" name="Ink 2">
                <a:extLst>
                  <a:ext uri="{FF2B5EF4-FFF2-40B4-BE49-F238E27FC236}">
                    <a16:creationId xmlns:a16="http://schemas.microsoft.com/office/drawing/2014/main" id="{967EEC0E-FB9C-31E2-AC64-7905C36F48EE}"/>
                  </a:ext>
                </a:extLst>
              </p:cNvPr>
              <p:cNvPicPr/>
              <p:nvPr/>
            </p:nvPicPr>
            <p:blipFill>
              <a:blip r:embed="rId7"/>
              <a:stretch>
                <a:fillRect/>
              </a:stretch>
            </p:blipFill>
            <p:spPr>
              <a:xfrm>
                <a:off x="694080" y="4201920"/>
                <a:ext cx="4563360" cy="1999080"/>
              </a:xfrm>
              <a:prstGeom prst="rect">
                <a:avLst/>
              </a:prstGeom>
            </p:spPr>
          </p:pic>
        </mc:Fallback>
      </mc:AlternateContent>
    </p:spTree>
    <p:extLst>
      <p:ext uri="{BB962C8B-B14F-4D97-AF65-F5344CB8AC3E}">
        <p14:creationId xmlns:p14="http://schemas.microsoft.com/office/powerpoint/2010/main" val="381544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019613"/>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Information Assurance: Web applications regularly bargain with delicate client information, counting individual data,    monetary subtle elements, and private archives.</a:t>
            </a:r>
          </a:p>
          <a:p>
            <a:pPr marL="360000" lvl="0" indent="-360000">
              <a:spcBef>
                <a:spcPts val="1200"/>
              </a:spcBef>
              <a:buSzPts val="2400"/>
            </a:pPr>
            <a:r>
              <a:rPr lang="en-US" sz="1600" dirty="0"/>
              <a:t>Guaranteeing information security is crucial to preserve client believe.</a:t>
            </a:r>
          </a:p>
          <a:p>
            <a:pPr marL="360000" lvl="0" indent="-360000">
              <a:spcBef>
                <a:spcPts val="1200"/>
              </a:spcBef>
              <a:buSzPts val="2400"/>
            </a:pPr>
            <a:r>
              <a:rPr lang="en-US" sz="1600" dirty="0"/>
              <a:t>Commerce Progression: Security breaches can lead to benefit disturbances, budgetary misfortunes, and reputational harm. Securing against assaults makes a difference keep up trade coherence.</a:t>
            </a:r>
          </a:p>
          <a:p>
            <a:pPr marL="360000" lvl="0" indent="-360000">
              <a:spcBef>
                <a:spcPts val="1200"/>
              </a:spcBef>
              <a:buSzPts val="2400"/>
            </a:pPr>
            <a:r>
              <a:rPr lang="en-US" sz="1600" dirty="0"/>
              <a:t>Lawful and Administrative Compliance: Numerous businesses have controls (</a:t>
            </a:r>
            <a:r>
              <a:rPr lang="en-US" sz="1600" dirty="0" err="1"/>
              <a:t>e.g.,GDPR</a:t>
            </a:r>
            <a:r>
              <a:rPr lang="en-US" sz="1600" dirty="0"/>
              <a:t>, HIPAA) that order the security of client information. Non-compliance can result in noteworthy legitimate results.</a:t>
            </a:r>
          </a:p>
          <a:p>
            <a:pPr marL="360000" lvl="0" indent="-360000">
              <a:spcBef>
                <a:spcPts val="1200"/>
              </a:spcBef>
              <a:buSzPts val="2400"/>
            </a:pPr>
            <a:r>
              <a:rPr lang="en-US" sz="1600" dirty="0"/>
              <a:t>Client Believe: Clients anticipate their data to be secure when connection with web applications. A breach of believe can lead to client steady loss and harm to brand notoriety.</a:t>
            </a:r>
            <a:endParaRPr lang="en-US" sz="1600" dirty="0">
              <a:latin typeface="Calibri"/>
              <a:ea typeface="Calibri"/>
              <a:cs typeface="Calibri"/>
              <a:sym typeface="Calibri"/>
            </a:endParaRP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Spring Boot Security</a:t>
            </a:r>
            <a:endParaRPr sz="3200" b="1" dirty="0">
              <a:latin typeface="Calibri"/>
              <a:ea typeface="Calibri"/>
              <a:cs typeface="Calibri"/>
              <a:sym typeface="Calibri"/>
            </a:endParaRPr>
          </a:p>
        </p:txBody>
      </p:sp>
      <p:pic>
        <p:nvPicPr>
          <p:cNvPr id="4" name="Picture 3">
            <a:extLst>
              <a:ext uri="{FF2B5EF4-FFF2-40B4-BE49-F238E27FC236}">
                <a16:creationId xmlns:a16="http://schemas.microsoft.com/office/drawing/2014/main" id="{8DC27EFA-D432-4ADA-893E-09EAD29526B5}"/>
              </a:ext>
            </a:extLst>
          </p:cNvPr>
          <p:cNvPicPr>
            <a:picLocks noChangeAspect="1"/>
          </p:cNvPicPr>
          <p:nvPr/>
        </p:nvPicPr>
        <p:blipFill>
          <a:blip r:embed="rId3"/>
          <a:stretch>
            <a:fillRect/>
          </a:stretch>
        </p:blipFill>
        <p:spPr>
          <a:xfrm>
            <a:off x="8750558" y="5039186"/>
            <a:ext cx="2286000" cy="1280160"/>
          </a:xfrm>
          <a:prstGeom prst="rect">
            <a:avLst/>
          </a:prstGeom>
        </p:spPr>
      </p:pic>
    </p:spTree>
    <p:extLst>
      <p:ext uri="{BB962C8B-B14F-4D97-AF65-F5344CB8AC3E}">
        <p14:creationId xmlns:p14="http://schemas.microsoft.com/office/powerpoint/2010/main" val="2369939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419723"/>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 SQL Infusion (</a:t>
            </a:r>
            <a:r>
              <a:rPr lang="en-US" sz="1600" dirty="0" err="1"/>
              <a:t>SQLi</a:t>
            </a:r>
            <a:r>
              <a:rPr lang="en-US" sz="1600" dirty="0"/>
              <a:t>)</a:t>
            </a:r>
          </a:p>
          <a:p>
            <a:pPr marL="0" lvl="0" indent="0">
              <a:spcBef>
                <a:spcPts val="1200"/>
              </a:spcBef>
              <a:buSzPts val="2400"/>
              <a:buNone/>
            </a:pPr>
            <a:r>
              <a:rPr lang="en-US" sz="1600" dirty="0"/>
              <a:t>Aggressors infuse noxious SQL inquiries into input areas to control or recover unauthorized information from the database. Avoidance: Utilize parameterized inquiries and arranged explanations to sanitize client inputs.</a:t>
            </a:r>
          </a:p>
          <a:p>
            <a:pPr marL="360000" lvl="0" indent="-360000">
              <a:spcBef>
                <a:spcPts val="1200"/>
              </a:spcBef>
              <a:buSzPts val="2400"/>
            </a:pPr>
            <a:r>
              <a:rPr lang="en-US" sz="1600" dirty="0"/>
              <a:t> Cross-Site Scripting (XSS)</a:t>
            </a:r>
          </a:p>
          <a:p>
            <a:pPr marL="0" lvl="0" indent="0">
              <a:spcBef>
                <a:spcPts val="1200"/>
              </a:spcBef>
              <a:buSzPts val="2400"/>
              <a:buNone/>
            </a:pPr>
            <a:r>
              <a:rPr lang="en-US" sz="1600" dirty="0"/>
              <a:t>Aggressors infuse malevolent scripts into a web application, which are at that point executed by Exclusive substance. All rights saved. Unauthorized utilize or dissemination disallowed.  clueless users' browsers. Anticipation: Sanitize and approve client inputs, and utilize yield encoding to avoid script execution.</a:t>
            </a:r>
          </a:p>
          <a:p>
            <a:pPr marL="360000" lvl="0" indent="-360000">
              <a:spcBef>
                <a:spcPts val="1200"/>
              </a:spcBef>
              <a:buSzPts val="2400"/>
            </a:pPr>
            <a:r>
              <a:rPr lang="en-US" sz="1600" dirty="0"/>
              <a:t> Cross-Site Ask Imitation (CSRF)</a:t>
            </a:r>
          </a:p>
          <a:p>
            <a:pPr marL="0" lvl="0" indent="0">
              <a:spcBef>
                <a:spcPts val="1200"/>
              </a:spcBef>
              <a:buSzPts val="2400"/>
              <a:buNone/>
            </a:pPr>
            <a:r>
              <a:rPr lang="en-US" sz="1600" dirty="0"/>
              <a:t>Aggressors trap clients into performing activities without their information or assent by misusing their confirmed sessions. Avoidance: Utilize tokens to approve and verify demands to guarantee they begin from the genuine client.</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Common Security Dangers</a:t>
            </a:r>
            <a:endParaRPr sz="3200" b="1" dirty="0">
              <a:latin typeface="Calibri"/>
              <a:ea typeface="Calibri"/>
              <a:cs typeface="Calibri"/>
              <a:sym typeface="Calibri"/>
            </a:endParaRPr>
          </a:p>
        </p:txBody>
      </p:sp>
      <p:pic>
        <p:nvPicPr>
          <p:cNvPr id="4" name="Picture 3">
            <a:extLst>
              <a:ext uri="{FF2B5EF4-FFF2-40B4-BE49-F238E27FC236}">
                <a16:creationId xmlns:a16="http://schemas.microsoft.com/office/drawing/2014/main" id="{A9A177D8-4DEE-4939-8399-E9FBE1ABB95A}"/>
              </a:ext>
            </a:extLst>
          </p:cNvPr>
          <p:cNvPicPr>
            <a:picLocks noChangeAspect="1"/>
          </p:cNvPicPr>
          <p:nvPr/>
        </p:nvPicPr>
        <p:blipFill>
          <a:blip r:embed="rId3"/>
          <a:stretch>
            <a:fillRect/>
          </a:stretch>
        </p:blipFill>
        <p:spPr>
          <a:xfrm>
            <a:off x="9114453" y="5287380"/>
            <a:ext cx="2286000" cy="1280160"/>
          </a:xfrm>
          <a:prstGeom prst="rect">
            <a:avLst/>
          </a:prstGeom>
        </p:spPr>
      </p:pic>
    </p:spTree>
    <p:extLst>
      <p:ext uri="{BB962C8B-B14F-4D97-AF65-F5344CB8AC3E}">
        <p14:creationId xmlns:p14="http://schemas.microsoft.com/office/powerpoint/2010/main" val="1828667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173502"/>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 Brute Drive Assaults</a:t>
            </a:r>
          </a:p>
          <a:p>
            <a:pPr marL="0" lvl="0" indent="0">
              <a:spcBef>
                <a:spcPts val="1200"/>
              </a:spcBef>
              <a:buSzPts val="2400"/>
              <a:buNone/>
            </a:pPr>
            <a:r>
              <a:rPr lang="en-US" sz="1600" dirty="0"/>
              <a:t>Aggressors endeavor to pick up unauthorized get to accounts by attempting different username and secret word combinations. Anticipation: Execute account lockouts, CAPTCHA, and solid watchword approaches.</a:t>
            </a:r>
          </a:p>
          <a:p>
            <a:pPr marL="360000" lvl="0" indent="-360000">
              <a:spcBef>
                <a:spcPts val="1200"/>
              </a:spcBef>
              <a:buSzPts val="2400"/>
            </a:pPr>
            <a:r>
              <a:rPr lang="en-US" sz="1600" dirty="0"/>
              <a:t> Session Seizing</a:t>
            </a:r>
          </a:p>
          <a:p>
            <a:pPr marL="0" lvl="0" indent="0">
              <a:spcBef>
                <a:spcPts val="1200"/>
              </a:spcBef>
              <a:buSzPts val="2400"/>
              <a:buNone/>
            </a:pPr>
            <a:r>
              <a:rPr lang="en-US" sz="1600" dirty="0"/>
              <a:t>Aggressors take users' session tokens to imitate them and pick up unauthorized get  accounts. Avoidance: Utilize secure treats, execute session timeouts, and empower HTTPS.</a:t>
            </a:r>
          </a:p>
          <a:p>
            <a:pPr marL="360000" lvl="0" indent="-360000">
              <a:spcBef>
                <a:spcPts val="1200"/>
              </a:spcBef>
              <a:buSzPts val="2400"/>
            </a:pPr>
            <a:r>
              <a:rPr lang="en-US" sz="1600" dirty="0"/>
              <a:t> Security Misconfigurations</a:t>
            </a:r>
          </a:p>
          <a:p>
            <a:pPr marL="0" lvl="0" indent="0">
              <a:spcBef>
                <a:spcPts val="1200"/>
              </a:spcBef>
              <a:buSzPts val="2400"/>
              <a:buNone/>
            </a:pPr>
            <a:r>
              <a:rPr lang="en-US" sz="1600" dirty="0"/>
              <a:t>Ineffectively designed security settings, default qualifications, and uncovered touchy data can be misused by aggressors. Anticipation: Routinely survey and upgrade security arrangements.</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Common Security Dangers</a:t>
            </a:r>
            <a:endParaRPr sz="3200" b="1" dirty="0">
              <a:latin typeface="Calibri"/>
              <a:ea typeface="Calibri"/>
              <a:cs typeface="Calibri"/>
              <a:sym typeface="Calibri"/>
            </a:endParaRPr>
          </a:p>
        </p:txBody>
      </p:sp>
      <p:pic>
        <p:nvPicPr>
          <p:cNvPr id="4" name="Picture 3">
            <a:extLst>
              <a:ext uri="{FF2B5EF4-FFF2-40B4-BE49-F238E27FC236}">
                <a16:creationId xmlns:a16="http://schemas.microsoft.com/office/drawing/2014/main" id="{9C6D4433-4573-48BF-83BF-091910791D97}"/>
              </a:ext>
            </a:extLst>
          </p:cNvPr>
          <p:cNvPicPr>
            <a:picLocks noChangeAspect="1"/>
          </p:cNvPicPr>
          <p:nvPr/>
        </p:nvPicPr>
        <p:blipFill>
          <a:blip r:embed="rId3"/>
          <a:stretch>
            <a:fillRect/>
          </a:stretch>
        </p:blipFill>
        <p:spPr>
          <a:xfrm>
            <a:off x="8993155" y="5108230"/>
            <a:ext cx="2286000" cy="1280160"/>
          </a:xfrm>
          <a:prstGeom prst="rect">
            <a:avLst/>
          </a:prstGeom>
        </p:spPr>
      </p:pic>
    </p:spTree>
    <p:extLst>
      <p:ext uri="{BB962C8B-B14F-4D97-AF65-F5344CB8AC3E}">
        <p14:creationId xmlns:p14="http://schemas.microsoft.com/office/powerpoint/2010/main" val="233532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Spring Boot Authentication and Authorization</a:t>
            </a:r>
            <a:endParaRPr sz="14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3430339" y="3857294"/>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A0869A64-2A37-4CAC-8D89-D7A032B05A1D}"/>
              </a:ext>
            </a:extLst>
          </p:cNvPr>
          <p:cNvPicPr>
            <a:picLocks noChangeAspect="1"/>
          </p:cNvPicPr>
          <p:nvPr/>
        </p:nvPicPr>
        <p:blipFill>
          <a:blip r:embed="rId3"/>
          <a:stretch>
            <a:fillRect/>
          </a:stretch>
        </p:blipFill>
        <p:spPr>
          <a:xfrm>
            <a:off x="4398046" y="3429000"/>
            <a:ext cx="3169080" cy="197509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4E0843F-3F38-BC6E-CC2A-957BAFA16C76}"/>
                  </a:ext>
                </a:extLst>
              </p14:cNvPr>
              <p14:cNvContentPartPr/>
              <p14:nvPr/>
            </p14:nvContentPartPr>
            <p14:xfrm>
              <a:off x="5529240" y="2862000"/>
              <a:ext cx="6448680" cy="3930120"/>
            </p14:xfrm>
          </p:contentPart>
        </mc:Choice>
        <mc:Fallback xmlns="">
          <p:pic>
            <p:nvPicPr>
              <p:cNvPr id="2" name="Ink 1">
                <a:extLst>
                  <a:ext uri="{FF2B5EF4-FFF2-40B4-BE49-F238E27FC236}">
                    <a16:creationId xmlns:a16="http://schemas.microsoft.com/office/drawing/2014/main" id="{34E0843F-3F38-BC6E-CC2A-957BAFA16C76}"/>
                  </a:ext>
                </a:extLst>
              </p:cNvPr>
              <p:cNvPicPr/>
              <p:nvPr/>
            </p:nvPicPr>
            <p:blipFill>
              <a:blip r:embed="rId5"/>
              <a:stretch>
                <a:fillRect/>
              </a:stretch>
            </p:blipFill>
            <p:spPr>
              <a:xfrm>
                <a:off x="5519880" y="2852640"/>
                <a:ext cx="6467400" cy="3948840"/>
              </a:xfrm>
              <a:prstGeom prst="rect">
                <a:avLst/>
              </a:prstGeom>
            </p:spPr>
          </p:pic>
        </mc:Fallback>
      </mc:AlternateContent>
    </p:spTree>
    <p:extLst>
      <p:ext uri="{BB962C8B-B14F-4D97-AF65-F5344CB8AC3E}">
        <p14:creationId xmlns:p14="http://schemas.microsoft.com/office/powerpoint/2010/main" val="426237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419723"/>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Authorization</a:t>
            </a:r>
          </a:p>
          <a:p>
            <a:pPr marL="0" lvl="0" indent="0">
              <a:spcBef>
                <a:spcPts val="1200"/>
              </a:spcBef>
              <a:buSzPts val="2400"/>
              <a:buNone/>
            </a:pPr>
            <a:r>
              <a:rPr lang="en-US" sz="1600" dirty="0"/>
              <a:t>Authorization determines what actions an authenticated user is allowed to perform within the application. It defines the user's level of access and controls their ability to interact with different parts of the application. Role-based and permission-based authorization are common methods to manage access control.</a:t>
            </a:r>
          </a:p>
          <a:p>
            <a:pPr marL="360000" lvl="0" indent="-360000">
              <a:spcBef>
                <a:spcPts val="1200"/>
              </a:spcBef>
              <a:buSzPts val="2400"/>
            </a:pPr>
            <a:r>
              <a:rPr lang="en-US" sz="1600" dirty="0"/>
              <a:t> Role-Based Authorization:</a:t>
            </a:r>
          </a:p>
          <a:p>
            <a:pPr marL="0" lvl="0" indent="0">
              <a:spcBef>
                <a:spcPts val="1200"/>
              </a:spcBef>
              <a:buSzPts val="2400"/>
              <a:buNone/>
            </a:pPr>
            <a:r>
              <a:rPr lang="en-US" sz="1600" dirty="0"/>
              <a:t>Users are assigned roles (e.g., admin, user, moderator). Different roles have different access levels to various parts of the application. Role information is usually stored in the user's profile or database record.</a:t>
            </a:r>
          </a:p>
          <a:p>
            <a:pPr marL="360000" lvl="0" indent="-360000">
              <a:spcBef>
                <a:spcPts val="1200"/>
              </a:spcBef>
              <a:buSzPts val="2400"/>
            </a:pPr>
            <a:r>
              <a:rPr lang="en-US" sz="1600" dirty="0"/>
              <a:t>Permission-Based Authorization:</a:t>
            </a:r>
          </a:p>
          <a:p>
            <a:pPr marL="0" lvl="0" indent="0">
              <a:spcBef>
                <a:spcPts val="1200"/>
              </a:spcBef>
              <a:buSzPts val="2400"/>
              <a:buNone/>
            </a:pPr>
            <a:r>
              <a:rPr lang="en-US" sz="1600" dirty="0"/>
              <a:t>Users are assigned specific permissions or privileges. Fine-grained control over user access to specific actions or resources. Permissions can be dynamic and assigned based on user attributes or other factors.</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Authorization</a:t>
            </a:r>
            <a:endParaRPr sz="3200" b="1" dirty="0">
              <a:latin typeface="Calibri"/>
              <a:ea typeface="Calibri"/>
              <a:cs typeface="Calibri"/>
              <a:sym typeface="Calibri"/>
            </a:endParaRPr>
          </a:p>
        </p:txBody>
      </p:sp>
      <p:pic>
        <p:nvPicPr>
          <p:cNvPr id="8196" name="Picture 4" descr="What Is Two-Factor Authentication, and How Does It Work?">
            <a:extLst>
              <a:ext uri="{FF2B5EF4-FFF2-40B4-BE49-F238E27FC236}">
                <a16:creationId xmlns:a16="http://schemas.microsoft.com/office/drawing/2014/main" id="{205AA32F-C69D-4466-B90B-DCF44A381F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6468" y="4990343"/>
            <a:ext cx="2619375" cy="174307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F49F492-4B31-0B8B-33C6-4A29B6A74804}"/>
                  </a:ext>
                </a:extLst>
              </p14:cNvPr>
              <p14:cNvContentPartPr/>
              <p14:nvPr/>
            </p14:nvContentPartPr>
            <p14:xfrm>
              <a:off x="142920" y="974520"/>
              <a:ext cx="11270520" cy="5883840"/>
            </p14:xfrm>
          </p:contentPart>
        </mc:Choice>
        <mc:Fallback xmlns="">
          <p:pic>
            <p:nvPicPr>
              <p:cNvPr id="2" name="Ink 1">
                <a:extLst>
                  <a:ext uri="{FF2B5EF4-FFF2-40B4-BE49-F238E27FC236}">
                    <a16:creationId xmlns:a16="http://schemas.microsoft.com/office/drawing/2014/main" id="{FF49F492-4B31-0B8B-33C6-4A29B6A74804}"/>
                  </a:ext>
                </a:extLst>
              </p:cNvPr>
              <p:cNvPicPr/>
              <p:nvPr/>
            </p:nvPicPr>
            <p:blipFill>
              <a:blip r:embed="rId5"/>
              <a:stretch>
                <a:fillRect/>
              </a:stretch>
            </p:blipFill>
            <p:spPr>
              <a:xfrm>
                <a:off x="133560" y="965160"/>
                <a:ext cx="11289240" cy="5902560"/>
              </a:xfrm>
              <a:prstGeom prst="rect">
                <a:avLst/>
              </a:prstGeom>
            </p:spPr>
          </p:pic>
        </mc:Fallback>
      </mc:AlternateContent>
    </p:spTree>
    <p:extLst>
      <p:ext uri="{BB962C8B-B14F-4D97-AF65-F5344CB8AC3E}">
        <p14:creationId xmlns:p14="http://schemas.microsoft.com/office/powerpoint/2010/main" val="474762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0157A7-878D-5402-37FB-D29FBB196A3E}"/>
              </a:ext>
            </a:extLst>
          </p:cNvPr>
          <p:cNvSpPr>
            <a:spLocks noGrp="1"/>
          </p:cNvSpPr>
          <p:nvPr>
            <p:ph type="body" idx="1"/>
          </p:nvPr>
        </p:nvSpPr>
        <p:spPr>
          <a:xfrm>
            <a:off x="622300" y="1160003"/>
            <a:ext cx="10947400" cy="5404882"/>
          </a:xfrm>
        </p:spPr>
        <p:txBody>
          <a:bodyPr/>
          <a:lstStyle/>
          <a:p>
            <a:r>
              <a:rPr lang="en-US" dirty="0"/>
              <a:t>Key Question is how to identify Users?</a:t>
            </a:r>
          </a:p>
          <a:p>
            <a:r>
              <a:rPr lang="en-US" dirty="0"/>
              <a:t>And How to Configure resources they can access &amp; action that are allowed.</a:t>
            </a:r>
          </a:p>
          <a:p>
            <a:endParaRPr lang="en-US" dirty="0"/>
          </a:p>
          <a:p>
            <a:r>
              <a:rPr lang="en-US" dirty="0"/>
              <a:t>Authentication (is it a right User)</a:t>
            </a:r>
          </a:p>
          <a:p>
            <a:pPr lvl="1"/>
            <a:r>
              <a:rPr lang="en-US" dirty="0" err="1"/>
              <a:t>UserId</a:t>
            </a:r>
            <a:r>
              <a:rPr lang="en-US" dirty="0"/>
              <a:t> | Password what user remember.</a:t>
            </a:r>
          </a:p>
          <a:p>
            <a:pPr lvl="1"/>
            <a:r>
              <a:rPr lang="en-US" dirty="0"/>
              <a:t>Biometric Scan what user posses.</a:t>
            </a:r>
          </a:p>
          <a:p>
            <a:r>
              <a:rPr lang="en-US" dirty="0"/>
              <a:t>Authorization (do they have right access)</a:t>
            </a:r>
          </a:p>
          <a:p>
            <a:pPr lvl="1"/>
            <a:r>
              <a:rPr lang="en-US" dirty="0"/>
              <a:t>User </a:t>
            </a:r>
            <a:r>
              <a:rPr lang="en-US" dirty="0" err="1"/>
              <a:t>xyz</a:t>
            </a:r>
            <a:r>
              <a:rPr lang="en-US" dirty="0"/>
              <a:t> can only read data.</a:t>
            </a:r>
          </a:p>
          <a:p>
            <a:pPr lvl="1"/>
            <a:r>
              <a:rPr lang="en-US" dirty="0"/>
              <a:t>User ABC can read | Update the data.</a:t>
            </a:r>
          </a:p>
        </p:txBody>
      </p:sp>
      <p:sp>
        <p:nvSpPr>
          <p:cNvPr id="3" name="Title 2">
            <a:extLst>
              <a:ext uri="{FF2B5EF4-FFF2-40B4-BE49-F238E27FC236}">
                <a16:creationId xmlns:a16="http://schemas.microsoft.com/office/drawing/2014/main" id="{4CC23D38-76C5-B216-2F04-865C6CFB841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00612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573611"/>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Authentication and authorization are two fundamental concepts in web application security that work together to control access to resources and ensure the integrity of user interactions.</a:t>
            </a:r>
          </a:p>
          <a:p>
            <a:pPr marL="360000" lvl="0" indent="-360000">
              <a:spcBef>
                <a:spcPts val="1200"/>
              </a:spcBef>
              <a:buSzPts val="2400"/>
            </a:pPr>
            <a:r>
              <a:rPr lang="en-US" sz="1600" dirty="0"/>
              <a:t>Authentication</a:t>
            </a:r>
          </a:p>
          <a:p>
            <a:pPr marL="0" lvl="0" indent="0">
              <a:spcBef>
                <a:spcPts val="1200"/>
              </a:spcBef>
              <a:buSzPts val="2400"/>
              <a:buNone/>
            </a:pPr>
            <a:r>
              <a:rPr lang="en-US" sz="1600" dirty="0"/>
              <a:t>Authentication is the process of verifying the identity of a user, ensuring that they are who they claim to be. It ensures that only authorized users are allowed to access certain parts of an application or perform specific actions. Various authentication methods can be used to verify user identity, including passwords, biometrics, tokens, and more.</a:t>
            </a:r>
          </a:p>
          <a:p>
            <a:pPr marL="0" lvl="0" indent="0">
              <a:spcBef>
                <a:spcPts val="1200"/>
              </a:spcBef>
              <a:buSzPts val="2400"/>
              <a:buNone/>
            </a:pPr>
            <a:r>
              <a:rPr lang="en-US" sz="1600" dirty="0"/>
              <a:t>Types of Authentication includes</a:t>
            </a:r>
          </a:p>
          <a:p>
            <a:pPr marL="0" lvl="0" indent="0">
              <a:spcBef>
                <a:spcPts val="1200"/>
              </a:spcBef>
              <a:buSzPts val="2400"/>
              <a:buNone/>
            </a:pPr>
            <a:r>
              <a:rPr lang="en-US" sz="1600" dirty="0"/>
              <a:t>	* Basic Authentication</a:t>
            </a:r>
          </a:p>
          <a:p>
            <a:pPr marL="0" lvl="0" indent="0">
              <a:spcBef>
                <a:spcPts val="1200"/>
              </a:spcBef>
              <a:buSzPts val="2400"/>
              <a:buNone/>
            </a:pPr>
            <a:r>
              <a:rPr lang="en-US" sz="1600" dirty="0"/>
              <a:t>	* Form Based Authentication</a:t>
            </a:r>
          </a:p>
          <a:p>
            <a:pPr marL="0" lvl="0" indent="0">
              <a:spcBef>
                <a:spcPts val="1200"/>
              </a:spcBef>
              <a:buSzPts val="2400"/>
              <a:buNone/>
            </a:pPr>
            <a:r>
              <a:rPr lang="en-US" sz="1600" dirty="0"/>
              <a:t>	* Token Based Authentication</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Authentication</a:t>
            </a:r>
            <a:endParaRPr sz="3200" b="1" dirty="0">
              <a:latin typeface="Calibri"/>
              <a:ea typeface="Calibri"/>
              <a:cs typeface="Calibri"/>
              <a:sym typeface="Calibri"/>
            </a:endParaRPr>
          </a:p>
        </p:txBody>
      </p:sp>
      <p:pic>
        <p:nvPicPr>
          <p:cNvPr id="6146" name="Picture 2" descr="4 Ways to Implement Multifactor Authentication System in a Mobile App">
            <a:extLst>
              <a:ext uri="{FF2B5EF4-FFF2-40B4-BE49-F238E27FC236}">
                <a16:creationId xmlns:a16="http://schemas.microsoft.com/office/drawing/2014/main" id="{1D270D86-6A10-45BE-9577-FC9B5368BE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7705" y="4019548"/>
            <a:ext cx="2381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764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173502"/>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Basic Authentication:</a:t>
            </a:r>
          </a:p>
          <a:p>
            <a:pPr marL="0" lvl="0" indent="0">
              <a:spcBef>
                <a:spcPts val="1200"/>
              </a:spcBef>
              <a:buSzPts val="2400"/>
              <a:buNone/>
            </a:pPr>
            <a:r>
              <a:rPr lang="en-US" sz="1600" dirty="0"/>
              <a:t>Users provide their credentials (username and password) with each request. Credentials are Base64-encoded and sent in the request headers. Considered less secure for sensitive applications as credentials are easily visible.</a:t>
            </a:r>
          </a:p>
          <a:p>
            <a:pPr marL="360000" lvl="0" indent="-360000">
              <a:spcBef>
                <a:spcPts val="1200"/>
              </a:spcBef>
              <a:buSzPts val="2400"/>
            </a:pPr>
            <a:r>
              <a:rPr lang="en-US" sz="1600" dirty="0"/>
              <a:t> Form-Based Authentication:</a:t>
            </a:r>
          </a:p>
          <a:p>
            <a:pPr marL="0" lvl="0" indent="0">
              <a:spcBef>
                <a:spcPts val="1200"/>
              </a:spcBef>
              <a:buSzPts val="2400"/>
              <a:buNone/>
            </a:pPr>
            <a:r>
              <a:rPr lang="en-US" sz="1600" dirty="0"/>
              <a:t>Users provide credentials through an HTML form. The server validates credentials and issues a session cookie upon successful authentication. Commonly used for web applications with user interfaces.</a:t>
            </a:r>
          </a:p>
          <a:p>
            <a:pPr marL="360000" lvl="0" indent="-360000">
              <a:spcBef>
                <a:spcPts val="1200"/>
              </a:spcBef>
              <a:buSzPts val="2400"/>
            </a:pPr>
            <a:r>
              <a:rPr lang="en-US" sz="1600" dirty="0"/>
              <a:t> Token-Based Authentication:</a:t>
            </a:r>
          </a:p>
          <a:p>
            <a:pPr marL="0" lvl="0" indent="0">
              <a:spcBef>
                <a:spcPts val="1200"/>
              </a:spcBef>
              <a:buSzPts val="2400"/>
              <a:buNone/>
            </a:pPr>
            <a:r>
              <a:rPr lang="en-US" sz="1600" dirty="0"/>
              <a:t>Users receive a token upon successful authentication, which is included in subsequent requests. Stateless and suitable for distributed architectures. Commonly used with RESTful APIs and single-page applications (SPAs).</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Authentication</a:t>
            </a:r>
            <a:endParaRPr sz="3200" b="1" dirty="0">
              <a:latin typeface="Calibri"/>
              <a:ea typeface="Calibri"/>
              <a:cs typeface="Calibri"/>
              <a:sym typeface="Calibri"/>
            </a:endParaRPr>
          </a:p>
        </p:txBody>
      </p:sp>
      <p:pic>
        <p:nvPicPr>
          <p:cNvPr id="7170" name="Picture 2" descr="4 Ways to Implement Multifactor Authentication System in a Mobile App">
            <a:extLst>
              <a:ext uri="{FF2B5EF4-FFF2-40B4-BE49-F238E27FC236}">
                <a16:creationId xmlns:a16="http://schemas.microsoft.com/office/drawing/2014/main" id="{A33B9FE8-3A57-4A77-A3F3-F9EA21BC23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1212" y="4855476"/>
            <a:ext cx="1747025" cy="174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38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998050-F2F2-55EC-505E-22BA06DD005E}"/>
              </a:ext>
            </a:extLst>
          </p:cNvPr>
          <p:cNvSpPr>
            <a:spLocks noGrp="1"/>
          </p:cNvSpPr>
          <p:nvPr>
            <p:ph type="body" idx="1"/>
          </p:nvPr>
        </p:nvSpPr>
        <p:spPr>
          <a:xfrm>
            <a:off x="622300" y="1160003"/>
            <a:ext cx="10947400" cy="4712384"/>
          </a:xfrm>
        </p:spPr>
        <p:txBody>
          <a:bodyPr/>
          <a:lstStyle/>
          <a:p>
            <a:r>
              <a:rPr lang="en-US" dirty="0"/>
              <a:t>Require strong security as its weakest link.</a:t>
            </a:r>
          </a:p>
          <a:p>
            <a:pPr lvl="1"/>
            <a:r>
              <a:rPr lang="en-US" dirty="0"/>
              <a:t>Weak security flaw makes an app with robust architecture vulnerable.</a:t>
            </a:r>
          </a:p>
          <a:p>
            <a:pPr marL="539750" indent="-514350">
              <a:buFont typeface="+mj-lt"/>
              <a:buAutoNum type="arabicPeriod"/>
            </a:pPr>
            <a:r>
              <a:rPr lang="en-US" dirty="0"/>
              <a:t> Trust Nothing</a:t>
            </a:r>
          </a:p>
          <a:p>
            <a:pPr marL="996950" lvl="1" indent="-514350">
              <a:buFont typeface="+mj-lt"/>
              <a:buAutoNum type="arabicPeriod"/>
            </a:pPr>
            <a:r>
              <a:rPr lang="en-US" dirty="0"/>
              <a:t>Validate everything</a:t>
            </a:r>
          </a:p>
          <a:p>
            <a:pPr marL="539750" indent="-514350">
              <a:buFont typeface="+mj-lt"/>
              <a:buAutoNum type="arabicPeriod"/>
            </a:pPr>
            <a:r>
              <a:rPr lang="en-US" dirty="0"/>
              <a:t>Assign least Privileges :</a:t>
            </a:r>
          </a:p>
          <a:p>
            <a:pPr marL="996950" lvl="1" indent="-514350">
              <a:buFont typeface="+mj-lt"/>
              <a:buAutoNum type="arabicPeriod"/>
            </a:pPr>
            <a:r>
              <a:rPr lang="en-US" dirty="0"/>
              <a:t>Security design should be start from the starting of the project.</a:t>
            </a:r>
          </a:p>
          <a:p>
            <a:pPr marL="996950" lvl="1" indent="-514350">
              <a:buFont typeface="+mj-lt"/>
              <a:buAutoNum type="arabicPeriod"/>
            </a:pPr>
            <a:r>
              <a:rPr lang="en-US" dirty="0"/>
              <a:t>Clear picture of user roles and access</a:t>
            </a:r>
          </a:p>
          <a:p>
            <a:pPr marL="996950" lvl="1" indent="-514350">
              <a:buFont typeface="+mj-lt"/>
              <a:buAutoNum type="arabicPeriod"/>
            </a:pPr>
            <a:r>
              <a:rPr lang="en-US" dirty="0"/>
              <a:t>Assign minimum possible Privileges at all levels </a:t>
            </a:r>
          </a:p>
        </p:txBody>
      </p:sp>
      <p:sp>
        <p:nvSpPr>
          <p:cNvPr id="3" name="Title 2">
            <a:extLst>
              <a:ext uri="{FF2B5EF4-FFF2-40B4-BE49-F238E27FC236}">
                <a16:creationId xmlns:a16="http://schemas.microsoft.com/office/drawing/2014/main" id="{765E990A-4F15-EAB6-A4ED-9BC828066904}"/>
              </a:ext>
            </a:extLst>
          </p:cNvPr>
          <p:cNvSpPr>
            <a:spLocks noGrp="1"/>
          </p:cNvSpPr>
          <p:nvPr>
            <p:ph type="title"/>
          </p:nvPr>
        </p:nvSpPr>
        <p:spPr/>
        <p:txBody>
          <a:bodyPr/>
          <a:lstStyle/>
          <a:p>
            <a:r>
              <a:rPr lang="en-US" dirty="0"/>
              <a:t>Security Principles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F39A59E-D4E8-BB61-8860-785ABC5B0FF5}"/>
                  </a:ext>
                </a:extLst>
              </p14:cNvPr>
              <p14:cNvContentPartPr/>
              <p14:nvPr/>
            </p14:nvContentPartPr>
            <p14:xfrm>
              <a:off x="7115760" y="3591000"/>
              <a:ext cx="24840" cy="20520"/>
            </p14:xfrm>
          </p:contentPart>
        </mc:Choice>
        <mc:Fallback xmlns="">
          <p:pic>
            <p:nvPicPr>
              <p:cNvPr id="4" name="Ink 3">
                <a:extLst>
                  <a:ext uri="{FF2B5EF4-FFF2-40B4-BE49-F238E27FC236}">
                    <a16:creationId xmlns:a16="http://schemas.microsoft.com/office/drawing/2014/main" id="{5F39A59E-D4E8-BB61-8860-785ABC5B0FF5}"/>
                  </a:ext>
                </a:extLst>
              </p:cNvPr>
              <p:cNvPicPr/>
              <p:nvPr/>
            </p:nvPicPr>
            <p:blipFill>
              <a:blip r:embed="rId3"/>
              <a:stretch>
                <a:fillRect/>
              </a:stretch>
            </p:blipFill>
            <p:spPr>
              <a:xfrm>
                <a:off x="7106400" y="3581640"/>
                <a:ext cx="4356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F10DE1CC-7614-17E4-4FC7-259FC0CACAF1}"/>
                  </a:ext>
                </a:extLst>
              </p14:cNvPr>
              <p14:cNvContentPartPr/>
              <p14:nvPr/>
            </p14:nvContentPartPr>
            <p14:xfrm>
              <a:off x="1539000" y="1659600"/>
              <a:ext cx="10447920" cy="3664080"/>
            </p14:xfrm>
          </p:contentPart>
        </mc:Choice>
        <mc:Fallback>
          <p:pic>
            <p:nvPicPr>
              <p:cNvPr id="6" name="Ink 5">
                <a:extLst>
                  <a:ext uri="{FF2B5EF4-FFF2-40B4-BE49-F238E27FC236}">
                    <a16:creationId xmlns:a16="http://schemas.microsoft.com/office/drawing/2014/main" id="{F10DE1CC-7614-17E4-4FC7-259FC0CACAF1}"/>
                  </a:ext>
                </a:extLst>
              </p:cNvPr>
              <p:cNvPicPr/>
              <p:nvPr/>
            </p:nvPicPr>
            <p:blipFill>
              <a:blip r:embed="rId5"/>
              <a:stretch>
                <a:fillRect/>
              </a:stretch>
            </p:blipFill>
            <p:spPr>
              <a:xfrm>
                <a:off x="1529640" y="1650240"/>
                <a:ext cx="10466640" cy="3682800"/>
              </a:xfrm>
              <a:prstGeom prst="rect">
                <a:avLst/>
              </a:prstGeom>
            </p:spPr>
          </p:pic>
        </mc:Fallback>
      </mc:AlternateContent>
    </p:spTree>
    <p:extLst>
      <p:ext uri="{BB962C8B-B14F-4D97-AF65-F5344CB8AC3E}">
        <p14:creationId xmlns:p14="http://schemas.microsoft.com/office/powerpoint/2010/main" val="2823387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0E44B8-8D95-932A-66C8-4BE486773579}"/>
              </a:ext>
            </a:extLst>
          </p:cNvPr>
          <p:cNvSpPr>
            <a:spLocks noGrp="1"/>
          </p:cNvSpPr>
          <p:nvPr>
            <p:ph type="body" idx="1"/>
          </p:nvPr>
        </p:nvSpPr>
        <p:spPr>
          <a:xfrm>
            <a:off x="622300" y="1160003"/>
            <a:ext cx="10947400" cy="5543381"/>
          </a:xfrm>
        </p:spPr>
        <p:txBody>
          <a:bodyPr/>
          <a:lstStyle/>
          <a:p>
            <a:pPr marL="539750" indent="-514350">
              <a:buFont typeface="+mj-lt"/>
              <a:buAutoNum type="arabicPeriod" startAt="3"/>
            </a:pPr>
            <a:r>
              <a:rPr lang="en-US" dirty="0"/>
              <a:t>Have complete Mediation </a:t>
            </a:r>
          </a:p>
          <a:p>
            <a:pPr marL="996950" lvl="1" indent="-514350"/>
            <a:r>
              <a:rPr lang="en-US" dirty="0"/>
              <a:t>Everyone has to pass through one main gate .</a:t>
            </a:r>
          </a:p>
          <a:p>
            <a:pPr marL="539750" indent="-514350">
              <a:buFont typeface="+mj-lt"/>
              <a:buAutoNum type="arabicPeriod" startAt="4"/>
            </a:pPr>
            <a:r>
              <a:rPr lang="en-US" dirty="0"/>
              <a:t>Have defense in depth</a:t>
            </a:r>
          </a:p>
          <a:p>
            <a:pPr marL="996950" lvl="1" indent="-514350"/>
            <a:r>
              <a:rPr lang="en-US" dirty="0"/>
              <a:t>Multiple level Security Check</a:t>
            </a:r>
          </a:p>
          <a:p>
            <a:pPr marL="539750" indent="-514350">
              <a:buFont typeface="+mj-lt"/>
              <a:buAutoNum type="arabicPeriod" startAt="4"/>
            </a:pPr>
            <a:r>
              <a:rPr lang="en-US" dirty="0"/>
              <a:t>Have Economy of Mechanism</a:t>
            </a:r>
          </a:p>
          <a:p>
            <a:pPr marL="996950" lvl="1" indent="-514350"/>
            <a:r>
              <a:rPr lang="en-US" dirty="0"/>
              <a:t>Security Architecture Should be simple</a:t>
            </a:r>
          </a:p>
          <a:p>
            <a:pPr marL="539750" indent="-514350">
              <a:buFont typeface="+mj-lt"/>
              <a:buAutoNum type="arabicPeriod" startAt="4"/>
            </a:pPr>
            <a:r>
              <a:rPr lang="en-US" dirty="0"/>
              <a:t>Ensure Openness of Design</a:t>
            </a:r>
          </a:p>
          <a:p>
            <a:pPr marL="996950" lvl="1" indent="-514350"/>
            <a:r>
              <a:rPr lang="en-US" dirty="0"/>
              <a:t>Easier to identify a fix security flaws</a:t>
            </a:r>
          </a:p>
          <a:p>
            <a:pPr marL="539750" indent="-514350">
              <a:buFont typeface="+mj-lt"/>
              <a:buAutoNum type="arabicPeriod" startAt="4"/>
            </a:pPr>
            <a:endParaRPr lang="en-US" dirty="0"/>
          </a:p>
          <a:p>
            <a:pPr marL="25400" indent="0">
              <a:buNone/>
            </a:pPr>
            <a:r>
              <a:rPr lang="en-US" dirty="0"/>
              <a:t>	</a:t>
            </a:r>
          </a:p>
        </p:txBody>
      </p:sp>
      <p:sp>
        <p:nvSpPr>
          <p:cNvPr id="3" name="Title 2">
            <a:extLst>
              <a:ext uri="{FF2B5EF4-FFF2-40B4-BE49-F238E27FC236}">
                <a16:creationId xmlns:a16="http://schemas.microsoft.com/office/drawing/2014/main" id="{50D8C4EB-1DDE-1997-44B8-97445B89AD6A}"/>
              </a:ext>
            </a:extLst>
          </p:cNvPr>
          <p:cNvSpPr>
            <a:spLocks noGrp="1"/>
          </p:cNvSpPr>
          <p:nvPr>
            <p:ph type="title"/>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24" name="Ink 23">
                <a:extLst>
                  <a:ext uri="{FF2B5EF4-FFF2-40B4-BE49-F238E27FC236}">
                    <a16:creationId xmlns:a16="http://schemas.microsoft.com/office/drawing/2014/main" id="{1A7896F2-7DEE-E00C-2BD9-AA34DF422937}"/>
                  </a:ext>
                </a:extLst>
              </p14:cNvPr>
              <p14:cNvContentPartPr/>
              <p14:nvPr/>
            </p14:nvContentPartPr>
            <p14:xfrm>
              <a:off x="5178917" y="2439159"/>
              <a:ext cx="321480" cy="83880"/>
            </p14:xfrm>
          </p:contentPart>
        </mc:Choice>
        <mc:Fallback xmlns="">
          <p:pic>
            <p:nvPicPr>
              <p:cNvPr id="24" name="Ink 23">
                <a:extLst>
                  <a:ext uri="{FF2B5EF4-FFF2-40B4-BE49-F238E27FC236}">
                    <a16:creationId xmlns:a16="http://schemas.microsoft.com/office/drawing/2014/main" id="{1A7896F2-7DEE-E00C-2BD9-AA34DF422937}"/>
                  </a:ext>
                </a:extLst>
              </p:cNvPr>
              <p:cNvPicPr/>
              <p:nvPr/>
            </p:nvPicPr>
            <p:blipFill>
              <a:blip r:embed="rId9"/>
              <a:stretch>
                <a:fillRect/>
              </a:stretch>
            </p:blipFill>
            <p:spPr>
              <a:xfrm>
                <a:off x="5169917" y="2430519"/>
                <a:ext cx="3391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EAA0DBCF-E470-2C32-890A-D001F0834136}"/>
                  </a:ext>
                </a:extLst>
              </p14:cNvPr>
              <p14:cNvContentPartPr/>
              <p14:nvPr/>
            </p14:nvContentPartPr>
            <p14:xfrm>
              <a:off x="6244157" y="3016239"/>
              <a:ext cx="382680" cy="276120"/>
            </p14:xfrm>
          </p:contentPart>
        </mc:Choice>
        <mc:Fallback xmlns="">
          <p:pic>
            <p:nvPicPr>
              <p:cNvPr id="26" name="Ink 25">
                <a:extLst>
                  <a:ext uri="{FF2B5EF4-FFF2-40B4-BE49-F238E27FC236}">
                    <a16:creationId xmlns:a16="http://schemas.microsoft.com/office/drawing/2014/main" id="{EAA0DBCF-E470-2C32-890A-D001F0834136}"/>
                  </a:ext>
                </a:extLst>
              </p:cNvPr>
              <p:cNvPicPr/>
              <p:nvPr/>
            </p:nvPicPr>
            <p:blipFill>
              <a:blip r:embed="rId11"/>
              <a:stretch>
                <a:fillRect/>
              </a:stretch>
            </p:blipFill>
            <p:spPr>
              <a:xfrm>
                <a:off x="6235157" y="3007239"/>
                <a:ext cx="40032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80B5A248-E42C-ED11-AE98-C8AFC2EC5610}"/>
                  </a:ext>
                </a:extLst>
              </p14:cNvPr>
              <p14:cNvContentPartPr/>
              <p14:nvPr/>
            </p14:nvContentPartPr>
            <p14:xfrm>
              <a:off x="9222797" y="5391519"/>
              <a:ext cx="107280" cy="109080"/>
            </p14:xfrm>
          </p:contentPart>
        </mc:Choice>
        <mc:Fallback xmlns="">
          <p:pic>
            <p:nvPicPr>
              <p:cNvPr id="27" name="Ink 26">
                <a:extLst>
                  <a:ext uri="{FF2B5EF4-FFF2-40B4-BE49-F238E27FC236}">
                    <a16:creationId xmlns:a16="http://schemas.microsoft.com/office/drawing/2014/main" id="{80B5A248-E42C-ED11-AE98-C8AFC2EC5610}"/>
                  </a:ext>
                </a:extLst>
              </p:cNvPr>
              <p:cNvPicPr/>
              <p:nvPr/>
            </p:nvPicPr>
            <p:blipFill>
              <a:blip r:embed="rId13"/>
              <a:stretch>
                <a:fillRect/>
              </a:stretch>
            </p:blipFill>
            <p:spPr>
              <a:xfrm>
                <a:off x="9213797" y="5382879"/>
                <a:ext cx="12492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55EFB7B1-5C6E-2F71-D086-98C009ACC1F2}"/>
                  </a:ext>
                </a:extLst>
              </p14:cNvPr>
              <p14:cNvContentPartPr/>
              <p14:nvPr/>
            </p14:nvContentPartPr>
            <p14:xfrm>
              <a:off x="4557960" y="1411200"/>
              <a:ext cx="7011000" cy="5447160"/>
            </p14:xfrm>
          </p:contentPart>
        </mc:Choice>
        <mc:Fallback>
          <p:pic>
            <p:nvPicPr>
              <p:cNvPr id="8" name="Ink 7">
                <a:extLst>
                  <a:ext uri="{FF2B5EF4-FFF2-40B4-BE49-F238E27FC236}">
                    <a16:creationId xmlns:a16="http://schemas.microsoft.com/office/drawing/2014/main" id="{55EFB7B1-5C6E-2F71-D086-98C009ACC1F2}"/>
                  </a:ext>
                </a:extLst>
              </p:cNvPr>
              <p:cNvPicPr/>
              <p:nvPr/>
            </p:nvPicPr>
            <p:blipFill>
              <a:blip r:embed="rId15"/>
              <a:stretch>
                <a:fillRect/>
              </a:stretch>
            </p:blipFill>
            <p:spPr>
              <a:xfrm>
                <a:off x="4548600" y="1401840"/>
                <a:ext cx="7029720" cy="5465880"/>
              </a:xfrm>
              <a:prstGeom prst="rect">
                <a:avLst/>
              </a:prstGeom>
            </p:spPr>
          </p:pic>
        </mc:Fallback>
      </mc:AlternateContent>
    </p:spTree>
    <p:extLst>
      <p:ext uri="{BB962C8B-B14F-4D97-AF65-F5344CB8AC3E}">
        <p14:creationId xmlns:p14="http://schemas.microsoft.com/office/powerpoint/2010/main" val="3321496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64C9C3-C14C-163C-80C8-66598684BD55}"/>
              </a:ext>
            </a:extLst>
          </p:cNvPr>
          <p:cNvSpPr>
            <a:spLocks noGrp="1"/>
          </p:cNvSpPr>
          <p:nvPr>
            <p:ph type="body" idx="1"/>
          </p:nvPr>
        </p:nvSpPr>
        <p:spPr>
          <a:xfrm>
            <a:off x="622300" y="1160003"/>
            <a:ext cx="10947400" cy="2311727"/>
          </a:xfrm>
        </p:spPr>
        <p:txBody>
          <a:bodyPr/>
          <a:lstStyle/>
          <a:p>
            <a:endParaRPr lang="en-US" dirty="0"/>
          </a:p>
          <a:p>
            <a:endParaRPr lang="en-US" dirty="0"/>
          </a:p>
          <a:p>
            <a:endParaRPr lang="en-US" dirty="0"/>
          </a:p>
          <a:p>
            <a:r>
              <a:rPr lang="en-US" dirty="0"/>
              <a:t>Spring Security Intercepts All Requests</a:t>
            </a:r>
          </a:p>
        </p:txBody>
      </p:sp>
      <p:sp>
        <p:nvSpPr>
          <p:cNvPr id="3" name="Title 2">
            <a:extLst>
              <a:ext uri="{FF2B5EF4-FFF2-40B4-BE49-F238E27FC236}">
                <a16:creationId xmlns:a16="http://schemas.microsoft.com/office/drawing/2014/main" id="{CEFF6D16-20DF-5C90-7AF0-CC8748E04A51}"/>
              </a:ext>
            </a:extLst>
          </p:cNvPr>
          <p:cNvSpPr>
            <a:spLocks noGrp="1"/>
          </p:cNvSpPr>
          <p:nvPr>
            <p:ph type="title"/>
          </p:nvPr>
        </p:nvSpPr>
        <p:spPr/>
        <p:txBody>
          <a:bodyPr/>
          <a:lstStyle/>
          <a:p>
            <a:r>
              <a:rPr lang="en-US" dirty="0"/>
              <a:t>Intercepts Everything </a:t>
            </a:r>
          </a:p>
        </p:txBody>
      </p:sp>
      <p:sp>
        <p:nvSpPr>
          <p:cNvPr id="4" name="Rectangle 3">
            <a:extLst>
              <a:ext uri="{FF2B5EF4-FFF2-40B4-BE49-F238E27FC236}">
                <a16:creationId xmlns:a16="http://schemas.microsoft.com/office/drawing/2014/main" id="{788B445C-A17F-E596-8B3B-7D601A31DA7C}"/>
              </a:ext>
            </a:extLst>
          </p:cNvPr>
          <p:cNvSpPr/>
          <p:nvPr/>
        </p:nvSpPr>
        <p:spPr>
          <a:xfrm>
            <a:off x="622301" y="1631851"/>
            <a:ext cx="2419643"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Request</a:t>
            </a:r>
          </a:p>
        </p:txBody>
      </p:sp>
      <p:sp>
        <p:nvSpPr>
          <p:cNvPr id="5" name="Rectangle 4">
            <a:extLst>
              <a:ext uri="{FF2B5EF4-FFF2-40B4-BE49-F238E27FC236}">
                <a16:creationId xmlns:a16="http://schemas.microsoft.com/office/drawing/2014/main" id="{39778D0C-2733-1912-7F04-D49D77ACB1E8}"/>
              </a:ext>
            </a:extLst>
          </p:cNvPr>
          <p:cNvSpPr/>
          <p:nvPr/>
        </p:nvSpPr>
        <p:spPr>
          <a:xfrm>
            <a:off x="3432517" y="1631851"/>
            <a:ext cx="2419643"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Security</a:t>
            </a:r>
          </a:p>
        </p:txBody>
      </p:sp>
      <p:sp>
        <p:nvSpPr>
          <p:cNvPr id="6" name="Rectangle 5">
            <a:extLst>
              <a:ext uri="{FF2B5EF4-FFF2-40B4-BE49-F238E27FC236}">
                <a16:creationId xmlns:a16="http://schemas.microsoft.com/office/drawing/2014/main" id="{EADA6F2A-61BC-5D0D-6E6A-454FC71D5C38}"/>
              </a:ext>
            </a:extLst>
          </p:cNvPr>
          <p:cNvSpPr/>
          <p:nvPr/>
        </p:nvSpPr>
        <p:spPr>
          <a:xfrm>
            <a:off x="6242733" y="1631851"/>
            <a:ext cx="2419643"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Dispatcher</a:t>
            </a:r>
          </a:p>
        </p:txBody>
      </p:sp>
      <p:sp>
        <p:nvSpPr>
          <p:cNvPr id="7" name="Rectangle 6">
            <a:extLst>
              <a:ext uri="{FF2B5EF4-FFF2-40B4-BE49-F238E27FC236}">
                <a16:creationId xmlns:a16="http://schemas.microsoft.com/office/drawing/2014/main" id="{5E4E3801-AB79-EFC5-23A3-3E5EA6F4D7D2}"/>
              </a:ext>
            </a:extLst>
          </p:cNvPr>
          <p:cNvSpPr/>
          <p:nvPr/>
        </p:nvSpPr>
        <p:spPr>
          <a:xfrm>
            <a:off x="9150056" y="1631851"/>
            <a:ext cx="2419643"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Controllers</a:t>
            </a:r>
          </a:p>
        </p:txBody>
      </p:sp>
      <p:cxnSp>
        <p:nvCxnSpPr>
          <p:cNvPr id="9" name="Straight Arrow Connector 8">
            <a:extLst>
              <a:ext uri="{FF2B5EF4-FFF2-40B4-BE49-F238E27FC236}">
                <a16:creationId xmlns:a16="http://schemas.microsoft.com/office/drawing/2014/main" id="{CA094002-BD7C-B83B-26DE-5698F96BD6CD}"/>
              </a:ext>
            </a:extLst>
          </p:cNvPr>
          <p:cNvCxnSpPr>
            <a:stCxn id="4" idx="3"/>
            <a:endCxn id="5" idx="1"/>
          </p:cNvCxnSpPr>
          <p:nvPr/>
        </p:nvCxnSpPr>
        <p:spPr>
          <a:xfrm>
            <a:off x="3041944" y="2089051"/>
            <a:ext cx="3905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54E6E14-34AC-E3C0-1430-889A82B60D75}"/>
              </a:ext>
            </a:extLst>
          </p:cNvPr>
          <p:cNvCxnSpPr>
            <a:cxnSpLocks/>
            <a:endCxn id="6" idx="1"/>
          </p:cNvCxnSpPr>
          <p:nvPr/>
        </p:nvCxnSpPr>
        <p:spPr>
          <a:xfrm>
            <a:off x="5852160" y="2089051"/>
            <a:ext cx="3905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0026D38-4BEB-A618-A748-0A4D74911EB7}"/>
              </a:ext>
            </a:extLst>
          </p:cNvPr>
          <p:cNvCxnSpPr>
            <a:endCxn id="7" idx="1"/>
          </p:cNvCxnSpPr>
          <p:nvPr/>
        </p:nvCxnSpPr>
        <p:spPr>
          <a:xfrm>
            <a:off x="8662376" y="2089051"/>
            <a:ext cx="48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16" name="Ink 15">
                <a:extLst>
                  <a:ext uri="{FF2B5EF4-FFF2-40B4-BE49-F238E27FC236}">
                    <a16:creationId xmlns:a16="http://schemas.microsoft.com/office/drawing/2014/main" id="{45AA3BB0-815C-360A-3767-36A8810A31AB}"/>
                  </a:ext>
                </a:extLst>
              </p14:cNvPr>
              <p14:cNvContentPartPr/>
              <p14:nvPr/>
            </p14:nvContentPartPr>
            <p14:xfrm>
              <a:off x="2522520" y="1065960"/>
              <a:ext cx="3805920" cy="2930760"/>
            </p14:xfrm>
          </p:contentPart>
        </mc:Choice>
        <mc:Fallback>
          <p:pic>
            <p:nvPicPr>
              <p:cNvPr id="16" name="Ink 15">
                <a:extLst>
                  <a:ext uri="{FF2B5EF4-FFF2-40B4-BE49-F238E27FC236}">
                    <a16:creationId xmlns:a16="http://schemas.microsoft.com/office/drawing/2014/main" id="{45AA3BB0-815C-360A-3767-36A8810A31AB}"/>
                  </a:ext>
                </a:extLst>
              </p:cNvPr>
              <p:cNvPicPr/>
              <p:nvPr/>
            </p:nvPicPr>
            <p:blipFill>
              <a:blip r:embed="rId3"/>
              <a:stretch>
                <a:fillRect/>
              </a:stretch>
            </p:blipFill>
            <p:spPr>
              <a:xfrm>
                <a:off x="2513160" y="1056600"/>
                <a:ext cx="3824640" cy="2949480"/>
              </a:xfrm>
              <a:prstGeom prst="rect">
                <a:avLst/>
              </a:prstGeom>
            </p:spPr>
          </p:pic>
        </mc:Fallback>
      </mc:AlternateContent>
    </p:spTree>
    <p:extLst>
      <p:ext uri="{BB962C8B-B14F-4D97-AF65-F5344CB8AC3E}">
        <p14:creationId xmlns:p14="http://schemas.microsoft.com/office/powerpoint/2010/main" val="3818841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E67C46-CA92-AF1F-C16D-91CB7FB12B3F}"/>
              </a:ext>
            </a:extLst>
          </p:cNvPr>
          <p:cNvSpPr>
            <a:spLocks noGrp="1"/>
          </p:cNvSpPr>
          <p:nvPr>
            <p:ph type="body" idx="1"/>
          </p:nvPr>
        </p:nvSpPr>
        <p:spPr>
          <a:xfrm>
            <a:off x="622300" y="1160003"/>
            <a:ext cx="10947400" cy="5143272"/>
          </a:xfrm>
        </p:spPr>
        <p:txBody>
          <a:bodyPr/>
          <a:lstStyle/>
          <a:p>
            <a:r>
              <a:rPr lang="en-US" sz="2400" dirty="0"/>
              <a:t>Everything is Authenticated </a:t>
            </a:r>
          </a:p>
          <a:p>
            <a:pPr lvl="1"/>
            <a:r>
              <a:rPr lang="en-US" sz="2000" dirty="0"/>
              <a:t>You can Customized further </a:t>
            </a:r>
          </a:p>
          <a:p>
            <a:pPr lvl="1"/>
            <a:r>
              <a:rPr lang="en-US" sz="2000" dirty="0"/>
              <a:t>Whether the asking resource exits on the system or not.</a:t>
            </a:r>
          </a:p>
          <a:p>
            <a:r>
              <a:rPr lang="en-US" sz="2400" dirty="0"/>
              <a:t>Form Authentication is enabled </a:t>
            </a:r>
          </a:p>
          <a:p>
            <a:pPr lvl="1"/>
            <a:r>
              <a:rPr lang="en-US" sz="2000" dirty="0"/>
              <a:t>With default login form and logout features</a:t>
            </a:r>
          </a:p>
          <a:p>
            <a:r>
              <a:rPr lang="en-US" sz="2400" dirty="0"/>
              <a:t>Basic authentication enabled </a:t>
            </a:r>
          </a:p>
          <a:p>
            <a:r>
              <a:rPr lang="en-US" sz="2400" dirty="0"/>
              <a:t>Test User is Created </a:t>
            </a:r>
          </a:p>
          <a:p>
            <a:pPr lvl="1"/>
            <a:r>
              <a:rPr lang="en-US" sz="2000" dirty="0"/>
              <a:t>Credential printed in log (Username is user)</a:t>
            </a:r>
          </a:p>
          <a:p>
            <a:r>
              <a:rPr lang="en-US" sz="2400" dirty="0"/>
              <a:t>CSRF Protection is enabled </a:t>
            </a:r>
          </a:p>
          <a:p>
            <a:r>
              <a:rPr lang="en-US" sz="2400" dirty="0"/>
              <a:t>CORS requests are denied by default</a:t>
            </a:r>
          </a:p>
          <a:p>
            <a:r>
              <a:rPr lang="en-US" sz="2400" dirty="0"/>
              <a:t>X-frame Options is set to (frames are disabled )</a:t>
            </a:r>
          </a:p>
          <a:p>
            <a:r>
              <a:rPr lang="en-US" sz="2400" dirty="0" err="1"/>
              <a:t>Etc</a:t>
            </a:r>
            <a:r>
              <a:rPr lang="en-US" sz="2400" dirty="0"/>
              <a:t>…….</a:t>
            </a:r>
          </a:p>
        </p:txBody>
      </p:sp>
      <p:sp>
        <p:nvSpPr>
          <p:cNvPr id="3" name="Title 2">
            <a:extLst>
              <a:ext uri="{FF2B5EF4-FFF2-40B4-BE49-F238E27FC236}">
                <a16:creationId xmlns:a16="http://schemas.microsoft.com/office/drawing/2014/main" id="{95751F68-12A3-787E-F1FF-F33C1830A562}"/>
              </a:ext>
            </a:extLst>
          </p:cNvPr>
          <p:cNvSpPr>
            <a:spLocks noGrp="1"/>
          </p:cNvSpPr>
          <p:nvPr>
            <p:ph type="title"/>
          </p:nvPr>
        </p:nvSpPr>
        <p:spPr/>
        <p:txBody>
          <a:bodyPr/>
          <a:lstStyle/>
          <a:p>
            <a:r>
              <a:rPr lang="en-US" dirty="0"/>
              <a:t>Default Spring Security Configuration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5C7436C-2E36-DDEC-3835-4550DA96E32D}"/>
                  </a:ext>
                </a:extLst>
              </p14:cNvPr>
              <p14:cNvContentPartPr/>
              <p14:nvPr/>
            </p14:nvContentPartPr>
            <p14:xfrm>
              <a:off x="6313625" y="2955268"/>
              <a:ext cx="438480" cy="153000"/>
            </p14:xfrm>
          </p:contentPart>
        </mc:Choice>
        <mc:Fallback xmlns="">
          <p:pic>
            <p:nvPicPr>
              <p:cNvPr id="4" name="Ink 3">
                <a:extLst>
                  <a:ext uri="{FF2B5EF4-FFF2-40B4-BE49-F238E27FC236}">
                    <a16:creationId xmlns:a16="http://schemas.microsoft.com/office/drawing/2014/main" id="{E5C7436C-2E36-DDEC-3835-4550DA96E32D}"/>
                  </a:ext>
                </a:extLst>
              </p:cNvPr>
              <p:cNvPicPr/>
              <p:nvPr/>
            </p:nvPicPr>
            <p:blipFill>
              <a:blip r:embed="rId3"/>
              <a:stretch>
                <a:fillRect/>
              </a:stretch>
            </p:blipFill>
            <p:spPr>
              <a:xfrm>
                <a:off x="6304625" y="2946268"/>
                <a:ext cx="4561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5E1BEB9-BBA1-50CB-0E2B-C506A8597111}"/>
                  </a:ext>
                </a:extLst>
              </p14:cNvPr>
              <p14:cNvContentPartPr/>
              <p14:nvPr/>
            </p14:nvContentPartPr>
            <p14:xfrm>
              <a:off x="3984065" y="3776788"/>
              <a:ext cx="274320" cy="109080"/>
            </p14:xfrm>
          </p:contentPart>
        </mc:Choice>
        <mc:Fallback xmlns="">
          <p:pic>
            <p:nvPicPr>
              <p:cNvPr id="6" name="Ink 5">
                <a:extLst>
                  <a:ext uri="{FF2B5EF4-FFF2-40B4-BE49-F238E27FC236}">
                    <a16:creationId xmlns:a16="http://schemas.microsoft.com/office/drawing/2014/main" id="{E5E1BEB9-BBA1-50CB-0E2B-C506A8597111}"/>
                  </a:ext>
                </a:extLst>
              </p:cNvPr>
              <p:cNvPicPr/>
              <p:nvPr/>
            </p:nvPicPr>
            <p:blipFill>
              <a:blip r:embed="rId7"/>
              <a:stretch>
                <a:fillRect/>
              </a:stretch>
            </p:blipFill>
            <p:spPr>
              <a:xfrm>
                <a:off x="3975425" y="3768148"/>
                <a:ext cx="2919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8" name="Ink 27">
                <a:extLst>
                  <a:ext uri="{FF2B5EF4-FFF2-40B4-BE49-F238E27FC236}">
                    <a16:creationId xmlns:a16="http://schemas.microsoft.com/office/drawing/2014/main" id="{08C69756-C7DD-7E21-53B2-A0B4E18E65E4}"/>
                  </a:ext>
                </a:extLst>
              </p14:cNvPr>
              <p14:cNvContentPartPr/>
              <p14:nvPr/>
            </p14:nvContentPartPr>
            <p14:xfrm>
              <a:off x="3976877" y="3719319"/>
              <a:ext cx="349200" cy="213480"/>
            </p14:xfrm>
          </p:contentPart>
        </mc:Choice>
        <mc:Fallback xmlns="">
          <p:pic>
            <p:nvPicPr>
              <p:cNvPr id="28" name="Ink 27">
                <a:extLst>
                  <a:ext uri="{FF2B5EF4-FFF2-40B4-BE49-F238E27FC236}">
                    <a16:creationId xmlns:a16="http://schemas.microsoft.com/office/drawing/2014/main" id="{08C69756-C7DD-7E21-53B2-A0B4E18E65E4}"/>
                  </a:ext>
                </a:extLst>
              </p:cNvPr>
              <p:cNvPicPr/>
              <p:nvPr/>
            </p:nvPicPr>
            <p:blipFill>
              <a:blip r:embed="rId91"/>
              <a:stretch>
                <a:fillRect/>
              </a:stretch>
            </p:blipFill>
            <p:spPr>
              <a:xfrm>
                <a:off x="3967877" y="3710679"/>
                <a:ext cx="3668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9" name="Ink 68">
                <a:extLst>
                  <a:ext uri="{FF2B5EF4-FFF2-40B4-BE49-F238E27FC236}">
                    <a16:creationId xmlns:a16="http://schemas.microsoft.com/office/drawing/2014/main" id="{38491F60-1C3B-4FA3-9EB0-48403517A7A4}"/>
                  </a:ext>
                </a:extLst>
              </p14:cNvPr>
              <p14:cNvContentPartPr/>
              <p14:nvPr/>
            </p14:nvContentPartPr>
            <p14:xfrm>
              <a:off x="4424357" y="4471719"/>
              <a:ext cx="1410840" cy="138960"/>
            </p14:xfrm>
          </p:contentPart>
        </mc:Choice>
        <mc:Fallback xmlns="">
          <p:pic>
            <p:nvPicPr>
              <p:cNvPr id="69" name="Ink 68">
                <a:extLst>
                  <a:ext uri="{FF2B5EF4-FFF2-40B4-BE49-F238E27FC236}">
                    <a16:creationId xmlns:a16="http://schemas.microsoft.com/office/drawing/2014/main" id="{38491F60-1C3B-4FA3-9EB0-48403517A7A4}"/>
                  </a:ext>
                </a:extLst>
              </p:cNvPr>
              <p:cNvPicPr/>
              <p:nvPr/>
            </p:nvPicPr>
            <p:blipFill>
              <a:blip r:embed="rId129"/>
              <a:stretch>
                <a:fillRect/>
              </a:stretch>
            </p:blipFill>
            <p:spPr>
              <a:xfrm>
                <a:off x="4415357" y="4462719"/>
                <a:ext cx="14284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1" name="Ink 70">
                <a:extLst>
                  <a:ext uri="{FF2B5EF4-FFF2-40B4-BE49-F238E27FC236}">
                    <a16:creationId xmlns:a16="http://schemas.microsoft.com/office/drawing/2014/main" id="{7FA56A47-0ABB-896A-BE76-9A076CD0E597}"/>
                  </a:ext>
                </a:extLst>
              </p14:cNvPr>
              <p14:cNvContentPartPr/>
              <p14:nvPr/>
            </p14:nvContentPartPr>
            <p14:xfrm>
              <a:off x="4780757" y="4697799"/>
              <a:ext cx="470520" cy="130680"/>
            </p14:xfrm>
          </p:contentPart>
        </mc:Choice>
        <mc:Fallback xmlns="">
          <p:pic>
            <p:nvPicPr>
              <p:cNvPr id="71" name="Ink 70">
                <a:extLst>
                  <a:ext uri="{FF2B5EF4-FFF2-40B4-BE49-F238E27FC236}">
                    <a16:creationId xmlns:a16="http://schemas.microsoft.com/office/drawing/2014/main" id="{7FA56A47-0ABB-896A-BE76-9A076CD0E597}"/>
                  </a:ext>
                </a:extLst>
              </p:cNvPr>
              <p:cNvPicPr/>
              <p:nvPr/>
            </p:nvPicPr>
            <p:blipFill>
              <a:blip r:embed="rId131"/>
              <a:stretch>
                <a:fillRect/>
              </a:stretch>
            </p:blipFill>
            <p:spPr>
              <a:xfrm>
                <a:off x="4771757" y="4689159"/>
                <a:ext cx="4881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2" name="Ink 71">
                <a:extLst>
                  <a:ext uri="{FF2B5EF4-FFF2-40B4-BE49-F238E27FC236}">
                    <a16:creationId xmlns:a16="http://schemas.microsoft.com/office/drawing/2014/main" id="{B4AA9DF8-9EC8-DE70-36E4-71DE58AAFD78}"/>
                  </a:ext>
                </a:extLst>
              </p14:cNvPr>
              <p14:cNvContentPartPr/>
              <p14:nvPr/>
            </p14:nvContentPartPr>
            <p14:xfrm>
              <a:off x="5944637" y="4978239"/>
              <a:ext cx="496440" cy="254160"/>
            </p14:xfrm>
          </p:contentPart>
        </mc:Choice>
        <mc:Fallback xmlns="">
          <p:pic>
            <p:nvPicPr>
              <p:cNvPr id="72" name="Ink 71">
                <a:extLst>
                  <a:ext uri="{FF2B5EF4-FFF2-40B4-BE49-F238E27FC236}">
                    <a16:creationId xmlns:a16="http://schemas.microsoft.com/office/drawing/2014/main" id="{B4AA9DF8-9EC8-DE70-36E4-71DE58AAFD78}"/>
                  </a:ext>
                </a:extLst>
              </p:cNvPr>
              <p:cNvPicPr/>
              <p:nvPr/>
            </p:nvPicPr>
            <p:blipFill>
              <a:blip r:embed="rId133"/>
              <a:stretch>
                <a:fillRect/>
              </a:stretch>
            </p:blipFill>
            <p:spPr>
              <a:xfrm>
                <a:off x="5935637" y="4969239"/>
                <a:ext cx="514080" cy="271800"/>
              </a:xfrm>
              <a:prstGeom prst="rect">
                <a:avLst/>
              </a:prstGeom>
            </p:spPr>
          </p:pic>
        </mc:Fallback>
      </mc:AlternateContent>
      <p:grpSp>
        <p:nvGrpSpPr>
          <p:cNvPr id="75" name="Group 74">
            <a:extLst>
              <a:ext uri="{FF2B5EF4-FFF2-40B4-BE49-F238E27FC236}">
                <a16:creationId xmlns:a16="http://schemas.microsoft.com/office/drawing/2014/main" id="{D7169BA2-68DD-44E1-E4C6-472DE7DAF9BF}"/>
              </a:ext>
            </a:extLst>
          </p:cNvPr>
          <p:cNvGrpSpPr/>
          <p:nvPr/>
        </p:nvGrpSpPr>
        <p:grpSpPr>
          <a:xfrm>
            <a:off x="7380677" y="5555319"/>
            <a:ext cx="481680" cy="223560"/>
            <a:chOff x="7380677" y="5555319"/>
            <a:chExt cx="481680" cy="223560"/>
          </a:xfrm>
        </p:grpSpPr>
        <mc:AlternateContent xmlns:mc="http://schemas.openxmlformats.org/markup-compatibility/2006" xmlns:p14="http://schemas.microsoft.com/office/powerpoint/2010/main">
          <mc:Choice Requires="p14">
            <p:contentPart p14:bwMode="auto" r:id="rId134">
              <p14:nvContentPartPr>
                <p14:cNvPr id="73" name="Ink 72">
                  <a:extLst>
                    <a:ext uri="{FF2B5EF4-FFF2-40B4-BE49-F238E27FC236}">
                      <a16:creationId xmlns:a16="http://schemas.microsoft.com/office/drawing/2014/main" id="{63BC4D04-10BE-A8E5-FEDF-E4F737B2E1AE}"/>
                    </a:ext>
                  </a:extLst>
                </p14:cNvPr>
                <p14:cNvContentPartPr/>
                <p14:nvPr/>
              </p14:nvContentPartPr>
              <p14:xfrm>
                <a:off x="7380677" y="5616159"/>
                <a:ext cx="474840" cy="162720"/>
              </p14:xfrm>
            </p:contentPart>
          </mc:Choice>
          <mc:Fallback xmlns="">
            <p:pic>
              <p:nvPicPr>
                <p:cNvPr id="73" name="Ink 72">
                  <a:extLst>
                    <a:ext uri="{FF2B5EF4-FFF2-40B4-BE49-F238E27FC236}">
                      <a16:creationId xmlns:a16="http://schemas.microsoft.com/office/drawing/2014/main" id="{63BC4D04-10BE-A8E5-FEDF-E4F737B2E1AE}"/>
                    </a:ext>
                  </a:extLst>
                </p:cNvPr>
                <p:cNvPicPr/>
                <p:nvPr/>
              </p:nvPicPr>
              <p:blipFill>
                <a:blip r:embed="rId135"/>
                <a:stretch>
                  <a:fillRect/>
                </a:stretch>
              </p:blipFill>
              <p:spPr>
                <a:xfrm>
                  <a:off x="7371677" y="5607159"/>
                  <a:ext cx="4924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4" name="Ink 73">
                  <a:extLst>
                    <a:ext uri="{FF2B5EF4-FFF2-40B4-BE49-F238E27FC236}">
                      <a16:creationId xmlns:a16="http://schemas.microsoft.com/office/drawing/2014/main" id="{337CB760-D130-D5EF-50A6-FB9A2440EB66}"/>
                    </a:ext>
                  </a:extLst>
                </p14:cNvPr>
                <p14:cNvContentPartPr/>
                <p14:nvPr/>
              </p14:nvContentPartPr>
              <p14:xfrm>
                <a:off x="7739597" y="5555319"/>
                <a:ext cx="122760" cy="181080"/>
              </p14:xfrm>
            </p:contentPart>
          </mc:Choice>
          <mc:Fallback xmlns="">
            <p:pic>
              <p:nvPicPr>
                <p:cNvPr id="74" name="Ink 73">
                  <a:extLst>
                    <a:ext uri="{FF2B5EF4-FFF2-40B4-BE49-F238E27FC236}">
                      <a16:creationId xmlns:a16="http://schemas.microsoft.com/office/drawing/2014/main" id="{337CB760-D130-D5EF-50A6-FB9A2440EB66}"/>
                    </a:ext>
                  </a:extLst>
                </p:cNvPr>
                <p:cNvPicPr/>
                <p:nvPr/>
              </p:nvPicPr>
              <p:blipFill>
                <a:blip r:embed="rId137"/>
                <a:stretch>
                  <a:fillRect/>
                </a:stretch>
              </p:blipFill>
              <p:spPr>
                <a:xfrm>
                  <a:off x="7730597" y="5546319"/>
                  <a:ext cx="140400" cy="198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8">
            <p14:nvContentPartPr>
              <p14:cNvPr id="76" name="Ink 75">
                <a:extLst>
                  <a:ext uri="{FF2B5EF4-FFF2-40B4-BE49-F238E27FC236}">
                    <a16:creationId xmlns:a16="http://schemas.microsoft.com/office/drawing/2014/main" id="{85566B6F-AA26-6C95-C4EB-48F947C1C0F7}"/>
                  </a:ext>
                </a:extLst>
              </p14:cNvPr>
              <p14:cNvContentPartPr/>
              <p14:nvPr/>
            </p14:nvContentPartPr>
            <p14:xfrm>
              <a:off x="396720" y="973800"/>
              <a:ext cx="10573560" cy="5195880"/>
            </p14:xfrm>
          </p:contentPart>
        </mc:Choice>
        <mc:Fallback>
          <p:pic>
            <p:nvPicPr>
              <p:cNvPr id="76" name="Ink 75">
                <a:extLst>
                  <a:ext uri="{FF2B5EF4-FFF2-40B4-BE49-F238E27FC236}">
                    <a16:creationId xmlns:a16="http://schemas.microsoft.com/office/drawing/2014/main" id="{85566B6F-AA26-6C95-C4EB-48F947C1C0F7}"/>
                  </a:ext>
                </a:extLst>
              </p:cNvPr>
              <p:cNvPicPr/>
              <p:nvPr/>
            </p:nvPicPr>
            <p:blipFill>
              <a:blip r:embed="rId139"/>
              <a:stretch>
                <a:fillRect/>
              </a:stretch>
            </p:blipFill>
            <p:spPr>
              <a:xfrm>
                <a:off x="387360" y="964440"/>
                <a:ext cx="10592280" cy="5214600"/>
              </a:xfrm>
              <a:prstGeom prst="rect">
                <a:avLst/>
              </a:prstGeom>
            </p:spPr>
          </p:pic>
        </mc:Fallback>
      </mc:AlternateContent>
    </p:spTree>
    <p:extLst>
      <p:ext uri="{BB962C8B-B14F-4D97-AF65-F5344CB8AC3E}">
        <p14:creationId xmlns:p14="http://schemas.microsoft.com/office/powerpoint/2010/main" val="2101511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399067-9A89-87F2-D44C-7A2292ED37C3}"/>
              </a:ext>
            </a:extLst>
          </p:cNvPr>
          <p:cNvSpPr>
            <a:spLocks noGrp="1"/>
          </p:cNvSpPr>
          <p:nvPr>
            <p:ph type="body" idx="1"/>
          </p:nvPr>
        </p:nvSpPr>
        <p:spPr>
          <a:xfrm>
            <a:off x="622300" y="1160003"/>
            <a:ext cx="10947400" cy="6805265"/>
          </a:xfrm>
        </p:spPr>
        <p:txBody>
          <a:bodyPr/>
          <a:lstStyle/>
          <a:p>
            <a:r>
              <a:rPr lang="en-US" dirty="0"/>
              <a:t>Cross Origin Resource Sharing (CORS):</a:t>
            </a:r>
          </a:p>
          <a:p>
            <a:pPr lvl="1"/>
            <a:r>
              <a:rPr lang="en-US" dirty="0"/>
              <a:t>Does not allow calls from other domains by default.</a:t>
            </a:r>
          </a:p>
          <a:p>
            <a:r>
              <a:rPr lang="en-US" dirty="0"/>
              <a:t>Cross Site Request Forgery (CSRF):</a:t>
            </a:r>
          </a:p>
          <a:p>
            <a:pPr lvl="1"/>
            <a:r>
              <a:rPr lang="en-US" dirty="0"/>
              <a:t>A malicious website making use of previous authentication on your website.</a:t>
            </a:r>
          </a:p>
          <a:p>
            <a:pPr lvl="1"/>
            <a:r>
              <a:rPr lang="en-US" dirty="0"/>
              <a:t>Default CSRF protection enabled for updates request </a:t>
            </a:r>
            <a:r>
              <a:rPr lang="en-US" dirty="0" err="1"/>
              <a:t>put|Post</a:t>
            </a:r>
            <a:r>
              <a:rPr lang="en-US" dirty="0"/>
              <a:t> </a:t>
            </a:r>
            <a:r>
              <a:rPr lang="en-US" dirty="0" err="1"/>
              <a:t>etc</a:t>
            </a:r>
            <a:endParaRPr lang="en-US" dirty="0"/>
          </a:p>
          <a:p>
            <a:pPr lvl="1"/>
            <a:r>
              <a:rPr lang="en-US" dirty="0"/>
              <a:t>Login Page | Logout Page </a:t>
            </a:r>
            <a:r>
              <a:rPr lang="en-US" dirty="0" err="1"/>
              <a:t>etc</a:t>
            </a:r>
            <a:endParaRPr lang="en-US" dirty="0"/>
          </a:p>
          <a:p>
            <a:r>
              <a:rPr lang="en-US" dirty="0"/>
              <a:t>Order of filter :</a:t>
            </a:r>
          </a:p>
          <a:p>
            <a:pPr lvl="1"/>
            <a:r>
              <a:rPr lang="en-US" dirty="0"/>
              <a:t>Basic Check Filter : CORS|CSRF</a:t>
            </a:r>
          </a:p>
          <a:p>
            <a:pPr lvl="1"/>
            <a:r>
              <a:rPr lang="en-US" dirty="0"/>
              <a:t>Authentication Filter</a:t>
            </a:r>
          </a:p>
          <a:p>
            <a:pPr lvl="1"/>
            <a:r>
              <a:rPr lang="en-US" dirty="0"/>
              <a:t>Authorization Filter</a:t>
            </a:r>
          </a:p>
          <a:p>
            <a:pPr lvl="1"/>
            <a:endParaRPr lang="en-US" dirty="0"/>
          </a:p>
          <a:p>
            <a:endParaRPr lang="en-US" dirty="0"/>
          </a:p>
        </p:txBody>
      </p:sp>
      <p:sp>
        <p:nvSpPr>
          <p:cNvPr id="3" name="Title 2">
            <a:extLst>
              <a:ext uri="{FF2B5EF4-FFF2-40B4-BE49-F238E27FC236}">
                <a16:creationId xmlns:a16="http://schemas.microsoft.com/office/drawing/2014/main" id="{4737291E-687C-FDB6-1317-E1F802130769}"/>
              </a:ext>
            </a:extLst>
          </p:cNvPr>
          <p:cNvSpPr>
            <a:spLocks noGrp="1"/>
          </p:cNvSpPr>
          <p:nvPr>
            <p:ph type="title"/>
          </p:nvPr>
        </p:nvSpPr>
        <p:spPr/>
        <p:txBody>
          <a:bodyPr/>
          <a:lstStyle/>
          <a:p>
            <a:endParaRPr lang="en-US" dirty="0"/>
          </a:p>
        </p:txBody>
      </p:sp>
      <mc:AlternateContent xmlns:mc="http://schemas.openxmlformats.org/markup-compatibility/2006">
        <mc:Choice xmlns:p14="http://schemas.microsoft.com/office/powerpoint/2010/main" Requires="p14">
          <p:contentPart p14:bwMode="auto" r:id="rId2">
            <p14:nvContentPartPr>
              <p14:cNvPr id="35" name="Ink 34">
                <a:extLst>
                  <a:ext uri="{FF2B5EF4-FFF2-40B4-BE49-F238E27FC236}">
                    <a16:creationId xmlns:a16="http://schemas.microsoft.com/office/drawing/2014/main" id="{AAB3B0B1-095E-2489-3D8F-EEE7FBBCD9CB}"/>
                  </a:ext>
                </a:extLst>
              </p14:cNvPr>
              <p14:cNvContentPartPr/>
              <p14:nvPr/>
            </p14:nvContentPartPr>
            <p14:xfrm>
              <a:off x="848837" y="2394952"/>
              <a:ext cx="294120" cy="2665800"/>
            </p14:xfrm>
          </p:contentPart>
        </mc:Choice>
        <mc:Fallback>
          <p:pic>
            <p:nvPicPr>
              <p:cNvPr id="35" name="Ink 34">
                <a:extLst>
                  <a:ext uri="{FF2B5EF4-FFF2-40B4-BE49-F238E27FC236}">
                    <a16:creationId xmlns:a16="http://schemas.microsoft.com/office/drawing/2014/main" id="{AAB3B0B1-095E-2489-3D8F-EEE7FBBCD9CB}"/>
                  </a:ext>
                </a:extLst>
              </p:cNvPr>
              <p:cNvPicPr/>
              <p:nvPr/>
            </p:nvPicPr>
            <p:blipFill>
              <a:blip r:embed="rId3"/>
              <a:stretch>
                <a:fillRect/>
              </a:stretch>
            </p:blipFill>
            <p:spPr>
              <a:xfrm>
                <a:off x="840197" y="2385952"/>
                <a:ext cx="311760" cy="2683440"/>
              </a:xfrm>
              <a:prstGeom prst="rect">
                <a:avLst/>
              </a:prstGeom>
            </p:spPr>
          </p:pic>
        </mc:Fallback>
      </mc:AlternateContent>
      <p:grpSp>
        <p:nvGrpSpPr>
          <p:cNvPr id="45" name="Group 44">
            <a:extLst>
              <a:ext uri="{FF2B5EF4-FFF2-40B4-BE49-F238E27FC236}">
                <a16:creationId xmlns:a16="http://schemas.microsoft.com/office/drawing/2014/main" id="{8CE9689F-1E2E-8AE9-59C7-FC1EC6B955E1}"/>
              </a:ext>
            </a:extLst>
          </p:cNvPr>
          <p:cNvGrpSpPr/>
          <p:nvPr/>
        </p:nvGrpSpPr>
        <p:grpSpPr>
          <a:xfrm>
            <a:off x="8119757" y="149632"/>
            <a:ext cx="4050360" cy="4354200"/>
            <a:chOff x="8119757" y="149632"/>
            <a:chExt cx="4050360" cy="435420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9D202245-126F-64C8-0823-A755732F53BB}"/>
                    </a:ext>
                  </a:extLst>
                </p14:cNvPr>
                <p14:cNvContentPartPr/>
                <p14:nvPr/>
              </p14:nvContentPartPr>
              <p14:xfrm>
                <a:off x="8749397" y="1287952"/>
                <a:ext cx="280440" cy="605160"/>
              </p14:xfrm>
            </p:contentPart>
          </mc:Choice>
          <mc:Fallback>
            <p:pic>
              <p:nvPicPr>
                <p:cNvPr id="4" name="Ink 3">
                  <a:extLst>
                    <a:ext uri="{FF2B5EF4-FFF2-40B4-BE49-F238E27FC236}">
                      <a16:creationId xmlns:a16="http://schemas.microsoft.com/office/drawing/2014/main" id="{9D202245-126F-64C8-0823-A755732F53BB}"/>
                    </a:ext>
                  </a:extLst>
                </p:cNvPr>
                <p:cNvPicPr/>
                <p:nvPr/>
              </p:nvPicPr>
              <p:blipFill>
                <a:blip r:embed="rId5"/>
                <a:stretch>
                  <a:fillRect/>
                </a:stretch>
              </p:blipFill>
              <p:spPr>
                <a:xfrm>
                  <a:off x="8740397" y="1279312"/>
                  <a:ext cx="298080" cy="622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7C7CF120-1BCB-0E85-6207-D14ED9F555CB}"/>
                    </a:ext>
                  </a:extLst>
                </p14:cNvPr>
                <p14:cNvContentPartPr/>
                <p14:nvPr/>
              </p14:nvContentPartPr>
              <p14:xfrm>
                <a:off x="9028757" y="1655152"/>
                <a:ext cx="136440" cy="152280"/>
              </p14:xfrm>
            </p:contentPart>
          </mc:Choice>
          <mc:Fallback>
            <p:pic>
              <p:nvPicPr>
                <p:cNvPr id="5" name="Ink 4">
                  <a:extLst>
                    <a:ext uri="{FF2B5EF4-FFF2-40B4-BE49-F238E27FC236}">
                      <a16:creationId xmlns:a16="http://schemas.microsoft.com/office/drawing/2014/main" id="{7C7CF120-1BCB-0E85-6207-D14ED9F555CB}"/>
                    </a:ext>
                  </a:extLst>
                </p:cNvPr>
                <p:cNvPicPr/>
                <p:nvPr/>
              </p:nvPicPr>
              <p:blipFill>
                <a:blip r:embed="rId7"/>
                <a:stretch>
                  <a:fillRect/>
                </a:stretch>
              </p:blipFill>
              <p:spPr>
                <a:xfrm>
                  <a:off x="9020117" y="1646512"/>
                  <a:ext cx="1540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8FCF88AD-FDE7-EAAD-F1F5-80D10EC3AC4B}"/>
                    </a:ext>
                  </a:extLst>
                </p14:cNvPr>
                <p14:cNvContentPartPr/>
                <p14:nvPr/>
              </p14:nvContentPartPr>
              <p14:xfrm>
                <a:off x="9268877" y="1353112"/>
                <a:ext cx="357480" cy="442080"/>
              </p14:xfrm>
            </p:contentPart>
          </mc:Choice>
          <mc:Fallback>
            <p:pic>
              <p:nvPicPr>
                <p:cNvPr id="6" name="Ink 5">
                  <a:extLst>
                    <a:ext uri="{FF2B5EF4-FFF2-40B4-BE49-F238E27FC236}">
                      <a16:creationId xmlns:a16="http://schemas.microsoft.com/office/drawing/2014/main" id="{8FCF88AD-FDE7-EAAD-F1F5-80D10EC3AC4B}"/>
                    </a:ext>
                  </a:extLst>
                </p:cNvPr>
                <p:cNvPicPr/>
                <p:nvPr/>
              </p:nvPicPr>
              <p:blipFill>
                <a:blip r:embed="rId9"/>
                <a:stretch>
                  <a:fillRect/>
                </a:stretch>
              </p:blipFill>
              <p:spPr>
                <a:xfrm>
                  <a:off x="9259877" y="1344112"/>
                  <a:ext cx="375120" cy="459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B8671C39-BC48-450D-8D3A-4248CC5B7DC0}"/>
                    </a:ext>
                  </a:extLst>
                </p14:cNvPr>
                <p14:cNvContentPartPr/>
                <p14:nvPr/>
              </p14:nvContentPartPr>
              <p14:xfrm>
                <a:off x="9734357" y="1326112"/>
                <a:ext cx="288360" cy="414000"/>
              </p14:xfrm>
            </p:contentPart>
          </mc:Choice>
          <mc:Fallback>
            <p:pic>
              <p:nvPicPr>
                <p:cNvPr id="7" name="Ink 6">
                  <a:extLst>
                    <a:ext uri="{FF2B5EF4-FFF2-40B4-BE49-F238E27FC236}">
                      <a16:creationId xmlns:a16="http://schemas.microsoft.com/office/drawing/2014/main" id="{B8671C39-BC48-450D-8D3A-4248CC5B7DC0}"/>
                    </a:ext>
                  </a:extLst>
                </p:cNvPr>
                <p:cNvPicPr/>
                <p:nvPr/>
              </p:nvPicPr>
              <p:blipFill>
                <a:blip r:embed="rId11"/>
                <a:stretch>
                  <a:fillRect/>
                </a:stretch>
              </p:blipFill>
              <p:spPr>
                <a:xfrm>
                  <a:off x="9725717" y="1317112"/>
                  <a:ext cx="306000" cy="431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8D0C33F1-D36E-38CF-9AAA-989635338603}"/>
                    </a:ext>
                  </a:extLst>
                </p14:cNvPr>
                <p14:cNvContentPartPr/>
                <p14:nvPr/>
              </p14:nvContentPartPr>
              <p14:xfrm>
                <a:off x="10008317" y="1544272"/>
                <a:ext cx="132120" cy="182520"/>
              </p14:xfrm>
            </p:contentPart>
          </mc:Choice>
          <mc:Fallback>
            <p:pic>
              <p:nvPicPr>
                <p:cNvPr id="8" name="Ink 7">
                  <a:extLst>
                    <a:ext uri="{FF2B5EF4-FFF2-40B4-BE49-F238E27FC236}">
                      <a16:creationId xmlns:a16="http://schemas.microsoft.com/office/drawing/2014/main" id="{8D0C33F1-D36E-38CF-9AAA-989635338603}"/>
                    </a:ext>
                  </a:extLst>
                </p:cNvPr>
                <p:cNvPicPr/>
                <p:nvPr/>
              </p:nvPicPr>
              <p:blipFill>
                <a:blip r:embed="rId13"/>
                <a:stretch>
                  <a:fillRect/>
                </a:stretch>
              </p:blipFill>
              <p:spPr>
                <a:xfrm>
                  <a:off x="9999317" y="1535272"/>
                  <a:ext cx="14976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3E62CAE0-15E1-5F5F-6277-5A180C312B0F}"/>
                    </a:ext>
                  </a:extLst>
                </p14:cNvPr>
                <p14:cNvContentPartPr/>
                <p14:nvPr/>
              </p14:nvContentPartPr>
              <p14:xfrm>
                <a:off x="10187957" y="1337632"/>
                <a:ext cx="25560" cy="338040"/>
              </p14:xfrm>
            </p:contentPart>
          </mc:Choice>
          <mc:Fallback>
            <p:pic>
              <p:nvPicPr>
                <p:cNvPr id="9" name="Ink 8">
                  <a:extLst>
                    <a:ext uri="{FF2B5EF4-FFF2-40B4-BE49-F238E27FC236}">
                      <a16:creationId xmlns:a16="http://schemas.microsoft.com/office/drawing/2014/main" id="{3E62CAE0-15E1-5F5F-6277-5A180C312B0F}"/>
                    </a:ext>
                  </a:extLst>
                </p:cNvPr>
                <p:cNvPicPr/>
                <p:nvPr/>
              </p:nvPicPr>
              <p:blipFill>
                <a:blip r:embed="rId15"/>
                <a:stretch>
                  <a:fillRect/>
                </a:stretch>
              </p:blipFill>
              <p:spPr>
                <a:xfrm>
                  <a:off x="10178957" y="1328992"/>
                  <a:ext cx="4320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01F95F29-B531-02A5-3E64-0E952AF30989}"/>
                    </a:ext>
                  </a:extLst>
                </p14:cNvPr>
                <p14:cNvContentPartPr/>
                <p14:nvPr/>
              </p14:nvContentPartPr>
              <p14:xfrm>
                <a:off x="10207037" y="1519432"/>
                <a:ext cx="21960" cy="93240"/>
              </p14:xfrm>
            </p:contentPart>
          </mc:Choice>
          <mc:Fallback>
            <p:pic>
              <p:nvPicPr>
                <p:cNvPr id="10" name="Ink 9">
                  <a:extLst>
                    <a:ext uri="{FF2B5EF4-FFF2-40B4-BE49-F238E27FC236}">
                      <a16:creationId xmlns:a16="http://schemas.microsoft.com/office/drawing/2014/main" id="{01F95F29-B531-02A5-3E64-0E952AF30989}"/>
                    </a:ext>
                  </a:extLst>
                </p:cNvPr>
                <p:cNvPicPr/>
                <p:nvPr/>
              </p:nvPicPr>
              <p:blipFill>
                <a:blip r:embed="rId17"/>
                <a:stretch>
                  <a:fillRect/>
                </a:stretch>
              </p:blipFill>
              <p:spPr>
                <a:xfrm>
                  <a:off x="10198037" y="1510432"/>
                  <a:ext cx="3960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A9015796-7B8D-0087-A15F-4967C81DE9AC}"/>
                    </a:ext>
                  </a:extLst>
                </p14:cNvPr>
                <p14:cNvContentPartPr/>
                <p14:nvPr/>
              </p14:nvContentPartPr>
              <p14:xfrm>
                <a:off x="10365437" y="1408912"/>
                <a:ext cx="19080" cy="74160"/>
              </p14:xfrm>
            </p:contentPart>
          </mc:Choice>
          <mc:Fallback>
            <p:pic>
              <p:nvPicPr>
                <p:cNvPr id="11" name="Ink 10">
                  <a:extLst>
                    <a:ext uri="{FF2B5EF4-FFF2-40B4-BE49-F238E27FC236}">
                      <a16:creationId xmlns:a16="http://schemas.microsoft.com/office/drawing/2014/main" id="{A9015796-7B8D-0087-A15F-4967C81DE9AC}"/>
                    </a:ext>
                  </a:extLst>
                </p:cNvPr>
                <p:cNvPicPr/>
                <p:nvPr/>
              </p:nvPicPr>
              <p:blipFill>
                <a:blip r:embed="rId19"/>
                <a:stretch>
                  <a:fillRect/>
                </a:stretch>
              </p:blipFill>
              <p:spPr>
                <a:xfrm>
                  <a:off x="10356437" y="1399912"/>
                  <a:ext cx="3672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143D08A5-5C8C-B2F0-7BC8-CE9F5CB8DB2B}"/>
                    </a:ext>
                  </a:extLst>
                </p14:cNvPr>
                <p14:cNvContentPartPr/>
                <p14:nvPr/>
              </p14:nvContentPartPr>
              <p14:xfrm>
                <a:off x="10380917" y="1604392"/>
                <a:ext cx="20520" cy="26640"/>
              </p14:xfrm>
            </p:contentPart>
          </mc:Choice>
          <mc:Fallback>
            <p:pic>
              <p:nvPicPr>
                <p:cNvPr id="12" name="Ink 11">
                  <a:extLst>
                    <a:ext uri="{FF2B5EF4-FFF2-40B4-BE49-F238E27FC236}">
                      <a16:creationId xmlns:a16="http://schemas.microsoft.com/office/drawing/2014/main" id="{143D08A5-5C8C-B2F0-7BC8-CE9F5CB8DB2B}"/>
                    </a:ext>
                  </a:extLst>
                </p:cNvPr>
                <p:cNvPicPr/>
                <p:nvPr/>
              </p:nvPicPr>
              <p:blipFill>
                <a:blip r:embed="rId21"/>
                <a:stretch>
                  <a:fillRect/>
                </a:stretch>
              </p:blipFill>
              <p:spPr>
                <a:xfrm>
                  <a:off x="10372277" y="1595392"/>
                  <a:ext cx="3816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73F5E705-4053-C447-3F55-D0A7C171FFDF}"/>
                    </a:ext>
                  </a:extLst>
                </p14:cNvPr>
                <p14:cNvContentPartPr/>
                <p14:nvPr/>
              </p14:nvContentPartPr>
              <p14:xfrm>
                <a:off x="10558037" y="1315672"/>
                <a:ext cx="165240" cy="277200"/>
              </p14:xfrm>
            </p:contentPart>
          </mc:Choice>
          <mc:Fallback>
            <p:pic>
              <p:nvPicPr>
                <p:cNvPr id="14" name="Ink 13">
                  <a:extLst>
                    <a:ext uri="{FF2B5EF4-FFF2-40B4-BE49-F238E27FC236}">
                      <a16:creationId xmlns:a16="http://schemas.microsoft.com/office/drawing/2014/main" id="{73F5E705-4053-C447-3F55-D0A7C171FFDF}"/>
                    </a:ext>
                  </a:extLst>
                </p:cNvPr>
                <p:cNvPicPr/>
                <p:nvPr/>
              </p:nvPicPr>
              <p:blipFill>
                <a:blip r:embed="rId23"/>
                <a:stretch>
                  <a:fillRect/>
                </a:stretch>
              </p:blipFill>
              <p:spPr>
                <a:xfrm>
                  <a:off x="10549397" y="1307032"/>
                  <a:ext cx="182880" cy="2948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4CE0B68A-AD4C-8C30-85F0-464C243F0BDA}"/>
                    </a:ext>
                  </a:extLst>
                </p14:cNvPr>
                <p14:cNvContentPartPr/>
                <p14:nvPr/>
              </p14:nvContentPartPr>
              <p14:xfrm>
                <a:off x="10809317" y="1438792"/>
                <a:ext cx="118440" cy="159840"/>
              </p14:xfrm>
            </p:contentPart>
          </mc:Choice>
          <mc:Fallback>
            <p:pic>
              <p:nvPicPr>
                <p:cNvPr id="15" name="Ink 14">
                  <a:extLst>
                    <a:ext uri="{FF2B5EF4-FFF2-40B4-BE49-F238E27FC236}">
                      <a16:creationId xmlns:a16="http://schemas.microsoft.com/office/drawing/2014/main" id="{4CE0B68A-AD4C-8C30-85F0-464C243F0BDA}"/>
                    </a:ext>
                  </a:extLst>
                </p:cNvPr>
                <p:cNvPicPr/>
                <p:nvPr/>
              </p:nvPicPr>
              <p:blipFill>
                <a:blip r:embed="rId25"/>
                <a:stretch>
                  <a:fillRect/>
                </a:stretch>
              </p:blipFill>
              <p:spPr>
                <a:xfrm>
                  <a:off x="10800317" y="1430152"/>
                  <a:ext cx="13608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544985CF-86EB-D1F3-FC41-5D34CCE6B37D}"/>
                    </a:ext>
                  </a:extLst>
                </p14:cNvPr>
                <p14:cNvContentPartPr/>
                <p14:nvPr/>
              </p14:nvContentPartPr>
              <p14:xfrm>
                <a:off x="11000117" y="1214512"/>
                <a:ext cx="231120" cy="336600"/>
              </p14:xfrm>
            </p:contentPart>
          </mc:Choice>
          <mc:Fallback>
            <p:pic>
              <p:nvPicPr>
                <p:cNvPr id="16" name="Ink 15">
                  <a:extLst>
                    <a:ext uri="{FF2B5EF4-FFF2-40B4-BE49-F238E27FC236}">
                      <a16:creationId xmlns:a16="http://schemas.microsoft.com/office/drawing/2014/main" id="{544985CF-86EB-D1F3-FC41-5D34CCE6B37D}"/>
                    </a:ext>
                  </a:extLst>
                </p:cNvPr>
                <p:cNvPicPr/>
                <p:nvPr/>
              </p:nvPicPr>
              <p:blipFill>
                <a:blip r:embed="rId27"/>
                <a:stretch>
                  <a:fillRect/>
                </a:stretch>
              </p:blipFill>
              <p:spPr>
                <a:xfrm>
                  <a:off x="10991117" y="1205512"/>
                  <a:ext cx="248760" cy="3542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849C0F50-53E3-7D17-24C3-22E105AC53ED}"/>
                    </a:ext>
                  </a:extLst>
                </p14:cNvPr>
                <p14:cNvContentPartPr/>
                <p14:nvPr/>
              </p14:nvContentPartPr>
              <p14:xfrm>
                <a:off x="9926237" y="1647592"/>
                <a:ext cx="1448640" cy="365040"/>
              </p14:xfrm>
            </p:contentPart>
          </mc:Choice>
          <mc:Fallback>
            <p:pic>
              <p:nvPicPr>
                <p:cNvPr id="17" name="Ink 16">
                  <a:extLst>
                    <a:ext uri="{FF2B5EF4-FFF2-40B4-BE49-F238E27FC236}">
                      <a16:creationId xmlns:a16="http://schemas.microsoft.com/office/drawing/2014/main" id="{849C0F50-53E3-7D17-24C3-22E105AC53ED}"/>
                    </a:ext>
                  </a:extLst>
                </p:cNvPr>
                <p:cNvPicPr/>
                <p:nvPr/>
              </p:nvPicPr>
              <p:blipFill>
                <a:blip r:embed="rId29"/>
                <a:stretch>
                  <a:fillRect/>
                </a:stretch>
              </p:blipFill>
              <p:spPr>
                <a:xfrm>
                  <a:off x="9917237" y="1638592"/>
                  <a:ext cx="1466280" cy="382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BE255BC2-9A43-A37E-D9B0-C071790E6AAE}"/>
                    </a:ext>
                  </a:extLst>
                </p14:cNvPr>
                <p14:cNvContentPartPr/>
                <p14:nvPr/>
              </p14:nvContentPartPr>
              <p14:xfrm>
                <a:off x="11283797" y="1400632"/>
                <a:ext cx="185400" cy="140760"/>
              </p14:xfrm>
            </p:contentPart>
          </mc:Choice>
          <mc:Fallback>
            <p:pic>
              <p:nvPicPr>
                <p:cNvPr id="18" name="Ink 17">
                  <a:extLst>
                    <a:ext uri="{FF2B5EF4-FFF2-40B4-BE49-F238E27FC236}">
                      <a16:creationId xmlns:a16="http://schemas.microsoft.com/office/drawing/2014/main" id="{BE255BC2-9A43-A37E-D9B0-C071790E6AAE}"/>
                    </a:ext>
                  </a:extLst>
                </p:cNvPr>
                <p:cNvPicPr/>
                <p:nvPr/>
              </p:nvPicPr>
              <p:blipFill>
                <a:blip r:embed="rId31"/>
                <a:stretch>
                  <a:fillRect/>
                </a:stretch>
              </p:blipFill>
              <p:spPr>
                <a:xfrm>
                  <a:off x="11274797" y="1391992"/>
                  <a:ext cx="20304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C5541E2D-BABC-955F-BEF2-4A67DC6AED54}"/>
                    </a:ext>
                  </a:extLst>
                </p14:cNvPr>
                <p14:cNvContentPartPr/>
                <p14:nvPr/>
              </p14:nvContentPartPr>
              <p14:xfrm>
                <a:off x="10729757" y="1571272"/>
                <a:ext cx="658440" cy="255240"/>
              </p14:xfrm>
            </p:contentPart>
          </mc:Choice>
          <mc:Fallback>
            <p:pic>
              <p:nvPicPr>
                <p:cNvPr id="19" name="Ink 18">
                  <a:extLst>
                    <a:ext uri="{FF2B5EF4-FFF2-40B4-BE49-F238E27FC236}">
                      <a16:creationId xmlns:a16="http://schemas.microsoft.com/office/drawing/2014/main" id="{C5541E2D-BABC-955F-BEF2-4A67DC6AED54}"/>
                    </a:ext>
                  </a:extLst>
                </p:cNvPr>
                <p:cNvPicPr/>
                <p:nvPr/>
              </p:nvPicPr>
              <p:blipFill>
                <a:blip r:embed="rId33"/>
                <a:stretch>
                  <a:fillRect/>
                </a:stretch>
              </p:blipFill>
              <p:spPr>
                <a:xfrm>
                  <a:off x="10720757" y="1562632"/>
                  <a:ext cx="67608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FD3F805B-5B89-CC0A-5DDF-76AD716468B0}"/>
                    </a:ext>
                  </a:extLst>
                </p14:cNvPr>
                <p14:cNvContentPartPr/>
                <p14:nvPr/>
              </p14:nvContentPartPr>
              <p14:xfrm>
                <a:off x="10149437" y="1783672"/>
                <a:ext cx="130680" cy="795600"/>
              </p14:xfrm>
            </p:contentPart>
          </mc:Choice>
          <mc:Fallback>
            <p:pic>
              <p:nvPicPr>
                <p:cNvPr id="21" name="Ink 20">
                  <a:extLst>
                    <a:ext uri="{FF2B5EF4-FFF2-40B4-BE49-F238E27FC236}">
                      <a16:creationId xmlns:a16="http://schemas.microsoft.com/office/drawing/2014/main" id="{FD3F805B-5B89-CC0A-5DDF-76AD716468B0}"/>
                    </a:ext>
                  </a:extLst>
                </p:cNvPr>
                <p:cNvPicPr/>
                <p:nvPr/>
              </p:nvPicPr>
              <p:blipFill>
                <a:blip r:embed="rId35"/>
                <a:stretch>
                  <a:fillRect/>
                </a:stretch>
              </p:blipFill>
              <p:spPr>
                <a:xfrm>
                  <a:off x="10140797" y="1774672"/>
                  <a:ext cx="148320" cy="813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DE803024-0D2F-A334-19D7-286A3FAB077B}"/>
                    </a:ext>
                  </a:extLst>
                </p14:cNvPr>
                <p14:cNvContentPartPr/>
                <p14:nvPr/>
              </p14:nvContentPartPr>
              <p14:xfrm>
                <a:off x="10103357" y="2442112"/>
                <a:ext cx="288720" cy="140400"/>
              </p14:xfrm>
            </p:contentPart>
          </mc:Choice>
          <mc:Fallback>
            <p:pic>
              <p:nvPicPr>
                <p:cNvPr id="22" name="Ink 21">
                  <a:extLst>
                    <a:ext uri="{FF2B5EF4-FFF2-40B4-BE49-F238E27FC236}">
                      <a16:creationId xmlns:a16="http://schemas.microsoft.com/office/drawing/2014/main" id="{DE803024-0D2F-A334-19D7-286A3FAB077B}"/>
                    </a:ext>
                  </a:extLst>
                </p:cNvPr>
                <p:cNvPicPr/>
                <p:nvPr/>
              </p:nvPicPr>
              <p:blipFill>
                <a:blip r:embed="rId37"/>
                <a:stretch>
                  <a:fillRect/>
                </a:stretch>
              </p:blipFill>
              <p:spPr>
                <a:xfrm>
                  <a:off x="10094717" y="2433112"/>
                  <a:ext cx="3063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3FCC60FC-753F-E1D8-2235-75BC067EC905}"/>
                    </a:ext>
                  </a:extLst>
                </p14:cNvPr>
                <p14:cNvContentPartPr/>
                <p14:nvPr/>
              </p14:nvContentPartPr>
              <p14:xfrm>
                <a:off x="9596117" y="1978432"/>
                <a:ext cx="209160" cy="683640"/>
              </p14:xfrm>
            </p:contentPart>
          </mc:Choice>
          <mc:Fallback>
            <p:pic>
              <p:nvPicPr>
                <p:cNvPr id="24" name="Ink 23">
                  <a:extLst>
                    <a:ext uri="{FF2B5EF4-FFF2-40B4-BE49-F238E27FC236}">
                      <a16:creationId xmlns:a16="http://schemas.microsoft.com/office/drawing/2014/main" id="{3FCC60FC-753F-E1D8-2235-75BC067EC905}"/>
                    </a:ext>
                  </a:extLst>
                </p:cNvPr>
                <p:cNvPicPr/>
                <p:nvPr/>
              </p:nvPicPr>
              <p:blipFill>
                <a:blip r:embed="rId39"/>
                <a:stretch>
                  <a:fillRect/>
                </a:stretch>
              </p:blipFill>
              <p:spPr>
                <a:xfrm>
                  <a:off x="9587477" y="1969432"/>
                  <a:ext cx="226800" cy="701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F3AE320E-8E7B-69EA-6A6F-4365BB809D51}"/>
                    </a:ext>
                  </a:extLst>
                </p14:cNvPr>
                <p14:cNvContentPartPr/>
                <p14:nvPr/>
              </p14:nvContentPartPr>
              <p14:xfrm>
                <a:off x="9636797" y="2642632"/>
                <a:ext cx="204480" cy="28080"/>
              </p14:xfrm>
            </p:contentPart>
          </mc:Choice>
          <mc:Fallback>
            <p:pic>
              <p:nvPicPr>
                <p:cNvPr id="25" name="Ink 24">
                  <a:extLst>
                    <a:ext uri="{FF2B5EF4-FFF2-40B4-BE49-F238E27FC236}">
                      <a16:creationId xmlns:a16="http://schemas.microsoft.com/office/drawing/2014/main" id="{F3AE320E-8E7B-69EA-6A6F-4365BB809D51}"/>
                    </a:ext>
                  </a:extLst>
                </p:cNvPr>
                <p:cNvPicPr/>
                <p:nvPr/>
              </p:nvPicPr>
              <p:blipFill>
                <a:blip r:embed="rId41"/>
                <a:stretch>
                  <a:fillRect/>
                </a:stretch>
              </p:blipFill>
              <p:spPr>
                <a:xfrm>
                  <a:off x="9628157" y="2633992"/>
                  <a:ext cx="22212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4456EA7D-1DDF-0148-17F9-B5DEE6436AE7}"/>
                    </a:ext>
                  </a:extLst>
                </p14:cNvPr>
                <p14:cNvContentPartPr/>
                <p14:nvPr/>
              </p14:nvContentPartPr>
              <p14:xfrm>
                <a:off x="9763517" y="2604112"/>
                <a:ext cx="117720" cy="145800"/>
              </p14:xfrm>
            </p:contentPart>
          </mc:Choice>
          <mc:Fallback>
            <p:pic>
              <p:nvPicPr>
                <p:cNvPr id="26" name="Ink 25">
                  <a:extLst>
                    <a:ext uri="{FF2B5EF4-FFF2-40B4-BE49-F238E27FC236}">
                      <a16:creationId xmlns:a16="http://schemas.microsoft.com/office/drawing/2014/main" id="{4456EA7D-1DDF-0148-17F9-B5DEE6436AE7}"/>
                    </a:ext>
                  </a:extLst>
                </p:cNvPr>
                <p:cNvPicPr/>
                <p:nvPr/>
              </p:nvPicPr>
              <p:blipFill>
                <a:blip r:embed="rId43"/>
                <a:stretch>
                  <a:fillRect/>
                </a:stretch>
              </p:blipFill>
              <p:spPr>
                <a:xfrm>
                  <a:off x="9754517" y="2595112"/>
                  <a:ext cx="1353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41A7C83E-146F-C153-FDBC-D746A688E8B2}"/>
                    </a:ext>
                  </a:extLst>
                </p14:cNvPr>
                <p14:cNvContentPartPr/>
                <p14:nvPr/>
              </p14:nvContentPartPr>
              <p14:xfrm>
                <a:off x="8947397" y="297232"/>
                <a:ext cx="163440" cy="776880"/>
              </p14:xfrm>
            </p:contentPart>
          </mc:Choice>
          <mc:Fallback>
            <p:pic>
              <p:nvPicPr>
                <p:cNvPr id="28" name="Ink 27">
                  <a:extLst>
                    <a:ext uri="{FF2B5EF4-FFF2-40B4-BE49-F238E27FC236}">
                      <a16:creationId xmlns:a16="http://schemas.microsoft.com/office/drawing/2014/main" id="{41A7C83E-146F-C153-FDBC-D746A688E8B2}"/>
                    </a:ext>
                  </a:extLst>
                </p:cNvPr>
                <p:cNvPicPr/>
                <p:nvPr/>
              </p:nvPicPr>
              <p:blipFill>
                <a:blip r:embed="rId45"/>
                <a:stretch>
                  <a:fillRect/>
                </a:stretch>
              </p:blipFill>
              <p:spPr>
                <a:xfrm>
                  <a:off x="8938757" y="288592"/>
                  <a:ext cx="181080" cy="794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83767B01-DBB9-57B9-1108-A94D3B1D8211}"/>
                    </a:ext>
                  </a:extLst>
                </p14:cNvPr>
                <p14:cNvContentPartPr/>
                <p14:nvPr/>
              </p14:nvContentPartPr>
              <p14:xfrm>
                <a:off x="8772797" y="858112"/>
                <a:ext cx="330840" cy="217080"/>
              </p14:xfrm>
            </p:contentPart>
          </mc:Choice>
          <mc:Fallback>
            <p:pic>
              <p:nvPicPr>
                <p:cNvPr id="29" name="Ink 28">
                  <a:extLst>
                    <a:ext uri="{FF2B5EF4-FFF2-40B4-BE49-F238E27FC236}">
                      <a16:creationId xmlns:a16="http://schemas.microsoft.com/office/drawing/2014/main" id="{83767B01-DBB9-57B9-1108-A94D3B1D8211}"/>
                    </a:ext>
                  </a:extLst>
                </p:cNvPr>
                <p:cNvPicPr/>
                <p:nvPr/>
              </p:nvPicPr>
              <p:blipFill>
                <a:blip r:embed="rId47"/>
                <a:stretch>
                  <a:fillRect/>
                </a:stretch>
              </p:blipFill>
              <p:spPr>
                <a:xfrm>
                  <a:off x="8764157" y="849472"/>
                  <a:ext cx="34848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5C4F352F-9E14-A6CF-B3DE-D5E20C7EBA95}"/>
                    </a:ext>
                  </a:extLst>
                </p14:cNvPr>
                <p14:cNvContentPartPr/>
                <p14:nvPr/>
              </p14:nvContentPartPr>
              <p14:xfrm>
                <a:off x="9574877" y="149632"/>
                <a:ext cx="170640" cy="797040"/>
              </p14:xfrm>
            </p:contentPart>
          </mc:Choice>
          <mc:Fallback>
            <p:pic>
              <p:nvPicPr>
                <p:cNvPr id="30" name="Ink 29">
                  <a:extLst>
                    <a:ext uri="{FF2B5EF4-FFF2-40B4-BE49-F238E27FC236}">
                      <a16:creationId xmlns:a16="http://schemas.microsoft.com/office/drawing/2014/main" id="{5C4F352F-9E14-A6CF-B3DE-D5E20C7EBA95}"/>
                    </a:ext>
                  </a:extLst>
                </p:cNvPr>
                <p:cNvPicPr/>
                <p:nvPr/>
              </p:nvPicPr>
              <p:blipFill>
                <a:blip r:embed="rId49"/>
                <a:stretch>
                  <a:fillRect/>
                </a:stretch>
              </p:blipFill>
              <p:spPr>
                <a:xfrm>
                  <a:off x="9566237" y="140632"/>
                  <a:ext cx="188280" cy="8146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614A1255-1C9D-8185-86AA-5AEFEC4561F0}"/>
                    </a:ext>
                  </a:extLst>
                </p14:cNvPr>
                <p14:cNvContentPartPr/>
                <p14:nvPr/>
              </p14:nvContentPartPr>
              <p14:xfrm>
                <a:off x="9440597" y="787912"/>
                <a:ext cx="272520" cy="167400"/>
              </p14:xfrm>
            </p:contentPart>
          </mc:Choice>
          <mc:Fallback>
            <p:pic>
              <p:nvPicPr>
                <p:cNvPr id="31" name="Ink 30">
                  <a:extLst>
                    <a:ext uri="{FF2B5EF4-FFF2-40B4-BE49-F238E27FC236}">
                      <a16:creationId xmlns:a16="http://schemas.microsoft.com/office/drawing/2014/main" id="{614A1255-1C9D-8185-86AA-5AEFEC4561F0}"/>
                    </a:ext>
                  </a:extLst>
                </p:cNvPr>
                <p:cNvPicPr/>
                <p:nvPr/>
              </p:nvPicPr>
              <p:blipFill>
                <a:blip r:embed="rId51"/>
                <a:stretch>
                  <a:fillRect/>
                </a:stretch>
              </p:blipFill>
              <p:spPr>
                <a:xfrm>
                  <a:off x="9431957" y="779272"/>
                  <a:ext cx="29016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F5D7EB1A-F1F2-2BF8-0149-51461FAC6060}"/>
                    </a:ext>
                  </a:extLst>
                </p14:cNvPr>
                <p14:cNvContentPartPr/>
                <p14:nvPr/>
              </p14:nvContentPartPr>
              <p14:xfrm>
                <a:off x="8119757" y="504592"/>
                <a:ext cx="586440" cy="696600"/>
              </p14:xfrm>
            </p:contentPart>
          </mc:Choice>
          <mc:Fallback>
            <p:pic>
              <p:nvPicPr>
                <p:cNvPr id="32" name="Ink 31">
                  <a:extLst>
                    <a:ext uri="{FF2B5EF4-FFF2-40B4-BE49-F238E27FC236}">
                      <a16:creationId xmlns:a16="http://schemas.microsoft.com/office/drawing/2014/main" id="{F5D7EB1A-F1F2-2BF8-0149-51461FAC6060}"/>
                    </a:ext>
                  </a:extLst>
                </p:cNvPr>
                <p:cNvPicPr/>
                <p:nvPr/>
              </p:nvPicPr>
              <p:blipFill>
                <a:blip r:embed="rId53"/>
                <a:stretch>
                  <a:fillRect/>
                </a:stretch>
              </p:blipFill>
              <p:spPr>
                <a:xfrm>
                  <a:off x="8111117" y="495952"/>
                  <a:ext cx="604080" cy="714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F15A43B7-9AB5-C136-5DB1-B0917554A813}"/>
                    </a:ext>
                  </a:extLst>
                </p14:cNvPr>
                <p14:cNvContentPartPr/>
                <p14:nvPr/>
              </p14:nvContentPartPr>
              <p14:xfrm>
                <a:off x="8354477" y="1013272"/>
                <a:ext cx="385560" cy="168480"/>
              </p14:xfrm>
            </p:contentPart>
          </mc:Choice>
          <mc:Fallback>
            <p:pic>
              <p:nvPicPr>
                <p:cNvPr id="33" name="Ink 32">
                  <a:extLst>
                    <a:ext uri="{FF2B5EF4-FFF2-40B4-BE49-F238E27FC236}">
                      <a16:creationId xmlns:a16="http://schemas.microsoft.com/office/drawing/2014/main" id="{F15A43B7-9AB5-C136-5DB1-B0917554A813}"/>
                    </a:ext>
                  </a:extLst>
                </p:cNvPr>
                <p:cNvPicPr/>
                <p:nvPr/>
              </p:nvPicPr>
              <p:blipFill>
                <a:blip r:embed="rId55"/>
                <a:stretch>
                  <a:fillRect/>
                </a:stretch>
              </p:blipFill>
              <p:spPr>
                <a:xfrm>
                  <a:off x="8345837" y="1004272"/>
                  <a:ext cx="40320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ABAA781E-91A5-52E4-F0B5-61D23B53B9E0}"/>
                    </a:ext>
                  </a:extLst>
                </p14:cNvPr>
                <p14:cNvContentPartPr/>
                <p14:nvPr/>
              </p14:nvContentPartPr>
              <p14:xfrm>
                <a:off x="9501077" y="3655672"/>
                <a:ext cx="1563480" cy="848160"/>
              </p14:xfrm>
            </p:contentPart>
          </mc:Choice>
          <mc:Fallback>
            <p:pic>
              <p:nvPicPr>
                <p:cNvPr id="36" name="Ink 35">
                  <a:extLst>
                    <a:ext uri="{FF2B5EF4-FFF2-40B4-BE49-F238E27FC236}">
                      <a16:creationId xmlns:a16="http://schemas.microsoft.com/office/drawing/2014/main" id="{ABAA781E-91A5-52E4-F0B5-61D23B53B9E0}"/>
                    </a:ext>
                  </a:extLst>
                </p:cNvPr>
                <p:cNvPicPr/>
                <p:nvPr/>
              </p:nvPicPr>
              <p:blipFill>
                <a:blip r:embed="rId57"/>
                <a:stretch>
                  <a:fillRect/>
                </a:stretch>
              </p:blipFill>
              <p:spPr>
                <a:xfrm>
                  <a:off x="9492077" y="3647032"/>
                  <a:ext cx="1581120" cy="8658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033F686A-67B2-BCC1-0156-609E68C8C46F}"/>
                    </a:ext>
                  </a:extLst>
                </p14:cNvPr>
                <p14:cNvContentPartPr/>
                <p14:nvPr/>
              </p14:nvContentPartPr>
              <p14:xfrm>
                <a:off x="10481357" y="3211792"/>
                <a:ext cx="697680" cy="634680"/>
              </p14:xfrm>
            </p:contentPart>
          </mc:Choice>
          <mc:Fallback>
            <p:pic>
              <p:nvPicPr>
                <p:cNvPr id="37" name="Ink 36">
                  <a:extLst>
                    <a:ext uri="{FF2B5EF4-FFF2-40B4-BE49-F238E27FC236}">
                      <a16:creationId xmlns:a16="http://schemas.microsoft.com/office/drawing/2014/main" id="{033F686A-67B2-BCC1-0156-609E68C8C46F}"/>
                    </a:ext>
                  </a:extLst>
                </p:cNvPr>
                <p:cNvPicPr/>
                <p:nvPr/>
              </p:nvPicPr>
              <p:blipFill>
                <a:blip r:embed="rId59"/>
                <a:stretch>
                  <a:fillRect/>
                </a:stretch>
              </p:blipFill>
              <p:spPr>
                <a:xfrm>
                  <a:off x="10472357" y="3202792"/>
                  <a:ext cx="715320" cy="652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67BBD560-297A-26E0-A407-32FDB1296C5E}"/>
                    </a:ext>
                  </a:extLst>
                </p14:cNvPr>
                <p14:cNvContentPartPr/>
                <p14:nvPr/>
              </p14:nvContentPartPr>
              <p14:xfrm>
                <a:off x="10995797" y="3259672"/>
                <a:ext cx="142920" cy="137520"/>
              </p14:xfrm>
            </p:contentPart>
          </mc:Choice>
          <mc:Fallback>
            <p:pic>
              <p:nvPicPr>
                <p:cNvPr id="39" name="Ink 38">
                  <a:extLst>
                    <a:ext uri="{FF2B5EF4-FFF2-40B4-BE49-F238E27FC236}">
                      <a16:creationId xmlns:a16="http://schemas.microsoft.com/office/drawing/2014/main" id="{67BBD560-297A-26E0-A407-32FDB1296C5E}"/>
                    </a:ext>
                  </a:extLst>
                </p:cNvPr>
                <p:cNvPicPr/>
                <p:nvPr/>
              </p:nvPicPr>
              <p:blipFill>
                <a:blip r:embed="rId61"/>
                <a:stretch>
                  <a:fillRect/>
                </a:stretch>
              </p:blipFill>
              <p:spPr>
                <a:xfrm>
                  <a:off x="10986797" y="3250672"/>
                  <a:ext cx="16056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6FBBFC4B-1FFD-7850-D497-195E3D8F59AE}"/>
                    </a:ext>
                  </a:extLst>
                </p14:cNvPr>
                <p14:cNvContentPartPr/>
                <p14:nvPr/>
              </p14:nvContentPartPr>
              <p14:xfrm>
                <a:off x="11185517" y="2998312"/>
                <a:ext cx="188280" cy="208800"/>
              </p14:xfrm>
            </p:contentPart>
          </mc:Choice>
          <mc:Fallback>
            <p:pic>
              <p:nvPicPr>
                <p:cNvPr id="40" name="Ink 39">
                  <a:extLst>
                    <a:ext uri="{FF2B5EF4-FFF2-40B4-BE49-F238E27FC236}">
                      <a16:creationId xmlns:a16="http://schemas.microsoft.com/office/drawing/2014/main" id="{6FBBFC4B-1FFD-7850-D497-195E3D8F59AE}"/>
                    </a:ext>
                  </a:extLst>
                </p:cNvPr>
                <p:cNvPicPr/>
                <p:nvPr/>
              </p:nvPicPr>
              <p:blipFill>
                <a:blip r:embed="rId63"/>
                <a:stretch>
                  <a:fillRect/>
                </a:stretch>
              </p:blipFill>
              <p:spPr>
                <a:xfrm>
                  <a:off x="11176517" y="2989672"/>
                  <a:ext cx="20592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F6C29CB0-A733-9F54-B550-CF1D0386EC8F}"/>
                    </a:ext>
                  </a:extLst>
                </p14:cNvPr>
                <p14:cNvContentPartPr/>
                <p14:nvPr/>
              </p14:nvContentPartPr>
              <p14:xfrm>
                <a:off x="11374157" y="2791672"/>
                <a:ext cx="180000" cy="651960"/>
              </p14:xfrm>
            </p:contentPart>
          </mc:Choice>
          <mc:Fallback>
            <p:pic>
              <p:nvPicPr>
                <p:cNvPr id="41" name="Ink 40">
                  <a:extLst>
                    <a:ext uri="{FF2B5EF4-FFF2-40B4-BE49-F238E27FC236}">
                      <a16:creationId xmlns:a16="http://schemas.microsoft.com/office/drawing/2014/main" id="{F6C29CB0-A733-9F54-B550-CF1D0386EC8F}"/>
                    </a:ext>
                  </a:extLst>
                </p:cNvPr>
                <p:cNvPicPr/>
                <p:nvPr/>
              </p:nvPicPr>
              <p:blipFill>
                <a:blip r:embed="rId65"/>
                <a:stretch>
                  <a:fillRect/>
                </a:stretch>
              </p:blipFill>
              <p:spPr>
                <a:xfrm>
                  <a:off x="11365517" y="2783032"/>
                  <a:ext cx="197640" cy="6696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2" name="Ink 41">
                  <a:extLst>
                    <a:ext uri="{FF2B5EF4-FFF2-40B4-BE49-F238E27FC236}">
                      <a16:creationId xmlns:a16="http://schemas.microsoft.com/office/drawing/2014/main" id="{9EDA67B2-327C-2BF9-5781-7D9BFE6470CD}"/>
                    </a:ext>
                  </a:extLst>
                </p14:cNvPr>
                <p14:cNvContentPartPr/>
                <p14:nvPr/>
              </p14:nvContentPartPr>
              <p14:xfrm>
                <a:off x="11596277" y="2651992"/>
                <a:ext cx="442080" cy="440640"/>
              </p14:xfrm>
            </p:contentPart>
          </mc:Choice>
          <mc:Fallback>
            <p:pic>
              <p:nvPicPr>
                <p:cNvPr id="42" name="Ink 41">
                  <a:extLst>
                    <a:ext uri="{FF2B5EF4-FFF2-40B4-BE49-F238E27FC236}">
                      <a16:creationId xmlns:a16="http://schemas.microsoft.com/office/drawing/2014/main" id="{9EDA67B2-327C-2BF9-5781-7D9BFE6470CD}"/>
                    </a:ext>
                  </a:extLst>
                </p:cNvPr>
                <p:cNvPicPr/>
                <p:nvPr/>
              </p:nvPicPr>
              <p:blipFill>
                <a:blip r:embed="rId67"/>
                <a:stretch>
                  <a:fillRect/>
                </a:stretch>
              </p:blipFill>
              <p:spPr>
                <a:xfrm>
                  <a:off x="11587277" y="2643352"/>
                  <a:ext cx="459720" cy="4582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Ink 42">
                  <a:extLst>
                    <a:ext uri="{FF2B5EF4-FFF2-40B4-BE49-F238E27FC236}">
                      <a16:creationId xmlns:a16="http://schemas.microsoft.com/office/drawing/2014/main" id="{35E25012-FBD5-CB20-2D31-C1DE93D33546}"/>
                    </a:ext>
                  </a:extLst>
                </p14:cNvPr>
                <p14:cNvContentPartPr/>
                <p14:nvPr/>
              </p14:nvContentPartPr>
              <p14:xfrm>
                <a:off x="12023957" y="2737672"/>
                <a:ext cx="121320" cy="185760"/>
              </p14:xfrm>
            </p:contentPart>
          </mc:Choice>
          <mc:Fallback>
            <p:pic>
              <p:nvPicPr>
                <p:cNvPr id="43" name="Ink 42">
                  <a:extLst>
                    <a:ext uri="{FF2B5EF4-FFF2-40B4-BE49-F238E27FC236}">
                      <a16:creationId xmlns:a16="http://schemas.microsoft.com/office/drawing/2014/main" id="{35E25012-FBD5-CB20-2D31-C1DE93D33546}"/>
                    </a:ext>
                  </a:extLst>
                </p:cNvPr>
                <p:cNvPicPr/>
                <p:nvPr/>
              </p:nvPicPr>
              <p:blipFill>
                <a:blip r:embed="rId69"/>
                <a:stretch>
                  <a:fillRect/>
                </a:stretch>
              </p:blipFill>
              <p:spPr>
                <a:xfrm>
                  <a:off x="12014957" y="2728672"/>
                  <a:ext cx="13896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1BE2E723-9C86-656F-C9A2-02DBFF978D9C}"/>
                    </a:ext>
                  </a:extLst>
                </p14:cNvPr>
                <p14:cNvContentPartPr/>
                <p14:nvPr/>
              </p14:nvContentPartPr>
              <p14:xfrm>
                <a:off x="11347517" y="3069232"/>
                <a:ext cx="822600" cy="397440"/>
              </p14:xfrm>
            </p:contentPart>
          </mc:Choice>
          <mc:Fallback>
            <p:pic>
              <p:nvPicPr>
                <p:cNvPr id="44" name="Ink 43">
                  <a:extLst>
                    <a:ext uri="{FF2B5EF4-FFF2-40B4-BE49-F238E27FC236}">
                      <a16:creationId xmlns:a16="http://schemas.microsoft.com/office/drawing/2014/main" id="{1BE2E723-9C86-656F-C9A2-02DBFF978D9C}"/>
                    </a:ext>
                  </a:extLst>
                </p:cNvPr>
                <p:cNvPicPr/>
                <p:nvPr/>
              </p:nvPicPr>
              <p:blipFill>
                <a:blip r:embed="rId71"/>
                <a:stretch>
                  <a:fillRect/>
                </a:stretch>
              </p:blipFill>
              <p:spPr>
                <a:xfrm>
                  <a:off x="11338877" y="3060592"/>
                  <a:ext cx="840240" cy="415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2">
            <p14:nvContentPartPr>
              <p14:cNvPr id="55" name="Ink 54">
                <a:extLst>
                  <a:ext uri="{FF2B5EF4-FFF2-40B4-BE49-F238E27FC236}">
                    <a16:creationId xmlns:a16="http://schemas.microsoft.com/office/drawing/2014/main" id="{EDE15562-C363-8FBE-CA9C-B8D3C8FDC91F}"/>
                  </a:ext>
                </a:extLst>
              </p14:cNvPr>
              <p14:cNvContentPartPr/>
              <p14:nvPr/>
            </p14:nvContentPartPr>
            <p14:xfrm>
              <a:off x="5800997" y="4949872"/>
              <a:ext cx="295920" cy="420480"/>
            </p14:xfrm>
          </p:contentPart>
        </mc:Choice>
        <mc:Fallback>
          <p:pic>
            <p:nvPicPr>
              <p:cNvPr id="55" name="Ink 54">
                <a:extLst>
                  <a:ext uri="{FF2B5EF4-FFF2-40B4-BE49-F238E27FC236}">
                    <a16:creationId xmlns:a16="http://schemas.microsoft.com/office/drawing/2014/main" id="{EDE15562-C363-8FBE-CA9C-B8D3C8FDC91F}"/>
                  </a:ext>
                </a:extLst>
              </p:cNvPr>
              <p:cNvPicPr/>
              <p:nvPr/>
            </p:nvPicPr>
            <p:blipFill>
              <a:blip r:embed="rId73"/>
              <a:stretch>
                <a:fillRect/>
              </a:stretch>
            </p:blipFill>
            <p:spPr>
              <a:xfrm>
                <a:off x="5791997" y="4940872"/>
                <a:ext cx="313560" cy="438120"/>
              </a:xfrm>
              <a:prstGeom prst="rect">
                <a:avLst/>
              </a:prstGeom>
            </p:spPr>
          </p:pic>
        </mc:Fallback>
      </mc:AlternateContent>
      <p:grpSp>
        <p:nvGrpSpPr>
          <p:cNvPr id="63" name="Group 62">
            <a:extLst>
              <a:ext uri="{FF2B5EF4-FFF2-40B4-BE49-F238E27FC236}">
                <a16:creationId xmlns:a16="http://schemas.microsoft.com/office/drawing/2014/main" id="{230013A0-2D92-ECDA-5668-F17722092801}"/>
              </a:ext>
            </a:extLst>
          </p:cNvPr>
          <p:cNvGrpSpPr/>
          <p:nvPr/>
        </p:nvGrpSpPr>
        <p:grpSpPr>
          <a:xfrm>
            <a:off x="4363157" y="4615432"/>
            <a:ext cx="5443560" cy="1939320"/>
            <a:chOff x="4363157" y="4615432"/>
            <a:chExt cx="5443560" cy="1939320"/>
          </a:xfrm>
        </p:grpSpPr>
        <mc:AlternateContent xmlns:mc="http://schemas.openxmlformats.org/markup-compatibility/2006">
          <mc:Choice xmlns:p14="http://schemas.microsoft.com/office/powerpoint/2010/main" Requires="p14">
            <p:contentPart p14:bwMode="auto" r:id="rId74">
              <p14:nvContentPartPr>
                <p14:cNvPr id="46" name="Ink 45">
                  <a:extLst>
                    <a:ext uri="{FF2B5EF4-FFF2-40B4-BE49-F238E27FC236}">
                      <a16:creationId xmlns:a16="http://schemas.microsoft.com/office/drawing/2014/main" id="{7F8FA15C-8081-5412-9BE4-8B42EEA7A8A9}"/>
                    </a:ext>
                  </a:extLst>
                </p14:cNvPr>
                <p14:cNvContentPartPr/>
                <p14:nvPr/>
              </p14:nvContentPartPr>
              <p14:xfrm>
                <a:off x="4363157" y="5188912"/>
                <a:ext cx="1845360" cy="719640"/>
              </p14:xfrm>
            </p:contentPart>
          </mc:Choice>
          <mc:Fallback>
            <p:pic>
              <p:nvPicPr>
                <p:cNvPr id="46" name="Ink 45">
                  <a:extLst>
                    <a:ext uri="{FF2B5EF4-FFF2-40B4-BE49-F238E27FC236}">
                      <a16:creationId xmlns:a16="http://schemas.microsoft.com/office/drawing/2014/main" id="{7F8FA15C-8081-5412-9BE4-8B42EEA7A8A9}"/>
                    </a:ext>
                  </a:extLst>
                </p:cNvPr>
                <p:cNvPicPr/>
                <p:nvPr/>
              </p:nvPicPr>
              <p:blipFill>
                <a:blip r:embed="rId75"/>
                <a:stretch>
                  <a:fillRect/>
                </a:stretch>
              </p:blipFill>
              <p:spPr>
                <a:xfrm>
                  <a:off x="4354157" y="5180272"/>
                  <a:ext cx="1863000" cy="7372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 name="Ink 46">
                  <a:extLst>
                    <a:ext uri="{FF2B5EF4-FFF2-40B4-BE49-F238E27FC236}">
                      <a16:creationId xmlns:a16="http://schemas.microsoft.com/office/drawing/2014/main" id="{149317CB-1E5F-C7E9-A0CC-464A6DFBB28C}"/>
                    </a:ext>
                  </a:extLst>
                </p14:cNvPr>
                <p14:cNvContentPartPr/>
                <p14:nvPr/>
              </p14:nvContentPartPr>
              <p14:xfrm>
                <a:off x="6670757" y="5183872"/>
                <a:ext cx="655560" cy="304920"/>
              </p14:xfrm>
            </p:contentPart>
          </mc:Choice>
          <mc:Fallback>
            <p:pic>
              <p:nvPicPr>
                <p:cNvPr id="47" name="Ink 46">
                  <a:extLst>
                    <a:ext uri="{FF2B5EF4-FFF2-40B4-BE49-F238E27FC236}">
                      <a16:creationId xmlns:a16="http://schemas.microsoft.com/office/drawing/2014/main" id="{149317CB-1E5F-C7E9-A0CC-464A6DFBB28C}"/>
                    </a:ext>
                  </a:extLst>
                </p:cNvPr>
                <p:cNvPicPr/>
                <p:nvPr/>
              </p:nvPicPr>
              <p:blipFill>
                <a:blip r:embed="rId77"/>
                <a:stretch>
                  <a:fillRect/>
                </a:stretch>
              </p:blipFill>
              <p:spPr>
                <a:xfrm>
                  <a:off x="6661757" y="5175232"/>
                  <a:ext cx="67320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8" name="Ink 47">
                  <a:extLst>
                    <a:ext uri="{FF2B5EF4-FFF2-40B4-BE49-F238E27FC236}">
                      <a16:creationId xmlns:a16="http://schemas.microsoft.com/office/drawing/2014/main" id="{2A9B01B9-3F9F-2273-67C1-17C8B14AEDDA}"/>
                    </a:ext>
                  </a:extLst>
                </p14:cNvPr>
                <p14:cNvContentPartPr/>
                <p14:nvPr/>
              </p14:nvContentPartPr>
              <p14:xfrm>
                <a:off x="7987277" y="4967152"/>
                <a:ext cx="80640" cy="878760"/>
              </p14:xfrm>
            </p:contentPart>
          </mc:Choice>
          <mc:Fallback>
            <p:pic>
              <p:nvPicPr>
                <p:cNvPr id="48" name="Ink 47">
                  <a:extLst>
                    <a:ext uri="{FF2B5EF4-FFF2-40B4-BE49-F238E27FC236}">
                      <a16:creationId xmlns:a16="http://schemas.microsoft.com/office/drawing/2014/main" id="{2A9B01B9-3F9F-2273-67C1-17C8B14AEDDA}"/>
                    </a:ext>
                  </a:extLst>
                </p:cNvPr>
                <p:cNvPicPr/>
                <p:nvPr/>
              </p:nvPicPr>
              <p:blipFill>
                <a:blip r:embed="rId79"/>
                <a:stretch>
                  <a:fillRect/>
                </a:stretch>
              </p:blipFill>
              <p:spPr>
                <a:xfrm>
                  <a:off x="7978277" y="4958512"/>
                  <a:ext cx="98280" cy="8964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9" name="Ink 48">
                  <a:extLst>
                    <a:ext uri="{FF2B5EF4-FFF2-40B4-BE49-F238E27FC236}">
                      <a16:creationId xmlns:a16="http://schemas.microsoft.com/office/drawing/2014/main" id="{3F84C836-5ADE-C053-BC8E-9405C27B7DE8}"/>
                    </a:ext>
                  </a:extLst>
                </p14:cNvPr>
                <p14:cNvContentPartPr/>
                <p14:nvPr/>
              </p14:nvContentPartPr>
              <p14:xfrm>
                <a:off x="8024717" y="4615432"/>
                <a:ext cx="1782000" cy="1375560"/>
              </p14:xfrm>
            </p:contentPart>
          </mc:Choice>
          <mc:Fallback>
            <p:pic>
              <p:nvPicPr>
                <p:cNvPr id="49" name="Ink 48">
                  <a:extLst>
                    <a:ext uri="{FF2B5EF4-FFF2-40B4-BE49-F238E27FC236}">
                      <a16:creationId xmlns:a16="http://schemas.microsoft.com/office/drawing/2014/main" id="{3F84C836-5ADE-C053-BC8E-9405C27B7DE8}"/>
                    </a:ext>
                  </a:extLst>
                </p:cNvPr>
                <p:cNvPicPr/>
                <p:nvPr/>
              </p:nvPicPr>
              <p:blipFill>
                <a:blip r:embed="rId81"/>
                <a:stretch>
                  <a:fillRect/>
                </a:stretch>
              </p:blipFill>
              <p:spPr>
                <a:xfrm>
                  <a:off x="8015717" y="4606792"/>
                  <a:ext cx="1799640" cy="13932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2" name="Ink 51">
                  <a:extLst>
                    <a:ext uri="{FF2B5EF4-FFF2-40B4-BE49-F238E27FC236}">
                      <a16:creationId xmlns:a16="http://schemas.microsoft.com/office/drawing/2014/main" id="{848E2C73-C28C-1A87-21C4-A9914CCB223D}"/>
                    </a:ext>
                  </a:extLst>
                </p14:cNvPr>
                <p14:cNvContentPartPr/>
                <p14:nvPr/>
              </p14:nvContentPartPr>
              <p14:xfrm>
                <a:off x="4778237" y="4969672"/>
                <a:ext cx="251640" cy="502920"/>
              </p14:xfrm>
            </p:contentPart>
          </mc:Choice>
          <mc:Fallback>
            <p:pic>
              <p:nvPicPr>
                <p:cNvPr id="52" name="Ink 51">
                  <a:extLst>
                    <a:ext uri="{FF2B5EF4-FFF2-40B4-BE49-F238E27FC236}">
                      <a16:creationId xmlns:a16="http://schemas.microsoft.com/office/drawing/2014/main" id="{848E2C73-C28C-1A87-21C4-A9914CCB223D}"/>
                    </a:ext>
                  </a:extLst>
                </p:cNvPr>
                <p:cNvPicPr/>
                <p:nvPr/>
              </p:nvPicPr>
              <p:blipFill>
                <a:blip r:embed="rId83"/>
                <a:stretch>
                  <a:fillRect/>
                </a:stretch>
              </p:blipFill>
              <p:spPr>
                <a:xfrm>
                  <a:off x="4769237" y="4961032"/>
                  <a:ext cx="269280" cy="5205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3" name="Ink 52">
                  <a:extLst>
                    <a:ext uri="{FF2B5EF4-FFF2-40B4-BE49-F238E27FC236}">
                      <a16:creationId xmlns:a16="http://schemas.microsoft.com/office/drawing/2014/main" id="{8A23A3BC-F004-AADD-C3E8-48EB7B7FE14C}"/>
                    </a:ext>
                  </a:extLst>
                </p14:cNvPr>
                <p14:cNvContentPartPr/>
                <p14:nvPr/>
              </p14:nvContentPartPr>
              <p14:xfrm>
                <a:off x="4956437" y="4958152"/>
                <a:ext cx="272880" cy="200880"/>
              </p14:xfrm>
            </p:contentPart>
          </mc:Choice>
          <mc:Fallback>
            <p:pic>
              <p:nvPicPr>
                <p:cNvPr id="53" name="Ink 52">
                  <a:extLst>
                    <a:ext uri="{FF2B5EF4-FFF2-40B4-BE49-F238E27FC236}">
                      <a16:creationId xmlns:a16="http://schemas.microsoft.com/office/drawing/2014/main" id="{8A23A3BC-F004-AADD-C3E8-48EB7B7FE14C}"/>
                    </a:ext>
                  </a:extLst>
                </p:cNvPr>
                <p:cNvPicPr/>
                <p:nvPr/>
              </p:nvPicPr>
              <p:blipFill>
                <a:blip r:embed="rId85"/>
                <a:stretch>
                  <a:fillRect/>
                </a:stretch>
              </p:blipFill>
              <p:spPr>
                <a:xfrm>
                  <a:off x="4947437" y="4949512"/>
                  <a:ext cx="29052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6" name="Ink 55">
                  <a:extLst>
                    <a:ext uri="{FF2B5EF4-FFF2-40B4-BE49-F238E27FC236}">
                      <a16:creationId xmlns:a16="http://schemas.microsoft.com/office/drawing/2014/main" id="{87D6FAD2-B20A-84B5-79C4-8F1F08A7AC19}"/>
                    </a:ext>
                  </a:extLst>
                </p14:cNvPr>
                <p14:cNvContentPartPr/>
                <p14:nvPr/>
              </p14:nvContentPartPr>
              <p14:xfrm>
                <a:off x="7699997" y="5182792"/>
                <a:ext cx="492480" cy="240840"/>
              </p14:xfrm>
            </p:contentPart>
          </mc:Choice>
          <mc:Fallback>
            <p:pic>
              <p:nvPicPr>
                <p:cNvPr id="56" name="Ink 55">
                  <a:extLst>
                    <a:ext uri="{FF2B5EF4-FFF2-40B4-BE49-F238E27FC236}">
                      <a16:creationId xmlns:a16="http://schemas.microsoft.com/office/drawing/2014/main" id="{87D6FAD2-B20A-84B5-79C4-8F1F08A7AC19}"/>
                    </a:ext>
                  </a:extLst>
                </p:cNvPr>
                <p:cNvPicPr/>
                <p:nvPr/>
              </p:nvPicPr>
              <p:blipFill>
                <a:blip r:embed="rId87"/>
                <a:stretch>
                  <a:fillRect/>
                </a:stretch>
              </p:blipFill>
              <p:spPr>
                <a:xfrm>
                  <a:off x="7691357" y="5173792"/>
                  <a:ext cx="51012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8" name="Ink 57">
                  <a:extLst>
                    <a:ext uri="{FF2B5EF4-FFF2-40B4-BE49-F238E27FC236}">
                      <a16:creationId xmlns:a16="http://schemas.microsoft.com/office/drawing/2014/main" id="{0318740B-92DF-DF11-3FFD-5B2E011108A9}"/>
                    </a:ext>
                  </a:extLst>
                </p14:cNvPr>
                <p14:cNvContentPartPr/>
                <p14:nvPr/>
              </p14:nvContentPartPr>
              <p14:xfrm>
                <a:off x="4995677" y="5536672"/>
                <a:ext cx="2578320" cy="768600"/>
              </p14:xfrm>
            </p:contentPart>
          </mc:Choice>
          <mc:Fallback>
            <p:pic>
              <p:nvPicPr>
                <p:cNvPr id="58" name="Ink 57">
                  <a:extLst>
                    <a:ext uri="{FF2B5EF4-FFF2-40B4-BE49-F238E27FC236}">
                      <a16:creationId xmlns:a16="http://schemas.microsoft.com/office/drawing/2014/main" id="{0318740B-92DF-DF11-3FFD-5B2E011108A9}"/>
                    </a:ext>
                  </a:extLst>
                </p:cNvPr>
                <p:cNvPicPr/>
                <p:nvPr/>
              </p:nvPicPr>
              <p:blipFill>
                <a:blip r:embed="rId89"/>
                <a:stretch>
                  <a:fillRect/>
                </a:stretch>
              </p:blipFill>
              <p:spPr>
                <a:xfrm>
                  <a:off x="4987037" y="5527672"/>
                  <a:ext cx="2595960" cy="786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0" name="Ink 59">
                  <a:extLst>
                    <a:ext uri="{FF2B5EF4-FFF2-40B4-BE49-F238E27FC236}">
                      <a16:creationId xmlns:a16="http://schemas.microsoft.com/office/drawing/2014/main" id="{29A5F772-9C8E-5279-FFA7-BF8BCAE3AD41}"/>
                    </a:ext>
                  </a:extLst>
                </p14:cNvPr>
                <p14:cNvContentPartPr/>
                <p14:nvPr/>
              </p14:nvContentPartPr>
              <p14:xfrm>
                <a:off x="8192477" y="4844752"/>
                <a:ext cx="908280" cy="489600"/>
              </p14:xfrm>
            </p:contentPart>
          </mc:Choice>
          <mc:Fallback>
            <p:pic>
              <p:nvPicPr>
                <p:cNvPr id="60" name="Ink 59">
                  <a:extLst>
                    <a:ext uri="{FF2B5EF4-FFF2-40B4-BE49-F238E27FC236}">
                      <a16:creationId xmlns:a16="http://schemas.microsoft.com/office/drawing/2014/main" id="{29A5F772-9C8E-5279-FFA7-BF8BCAE3AD41}"/>
                    </a:ext>
                  </a:extLst>
                </p:cNvPr>
                <p:cNvPicPr/>
                <p:nvPr/>
              </p:nvPicPr>
              <p:blipFill>
                <a:blip r:embed="rId91"/>
                <a:stretch>
                  <a:fillRect/>
                </a:stretch>
              </p:blipFill>
              <p:spPr>
                <a:xfrm>
                  <a:off x="8183837" y="4835752"/>
                  <a:ext cx="925920" cy="5072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2" name="Ink 61">
                  <a:extLst>
                    <a:ext uri="{FF2B5EF4-FFF2-40B4-BE49-F238E27FC236}">
                      <a16:creationId xmlns:a16="http://schemas.microsoft.com/office/drawing/2014/main" id="{CBC3E435-D754-8CFB-F117-EC646C297C06}"/>
                    </a:ext>
                  </a:extLst>
                </p14:cNvPr>
                <p14:cNvContentPartPr/>
                <p14:nvPr/>
              </p14:nvContentPartPr>
              <p14:xfrm>
                <a:off x="5476637" y="5565112"/>
                <a:ext cx="2858040" cy="989640"/>
              </p14:xfrm>
            </p:contentPart>
          </mc:Choice>
          <mc:Fallback>
            <p:pic>
              <p:nvPicPr>
                <p:cNvPr id="62" name="Ink 61">
                  <a:extLst>
                    <a:ext uri="{FF2B5EF4-FFF2-40B4-BE49-F238E27FC236}">
                      <a16:creationId xmlns:a16="http://schemas.microsoft.com/office/drawing/2014/main" id="{CBC3E435-D754-8CFB-F117-EC646C297C06}"/>
                    </a:ext>
                  </a:extLst>
                </p:cNvPr>
                <p:cNvPicPr/>
                <p:nvPr/>
              </p:nvPicPr>
              <p:blipFill>
                <a:blip r:embed="rId93"/>
                <a:stretch>
                  <a:fillRect/>
                </a:stretch>
              </p:blipFill>
              <p:spPr>
                <a:xfrm>
                  <a:off x="5467637" y="5556472"/>
                  <a:ext cx="2875680" cy="1007280"/>
                </a:xfrm>
                <a:prstGeom prst="rect">
                  <a:avLst/>
                </a:prstGeom>
              </p:spPr>
            </p:pic>
          </mc:Fallback>
        </mc:AlternateContent>
      </p:grpSp>
    </p:spTree>
    <p:extLst>
      <p:ext uri="{BB962C8B-B14F-4D97-AF65-F5344CB8AC3E}">
        <p14:creationId xmlns:p14="http://schemas.microsoft.com/office/powerpoint/2010/main" val="1893016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621C4E-D014-8833-A2C8-DDBFE4B4741D}"/>
              </a:ext>
            </a:extLst>
          </p:cNvPr>
          <p:cNvSpPr>
            <a:spLocks noGrp="1"/>
          </p:cNvSpPr>
          <p:nvPr>
            <p:ph type="body" idx="1"/>
          </p:nvPr>
        </p:nvSpPr>
        <p:spPr>
          <a:xfrm>
            <a:off x="622300" y="1160003"/>
            <a:ext cx="10947400" cy="4127609"/>
          </a:xfrm>
        </p:spPr>
        <p:txBody>
          <a:bodyPr/>
          <a:lstStyle/>
          <a:p>
            <a:r>
              <a:rPr lang="en-US" dirty="0"/>
              <a:t>Base 64 encoded username and password is sent as request header.</a:t>
            </a:r>
          </a:p>
          <a:p>
            <a:pPr lvl="1"/>
            <a:r>
              <a:rPr lang="en-US" dirty="0"/>
              <a:t>Not recommended for production use .</a:t>
            </a:r>
          </a:p>
          <a:p>
            <a:r>
              <a:rPr lang="en-US" dirty="0"/>
              <a:t>Disadvantage :</a:t>
            </a:r>
          </a:p>
          <a:p>
            <a:pPr lvl="1"/>
            <a:r>
              <a:rPr lang="en-US" dirty="0"/>
              <a:t>Easy to decode :Anyone get authorization header and easily decode it</a:t>
            </a:r>
          </a:p>
          <a:p>
            <a:pPr lvl="1"/>
            <a:r>
              <a:rPr lang="en-US" dirty="0"/>
              <a:t>Does not contain any authorization info.</a:t>
            </a:r>
          </a:p>
          <a:p>
            <a:pPr lvl="1"/>
            <a:r>
              <a:rPr lang="en-US" dirty="0"/>
              <a:t>Does not have expiry date.</a:t>
            </a:r>
          </a:p>
        </p:txBody>
      </p:sp>
      <p:sp>
        <p:nvSpPr>
          <p:cNvPr id="3" name="Title 2">
            <a:extLst>
              <a:ext uri="{FF2B5EF4-FFF2-40B4-BE49-F238E27FC236}">
                <a16:creationId xmlns:a16="http://schemas.microsoft.com/office/drawing/2014/main" id="{7BC5F225-E4BA-591C-2D02-A96435A93659}"/>
              </a:ext>
            </a:extLst>
          </p:cNvPr>
          <p:cNvSpPr>
            <a:spLocks noGrp="1"/>
          </p:cNvSpPr>
          <p:nvPr>
            <p:ph type="title"/>
          </p:nvPr>
        </p:nvSpPr>
        <p:spPr/>
        <p:txBody>
          <a:bodyPr/>
          <a:lstStyle/>
          <a:p>
            <a:r>
              <a:rPr lang="en-US" dirty="0"/>
              <a:t>Basic Authentication </a:t>
            </a:r>
          </a:p>
        </p:txBody>
      </p:sp>
      <mc:AlternateContent xmlns:mc="http://schemas.openxmlformats.org/markup-compatibility/2006">
        <mc:Choice xmlns:p14="http://schemas.microsoft.com/office/powerpoint/2010/main" Requires="p14">
          <p:contentPart p14:bwMode="auto" r:id="rId2">
            <p14:nvContentPartPr>
              <p14:cNvPr id="18" name="Ink 17">
                <a:extLst>
                  <a:ext uri="{FF2B5EF4-FFF2-40B4-BE49-F238E27FC236}">
                    <a16:creationId xmlns:a16="http://schemas.microsoft.com/office/drawing/2014/main" id="{9D1239D1-6107-4F1B-3437-559489A932FD}"/>
                  </a:ext>
                </a:extLst>
              </p14:cNvPr>
              <p14:cNvContentPartPr/>
              <p14:nvPr/>
            </p14:nvContentPartPr>
            <p14:xfrm>
              <a:off x="4804560" y="2127960"/>
              <a:ext cx="6051960" cy="4606200"/>
            </p14:xfrm>
          </p:contentPart>
        </mc:Choice>
        <mc:Fallback>
          <p:pic>
            <p:nvPicPr>
              <p:cNvPr id="18" name="Ink 17">
                <a:extLst>
                  <a:ext uri="{FF2B5EF4-FFF2-40B4-BE49-F238E27FC236}">
                    <a16:creationId xmlns:a16="http://schemas.microsoft.com/office/drawing/2014/main" id="{9D1239D1-6107-4F1B-3437-559489A932FD}"/>
                  </a:ext>
                </a:extLst>
              </p:cNvPr>
              <p:cNvPicPr/>
              <p:nvPr/>
            </p:nvPicPr>
            <p:blipFill>
              <a:blip r:embed="rId3"/>
              <a:stretch>
                <a:fillRect/>
              </a:stretch>
            </p:blipFill>
            <p:spPr>
              <a:xfrm>
                <a:off x="4795200" y="2118600"/>
                <a:ext cx="6070680" cy="4624920"/>
              </a:xfrm>
              <a:prstGeom prst="rect">
                <a:avLst/>
              </a:prstGeom>
            </p:spPr>
          </p:pic>
        </mc:Fallback>
      </mc:AlternateContent>
    </p:spTree>
    <p:extLst>
      <p:ext uri="{BB962C8B-B14F-4D97-AF65-F5344CB8AC3E}">
        <p14:creationId xmlns:p14="http://schemas.microsoft.com/office/powerpoint/2010/main" val="2499319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AAF235-A51D-D327-3C28-3F37C3CB297D}"/>
              </a:ext>
            </a:extLst>
          </p:cNvPr>
          <p:cNvSpPr>
            <a:spLocks noGrp="1"/>
          </p:cNvSpPr>
          <p:nvPr>
            <p:ph type="body" idx="1"/>
          </p:nvPr>
        </p:nvSpPr>
        <p:spPr>
          <a:xfrm>
            <a:off x="622300" y="1160003"/>
            <a:ext cx="10947400" cy="3450500"/>
          </a:xfrm>
        </p:spPr>
        <p:txBody>
          <a:bodyPr/>
          <a:lstStyle/>
          <a:p>
            <a:pPr marL="25400" indent="0">
              <a:buNone/>
            </a:pPr>
            <a:r>
              <a:rPr lang="en-US" dirty="0"/>
              <a:t>&lt;dependency&gt;</a:t>
            </a:r>
          </a:p>
          <a:p>
            <a:pPr marL="25400" indent="0">
              <a:buNone/>
            </a:pPr>
            <a:r>
              <a:rPr lang="en-US" dirty="0"/>
              <a:t>    &lt;</a:t>
            </a:r>
            <a:r>
              <a:rPr lang="en-US" dirty="0" err="1"/>
              <a:t>groupId</a:t>
            </a:r>
            <a:r>
              <a:rPr lang="en-US" dirty="0"/>
              <a:t>&gt;</a:t>
            </a:r>
            <a:r>
              <a:rPr lang="en-US" dirty="0" err="1"/>
              <a:t>org.springframework.boot</a:t>
            </a:r>
            <a:r>
              <a:rPr lang="en-US" dirty="0"/>
              <a:t>&lt;/</a:t>
            </a:r>
            <a:r>
              <a:rPr lang="en-US" dirty="0" err="1"/>
              <a:t>groupId</a:t>
            </a:r>
            <a:r>
              <a:rPr lang="en-US" dirty="0"/>
              <a:t>&gt;</a:t>
            </a:r>
          </a:p>
          <a:p>
            <a:pPr marL="25400" indent="0">
              <a:buNone/>
            </a:pPr>
            <a:r>
              <a:rPr lang="en-US" dirty="0"/>
              <a:t>    &lt;</a:t>
            </a:r>
            <a:r>
              <a:rPr lang="en-US" dirty="0" err="1"/>
              <a:t>artifactId</a:t>
            </a:r>
            <a:r>
              <a:rPr lang="en-US" dirty="0"/>
              <a:t>&gt;spring-boot-starter-security&lt;/</a:t>
            </a:r>
            <a:r>
              <a:rPr lang="en-US" dirty="0" err="1"/>
              <a:t>artifactId</a:t>
            </a:r>
            <a:r>
              <a:rPr lang="en-US" dirty="0"/>
              <a:t>&gt;</a:t>
            </a:r>
          </a:p>
          <a:p>
            <a:pPr marL="25400" indent="0">
              <a:buNone/>
            </a:pPr>
            <a:r>
              <a:rPr lang="en-US" dirty="0"/>
              <a:t>    &lt;version&gt;3.2.0&lt;/version&gt;</a:t>
            </a:r>
          </a:p>
          <a:p>
            <a:pPr marL="25400" indent="0">
              <a:buNone/>
            </a:pPr>
            <a:r>
              <a:rPr lang="en-US" dirty="0"/>
              <a:t>&lt;/dependency&gt;</a:t>
            </a:r>
          </a:p>
          <a:p>
            <a:endParaRPr lang="en-US" dirty="0"/>
          </a:p>
        </p:txBody>
      </p:sp>
      <p:sp>
        <p:nvSpPr>
          <p:cNvPr id="3" name="Title 2">
            <a:extLst>
              <a:ext uri="{FF2B5EF4-FFF2-40B4-BE49-F238E27FC236}">
                <a16:creationId xmlns:a16="http://schemas.microsoft.com/office/drawing/2014/main" id="{BEDE8FFD-D6CF-0AEA-A39B-AC321FBDC838}"/>
              </a:ext>
            </a:extLst>
          </p:cNvPr>
          <p:cNvSpPr>
            <a:spLocks noGrp="1"/>
          </p:cNvSpPr>
          <p:nvPr>
            <p:ph type="title"/>
          </p:nvPr>
        </p:nvSpPr>
        <p:spPr/>
        <p:txBody>
          <a:bodyPr/>
          <a:lstStyle/>
          <a:p>
            <a:r>
              <a:rPr lang="en-US" dirty="0"/>
              <a:t>Dependency</a:t>
            </a:r>
          </a:p>
        </p:txBody>
      </p:sp>
    </p:spTree>
    <p:extLst>
      <p:ext uri="{BB962C8B-B14F-4D97-AF65-F5344CB8AC3E}">
        <p14:creationId xmlns:p14="http://schemas.microsoft.com/office/powerpoint/2010/main" val="1409718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2273E1-692A-F1BD-169A-00D4CB265F28}"/>
              </a:ext>
            </a:extLst>
          </p:cNvPr>
          <p:cNvSpPr>
            <a:spLocks noGrp="1"/>
          </p:cNvSpPr>
          <p:nvPr>
            <p:ph type="body" idx="1"/>
          </p:nvPr>
        </p:nvSpPr>
        <p:spPr>
          <a:xfrm>
            <a:off x="622300" y="1160003"/>
            <a:ext cx="10947400" cy="1588452"/>
          </a:xfrm>
        </p:spPr>
        <p:txBody>
          <a:bodyPr/>
          <a:lstStyle/>
          <a:p>
            <a:pPr marL="0" marR="0" indent="0">
              <a:spcBef>
                <a:spcPts val="0"/>
              </a:spcBef>
              <a:spcAft>
                <a:spcPts val="0"/>
              </a:spcAft>
              <a:buNone/>
            </a:pPr>
            <a:r>
              <a:rPr lang="en-US" dirty="0">
                <a:solidFill>
                  <a:srgbClr val="000000"/>
                </a:solidFill>
                <a:effectLst/>
                <a:latin typeface="Consolas" panose="020B0609020204030204" pitchFamily="49" charset="0"/>
              </a:rPr>
              <a:t>spring.security.user.name=</a:t>
            </a:r>
            <a:r>
              <a:rPr lang="en-US" dirty="0">
                <a:solidFill>
                  <a:srgbClr val="2AA198"/>
                </a:solidFill>
                <a:effectLst/>
                <a:latin typeface="Consolas" panose="020B0609020204030204" pitchFamily="49" charset="0"/>
              </a:rPr>
              <a:t>rahul</a:t>
            </a:r>
            <a:endParaRPr lang="en-US" dirty="0">
              <a:solidFill>
                <a:srgbClr val="000000"/>
              </a:solidFill>
              <a:effectLst/>
              <a:latin typeface="Consolas" panose="020B0609020204030204" pitchFamily="49" charset="0"/>
            </a:endParaRPr>
          </a:p>
          <a:p>
            <a:pPr marL="0" marR="0" indent="0">
              <a:spcBef>
                <a:spcPts val="0"/>
              </a:spcBef>
              <a:spcAft>
                <a:spcPts val="0"/>
              </a:spcAft>
              <a:buNone/>
            </a:pPr>
            <a:r>
              <a:rPr lang="en-US" dirty="0" err="1">
                <a:solidFill>
                  <a:srgbClr val="000000"/>
                </a:solidFill>
                <a:effectLst/>
                <a:latin typeface="Consolas" panose="020B0609020204030204" pitchFamily="49" charset="0"/>
              </a:rPr>
              <a:t>spring.security.user.password</a:t>
            </a:r>
            <a:r>
              <a:rPr lang="en-US" dirty="0">
                <a:solidFill>
                  <a:srgbClr val="000000"/>
                </a:solidFill>
                <a:effectLst/>
                <a:latin typeface="Consolas" panose="020B0609020204030204" pitchFamily="49" charset="0"/>
              </a:rPr>
              <a:t>=</a:t>
            </a:r>
            <a:r>
              <a:rPr lang="en-US" dirty="0">
                <a:solidFill>
                  <a:srgbClr val="2AA198"/>
                </a:solidFill>
                <a:effectLst/>
                <a:latin typeface="Consolas" panose="020B0609020204030204" pitchFamily="49" charset="0"/>
              </a:rPr>
              <a:t>1234</a:t>
            </a:r>
            <a:endParaRPr lang="en-US" dirty="0">
              <a:solidFill>
                <a:srgbClr val="000000"/>
              </a:solidFill>
              <a:effectLst/>
              <a:latin typeface="Consolas" panose="020B0609020204030204" pitchFamily="49" charset="0"/>
            </a:endParaRPr>
          </a:p>
          <a:p>
            <a:endParaRPr lang="en-US" dirty="0"/>
          </a:p>
        </p:txBody>
      </p:sp>
      <p:sp>
        <p:nvSpPr>
          <p:cNvPr id="3" name="Title 2">
            <a:extLst>
              <a:ext uri="{FF2B5EF4-FFF2-40B4-BE49-F238E27FC236}">
                <a16:creationId xmlns:a16="http://schemas.microsoft.com/office/drawing/2014/main" id="{BD8D8BC4-5905-FB9D-8727-5705791859CF}"/>
              </a:ext>
            </a:extLst>
          </p:cNvPr>
          <p:cNvSpPr>
            <a:spLocks noGrp="1"/>
          </p:cNvSpPr>
          <p:nvPr>
            <p:ph type="title"/>
          </p:nvPr>
        </p:nvSpPr>
        <p:spPr/>
        <p:txBody>
          <a:bodyPr/>
          <a:lstStyle/>
          <a:p>
            <a:r>
              <a:rPr lang="en-US" dirty="0"/>
              <a:t>Configuration [to create static credential]</a:t>
            </a:r>
          </a:p>
        </p:txBody>
      </p:sp>
    </p:spTree>
    <p:extLst>
      <p:ext uri="{BB962C8B-B14F-4D97-AF65-F5344CB8AC3E}">
        <p14:creationId xmlns:p14="http://schemas.microsoft.com/office/powerpoint/2010/main" val="4032817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2BF3A0-7B5C-B1F5-0E0D-A42314EED647}"/>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2485FAFA-DB8E-16F8-68BD-7EA428F427DF}"/>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8CD5B9B1-C23A-5849-120B-A2EAC0E594B3}"/>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1920434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1F543B-6865-51D3-B03B-C14A68A65111}"/>
              </a:ext>
            </a:extLst>
          </p:cNvPr>
          <p:cNvSpPr>
            <a:spLocks noGrp="1"/>
          </p:cNvSpPr>
          <p:nvPr>
            <p:ph type="body" idx="1"/>
          </p:nvPr>
        </p:nvSpPr>
        <p:spPr>
          <a:xfrm>
            <a:off x="622300" y="1160003"/>
            <a:ext cx="10947400" cy="3235057"/>
          </a:xfrm>
        </p:spPr>
        <p:txBody>
          <a:bodyPr/>
          <a:lstStyle/>
          <a:p>
            <a:r>
              <a:rPr lang="en-US" dirty="0"/>
              <a:t>You logged in to any web application </a:t>
            </a:r>
          </a:p>
          <a:p>
            <a:pPr lvl="1"/>
            <a:r>
              <a:rPr lang="en-US" dirty="0"/>
              <a:t>A cookie is saved in your web browser</a:t>
            </a:r>
          </a:p>
          <a:p>
            <a:r>
              <a:rPr lang="en-US" dirty="0"/>
              <a:t>You navigate to some malicious web site without logged out.</a:t>
            </a:r>
          </a:p>
          <a:p>
            <a:r>
              <a:rPr lang="en-US" dirty="0"/>
              <a:t>Malicious website can executes accessing your application without your knowledge using the cookie.</a:t>
            </a:r>
          </a:p>
        </p:txBody>
      </p:sp>
      <p:sp>
        <p:nvSpPr>
          <p:cNvPr id="3" name="Title 2">
            <a:extLst>
              <a:ext uri="{FF2B5EF4-FFF2-40B4-BE49-F238E27FC236}">
                <a16:creationId xmlns:a16="http://schemas.microsoft.com/office/drawing/2014/main" id="{DECC7F7D-64B0-F5AB-CFB5-3B08B562A1D1}"/>
              </a:ext>
            </a:extLst>
          </p:cNvPr>
          <p:cNvSpPr>
            <a:spLocks noGrp="1"/>
          </p:cNvSpPr>
          <p:nvPr>
            <p:ph type="title"/>
          </p:nvPr>
        </p:nvSpPr>
        <p:spPr/>
        <p:txBody>
          <a:bodyPr/>
          <a:lstStyle/>
          <a:p>
            <a:r>
              <a:rPr lang="en-US" dirty="0"/>
              <a:t>CSRF – Cross Site Request Forgery</a:t>
            </a:r>
          </a:p>
        </p:txBody>
      </p:sp>
    </p:spTree>
    <p:extLst>
      <p:ext uri="{BB962C8B-B14F-4D97-AF65-F5344CB8AC3E}">
        <p14:creationId xmlns:p14="http://schemas.microsoft.com/office/powerpoint/2010/main" val="1052389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47502C-717B-EA00-8FBB-B9FCEB9CFD72}"/>
              </a:ext>
            </a:extLst>
          </p:cNvPr>
          <p:cNvSpPr>
            <a:spLocks noGrp="1"/>
          </p:cNvSpPr>
          <p:nvPr>
            <p:ph type="body" idx="1"/>
          </p:nvPr>
        </p:nvSpPr>
        <p:spPr>
          <a:xfrm>
            <a:off x="622300" y="1160003"/>
            <a:ext cx="10947400" cy="3932684"/>
          </a:xfrm>
        </p:spPr>
        <p:txBody>
          <a:bodyPr/>
          <a:lstStyle/>
          <a:p>
            <a:r>
              <a:rPr lang="en-US" dirty="0"/>
              <a:t>? How can you protect from CSRF</a:t>
            </a:r>
          </a:p>
          <a:p>
            <a:pPr marL="1022350" lvl="1" indent="-514350">
              <a:buFont typeface="+mj-lt"/>
              <a:buAutoNum type="arabicPeriod"/>
            </a:pPr>
            <a:r>
              <a:rPr lang="en-US" dirty="0"/>
              <a:t>Synchronizer token pattern</a:t>
            </a:r>
          </a:p>
          <a:p>
            <a:pPr lvl="2"/>
            <a:r>
              <a:rPr lang="en-US" dirty="0"/>
              <a:t>A token created for each request </a:t>
            </a:r>
          </a:p>
          <a:p>
            <a:pPr lvl="2"/>
            <a:r>
              <a:rPr lang="en-US" dirty="0"/>
              <a:t>To make an update (post , put ,….) you need a </a:t>
            </a:r>
            <a:r>
              <a:rPr lang="en-US" dirty="0" err="1"/>
              <a:t>csrf</a:t>
            </a:r>
            <a:r>
              <a:rPr lang="en-US" dirty="0"/>
              <a:t> token from the previous request.</a:t>
            </a:r>
          </a:p>
          <a:p>
            <a:r>
              <a:rPr lang="en-US" dirty="0"/>
              <a:t>Spring security Enables by default</a:t>
            </a:r>
          </a:p>
          <a:p>
            <a:pPr marL="508000" lvl="1" indent="0">
              <a:buNone/>
            </a:pPr>
            <a:r>
              <a:rPr lang="en-US" dirty="0"/>
              <a:t>2. Same site Cookie </a:t>
            </a:r>
          </a:p>
          <a:p>
            <a:pPr marL="508000" lvl="1" indent="0">
              <a:buNone/>
            </a:pPr>
            <a:r>
              <a:rPr lang="en-US" dirty="0"/>
              <a:t>	</a:t>
            </a:r>
            <a:r>
              <a:rPr lang="en-US" dirty="0" err="1"/>
              <a:t>server.servlet.session.cookie.same</a:t>
            </a:r>
            <a:r>
              <a:rPr lang="en-US" dirty="0"/>
              <a:t>-site</a:t>
            </a:r>
            <a:r>
              <a:rPr lang="en-US"/>
              <a:t>=strict</a:t>
            </a:r>
            <a:endParaRPr lang="en-US" dirty="0"/>
          </a:p>
        </p:txBody>
      </p:sp>
      <p:sp>
        <p:nvSpPr>
          <p:cNvPr id="3" name="Title 2">
            <a:extLst>
              <a:ext uri="{FF2B5EF4-FFF2-40B4-BE49-F238E27FC236}">
                <a16:creationId xmlns:a16="http://schemas.microsoft.com/office/drawing/2014/main" id="{ACCC260B-2795-D7C5-6237-CCCB06897656}"/>
              </a:ext>
            </a:extLst>
          </p:cNvPr>
          <p:cNvSpPr>
            <a:spLocks noGrp="1"/>
          </p:cNvSpPr>
          <p:nvPr>
            <p:ph type="title"/>
          </p:nvPr>
        </p:nvSpPr>
        <p:spPr/>
        <p:txBody>
          <a:bodyPr/>
          <a:lstStyle/>
          <a:p>
            <a:r>
              <a:rPr lang="en-US" dirty="0"/>
              <a:t>CSRF – Cross Site Request Forgery</a:t>
            </a:r>
          </a:p>
        </p:txBody>
      </p:sp>
    </p:spTree>
    <p:extLst>
      <p:ext uri="{BB962C8B-B14F-4D97-AF65-F5344CB8AC3E}">
        <p14:creationId xmlns:p14="http://schemas.microsoft.com/office/powerpoint/2010/main" val="3500473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BF002E-B9A5-A8BB-5D40-3C49BCD5E66D}"/>
              </a:ext>
            </a:extLst>
          </p:cNvPr>
          <p:cNvSpPr>
            <a:spLocks noGrp="1"/>
          </p:cNvSpPr>
          <p:nvPr>
            <p:ph type="body" idx="1"/>
          </p:nvPr>
        </p:nvSpPr>
        <p:spPr>
          <a:xfrm>
            <a:off x="622300" y="1160003"/>
            <a:ext cx="10947400" cy="3050391"/>
          </a:xfrm>
        </p:spPr>
        <p:txBody>
          <a:bodyPr/>
          <a:lstStyle/>
          <a:p>
            <a:r>
              <a:rPr lang="en-US" dirty="0"/>
              <a:t>Specification that allows you to configure which cross domain request are allowed.</a:t>
            </a:r>
          </a:p>
          <a:p>
            <a:pPr lvl="1"/>
            <a:r>
              <a:rPr lang="en-US" dirty="0"/>
              <a:t>Global configuration – configure add cross mapping callback method in web </a:t>
            </a:r>
            <a:r>
              <a:rPr lang="en-US" dirty="0" err="1"/>
              <a:t>configurer</a:t>
            </a:r>
            <a:r>
              <a:rPr lang="en-US" dirty="0"/>
              <a:t>.</a:t>
            </a:r>
          </a:p>
          <a:p>
            <a:pPr lvl="1"/>
            <a:r>
              <a:rPr lang="en-US" dirty="0"/>
              <a:t>Local Configuration - @CrossOrigin – All from all origin </a:t>
            </a:r>
          </a:p>
          <a:p>
            <a:pPr lvl="1"/>
            <a:endParaRPr lang="en-US" dirty="0"/>
          </a:p>
        </p:txBody>
      </p:sp>
      <p:sp>
        <p:nvSpPr>
          <p:cNvPr id="3" name="Title 2">
            <a:extLst>
              <a:ext uri="{FF2B5EF4-FFF2-40B4-BE49-F238E27FC236}">
                <a16:creationId xmlns:a16="http://schemas.microsoft.com/office/drawing/2014/main" id="{80722283-AE76-612F-2FCC-C074071D2E20}"/>
              </a:ext>
            </a:extLst>
          </p:cNvPr>
          <p:cNvSpPr>
            <a:spLocks noGrp="1"/>
          </p:cNvSpPr>
          <p:nvPr>
            <p:ph type="title"/>
          </p:nvPr>
        </p:nvSpPr>
        <p:spPr/>
        <p:txBody>
          <a:bodyPr/>
          <a:lstStyle/>
          <a:p>
            <a:r>
              <a:rPr lang="en-US" dirty="0"/>
              <a:t>CORS : Cross Origin Request Sharing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CE34177-A429-37A5-0369-8D33E8314D8F}"/>
                  </a:ext>
                </a:extLst>
              </p14:cNvPr>
              <p14:cNvContentPartPr/>
              <p14:nvPr/>
            </p14:nvContentPartPr>
            <p14:xfrm>
              <a:off x="1161360" y="1822320"/>
              <a:ext cx="10739880" cy="4997160"/>
            </p14:xfrm>
          </p:contentPart>
        </mc:Choice>
        <mc:Fallback>
          <p:pic>
            <p:nvPicPr>
              <p:cNvPr id="4" name="Ink 3">
                <a:extLst>
                  <a:ext uri="{FF2B5EF4-FFF2-40B4-BE49-F238E27FC236}">
                    <a16:creationId xmlns:a16="http://schemas.microsoft.com/office/drawing/2014/main" id="{DCE34177-A429-37A5-0369-8D33E8314D8F}"/>
                  </a:ext>
                </a:extLst>
              </p:cNvPr>
              <p:cNvPicPr/>
              <p:nvPr/>
            </p:nvPicPr>
            <p:blipFill>
              <a:blip r:embed="rId3"/>
              <a:stretch>
                <a:fillRect/>
              </a:stretch>
            </p:blipFill>
            <p:spPr>
              <a:xfrm>
                <a:off x="1152000" y="1812960"/>
                <a:ext cx="10758600" cy="5015880"/>
              </a:xfrm>
              <a:prstGeom prst="rect">
                <a:avLst/>
              </a:prstGeom>
            </p:spPr>
          </p:pic>
        </mc:Fallback>
      </mc:AlternateContent>
    </p:spTree>
    <p:extLst>
      <p:ext uri="{BB962C8B-B14F-4D97-AF65-F5344CB8AC3E}">
        <p14:creationId xmlns:p14="http://schemas.microsoft.com/office/powerpoint/2010/main" val="1888110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JWT Tokens in Spring Boot</a:t>
            </a:r>
            <a:endParaRPr sz="14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3430339" y="3857294"/>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9218" name="Picture 2" descr="JSON Web Tokens - jwt.io">
            <a:extLst>
              <a:ext uri="{FF2B5EF4-FFF2-40B4-BE49-F238E27FC236}">
                <a16:creationId xmlns:a16="http://schemas.microsoft.com/office/drawing/2014/main" id="{4FA88C1C-6339-4C5D-8DA9-6D5B9315C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6286" y="3558419"/>
            <a:ext cx="3019425"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415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219183-2517-05E4-D3E1-3E7B6E1CA2B6}"/>
              </a:ext>
            </a:extLst>
          </p:cNvPr>
          <p:cNvSpPr>
            <a:spLocks noGrp="1"/>
          </p:cNvSpPr>
          <p:nvPr>
            <p:ph type="body" idx="1"/>
          </p:nvPr>
        </p:nvSpPr>
        <p:spPr>
          <a:xfrm>
            <a:off x="622300" y="1160003"/>
            <a:ext cx="10947400" cy="5240795"/>
          </a:xfrm>
        </p:spPr>
        <p:txBody>
          <a:bodyPr/>
          <a:lstStyle/>
          <a:p>
            <a:pPr marL="10798">
              <a:lnSpc>
                <a:spcPts val="2534"/>
              </a:lnSpc>
              <a:spcBef>
                <a:spcPts val="85"/>
              </a:spcBef>
            </a:pPr>
            <a:endParaRPr lang="en-US" b="1" spc="68" dirty="0">
              <a:solidFill>
                <a:srgbClr val="212121"/>
              </a:solidFill>
              <a:latin typeface="+mj-lt"/>
              <a:cs typeface="Calibri"/>
            </a:endParaRPr>
          </a:p>
          <a:p>
            <a:pPr marL="10798">
              <a:lnSpc>
                <a:spcPts val="2534"/>
              </a:lnSpc>
              <a:spcBef>
                <a:spcPts val="85"/>
              </a:spcBef>
            </a:pPr>
            <a:r>
              <a:rPr lang="en-US" b="1" spc="68" dirty="0">
                <a:solidFill>
                  <a:srgbClr val="212121"/>
                </a:solidFill>
                <a:latin typeface="+mj-lt"/>
                <a:cs typeface="Calibri"/>
              </a:rPr>
              <a:t>Basic</a:t>
            </a:r>
            <a:r>
              <a:rPr lang="en-US" b="1" spc="-77" dirty="0">
                <a:solidFill>
                  <a:srgbClr val="212121"/>
                </a:solidFill>
                <a:latin typeface="+mj-lt"/>
                <a:cs typeface="Calibri"/>
              </a:rPr>
              <a:t> </a:t>
            </a:r>
            <a:r>
              <a:rPr lang="en-US" b="1" spc="30" dirty="0">
                <a:solidFill>
                  <a:srgbClr val="212121"/>
                </a:solidFill>
                <a:latin typeface="+mj-lt"/>
                <a:cs typeface="Calibri"/>
              </a:rPr>
              <a:t>Authentication</a:t>
            </a:r>
            <a:endParaRPr lang="en-US" dirty="0">
              <a:latin typeface="+mj-lt"/>
              <a:cs typeface="Calibri"/>
            </a:endParaRPr>
          </a:p>
          <a:p>
            <a:pPr marL="791384" lvl="1">
              <a:lnSpc>
                <a:spcPts val="1977"/>
              </a:lnSpc>
            </a:pPr>
            <a:r>
              <a:rPr lang="en-US" sz="2000" spc="17" dirty="0">
                <a:solidFill>
                  <a:srgbClr val="212121"/>
                </a:solidFill>
                <a:latin typeface="+mj-lt"/>
                <a:cs typeface="Calibri"/>
              </a:rPr>
              <a:t>No</a:t>
            </a:r>
            <a:r>
              <a:rPr lang="en-US" sz="2000" spc="-60" dirty="0">
                <a:solidFill>
                  <a:srgbClr val="212121"/>
                </a:solidFill>
                <a:latin typeface="+mj-lt"/>
                <a:cs typeface="Calibri"/>
              </a:rPr>
              <a:t> </a:t>
            </a:r>
            <a:r>
              <a:rPr lang="en-US" sz="2000" spc="30" dirty="0">
                <a:solidFill>
                  <a:srgbClr val="212121"/>
                </a:solidFill>
                <a:latin typeface="+mj-lt"/>
                <a:cs typeface="Calibri"/>
              </a:rPr>
              <a:t>Expiration</a:t>
            </a:r>
            <a:r>
              <a:rPr lang="en-US" sz="2000" spc="-55" dirty="0">
                <a:solidFill>
                  <a:srgbClr val="212121"/>
                </a:solidFill>
                <a:latin typeface="+mj-lt"/>
                <a:cs typeface="Calibri"/>
              </a:rPr>
              <a:t> </a:t>
            </a:r>
            <a:r>
              <a:rPr lang="en-US" sz="2000" spc="43" dirty="0">
                <a:solidFill>
                  <a:srgbClr val="212121"/>
                </a:solidFill>
                <a:latin typeface="+mj-lt"/>
                <a:cs typeface="Calibri"/>
              </a:rPr>
              <a:t>Time</a:t>
            </a:r>
            <a:endParaRPr lang="en-US" sz="2000" dirty="0">
              <a:latin typeface="+mj-lt"/>
              <a:cs typeface="Calibri"/>
            </a:endParaRPr>
          </a:p>
          <a:p>
            <a:pPr marL="791384" marR="2863508" lvl="1">
              <a:lnSpc>
                <a:spcPts val="2364"/>
              </a:lnSpc>
              <a:spcBef>
                <a:spcPts val="102"/>
              </a:spcBef>
            </a:pPr>
            <a:r>
              <a:rPr lang="en-US" sz="2000" spc="17" dirty="0">
                <a:solidFill>
                  <a:srgbClr val="212121"/>
                </a:solidFill>
                <a:latin typeface="+mj-lt"/>
                <a:cs typeface="Calibri"/>
              </a:rPr>
              <a:t>No</a:t>
            </a:r>
            <a:r>
              <a:rPr lang="en-US" sz="2000" spc="-72" dirty="0">
                <a:solidFill>
                  <a:srgbClr val="212121"/>
                </a:solidFill>
                <a:latin typeface="+mj-lt"/>
                <a:cs typeface="Calibri"/>
              </a:rPr>
              <a:t> </a:t>
            </a:r>
            <a:r>
              <a:rPr lang="en-US" sz="2000" spc="13" dirty="0">
                <a:solidFill>
                  <a:srgbClr val="212121"/>
                </a:solidFill>
                <a:latin typeface="+mj-lt"/>
                <a:cs typeface="Calibri"/>
              </a:rPr>
              <a:t>User</a:t>
            </a:r>
            <a:r>
              <a:rPr lang="en-US" sz="2000" spc="-68" dirty="0">
                <a:solidFill>
                  <a:srgbClr val="212121"/>
                </a:solidFill>
                <a:latin typeface="+mj-lt"/>
                <a:cs typeface="Calibri"/>
              </a:rPr>
              <a:t> </a:t>
            </a:r>
            <a:r>
              <a:rPr lang="en-US" sz="2000" spc="17" dirty="0">
                <a:solidFill>
                  <a:srgbClr val="212121"/>
                </a:solidFill>
                <a:latin typeface="+mj-lt"/>
                <a:cs typeface="Calibri"/>
              </a:rPr>
              <a:t>Details </a:t>
            </a:r>
            <a:r>
              <a:rPr lang="en-US" sz="2000" spc="-400" dirty="0">
                <a:solidFill>
                  <a:srgbClr val="212121"/>
                </a:solidFill>
                <a:latin typeface="+mj-lt"/>
                <a:cs typeface="Calibri"/>
              </a:rPr>
              <a:t> </a:t>
            </a:r>
            <a:r>
              <a:rPr lang="en-US" sz="2000" spc="47" dirty="0">
                <a:solidFill>
                  <a:srgbClr val="212121"/>
                </a:solidFill>
                <a:latin typeface="+mj-lt"/>
                <a:cs typeface="Calibri"/>
              </a:rPr>
              <a:t>Easily</a:t>
            </a:r>
            <a:r>
              <a:rPr lang="en-US" sz="2000" spc="-81" dirty="0">
                <a:solidFill>
                  <a:srgbClr val="212121"/>
                </a:solidFill>
                <a:latin typeface="+mj-lt"/>
                <a:cs typeface="Calibri"/>
              </a:rPr>
              <a:t> </a:t>
            </a:r>
            <a:r>
              <a:rPr lang="en-US" sz="2000" spc="21" dirty="0">
                <a:solidFill>
                  <a:srgbClr val="212121"/>
                </a:solidFill>
                <a:latin typeface="+mj-lt"/>
                <a:cs typeface="Calibri"/>
              </a:rPr>
              <a:t>Decoded</a:t>
            </a:r>
          </a:p>
          <a:p>
            <a:pPr marL="791384" marR="2863508" lvl="1">
              <a:lnSpc>
                <a:spcPts val="2364"/>
              </a:lnSpc>
              <a:spcBef>
                <a:spcPts val="102"/>
              </a:spcBef>
            </a:pPr>
            <a:endParaRPr lang="en-US" sz="2000" spc="21" dirty="0">
              <a:solidFill>
                <a:srgbClr val="212121"/>
              </a:solidFill>
              <a:latin typeface="+mj-lt"/>
              <a:cs typeface="Calibri"/>
            </a:endParaRPr>
          </a:p>
          <a:p>
            <a:pPr marL="791384" marR="2863508" lvl="1">
              <a:lnSpc>
                <a:spcPts val="2364"/>
              </a:lnSpc>
              <a:spcBef>
                <a:spcPts val="102"/>
              </a:spcBef>
            </a:pPr>
            <a:endParaRPr lang="en-US" sz="2000" dirty="0">
              <a:latin typeface="+mj-lt"/>
              <a:cs typeface="Calibri"/>
            </a:endParaRPr>
          </a:p>
          <a:p>
            <a:pPr marL="61598" lvl="1" indent="0">
              <a:lnSpc>
                <a:spcPts val="2534"/>
              </a:lnSpc>
              <a:spcBef>
                <a:spcPts val="34"/>
              </a:spcBef>
              <a:buNone/>
            </a:pPr>
            <a:r>
              <a:rPr lang="en-US" spc="30" dirty="0">
                <a:solidFill>
                  <a:srgbClr val="212121"/>
                </a:solidFill>
                <a:latin typeface="+mj-lt"/>
                <a:cs typeface="Calibri"/>
              </a:rPr>
              <a:t>How</a:t>
            </a:r>
            <a:r>
              <a:rPr lang="en-US" spc="-68" dirty="0">
                <a:solidFill>
                  <a:srgbClr val="212121"/>
                </a:solidFill>
                <a:latin typeface="+mj-lt"/>
                <a:cs typeface="Calibri"/>
              </a:rPr>
              <a:t> </a:t>
            </a:r>
            <a:r>
              <a:rPr lang="en-US" spc="43" dirty="0">
                <a:solidFill>
                  <a:srgbClr val="212121"/>
                </a:solidFill>
                <a:latin typeface="+mj-lt"/>
                <a:cs typeface="Calibri"/>
              </a:rPr>
              <a:t>about</a:t>
            </a:r>
            <a:r>
              <a:rPr lang="en-US" spc="-68" dirty="0">
                <a:solidFill>
                  <a:srgbClr val="212121"/>
                </a:solidFill>
                <a:latin typeface="+mj-lt"/>
                <a:cs typeface="Calibri"/>
              </a:rPr>
              <a:t> </a:t>
            </a:r>
            <a:r>
              <a:rPr lang="en-US" spc="72" dirty="0">
                <a:solidFill>
                  <a:srgbClr val="212121"/>
                </a:solidFill>
                <a:latin typeface="+mj-lt"/>
                <a:cs typeface="Calibri"/>
              </a:rPr>
              <a:t>a</a:t>
            </a:r>
            <a:r>
              <a:rPr lang="en-US" spc="-64" dirty="0">
                <a:solidFill>
                  <a:srgbClr val="212121"/>
                </a:solidFill>
                <a:latin typeface="+mj-lt"/>
                <a:cs typeface="Calibri"/>
              </a:rPr>
              <a:t> </a:t>
            </a:r>
            <a:r>
              <a:rPr lang="en-US" b="1" spc="51" dirty="0">
                <a:solidFill>
                  <a:srgbClr val="212121"/>
                </a:solidFill>
                <a:latin typeface="+mj-lt"/>
                <a:cs typeface="Calibri"/>
              </a:rPr>
              <a:t>custom</a:t>
            </a:r>
            <a:r>
              <a:rPr lang="en-US" b="1" spc="-60" dirty="0">
                <a:solidFill>
                  <a:srgbClr val="212121"/>
                </a:solidFill>
                <a:latin typeface="+mj-lt"/>
                <a:cs typeface="Calibri"/>
              </a:rPr>
              <a:t> </a:t>
            </a:r>
            <a:r>
              <a:rPr lang="en-US" b="1" spc="26" dirty="0">
                <a:solidFill>
                  <a:srgbClr val="212121"/>
                </a:solidFill>
                <a:latin typeface="+mj-lt"/>
                <a:cs typeface="Calibri"/>
              </a:rPr>
              <a:t>token</a:t>
            </a:r>
            <a:r>
              <a:rPr lang="en-US" b="1" spc="-55" dirty="0">
                <a:solidFill>
                  <a:srgbClr val="212121"/>
                </a:solidFill>
                <a:latin typeface="+mj-lt"/>
                <a:cs typeface="Calibri"/>
              </a:rPr>
              <a:t> </a:t>
            </a:r>
            <a:r>
              <a:rPr lang="en-US" b="1" spc="26" dirty="0">
                <a:solidFill>
                  <a:srgbClr val="212121"/>
                </a:solidFill>
                <a:latin typeface="+mj-lt"/>
                <a:cs typeface="Calibri"/>
              </a:rPr>
              <a:t>system</a:t>
            </a:r>
            <a:r>
              <a:rPr lang="en-US" spc="26" dirty="0">
                <a:solidFill>
                  <a:srgbClr val="212121"/>
                </a:solidFill>
                <a:latin typeface="+mj-lt"/>
                <a:cs typeface="Calibri"/>
              </a:rPr>
              <a:t>?</a:t>
            </a:r>
            <a:endParaRPr lang="en-US" dirty="0">
              <a:latin typeface="+mj-lt"/>
              <a:cs typeface="Calibri"/>
            </a:endParaRPr>
          </a:p>
          <a:p>
            <a:pPr marL="791384" lvl="1">
              <a:lnSpc>
                <a:spcPts val="1977"/>
              </a:lnSpc>
            </a:pPr>
            <a:r>
              <a:rPr lang="en-US" sz="2000" spc="34" dirty="0">
                <a:solidFill>
                  <a:srgbClr val="212121"/>
                </a:solidFill>
                <a:latin typeface="+mj-lt"/>
                <a:cs typeface="Calibri"/>
              </a:rPr>
              <a:t>Custom</a:t>
            </a:r>
            <a:r>
              <a:rPr lang="en-US" sz="2000" spc="-60" dirty="0">
                <a:solidFill>
                  <a:srgbClr val="212121"/>
                </a:solidFill>
                <a:latin typeface="+mj-lt"/>
                <a:cs typeface="Calibri"/>
              </a:rPr>
              <a:t> </a:t>
            </a:r>
            <a:r>
              <a:rPr lang="en-US" sz="2000" spc="26" dirty="0">
                <a:solidFill>
                  <a:srgbClr val="212121"/>
                </a:solidFill>
                <a:latin typeface="+mj-lt"/>
                <a:cs typeface="Calibri"/>
              </a:rPr>
              <a:t>Structure</a:t>
            </a:r>
            <a:endParaRPr lang="en-US" sz="2000" dirty="0">
              <a:latin typeface="+mj-lt"/>
              <a:cs typeface="Calibri"/>
            </a:endParaRPr>
          </a:p>
          <a:p>
            <a:pPr marL="791384" lvl="1">
              <a:spcBef>
                <a:spcPts val="102"/>
              </a:spcBef>
            </a:pPr>
            <a:r>
              <a:rPr lang="en-US" sz="2000" spc="43" dirty="0">
                <a:solidFill>
                  <a:srgbClr val="212121"/>
                </a:solidFill>
                <a:latin typeface="+mj-lt"/>
                <a:cs typeface="Calibri"/>
              </a:rPr>
              <a:t>Possible</a:t>
            </a:r>
            <a:r>
              <a:rPr lang="en-US" sz="2000" spc="-64" dirty="0">
                <a:solidFill>
                  <a:srgbClr val="212121"/>
                </a:solidFill>
                <a:latin typeface="+mj-lt"/>
                <a:cs typeface="Calibri"/>
              </a:rPr>
              <a:t> </a:t>
            </a:r>
            <a:r>
              <a:rPr lang="en-US" sz="2000" spc="38" dirty="0">
                <a:solidFill>
                  <a:srgbClr val="212121"/>
                </a:solidFill>
                <a:latin typeface="+mj-lt"/>
                <a:cs typeface="Calibri"/>
              </a:rPr>
              <a:t>Security</a:t>
            </a:r>
            <a:r>
              <a:rPr lang="en-US" sz="2000" spc="-64" dirty="0">
                <a:solidFill>
                  <a:srgbClr val="212121"/>
                </a:solidFill>
                <a:latin typeface="+mj-lt"/>
                <a:cs typeface="Calibri"/>
              </a:rPr>
              <a:t> </a:t>
            </a:r>
            <a:r>
              <a:rPr lang="en-US" sz="2000" spc="47" dirty="0">
                <a:solidFill>
                  <a:srgbClr val="212121"/>
                </a:solidFill>
                <a:latin typeface="+mj-lt"/>
                <a:cs typeface="Calibri"/>
              </a:rPr>
              <a:t>Flaws</a:t>
            </a:r>
            <a:endParaRPr lang="en-US" sz="2000" dirty="0">
              <a:latin typeface="+mj-lt"/>
              <a:cs typeface="Calibri"/>
            </a:endParaRPr>
          </a:p>
          <a:p>
            <a:pPr marL="334184" marR="9178">
              <a:lnSpc>
                <a:spcPts val="1845"/>
              </a:lnSpc>
              <a:spcBef>
                <a:spcPts val="514"/>
              </a:spcBef>
            </a:pPr>
            <a:r>
              <a:rPr lang="en-US" sz="2400" spc="34" dirty="0">
                <a:solidFill>
                  <a:srgbClr val="212121"/>
                </a:solidFill>
                <a:latin typeface="+mj-lt"/>
                <a:cs typeface="Calibri"/>
              </a:rPr>
              <a:t>Service</a:t>
            </a:r>
            <a:r>
              <a:rPr lang="en-US" sz="2400" spc="21" dirty="0">
                <a:solidFill>
                  <a:srgbClr val="212121"/>
                </a:solidFill>
                <a:latin typeface="+mj-lt"/>
                <a:cs typeface="Calibri"/>
              </a:rPr>
              <a:t> </a:t>
            </a:r>
            <a:r>
              <a:rPr lang="en-US" sz="2400" spc="26" dirty="0">
                <a:solidFill>
                  <a:srgbClr val="212121"/>
                </a:solidFill>
                <a:latin typeface="+mj-lt"/>
                <a:cs typeface="Calibri"/>
              </a:rPr>
              <a:t>Provider </a:t>
            </a:r>
            <a:r>
              <a:rPr lang="en-US" sz="2400" spc="-132" dirty="0">
                <a:solidFill>
                  <a:srgbClr val="212121"/>
                </a:solidFill>
                <a:latin typeface="+mj-lt"/>
                <a:cs typeface="Calibri"/>
              </a:rPr>
              <a:t>&amp;</a:t>
            </a:r>
            <a:r>
              <a:rPr lang="en-US" sz="2400" spc="26" dirty="0">
                <a:solidFill>
                  <a:srgbClr val="212121"/>
                </a:solidFill>
                <a:latin typeface="+mj-lt"/>
                <a:cs typeface="Calibri"/>
              </a:rPr>
              <a:t> </a:t>
            </a:r>
            <a:r>
              <a:rPr lang="en-US" sz="2400" spc="34" dirty="0">
                <a:solidFill>
                  <a:srgbClr val="212121"/>
                </a:solidFill>
                <a:latin typeface="+mj-lt"/>
                <a:cs typeface="Calibri"/>
              </a:rPr>
              <a:t>Service</a:t>
            </a:r>
            <a:r>
              <a:rPr lang="en-US" sz="2400" spc="21" dirty="0">
                <a:solidFill>
                  <a:srgbClr val="212121"/>
                </a:solidFill>
                <a:latin typeface="+mj-lt"/>
                <a:cs typeface="Calibri"/>
              </a:rPr>
              <a:t> </a:t>
            </a:r>
            <a:r>
              <a:rPr lang="en-US" sz="2400" spc="34" dirty="0">
                <a:solidFill>
                  <a:srgbClr val="212121"/>
                </a:solidFill>
                <a:latin typeface="+mj-lt"/>
                <a:cs typeface="Calibri"/>
              </a:rPr>
              <a:t>Consumer</a:t>
            </a:r>
            <a:r>
              <a:rPr lang="en-US" sz="2400" spc="26" dirty="0">
                <a:solidFill>
                  <a:srgbClr val="212121"/>
                </a:solidFill>
                <a:latin typeface="+mj-lt"/>
                <a:cs typeface="Calibri"/>
              </a:rPr>
              <a:t> </a:t>
            </a:r>
            <a:r>
              <a:rPr lang="en-US" sz="2400" spc="43" dirty="0">
                <a:solidFill>
                  <a:srgbClr val="212121"/>
                </a:solidFill>
                <a:latin typeface="+mj-lt"/>
                <a:cs typeface="Calibri"/>
              </a:rPr>
              <a:t>should </a:t>
            </a:r>
            <a:r>
              <a:rPr lang="en-US" sz="2400" spc="-400" dirty="0">
                <a:solidFill>
                  <a:srgbClr val="212121"/>
                </a:solidFill>
                <a:latin typeface="+mj-lt"/>
                <a:cs typeface="Calibri"/>
              </a:rPr>
              <a:t> </a:t>
            </a:r>
            <a:r>
              <a:rPr lang="en-US" sz="2400" spc="30" dirty="0">
                <a:solidFill>
                  <a:srgbClr val="212121"/>
                </a:solidFill>
                <a:latin typeface="+mj-lt"/>
                <a:cs typeface="Calibri"/>
              </a:rPr>
              <a:t>understand</a:t>
            </a:r>
          </a:p>
          <a:p>
            <a:pPr marL="334184" marR="9178">
              <a:lnSpc>
                <a:spcPts val="1845"/>
              </a:lnSpc>
              <a:spcBef>
                <a:spcPts val="514"/>
              </a:spcBef>
            </a:pPr>
            <a:endParaRPr lang="en-US" sz="2400" spc="30" dirty="0">
              <a:solidFill>
                <a:srgbClr val="212121"/>
              </a:solidFill>
              <a:latin typeface="+mj-lt"/>
              <a:cs typeface="Calibri"/>
            </a:endParaRPr>
          </a:p>
          <a:p>
            <a:pPr marL="334184" marR="9178">
              <a:lnSpc>
                <a:spcPts val="1845"/>
              </a:lnSpc>
              <a:spcBef>
                <a:spcPts val="514"/>
              </a:spcBef>
            </a:pPr>
            <a:endParaRPr lang="en-US" sz="2400" dirty="0">
              <a:latin typeface="+mj-lt"/>
              <a:cs typeface="Calibri"/>
            </a:endParaRPr>
          </a:p>
          <a:p>
            <a:pPr marL="10798">
              <a:lnSpc>
                <a:spcPts val="2534"/>
              </a:lnSpc>
              <a:spcBef>
                <a:spcPts val="149"/>
              </a:spcBef>
            </a:pPr>
            <a:r>
              <a:rPr lang="en-US" b="1" spc="81" dirty="0">
                <a:solidFill>
                  <a:srgbClr val="212121"/>
                </a:solidFill>
                <a:latin typeface="+mj-lt"/>
                <a:cs typeface="Calibri"/>
              </a:rPr>
              <a:t>JWT</a:t>
            </a:r>
            <a:r>
              <a:rPr lang="en-US" b="1" spc="-64" dirty="0">
                <a:solidFill>
                  <a:srgbClr val="212121"/>
                </a:solidFill>
                <a:latin typeface="+mj-lt"/>
                <a:cs typeface="Calibri"/>
              </a:rPr>
              <a:t> </a:t>
            </a:r>
            <a:r>
              <a:rPr lang="en-US" b="1" spc="97" dirty="0">
                <a:solidFill>
                  <a:srgbClr val="212121"/>
                </a:solidFill>
                <a:latin typeface="+mj-lt"/>
                <a:cs typeface="Calibri"/>
              </a:rPr>
              <a:t>(Json</a:t>
            </a:r>
            <a:r>
              <a:rPr lang="en-US" b="1" spc="-64" dirty="0">
                <a:solidFill>
                  <a:srgbClr val="212121"/>
                </a:solidFill>
                <a:latin typeface="+mj-lt"/>
                <a:cs typeface="Calibri"/>
              </a:rPr>
              <a:t> </a:t>
            </a:r>
            <a:r>
              <a:rPr lang="en-US" b="1" spc="-60" dirty="0">
                <a:solidFill>
                  <a:srgbClr val="212121"/>
                </a:solidFill>
                <a:latin typeface="+mj-lt"/>
                <a:cs typeface="Calibri"/>
              </a:rPr>
              <a:t>Web</a:t>
            </a:r>
            <a:r>
              <a:rPr lang="en-US" b="1" spc="-64" dirty="0">
                <a:solidFill>
                  <a:srgbClr val="212121"/>
                </a:solidFill>
                <a:latin typeface="+mj-lt"/>
                <a:cs typeface="Calibri"/>
              </a:rPr>
              <a:t> </a:t>
            </a:r>
            <a:r>
              <a:rPr lang="en-US" b="1" spc="17" dirty="0">
                <a:solidFill>
                  <a:srgbClr val="212121"/>
                </a:solidFill>
                <a:latin typeface="+mj-lt"/>
                <a:cs typeface="Calibri"/>
              </a:rPr>
              <a:t>Token)</a:t>
            </a:r>
            <a:endParaRPr lang="en-US" dirty="0">
              <a:latin typeface="+mj-lt"/>
              <a:cs typeface="Calibri"/>
            </a:endParaRPr>
          </a:p>
          <a:p>
            <a:pPr marL="791384" marR="4319" lvl="1">
              <a:lnSpc>
                <a:spcPts val="1853"/>
              </a:lnSpc>
              <a:spcBef>
                <a:spcPts val="123"/>
              </a:spcBef>
              <a:tabLst>
                <a:tab pos="1057619" algn="l"/>
                <a:tab pos="2007803" algn="l"/>
                <a:tab pos="3021692" algn="l"/>
                <a:tab pos="3433078" algn="l"/>
              </a:tabLst>
            </a:pPr>
            <a:endParaRPr lang="en-US" sz="2000" spc="4" dirty="0">
              <a:solidFill>
                <a:srgbClr val="212121"/>
              </a:solidFill>
              <a:latin typeface="+mj-lt"/>
              <a:cs typeface="Calibri"/>
            </a:endParaRPr>
          </a:p>
          <a:p>
            <a:pPr marL="791384" marR="4319" lvl="1">
              <a:lnSpc>
                <a:spcPts val="1853"/>
              </a:lnSpc>
              <a:spcBef>
                <a:spcPts val="123"/>
              </a:spcBef>
              <a:tabLst>
                <a:tab pos="1057619" algn="l"/>
                <a:tab pos="2007803" algn="l"/>
                <a:tab pos="3021692" algn="l"/>
                <a:tab pos="3433078" algn="l"/>
              </a:tabLst>
            </a:pPr>
            <a:r>
              <a:rPr lang="en-US" sz="2000" spc="4" dirty="0">
                <a:solidFill>
                  <a:srgbClr val="212121"/>
                </a:solidFill>
                <a:latin typeface="+mj-lt"/>
                <a:cs typeface="Calibri"/>
              </a:rPr>
              <a:t>O</a:t>
            </a:r>
            <a:r>
              <a:rPr lang="en-US" sz="2000" spc="55" dirty="0">
                <a:solidFill>
                  <a:srgbClr val="212121"/>
                </a:solidFill>
                <a:latin typeface="+mj-lt"/>
                <a:cs typeface="Calibri"/>
              </a:rPr>
              <a:t>p</a:t>
            </a:r>
            <a:r>
              <a:rPr lang="en-US" sz="2000" spc="13" dirty="0">
                <a:solidFill>
                  <a:srgbClr val="212121"/>
                </a:solidFill>
                <a:latin typeface="+mj-lt"/>
                <a:cs typeface="Calibri"/>
              </a:rPr>
              <a:t>en,	</a:t>
            </a:r>
            <a:r>
              <a:rPr lang="en-US" sz="2000" spc="30" dirty="0">
                <a:solidFill>
                  <a:srgbClr val="212121"/>
                </a:solidFill>
                <a:latin typeface="+mj-lt"/>
                <a:cs typeface="Calibri"/>
              </a:rPr>
              <a:t>i</a:t>
            </a:r>
            <a:r>
              <a:rPr lang="en-US" sz="2000" spc="51" dirty="0">
                <a:solidFill>
                  <a:srgbClr val="212121"/>
                </a:solidFill>
                <a:latin typeface="+mj-lt"/>
                <a:cs typeface="Calibri"/>
              </a:rPr>
              <a:t>nd</a:t>
            </a:r>
            <a:r>
              <a:rPr lang="en-US" sz="2000" spc="38" dirty="0">
                <a:solidFill>
                  <a:srgbClr val="212121"/>
                </a:solidFill>
                <a:latin typeface="+mj-lt"/>
                <a:cs typeface="Calibri"/>
              </a:rPr>
              <a:t>u</a:t>
            </a:r>
            <a:r>
              <a:rPr lang="en-US" sz="2000" spc="51" dirty="0">
                <a:solidFill>
                  <a:srgbClr val="212121"/>
                </a:solidFill>
                <a:latin typeface="+mj-lt"/>
                <a:cs typeface="Calibri"/>
              </a:rPr>
              <a:t>s</a:t>
            </a:r>
            <a:r>
              <a:rPr lang="en-US" sz="2000" spc="4" dirty="0">
                <a:solidFill>
                  <a:srgbClr val="212121"/>
                </a:solidFill>
                <a:latin typeface="+mj-lt"/>
                <a:cs typeface="Calibri"/>
              </a:rPr>
              <a:t>t</a:t>
            </a:r>
            <a:r>
              <a:rPr lang="en-US" sz="2000" spc="30" dirty="0">
                <a:solidFill>
                  <a:srgbClr val="212121"/>
                </a:solidFill>
                <a:latin typeface="+mj-lt"/>
                <a:cs typeface="Calibri"/>
              </a:rPr>
              <a:t>ry</a:t>
            </a:r>
            <a:r>
              <a:rPr lang="en-US" sz="2000" dirty="0">
                <a:solidFill>
                  <a:srgbClr val="212121"/>
                </a:solidFill>
                <a:latin typeface="+mj-lt"/>
                <a:cs typeface="Calibri"/>
              </a:rPr>
              <a:t>	</a:t>
            </a:r>
            <a:r>
              <a:rPr lang="en-US" sz="2000" spc="51" dirty="0">
                <a:solidFill>
                  <a:srgbClr val="212121"/>
                </a:solidFill>
                <a:latin typeface="+mj-lt"/>
                <a:cs typeface="Calibri"/>
              </a:rPr>
              <a:t>s</a:t>
            </a:r>
            <a:r>
              <a:rPr lang="en-US" sz="2000" spc="-30" dirty="0">
                <a:solidFill>
                  <a:srgbClr val="212121"/>
                </a:solidFill>
                <a:latin typeface="+mj-lt"/>
                <a:cs typeface="Calibri"/>
              </a:rPr>
              <a:t>t</a:t>
            </a:r>
            <a:r>
              <a:rPr lang="en-US" sz="2000" spc="64" dirty="0">
                <a:solidFill>
                  <a:srgbClr val="212121"/>
                </a:solidFill>
                <a:latin typeface="+mj-lt"/>
                <a:cs typeface="Calibri"/>
              </a:rPr>
              <a:t>a</a:t>
            </a:r>
            <a:r>
              <a:rPr lang="en-US" sz="2000" spc="51" dirty="0">
                <a:solidFill>
                  <a:srgbClr val="212121"/>
                </a:solidFill>
                <a:latin typeface="+mj-lt"/>
                <a:cs typeface="Calibri"/>
              </a:rPr>
              <a:t>nd</a:t>
            </a:r>
            <a:r>
              <a:rPr lang="en-US" sz="2000" spc="64" dirty="0">
                <a:solidFill>
                  <a:srgbClr val="212121"/>
                </a:solidFill>
                <a:latin typeface="+mj-lt"/>
                <a:cs typeface="Calibri"/>
              </a:rPr>
              <a:t>a</a:t>
            </a:r>
            <a:r>
              <a:rPr lang="en-US" sz="2000" spc="-26" dirty="0">
                <a:solidFill>
                  <a:srgbClr val="212121"/>
                </a:solidFill>
                <a:latin typeface="+mj-lt"/>
                <a:cs typeface="Calibri"/>
              </a:rPr>
              <a:t>r</a:t>
            </a:r>
            <a:r>
              <a:rPr lang="en-US" sz="2000" spc="55" dirty="0">
                <a:solidFill>
                  <a:srgbClr val="212121"/>
                </a:solidFill>
                <a:latin typeface="+mj-lt"/>
                <a:cs typeface="Calibri"/>
              </a:rPr>
              <a:t>d</a:t>
            </a:r>
            <a:r>
              <a:rPr lang="en-US" sz="2000" dirty="0">
                <a:solidFill>
                  <a:srgbClr val="212121"/>
                </a:solidFill>
                <a:latin typeface="+mj-lt"/>
                <a:cs typeface="Calibri"/>
              </a:rPr>
              <a:t>	</a:t>
            </a:r>
            <a:r>
              <a:rPr lang="en-US" sz="2000" spc="-47" dirty="0">
                <a:solidFill>
                  <a:srgbClr val="212121"/>
                </a:solidFill>
                <a:latin typeface="+mj-lt"/>
                <a:cs typeface="Calibri"/>
              </a:rPr>
              <a:t>f</a:t>
            </a:r>
            <a:r>
              <a:rPr lang="en-US" sz="2000" spc="13" dirty="0">
                <a:solidFill>
                  <a:srgbClr val="212121"/>
                </a:solidFill>
                <a:latin typeface="+mj-lt"/>
                <a:cs typeface="Calibri"/>
              </a:rPr>
              <a:t>or</a:t>
            </a:r>
            <a:r>
              <a:rPr lang="en-US" sz="2000" dirty="0">
                <a:solidFill>
                  <a:srgbClr val="212121"/>
                </a:solidFill>
                <a:latin typeface="+mj-lt"/>
                <a:cs typeface="Calibri"/>
              </a:rPr>
              <a:t>	</a:t>
            </a:r>
            <a:r>
              <a:rPr lang="en-US" sz="2000" spc="-26" dirty="0">
                <a:solidFill>
                  <a:srgbClr val="212121"/>
                </a:solidFill>
                <a:latin typeface="+mj-lt"/>
                <a:cs typeface="Calibri"/>
              </a:rPr>
              <a:t>r</a:t>
            </a:r>
            <a:r>
              <a:rPr lang="en-US" sz="2000" spc="26" dirty="0">
                <a:solidFill>
                  <a:srgbClr val="212121"/>
                </a:solidFill>
                <a:latin typeface="+mj-lt"/>
                <a:cs typeface="Calibri"/>
              </a:rPr>
              <a:t>ep</a:t>
            </a:r>
            <a:r>
              <a:rPr lang="en-US" sz="2000" spc="-26" dirty="0">
                <a:solidFill>
                  <a:srgbClr val="212121"/>
                </a:solidFill>
                <a:latin typeface="+mj-lt"/>
                <a:cs typeface="Calibri"/>
              </a:rPr>
              <a:t>r</a:t>
            </a:r>
            <a:r>
              <a:rPr lang="en-US" sz="2000" spc="26" dirty="0">
                <a:solidFill>
                  <a:srgbClr val="212121"/>
                </a:solidFill>
                <a:latin typeface="+mj-lt"/>
                <a:cs typeface="Calibri"/>
              </a:rPr>
              <a:t>es</a:t>
            </a:r>
            <a:r>
              <a:rPr lang="en-US" sz="2000" spc="17" dirty="0">
                <a:solidFill>
                  <a:srgbClr val="212121"/>
                </a:solidFill>
                <a:latin typeface="+mj-lt"/>
                <a:cs typeface="Calibri"/>
              </a:rPr>
              <a:t>ent</a:t>
            </a:r>
            <a:r>
              <a:rPr lang="en-US" sz="2000" spc="30" dirty="0">
                <a:solidFill>
                  <a:srgbClr val="212121"/>
                </a:solidFill>
                <a:latin typeface="+mj-lt"/>
                <a:cs typeface="Calibri"/>
              </a:rPr>
              <a:t>i</a:t>
            </a:r>
            <a:r>
              <a:rPr lang="en-US" sz="2000" spc="38" dirty="0">
                <a:solidFill>
                  <a:srgbClr val="212121"/>
                </a:solidFill>
                <a:latin typeface="+mj-lt"/>
                <a:cs typeface="Calibri"/>
              </a:rPr>
              <a:t>ng  </a:t>
            </a:r>
            <a:r>
              <a:rPr lang="en-US" sz="2000" spc="51" dirty="0">
                <a:solidFill>
                  <a:srgbClr val="212121"/>
                </a:solidFill>
                <a:latin typeface="+mj-lt"/>
                <a:cs typeface="Calibri"/>
              </a:rPr>
              <a:t>claims</a:t>
            </a:r>
            <a:r>
              <a:rPr lang="en-US" sz="2000" spc="-51" dirty="0">
                <a:solidFill>
                  <a:srgbClr val="212121"/>
                </a:solidFill>
                <a:latin typeface="+mj-lt"/>
                <a:cs typeface="Calibri"/>
              </a:rPr>
              <a:t> </a:t>
            </a:r>
            <a:r>
              <a:rPr lang="en-US" sz="2000" spc="26" dirty="0">
                <a:solidFill>
                  <a:srgbClr val="212121"/>
                </a:solidFill>
                <a:latin typeface="+mj-lt"/>
                <a:cs typeface="Calibri"/>
              </a:rPr>
              <a:t>securely</a:t>
            </a:r>
            <a:r>
              <a:rPr lang="en-US" sz="2000" spc="-47" dirty="0">
                <a:solidFill>
                  <a:srgbClr val="212121"/>
                </a:solidFill>
                <a:latin typeface="+mj-lt"/>
                <a:cs typeface="Calibri"/>
              </a:rPr>
              <a:t> </a:t>
            </a:r>
            <a:r>
              <a:rPr lang="en-US" sz="2000" spc="9" dirty="0">
                <a:solidFill>
                  <a:srgbClr val="212121"/>
                </a:solidFill>
                <a:latin typeface="+mj-lt"/>
                <a:cs typeface="Calibri"/>
              </a:rPr>
              <a:t>between</a:t>
            </a:r>
            <a:r>
              <a:rPr lang="en-US" sz="2000" spc="-47" dirty="0">
                <a:solidFill>
                  <a:srgbClr val="212121"/>
                </a:solidFill>
                <a:latin typeface="+mj-lt"/>
                <a:cs typeface="Calibri"/>
              </a:rPr>
              <a:t> </a:t>
            </a:r>
            <a:r>
              <a:rPr lang="en-US" sz="2000" spc="13" dirty="0">
                <a:solidFill>
                  <a:srgbClr val="212121"/>
                </a:solidFill>
                <a:latin typeface="+mj-lt"/>
                <a:cs typeface="Calibri"/>
              </a:rPr>
              <a:t>two</a:t>
            </a:r>
            <a:r>
              <a:rPr lang="en-US" sz="2000" spc="-47" dirty="0">
                <a:solidFill>
                  <a:srgbClr val="212121"/>
                </a:solidFill>
                <a:latin typeface="+mj-lt"/>
                <a:cs typeface="Calibri"/>
              </a:rPr>
              <a:t> </a:t>
            </a:r>
            <a:r>
              <a:rPr lang="en-US" sz="2000" spc="26" dirty="0">
                <a:solidFill>
                  <a:srgbClr val="212121"/>
                </a:solidFill>
                <a:latin typeface="+mj-lt"/>
                <a:cs typeface="Calibri"/>
              </a:rPr>
              <a:t>parties</a:t>
            </a:r>
            <a:endParaRPr lang="en-US" sz="2000" dirty="0">
              <a:latin typeface="+mj-lt"/>
              <a:cs typeface="Calibri"/>
            </a:endParaRPr>
          </a:p>
          <a:p>
            <a:pPr marL="791384" lvl="1">
              <a:spcBef>
                <a:spcPts val="94"/>
              </a:spcBef>
            </a:pPr>
            <a:r>
              <a:rPr lang="en-US" sz="2000" spc="60" dirty="0">
                <a:solidFill>
                  <a:srgbClr val="212121"/>
                </a:solidFill>
                <a:latin typeface="+mj-lt"/>
                <a:cs typeface="Calibri"/>
              </a:rPr>
              <a:t>Can</a:t>
            </a:r>
            <a:r>
              <a:rPr lang="en-US" sz="2000" spc="-47" dirty="0">
                <a:solidFill>
                  <a:srgbClr val="212121"/>
                </a:solidFill>
                <a:latin typeface="+mj-lt"/>
                <a:cs typeface="Calibri"/>
              </a:rPr>
              <a:t> </a:t>
            </a:r>
            <a:r>
              <a:rPr lang="en-US" sz="2000" spc="34" dirty="0">
                <a:solidFill>
                  <a:srgbClr val="212121"/>
                </a:solidFill>
                <a:latin typeface="+mj-lt"/>
                <a:cs typeface="Calibri"/>
              </a:rPr>
              <a:t>Contain</a:t>
            </a:r>
            <a:r>
              <a:rPr lang="en-US" sz="2000" spc="-47" dirty="0">
                <a:solidFill>
                  <a:srgbClr val="212121"/>
                </a:solidFill>
                <a:latin typeface="+mj-lt"/>
                <a:cs typeface="Calibri"/>
              </a:rPr>
              <a:t> </a:t>
            </a:r>
            <a:r>
              <a:rPr lang="en-US" sz="2000" spc="13" dirty="0">
                <a:solidFill>
                  <a:srgbClr val="212121"/>
                </a:solidFill>
                <a:latin typeface="+mj-lt"/>
                <a:cs typeface="Calibri"/>
              </a:rPr>
              <a:t>User</a:t>
            </a:r>
            <a:r>
              <a:rPr lang="en-US" sz="2000" spc="-47" dirty="0">
                <a:solidFill>
                  <a:srgbClr val="212121"/>
                </a:solidFill>
                <a:latin typeface="+mj-lt"/>
                <a:cs typeface="Calibri"/>
              </a:rPr>
              <a:t> </a:t>
            </a:r>
            <a:r>
              <a:rPr lang="en-US" sz="2000" spc="17" dirty="0">
                <a:solidFill>
                  <a:srgbClr val="212121"/>
                </a:solidFill>
                <a:latin typeface="+mj-lt"/>
                <a:cs typeface="Calibri"/>
              </a:rPr>
              <a:t>Details</a:t>
            </a:r>
            <a:r>
              <a:rPr lang="en-US" sz="2000" spc="-47" dirty="0">
                <a:solidFill>
                  <a:srgbClr val="212121"/>
                </a:solidFill>
                <a:latin typeface="+mj-lt"/>
                <a:cs typeface="Calibri"/>
              </a:rPr>
              <a:t> </a:t>
            </a:r>
            <a:r>
              <a:rPr lang="en-US" sz="2000" spc="55" dirty="0">
                <a:solidFill>
                  <a:srgbClr val="212121"/>
                </a:solidFill>
                <a:latin typeface="+mj-lt"/>
                <a:cs typeface="Calibri"/>
              </a:rPr>
              <a:t>and</a:t>
            </a:r>
            <a:r>
              <a:rPr lang="en-US" sz="2000" spc="-43" dirty="0">
                <a:solidFill>
                  <a:srgbClr val="212121"/>
                </a:solidFill>
                <a:latin typeface="+mj-lt"/>
                <a:cs typeface="Calibri"/>
              </a:rPr>
              <a:t> </a:t>
            </a:r>
            <a:r>
              <a:rPr lang="en-US" sz="2000" spc="21" dirty="0">
                <a:solidFill>
                  <a:srgbClr val="212121"/>
                </a:solidFill>
                <a:latin typeface="+mj-lt"/>
                <a:cs typeface="Calibri"/>
              </a:rPr>
              <a:t>Authorizations</a:t>
            </a:r>
            <a:endParaRPr lang="en-US" sz="2000" dirty="0">
              <a:latin typeface="+mj-lt"/>
              <a:cs typeface="Calibri"/>
            </a:endParaRPr>
          </a:p>
          <a:p>
            <a:endParaRPr lang="en-US" dirty="0"/>
          </a:p>
        </p:txBody>
      </p:sp>
      <p:sp>
        <p:nvSpPr>
          <p:cNvPr id="3" name="Title 2">
            <a:extLst>
              <a:ext uri="{FF2B5EF4-FFF2-40B4-BE49-F238E27FC236}">
                <a16:creationId xmlns:a16="http://schemas.microsoft.com/office/drawing/2014/main" id="{A6AE6A5E-90D8-3634-9EA8-23BF23BB37D5}"/>
              </a:ext>
            </a:extLst>
          </p:cNvPr>
          <p:cNvSpPr>
            <a:spLocks noGrp="1"/>
          </p:cNvSpPr>
          <p:nvPr>
            <p:ph type="title"/>
          </p:nvPr>
        </p:nvSpPr>
        <p:spPr/>
        <p:txBody>
          <a:bodyPr/>
          <a:lstStyle/>
          <a:p>
            <a:r>
              <a:rPr lang="en-US" sz="4400" spc="38" dirty="0">
                <a:solidFill>
                  <a:schemeClr val="bg2"/>
                </a:solidFill>
              </a:rPr>
              <a:t>Getting</a:t>
            </a:r>
            <a:r>
              <a:rPr lang="en-US" sz="4400" spc="-81" dirty="0">
                <a:solidFill>
                  <a:schemeClr val="bg2"/>
                </a:solidFill>
              </a:rPr>
              <a:t> </a:t>
            </a:r>
            <a:r>
              <a:rPr lang="en-US" sz="4400" spc="68" dirty="0">
                <a:solidFill>
                  <a:schemeClr val="bg2"/>
                </a:solidFill>
              </a:rPr>
              <a:t>Started</a:t>
            </a:r>
            <a:r>
              <a:rPr lang="en-US" sz="4400" spc="-77" dirty="0">
                <a:solidFill>
                  <a:schemeClr val="bg2"/>
                </a:solidFill>
              </a:rPr>
              <a:t> </a:t>
            </a:r>
            <a:r>
              <a:rPr lang="en-US" sz="4400" spc="43" dirty="0">
                <a:solidFill>
                  <a:schemeClr val="bg2"/>
                </a:solidFill>
              </a:rPr>
              <a:t>with</a:t>
            </a:r>
            <a:r>
              <a:rPr lang="en-US" sz="4400" spc="-81" dirty="0">
                <a:solidFill>
                  <a:schemeClr val="bg2"/>
                </a:solidFill>
              </a:rPr>
              <a:t> </a:t>
            </a:r>
            <a:r>
              <a:rPr lang="en-US" sz="4400" spc="111" dirty="0">
                <a:solidFill>
                  <a:schemeClr val="bg2"/>
                </a:solidFill>
              </a:rPr>
              <a:t>JWT</a:t>
            </a:r>
            <a:endParaRPr lang="en-US" dirty="0">
              <a:solidFill>
                <a:schemeClr val="bg2"/>
              </a:solidFill>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4B0F9C0-A29F-4538-CB76-3E57142333D3}"/>
                  </a:ext>
                </a:extLst>
              </p14:cNvPr>
              <p14:cNvContentPartPr/>
              <p14:nvPr/>
            </p14:nvContentPartPr>
            <p14:xfrm>
              <a:off x="1471680" y="696240"/>
              <a:ext cx="10016280" cy="4622040"/>
            </p14:xfrm>
          </p:contentPart>
        </mc:Choice>
        <mc:Fallback>
          <p:pic>
            <p:nvPicPr>
              <p:cNvPr id="4" name="Ink 3">
                <a:extLst>
                  <a:ext uri="{FF2B5EF4-FFF2-40B4-BE49-F238E27FC236}">
                    <a16:creationId xmlns:a16="http://schemas.microsoft.com/office/drawing/2014/main" id="{54B0F9C0-A29F-4538-CB76-3E57142333D3}"/>
                  </a:ext>
                </a:extLst>
              </p:cNvPr>
              <p:cNvPicPr/>
              <p:nvPr/>
            </p:nvPicPr>
            <p:blipFill>
              <a:blip r:embed="rId3"/>
              <a:stretch>
                <a:fillRect/>
              </a:stretch>
            </p:blipFill>
            <p:spPr>
              <a:xfrm>
                <a:off x="1462320" y="686880"/>
                <a:ext cx="10035000" cy="4640760"/>
              </a:xfrm>
              <a:prstGeom prst="rect">
                <a:avLst/>
              </a:prstGeom>
            </p:spPr>
          </p:pic>
        </mc:Fallback>
      </mc:AlternateContent>
    </p:spTree>
    <p:extLst>
      <p:ext uri="{BB962C8B-B14F-4D97-AF65-F5344CB8AC3E}">
        <p14:creationId xmlns:p14="http://schemas.microsoft.com/office/powerpoint/2010/main" val="1893492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4164C6-9DBF-7752-EB02-1AA01A741674}"/>
              </a:ext>
            </a:extLst>
          </p:cNvPr>
          <p:cNvSpPr>
            <a:spLocks noGrp="1"/>
          </p:cNvSpPr>
          <p:nvPr>
            <p:ph type="body" idx="1"/>
          </p:nvPr>
        </p:nvSpPr>
        <p:spPr>
          <a:xfrm>
            <a:off x="622300" y="1160003"/>
            <a:ext cx="10947400" cy="6015305"/>
          </a:xfrm>
        </p:spPr>
        <p:txBody>
          <a:bodyPr/>
          <a:lstStyle/>
          <a:p>
            <a:pPr marL="10798">
              <a:lnSpc>
                <a:spcPts val="2534"/>
              </a:lnSpc>
              <a:spcBef>
                <a:spcPts val="85"/>
              </a:spcBef>
            </a:pPr>
            <a:r>
              <a:rPr lang="en-US" b="1" spc="34" dirty="0">
                <a:solidFill>
                  <a:srgbClr val="212121"/>
                </a:solidFill>
                <a:latin typeface="+mn-lt"/>
                <a:cs typeface="Calibri"/>
              </a:rPr>
              <a:t>Header</a:t>
            </a:r>
          </a:p>
          <a:p>
            <a:pPr marL="791384" lvl="1">
              <a:lnSpc>
                <a:spcPts val="1977"/>
              </a:lnSpc>
            </a:pPr>
            <a:r>
              <a:rPr lang="en-US" sz="2400" spc="34" dirty="0">
                <a:solidFill>
                  <a:srgbClr val="212121"/>
                </a:solidFill>
                <a:latin typeface="+mn-lt"/>
                <a:cs typeface="Calibri"/>
              </a:rPr>
              <a:t>Type: JWT</a:t>
            </a:r>
          </a:p>
          <a:p>
            <a:pPr marL="791384" lvl="1">
              <a:spcBef>
                <a:spcPts val="166"/>
              </a:spcBef>
            </a:pPr>
            <a:r>
              <a:rPr lang="en-US" sz="2400" spc="34" dirty="0">
                <a:solidFill>
                  <a:srgbClr val="212121"/>
                </a:solidFill>
                <a:latin typeface="+mn-lt"/>
                <a:cs typeface="Calibri"/>
              </a:rPr>
              <a:t>Hashing Algorithm: HS512</a:t>
            </a:r>
          </a:p>
          <a:p>
            <a:pPr marL="791384" lvl="1">
              <a:spcBef>
                <a:spcPts val="166"/>
              </a:spcBef>
            </a:pPr>
            <a:endParaRPr lang="en-US" sz="2400" spc="34" dirty="0">
              <a:solidFill>
                <a:srgbClr val="212121"/>
              </a:solidFill>
              <a:latin typeface="+mn-lt"/>
              <a:cs typeface="Calibri"/>
            </a:endParaRPr>
          </a:p>
          <a:p>
            <a:pPr marL="10798">
              <a:lnSpc>
                <a:spcPts val="2534"/>
              </a:lnSpc>
              <a:spcBef>
                <a:spcPts val="145"/>
              </a:spcBef>
            </a:pPr>
            <a:r>
              <a:rPr lang="en-US" b="1" spc="34" dirty="0">
                <a:solidFill>
                  <a:srgbClr val="212121"/>
                </a:solidFill>
                <a:latin typeface="+mn-lt"/>
                <a:cs typeface="Calibri"/>
              </a:rPr>
              <a:t>Payload</a:t>
            </a:r>
          </a:p>
          <a:p>
            <a:pPr marL="10798">
              <a:lnSpc>
                <a:spcPts val="2534"/>
              </a:lnSpc>
              <a:spcBef>
                <a:spcPts val="145"/>
              </a:spcBef>
            </a:pPr>
            <a:endParaRPr lang="en-US" b="1" spc="34" dirty="0">
              <a:solidFill>
                <a:srgbClr val="212121"/>
              </a:solidFill>
              <a:latin typeface="+mn-lt"/>
              <a:cs typeface="Calibri"/>
            </a:endParaRPr>
          </a:p>
          <a:p>
            <a:pPr marL="791384" lvl="1">
              <a:lnSpc>
                <a:spcPts val="1866"/>
              </a:lnSpc>
            </a:pPr>
            <a:r>
              <a:rPr lang="en-US" sz="2400" b="1" spc="34" dirty="0">
                <a:solidFill>
                  <a:srgbClr val="212121"/>
                </a:solidFill>
                <a:latin typeface="+mn-lt"/>
                <a:cs typeface="Calibri"/>
              </a:rPr>
              <a:t>Standard Attributes</a:t>
            </a:r>
          </a:p>
          <a:p>
            <a:pPr marL="1572510" lvl="2">
              <a:lnSpc>
                <a:spcPts val="1627"/>
              </a:lnSpc>
            </a:pPr>
            <a:r>
              <a:rPr lang="en-US" sz="1800" spc="34" dirty="0" err="1">
                <a:solidFill>
                  <a:srgbClr val="212121"/>
                </a:solidFill>
                <a:latin typeface="+mn-lt"/>
                <a:cs typeface="Calibri"/>
              </a:rPr>
              <a:t>iss</a:t>
            </a:r>
            <a:r>
              <a:rPr lang="en-US" sz="1800" spc="34" dirty="0">
                <a:solidFill>
                  <a:srgbClr val="212121"/>
                </a:solidFill>
                <a:latin typeface="+mn-lt"/>
                <a:cs typeface="Calibri"/>
              </a:rPr>
              <a:t>: The issuer</a:t>
            </a:r>
          </a:p>
          <a:p>
            <a:pPr marL="1572510" lvl="2">
              <a:spcBef>
                <a:spcPts val="241"/>
              </a:spcBef>
            </a:pPr>
            <a:r>
              <a:rPr lang="en-US" sz="1800" spc="34" dirty="0">
                <a:solidFill>
                  <a:srgbClr val="212121"/>
                </a:solidFill>
                <a:latin typeface="+mn-lt"/>
                <a:cs typeface="Calibri"/>
              </a:rPr>
              <a:t>sub: The subject</a:t>
            </a:r>
          </a:p>
          <a:p>
            <a:pPr marL="1572510" lvl="2">
              <a:spcBef>
                <a:spcPts val="241"/>
              </a:spcBef>
            </a:pPr>
            <a:r>
              <a:rPr lang="en-US" sz="1800" spc="34" dirty="0" err="1">
                <a:solidFill>
                  <a:srgbClr val="212121"/>
                </a:solidFill>
                <a:latin typeface="+mn-lt"/>
                <a:cs typeface="Calibri"/>
              </a:rPr>
              <a:t>aud</a:t>
            </a:r>
            <a:r>
              <a:rPr lang="en-US" sz="1800" spc="34" dirty="0">
                <a:solidFill>
                  <a:srgbClr val="212121"/>
                </a:solidFill>
                <a:latin typeface="+mn-lt"/>
                <a:cs typeface="Calibri"/>
              </a:rPr>
              <a:t>: The audience</a:t>
            </a:r>
          </a:p>
          <a:p>
            <a:pPr marL="1572510" lvl="2">
              <a:spcBef>
                <a:spcPts val="241"/>
              </a:spcBef>
            </a:pPr>
            <a:r>
              <a:rPr lang="en-US" sz="1800" spc="34" dirty="0">
                <a:solidFill>
                  <a:srgbClr val="212121"/>
                </a:solidFill>
                <a:latin typeface="+mn-lt"/>
                <a:cs typeface="Calibri"/>
              </a:rPr>
              <a:t>exp: When does token expire?</a:t>
            </a:r>
          </a:p>
          <a:p>
            <a:pPr marL="1572510" lvl="2">
              <a:spcBef>
                <a:spcPts val="241"/>
              </a:spcBef>
            </a:pPr>
            <a:r>
              <a:rPr lang="en-US" sz="1800" spc="34" dirty="0" err="1">
                <a:solidFill>
                  <a:srgbClr val="212121"/>
                </a:solidFill>
                <a:latin typeface="+mn-lt"/>
                <a:cs typeface="Calibri"/>
              </a:rPr>
              <a:t>iat</a:t>
            </a:r>
            <a:r>
              <a:rPr lang="en-US" sz="1800" spc="34" dirty="0">
                <a:solidFill>
                  <a:srgbClr val="212121"/>
                </a:solidFill>
                <a:latin typeface="+mn-lt"/>
                <a:cs typeface="Calibri"/>
              </a:rPr>
              <a:t>: When was token issued?</a:t>
            </a:r>
          </a:p>
          <a:p>
            <a:pPr marL="1248584" lvl="2">
              <a:lnSpc>
                <a:spcPts val="2087"/>
              </a:lnSpc>
              <a:spcBef>
                <a:spcPts val="115"/>
              </a:spcBef>
            </a:pPr>
            <a:r>
              <a:rPr lang="en-US" sz="1800" b="1" spc="34" dirty="0">
                <a:solidFill>
                  <a:srgbClr val="212121"/>
                </a:solidFill>
                <a:latin typeface="+mn-lt"/>
                <a:cs typeface="Calibri"/>
              </a:rPr>
              <a:t>Custom Attributes</a:t>
            </a:r>
          </a:p>
          <a:p>
            <a:pPr marL="1572510" lvl="2">
              <a:lnSpc>
                <a:spcPts val="1627"/>
              </a:lnSpc>
            </a:pPr>
            <a:r>
              <a:rPr lang="en-US" sz="1800" spc="34" dirty="0">
                <a:solidFill>
                  <a:srgbClr val="212121"/>
                </a:solidFill>
                <a:latin typeface="+mn-lt"/>
                <a:cs typeface="Calibri"/>
              </a:rPr>
              <a:t>youratt1: Your custom attribute 1</a:t>
            </a:r>
          </a:p>
          <a:p>
            <a:pPr marL="1572510" lvl="2">
              <a:lnSpc>
                <a:spcPts val="1627"/>
              </a:lnSpc>
            </a:pPr>
            <a:endParaRPr lang="en-US" sz="1800" spc="34" dirty="0">
              <a:solidFill>
                <a:srgbClr val="212121"/>
              </a:solidFill>
              <a:latin typeface="+mn-lt"/>
              <a:cs typeface="Calibri"/>
            </a:endParaRPr>
          </a:p>
          <a:p>
            <a:pPr marL="10798">
              <a:lnSpc>
                <a:spcPts val="2534"/>
              </a:lnSpc>
              <a:spcBef>
                <a:spcPts val="94"/>
              </a:spcBef>
            </a:pPr>
            <a:r>
              <a:rPr lang="en-US" b="1" spc="34" dirty="0">
                <a:solidFill>
                  <a:srgbClr val="212121"/>
                </a:solidFill>
                <a:latin typeface="+mn-lt"/>
                <a:cs typeface="Calibri"/>
              </a:rPr>
              <a:t>Signature</a:t>
            </a:r>
          </a:p>
          <a:p>
            <a:pPr marL="791384" lvl="1">
              <a:lnSpc>
                <a:spcPts val="1977"/>
              </a:lnSpc>
            </a:pPr>
            <a:r>
              <a:rPr lang="en-US" sz="2400" b="1" spc="34" dirty="0">
                <a:solidFill>
                  <a:srgbClr val="212121"/>
                </a:solidFill>
                <a:latin typeface="+mn-lt"/>
                <a:cs typeface="Calibri"/>
              </a:rPr>
              <a:t>Includes a Secret</a:t>
            </a:r>
          </a:p>
          <a:p>
            <a:endParaRPr lang="en-US" dirty="0"/>
          </a:p>
        </p:txBody>
      </p:sp>
      <p:sp>
        <p:nvSpPr>
          <p:cNvPr id="3" name="Title 2">
            <a:extLst>
              <a:ext uri="{FF2B5EF4-FFF2-40B4-BE49-F238E27FC236}">
                <a16:creationId xmlns:a16="http://schemas.microsoft.com/office/drawing/2014/main" id="{8F8B577E-9192-EF4D-DDC0-CDD533D9AC4F}"/>
              </a:ext>
            </a:extLst>
          </p:cNvPr>
          <p:cNvSpPr>
            <a:spLocks noGrp="1"/>
          </p:cNvSpPr>
          <p:nvPr>
            <p:ph type="title"/>
          </p:nvPr>
        </p:nvSpPr>
        <p:spPr/>
        <p:txBody>
          <a:bodyPr/>
          <a:lstStyle/>
          <a:p>
            <a:r>
              <a:rPr lang="en-US" sz="4400" spc="-30" dirty="0">
                <a:solidFill>
                  <a:schemeClr val="bg2"/>
                </a:solidFill>
              </a:rPr>
              <a:t>What</a:t>
            </a:r>
            <a:r>
              <a:rPr lang="en-US" sz="4400" spc="-72" dirty="0">
                <a:solidFill>
                  <a:schemeClr val="bg2"/>
                </a:solidFill>
              </a:rPr>
              <a:t> </a:t>
            </a:r>
            <a:r>
              <a:rPr lang="en-US" sz="4400" spc="55" dirty="0">
                <a:solidFill>
                  <a:schemeClr val="bg2"/>
                </a:solidFill>
              </a:rPr>
              <a:t>does</a:t>
            </a:r>
            <a:r>
              <a:rPr lang="en-US" sz="4400" spc="-72" dirty="0">
                <a:solidFill>
                  <a:schemeClr val="bg2"/>
                </a:solidFill>
              </a:rPr>
              <a:t> </a:t>
            </a:r>
            <a:r>
              <a:rPr lang="en-US" sz="4400" spc="89" dirty="0">
                <a:solidFill>
                  <a:schemeClr val="bg2"/>
                </a:solidFill>
              </a:rPr>
              <a:t>a</a:t>
            </a:r>
            <a:r>
              <a:rPr lang="en-US" sz="4400" spc="-72" dirty="0">
                <a:solidFill>
                  <a:schemeClr val="bg2"/>
                </a:solidFill>
              </a:rPr>
              <a:t> </a:t>
            </a:r>
            <a:r>
              <a:rPr lang="en-US" sz="4400" spc="111" dirty="0">
                <a:solidFill>
                  <a:schemeClr val="bg2"/>
                </a:solidFill>
              </a:rPr>
              <a:t>JWT</a:t>
            </a:r>
            <a:r>
              <a:rPr lang="en-US" sz="4400" spc="-68" dirty="0">
                <a:solidFill>
                  <a:schemeClr val="bg2"/>
                </a:solidFill>
              </a:rPr>
              <a:t> </a:t>
            </a:r>
            <a:r>
              <a:rPr lang="en-US" sz="4400" spc="34" dirty="0">
                <a:solidFill>
                  <a:schemeClr val="bg2"/>
                </a:solidFill>
              </a:rPr>
              <a:t>contain?</a:t>
            </a:r>
            <a:endParaRPr lang="en-US" dirty="0">
              <a:solidFill>
                <a:schemeClr val="bg2"/>
              </a:solidFill>
            </a:endParaRPr>
          </a:p>
        </p:txBody>
      </p:sp>
      <p:pic>
        <p:nvPicPr>
          <p:cNvPr id="4" name="object 2">
            <a:extLst>
              <a:ext uri="{FF2B5EF4-FFF2-40B4-BE49-F238E27FC236}">
                <a16:creationId xmlns:a16="http://schemas.microsoft.com/office/drawing/2014/main" id="{EC464891-7D41-C6EF-BC74-79C61BB25ECF}"/>
              </a:ext>
            </a:extLst>
          </p:cNvPr>
          <p:cNvPicPr/>
          <p:nvPr/>
        </p:nvPicPr>
        <p:blipFill>
          <a:blip r:embed="rId2" cstate="print"/>
          <a:stretch>
            <a:fillRect/>
          </a:stretch>
        </p:blipFill>
        <p:spPr>
          <a:xfrm>
            <a:off x="7733654" y="1435560"/>
            <a:ext cx="3725504" cy="4965238"/>
          </a:xfrm>
          <a:prstGeom prst="rect">
            <a:avLst/>
          </a:prstGeom>
        </p:spPr>
      </p:pic>
    </p:spTree>
    <p:extLst>
      <p:ext uri="{BB962C8B-B14F-4D97-AF65-F5344CB8AC3E}">
        <p14:creationId xmlns:p14="http://schemas.microsoft.com/office/powerpoint/2010/main" val="3897837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1A6A02-CC80-29F2-4845-F2AEF70830E7}"/>
              </a:ext>
            </a:extLst>
          </p:cNvPr>
          <p:cNvSpPr>
            <a:spLocks noGrp="1"/>
          </p:cNvSpPr>
          <p:nvPr>
            <p:ph type="body" idx="1"/>
          </p:nvPr>
        </p:nvSpPr>
        <p:spPr>
          <a:xfrm>
            <a:off x="622300" y="3329578"/>
            <a:ext cx="10947400" cy="3450500"/>
          </a:xfrm>
        </p:spPr>
        <p:txBody>
          <a:bodyPr/>
          <a:lstStyle/>
          <a:p>
            <a:pPr marL="10798" marR="4319" algn="just">
              <a:lnSpc>
                <a:spcPts val="2296"/>
              </a:lnSpc>
              <a:spcBef>
                <a:spcPts val="544"/>
              </a:spcBef>
            </a:pPr>
            <a:r>
              <a:rPr lang="en-US" sz="3200" spc="43" dirty="0">
                <a:solidFill>
                  <a:srgbClr val="212121"/>
                </a:solidFill>
                <a:latin typeface="Calibri"/>
                <a:cs typeface="Calibri"/>
              </a:rPr>
              <a:t>Symmetric</a:t>
            </a:r>
            <a:r>
              <a:rPr lang="en-US" sz="3200" spc="47" dirty="0">
                <a:solidFill>
                  <a:srgbClr val="212121"/>
                </a:solidFill>
                <a:latin typeface="Calibri"/>
                <a:cs typeface="Calibri"/>
              </a:rPr>
              <a:t> </a:t>
            </a:r>
            <a:r>
              <a:rPr lang="en-US" sz="3200" spc="38" dirty="0">
                <a:solidFill>
                  <a:srgbClr val="212121"/>
                </a:solidFill>
                <a:latin typeface="Calibri"/>
                <a:cs typeface="Calibri"/>
              </a:rPr>
              <a:t>encryption</a:t>
            </a:r>
            <a:r>
              <a:rPr lang="en-US" sz="3200" spc="43" dirty="0">
                <a:solidFill>
                  <a:srgbClr val="212121"/>
                </a:solidFill>
                <a:latin typeface="Calibri"/>
                <a:cs typeface="Calibri"/>
              </a:rPr>
              <a:t> </a:t>
            </a:r>
            <a:r>
              <a:rPr lang="en-US" sz="3200" spc="38" dirty="0">
                <a:solidFill>
                  <a:srgbClr val="212121"/>
                </a:solidFill>
                <a:latin typeface="Calibri"/>
                <a:cs typeface="Calibri"/>
              </a:rPr>
              <a:t>algorithms</a:t>
            </a:r>
            <a:r>
              <a:rPr lang="en-US" sz="3200" spc="43" dirty="0">
                <a:solidFill>
                  <a:srgbClr val="212121"/>
                </a:solidFill>
                <a:latin typeface="Calibri"/>
                <a:cs typeface="Calibri"/>
              </a:rPr>
              <a:t> </a:t>
            </a:r>
            <a:r>
              <a:rPr lang="en-US" sz="3200" spc="34" dirty="0">
                <a:solidFill>
                  <a:srgbClr val="212121"/>
                </a:solidFill>
                <a:latin typeface="Calibri"/>
                <a:cs typeface="Calibri"/>
              </a:rPr>
              <a:t>use</a:t>
            </a:r>
            <a:r>
              <a:rPr lang="en-US" sz="3200" spc="38" dirty="0">
                <a:solidFill>
                  <a:srgbClr val="212121"/>
                </a:solidFill>
                <a:latin typeface="Calibri"/>
                <a:cs typeface="Calibri"/>
              </a:rPr>
              <a:t> </a:t>
            </a:r>
            <a:r>
              <a:rPr lang="en-US" sz="3200" spc="13" dirty="0">
                <a:solidFill>
                  <a:srgbClr val="212121"/>
                </a:solidFill>
                <a:latin typeface="Calibri"/>
                <a:cs typeface="Calibri"/>
              </a:rPr>
              <a:t>the</a:t>
            </a:r>
            <a:r>
              <a:rPr lang="en-US" sz="3200" spc="17" dirty="0">
                <a:solidFill>
                  <a:srgbClr val="212121"/>
                </a:solidFill>
                <a:latin typeface="Calibri"/>
                <a:cs typeface="Calibri"/>
              </a:rPr>
              <a:t> </a:t>
            </a:r>
            <a:r>
              <a:rPr lang="en-US" sz="3200" b="1" spc="51" dirty="0">
                <a:solidFill>
                  <a:srgbClr val="212121"/>
                </a:solidFill>
                <a:latin typeface="Calibri"/>
                <a:cs typeface="Calibri"/>
              </a:rPr>
              <a:t>same</a:t>
            </a:r>
            <a:r>
              <a:rPr lang="en-US" sz="3200" b="1" spc="55" dirty="0">
                <a:solidFill>
                  <a:srgbClr val="212121"/>
                </a:solidFill>
                <a:latin typeface="Calibri"/>
                <a:cs typeface="Calibri"/>
              </a:rPr>
              <a:t> </a:t>
            </a:r>
            <a:r>
              <a:rPr lang="en-US" sz="3200" b="1" spc="30" dirty="0">
                <a:solidFill>
                  <a:srgbClr val="212121"/>
                </a:solidFill>
                <a:latin typeface="Calibri"/>
                <a:cs typeface="Calibri"/>
              </a:rPr>
              <a:t>key</a:t>
            </a:r>
            <a:r>
              <a:rPr lang="en-US" sz="3200" b="1" spc="34" dirty="0">
                <a:solidFill>
                  <a:srgbClr val="212121"/>
                </a:solidFill>
                <a:latin typeface="Calibri"/>
                <a:cs typeface="Calibri"/>
              </a:rPr>
              <a:t> </a:t>
            </a:r>
            <a:r>
              <a:rPr lang="en-US" sz="3200" b="1" spc="13" dirty="0">
                <a:solidFill>
                  <a:srgbClr val="212121"/>
                </a:solidFill>
                <a:latin typeface="Calibri"/>
                <a:cs typeface="Calibri"/>
              </a:rPr>
              <a:t>for</a:t>
            </a:r>
            <a:r>
              <a:rPr lang="en-US" sz="3200" b="1" spc="17" dirty="0">
                <a:solidFill>
                  <a:srgbClr val="212121"/>
                </a:solidFill>
                <a:latin typeface="Calibri"/>
                <a:cs typeface="Calibri"/>
              </a:rPr>
              <a:t> </a:t>
            </a:r>
            <a:r>
              <a:rPr lang="en-US" sz="3200" b="1" spc="47" dirty="0">
                <a:solidFill>
                  <a:srgbClr val="212121"/>
                </a:solidFill>
                <a:latin typeface="Calibri"/>
                <a:cs typeface="Calibri"/>
              </a:rPr>
              <a:t>encryption</a:t>
            </a:r>
            <a:r>
              <a:rPr lang="en-US" sz="3200" b="1" spc="51" dirty="0">
                <a:solidFill>
                  <a:srgbClr val="212121"/>
                </a:solidFill>
                <a:latin typeface="Calibri"/>
                <a:cs typeface="Calibri"/>
              </a:rPr>
              <a:t> </a:t>
            </a:r>
            <a:r>
              <a:rPr lang="en-US" sz="3200" b="1" spc="60" dirty="0">
                <a:solidFill>
                  <a:srgbClr val="212121"/>
                </a:solidFill>
                <a:latin typeface="Calibri"/>
                <a:cs typeface="Calibri"/>
              </a:rPr>
              <a:t>and </a:t>
            </a:r>
            <a:r>
              <a:rPr lang="en-US" sz="3200" b="1" spc="-510" dirty="0">
                <a:solidFill>
                  <a:srgbClr val="212121"/>
                </a:solidFill>
                <a:latin typeface="Calibri"/>
                <a:cs typeface="Calibri"/>
              </a:rPr>
              <a:t> </a:t>
            </a:r>
            <a:r>
              <a:rPr lang="en-US" sz="3200" b="1" spc="47" dirty="0">
                <a:solidFill>
                  <a:srgbClr val="212121"/>
                </a:solidFill>
                <a:latin typeface="Calibri"/>
                <a:cs typeface="Calibri"/>
              </a:rPr>
              <a:t>decryption</a:t>
            </a:r>
            <a:endParaRPr lang="en-US" sz="3200" dirty="0">
              <a:latin typeface="Calibri"/>
              <a:cs typeface="Calibri"/>
            </a:endParaRPr>
          </a:p>
          <a:p>
            <a:pPr marL="467998" marR="3053544" lvl="1" algn="just">
              <a:lnSpc>
                <a:spcPts val="2806"/>
              </a:lnSpc>
              <a:spcBef>
                <a:spcPts val="85"/>
              </a:spcBef>
            </a:pPr>
            <a:r>
              <a:rPr lang="en-US" spc="51" dirty="0">
                <a:solidFill>
                  <a:srgbClr val="212121"/>
                </a:solidFill>
                <a:latin typeface="Calibri"/>
                <a:cs typeface="Calibri"/>
              </a:rPr>
              <a:t>Key</a:t>
            </a:r>
            <a:r>
              <a:rPr lang="en-US" spc="-64" dirty="0">
                <a:solidFill>
                  <a:srgbClr val="212121"/>
                </a:solidFill>
                <a:latin typeface="Calibri"/>
                <a:cs typeface="Calibri"/>
              </a:rPr>
              <a:t> </a:t>
            </a:r>
            <a:r>
              <a:rPr lang="en-US" spc="26" dirty="0">
                <a:solidFill>
                  <a:srgbClr val="212121"/>
                </a:solidFill>
                <a:latin typeface="Calibri"/>
                <a:cs typeface="Calibri"/>
              </a:rPr>
              <a:t>Factor</a:t>
            </a:r>
            <a:r>
              <a:rPr lang="en-US" spc="-64" dirty="0">
                <a:solidFill>
                  <a:srgbClr val="212121"/>
                </a:solidFill>
                <a:latin typeface="Calibri"/>
                <a:cs typeface="Calibri"/>
              </a:rPr>
              <a:t> </a:t>
            </a:r>
            <a:r>
              <a:rPr lang="en-US" spc="-34" dirty="0">
                <a:solidFill>
                  <a:srgbClr val="212121"/>
                </a:solidFill>
                <a:latin typeface="Calibri"/>
                <a:cs typeface="Calibri"/>
              </a:rPr>
              <a:t>1:</a:t>
            </a:r>
            <a:r>
              <a:rPr lang="en-US" spc="-64" dirty="0">
                <a:solidFill>
                  <a:srgbClr val="212121"/>
                </a:solidFill>
                <a:latin typeface="Calibri"/>
                <a:cs typeface="Calibri"/>
              </a:rPr>
              <a:t> </a:t>
            </a:r>
            <a:r>
              <a:rPr lang="en-US" spc="43" dirty="0">
                <a:solidFill>
                  <a:srgbClr val="212121"/>
                </a:solidFill>
                <a:latin typeface="Calibri"/>
                <a:cs typeface="Calibri"/>
              </a:rPr>
              <a:t>Choose</a:t>
            </a:r>
            <a:r>
              <a:rPr lang="en-US" spc="-64" dirty="0">
                <a:solidFill>
                  <a:srgbClr val="212121"/>
                </a:solidFill>
                <a:latin typeface="Calibri"/>
                <a:cs typeface="Calibri"/>
              </a:rPr>
              <a:t> </a:t>
            </a:r>
            <a:r>
              <a:rPr lang="en-US" spc="13" dirty="0">
                <a:solidFill>
                  <a:srgbClr val="212121"/>
                </a:solidFill>
                <a:latin typeface="Calibri"/>
                <a:cs typeface="Calibri"/>
              </a:rPr>
              <a:t>the</a:t>
            </a:r>
            <a:r>
              <a:rPr lang="en-US" spc="-64" dirty="0">
                <a:solidFill>
                  <a:srgbClr val="212121"/>
                </a:solidFill>
                <a:latin typeface="Calibri"/>
                <a:cs typeface="Calibri"/>
              </a:rPr>
              <a:t> </a:t>
            </a:r>
            <a:r>
              <a:rPr lang="en-US" b="1" spc="51" dirty="0">
                <a:solidFill>
                  <a:srgbClr val="212121"/>
                </a:solidFill>
                <a:latin typeface="Calibri"/>
                <a:cs typeface="Calibri"/>
              </a:rPr>
              <a:t>right</a:t>
            </a:r>
            <a:r>
              <a:rPr lang="en-US" b="1" spc="-55" dirty="0">
                <a:solidFill>
                  <a:srgbClr val="212121"/>
                </a:solidFill>
                <a:latin typeface="Calibri"/>
                <a:cs typeface="Calibri"/>
              </a:rPr>
              <a:t> </a:t>
            </a:r>
            <a:r>
              <a:rPr lang="en-US" b="1" spc="47" dirty="0">
                <a:solidFill>
                  <a:srgbClr val="212121"/>
                </a:solidFill>
                <a:latin typeface="Calibri"/>
                <a:cs typeface="Calibri"/>
              </a:rPr>
              <a:t>encryption</a:t>
            </a:r>
            <a:r>
              <a:rPr lang="en-US" b="1" spc="-55" dirty="0">
                <a:solidFill>
                  <a:srgbClr val="212121"/>
                </a:solidFill>
                <a:latin typeface="Calibri"/>
                <a:cs typeface="Calibri"/>
              </a:rPr>
              <a:t> </a:t>
            </a:r>
            <a:r>
              <a:rPr lang="en-US" b="1" spc="47" dirty="0">
                <a:solidFill>
                  <a:srgbClr val="212121"/>
                </a:solidFill>
                <a:latin typeface="Calibri"/>
                <a:cs typeface="Calibri"/>
              </a:rPr>
              <a:t>algorithm </a:t>
            </a:r>
            <a:r>
              <a:rPr lang="en-US" b="1" spc="-506" dirty="0">
                <a:solidFill>
                  <a:srgbClr val="212121"/>
                </a:solidFill>
                <a:latin typeface="Calibri"/>
                <a:cs typeface="Calibri"/>
              </a:rPr>
              <a:t> </a:t>
            </a:r>
          </a:p>
          <a:p>
            <a:pPr marL="467998" marR="3053544" lvl="1" algn="just">
              <a:lnSpc>
                <a:spcPts val="2806"/>
              </a:lnSpc>
              <a:spcBef>
                <a:spcPts val="85"/>
              </a:spcBef>
            </a:pPr>
            <a:r>
              <a:rPr lang="en-US" spc="51" dirty="0">
                <a:solidFill>
                  <a:srgbClr val="212121"/>
                </a:solidFill>
                <a:latin typeface="Calibri"/>
                <a:cs typeface="Calibri"/>
              </a:rPr>
              <a:t>Key</a:t>
            </a:r>
            <a:r>
              <a:rPr lang="en-US" spc="-64" dirty="0">
                <a:solidFill>
                  <a:srgbClr val="212121"/>
                </a:solidFill>
                <a:latin typeface="Calibri"/>
                <a:cs typeface="Calibri"/>
              </a:rPr>
              <a:t> </a:t>
            </a:r>
            <a:r>
              <a:rPr lang="en-US" spc="26" dirty="0">
                <a:solidFill>
                  <a:srgbClr val="212121"/>
                </a:solidFill>
                <a:latin typeface="Calibri"/>
                <a:cs typeface="Calibri"/>
              </a:rPr>
              <a:t>Factor</a:t>
            </a:r>
            <a:r>
              <a:rPr lang="en-US" spc="-60" dirty="0">
                <a:solidFill>
                  <a:srgbClr val="212121"/>
                </a:solidFill>
                <a:latin typeface="Calibri"/>
                <a:cs typeface="Calibri"/>
              </a:rPr>
              <a:t> </a:t>
            </a:r>
            <a:r>
              <a:rPr lang="en-US" spc="-34" dirty="0">
                <a:solidFill>
                  <a:srgbClr val="212121"/>
                </a:solidFill>
                <a:latin typeface="Calibri"/>
                <a:cs typeface="Calibri"/>
              </a:rPr>
              <a:t>2:</a:t>
            </a:r>
            <a:r>
              <a:rPr lang="en-US" spc="-60" dirty="0">
                <a:solidFill>
                  <a:srgbClr val="212121"/>
                </a:solidFill>
                <a:latin typeface="Calibri"/>
                <a:cs typeface="Calibri"/>
              </a:rPr>
              <a:t> </a:t>
            </a:r>
            <a:r>
              <a:rPr lang="en-US" spc="30" dirty="0">
                <a:solidFill>
                  <a:srgbClr val="212121"/>
                </a:solidFill>
                <a:latin typeface="Calibri"/>
                <a:cs typeface="Calibri"/>
              </a:rPr>
              <a:t>How</a:t>
            </a:r>
            <a:r>
              <a:rPr lang="en-US" spc="-60" dirty="0">
                <a:solidFill>
                  <a:srgbClr val="212121"/>
                </a:solidFill>
                <a:latin typeface="Calibri"/>
                <a:cs typeface="Calibri"/>
              </a:rPr>
              <a:t> </a:t>
            </a:r>
            <a:r>
              <a:rPr lang="en-US" spc="47" dirty="0">
                <a:solidFill>
                  <a:srgbClr val="212121"/>
                </a:solidFill>
                <a:latin typeface="Calibri"/>
                <a:cs typeface="Calibri"/>
              </a:rPr>
              <a:t>do</a:t>
            </a:r>
            <a:r>
              <a:rPr lang="en-US" spc="-64" dirty="0">
                <a:solidFill>
                  <a:srgbClr val="212121"/>
                </a:solidFill>
                <a:latin typeface="Calibri"/>
                <a:cs typeface="Calibri"/>
              </a:rPr>
              <a:t> </a:t>
            </a:r>
            <a:r>
              <a:rPr lang="en-US" spc="-9" dirty="0">
                <a:solidFill>
                  <a:srgbClr val="212121"/>
                </a:solidFill>
                <a:latin typeface="Calibri"/>
                <a:cs typeface="Calibri"/>
              </a:rPr>
              <a:t>we</a:t>
            </a:r>
            <a:r>
              <a:rPr lang="en-US" spc="-60" dirty="0">
                <a:solidFill>
                  <a:srgbClr val="212121"/>
                </a:solidFill>
                <a:latin typeface="Calibri"/>
                <a:cs typeface="Calibri"/>
              </a:rPr>
              <a:t> </a:t>
            </a:r>
            <a:r>
              <a:rPr lang="en-US" b="1" spc="38" dirty="0">
                <a:solidFill>
                  <a:srgbClr val="212121"/>
                </a:solidFill>
                <a:latin typeface="Calibri"/>
                <a:cs typeface="Calibri"/>
              </a:rPr>
              <a:t>secure</a:t>
            </a:r>
            <a:r>
              <a:rPr lang="en-US" b="1" spc="-51" dirty="0">
                <a:solidFill>
                  <a:srgbClr val="212121"/>
                </a:solidFill>
                <a:latin typeface="Calibri"/>
                <a:cs typeface="Calibri"/>
              </a:rPr>
              <a:t> </a:t>
            </a:r>
            <a:r>
              <a:rPr lang="en-US" b="1" spc="26" dirty="0">
                <a:solidFill>
                  <a:srgbClr val="212121"/>
                </a:solidFill>
                <a:latin typeface="Calibri"/>
                <a:cs typeface="Calibri"/>
              </a:rPr>
              <a:t>the</a:t>
            </a:r>
            <a:r>
              <a:rPr lang="en-US" b="1" spc="-51" dirty="0">
                <a:solidFill>
                  <a:srgbClr val="212121"/>
                </a:solidFill>
                <a:latin typeface="Calibri"/>
                <a:cs typeface="Calibri"/>
              </a:rPr>
              <a:t> </a:t>
            </a:r>
            <a:r>
              <a:rPr lang="en-US" b="1" spc="47" dirty="0">
                <a:solidFill>
                  <a:srgbClr val="212121"/>
                </a:solidFill>
                <a:latin typeface="Calibri"/>
                <a:cs typeface="Calibri"/>
              </a:rPr>
              <a:t>encryption</a:t>
            </a:r>
            <a:r>
              <a:rPr lang="en-US" b="1" spc="-55" dirty="0">
                <a:solidFill>
                  <a:srgbClr val="212121"/>
                </a:solidFill>
                <a:latin typeface="Calibri"/>
                <a:cs typeface="Calibri"/>
              </a:rPr>
              <a:t> </a:t>
            </a:r>
            <a:r>
              <a:rPr lang="en-US" b="1" dirty="0">
                <a:solidFill>
                  <a:srgbClr val="212121"/>
                </a:solidFill>
                <a:latin typeface="Calibri"/>
                <a:cs typeface="Calibri"/>
              </a:rPr>
              <a:t>key</a:t>
            </a:r>
            <a:r>
              <a:rPr lang="en-US" dirty="0">
                <a:solidFill>
                  <a:srgbClr val="212121"/>
                </a:solidFill>
                <a:latin typeface="Calibri"/>
                <a:cs typeface="Calibri"/>
              </a:rPr>
              <a:t>? </a:t>
            </a:r>
            <a:r>
              <a:rPr lang="en-US" spc="-506" dirty="0">
                <a:solidFill>
                  <a:srgbClr val="212121"/>
                </a:solidFill>
                <a:latin typeface="Calibri"/>
                <a:cs typeface="Calibri"/>
              </a:rPr>
              <a:t> </a:t>
            </a:r>
          </a:p>
          <a:p>
            <a:pPr marL="467998" marR="3053544" lvl="1" algn="just">
              <a:lnSpc>
                <a:spcPts val="2806"/>
              </a:lnSpc>
              <a:spcBef>
                <a:spcPts val="85"/>
              </a:spcBef>
            </a:pPr>
            <a:r>
              <a:rPr lang="en-US" spc="51" dirty="0">
                <a:solidFill>
                  <a:srgbClr val="212121"/>
                </a:solidFill>
                <a:latin typeface="Calibri"/>
                <a:cs typeface="Calibri"/>
              </a:rPr>
              <a:t>Key</a:t>
            </a:r>
            <a:r>
              <a:rPr lang="en-US" spc="-64" dirty="0">
                <a:solidFill>
                  <a:srgbClr val="212121"/>
                </a:solidFill>
                <a:latin typeface="Calibri"/>
                <a:cs typeface="Calibri"/>
              </a:rPr>
              <a:t> </a:t>
            </a:r>
            <a:r>
              <a:rPr lang="en-US" spc="26" dirty="0">
                <a:solidFill>
                  <a:srgbClr val="212121"/>
                </a:solidFill>
                <a:latin typeface="Calibri"/>
                <a:cs typeface="Calibri"/>
              </a:rPr>
              <a:t>Factor</a:t>
            </a:r>
            <a:r>
              <a:rPr lang="en-US" spc="-60" dirty="0">
                <a:solidFill>
                  <a:srgbClr val="212121"/>
                </a:solidFill>
                <a:latin typeface="Calibri"/>
                <a:cs typeface="Calibri"/>
              </a:rPr>
              <a:t> </a:t>
            </a:r>
            <a:r>
              <a:rPr lang="en-US" spc="-34" dirty="0">
                <a:solidFill>
                  <a:srgbClr val="212121"/>
                </a:solidFill>
                <a:latin typeface="Calibri"/>
                <a:cs typeface="Calibri"/>
              </a:rPr>
              <a:t>3:</a:t>
            </a:r>
            <a:r>
              <a:rPr lang="en-US" spc="-60" dirty="0">
                <a:solidFill>
                  <a:srgbClr val="212121"/>
                </a:solidFill>
                <a:latin typeface="Calibri"/>
                <a:cs typeface="Calibri"/>
              </a:rPr>
              <a:t> </a:t>
            </a:r>
            <a:r>
              <a:rPr lang="en-US" spc="30" dirty="0">
                <a:solidFill>
                  <a:srgbClr val="212121"/>
                </a:solidFill>
                <a:latin typeface="Calibri"/>
                <a:cs typeface="Calibri"/>
              </a:rPr>
              <a:t>How</a:t>
            </a:r>
            <a:r>
              <a:rPr lang="en-US" spc="-60" dirty="0">
                <a:solidFill>
                  <a:srgbClr val="212121"/>
                </a:solidFill>
                <a:latin typeface="Calibri"/>
                <a:cs typeface="Calibri"/>
              </a:rPr>
              <a:t> </a:t>
            </a:r>
            <a:r>
              <a:rPr lang="en-US" spc="47" dirty="0">
                <a:solidFill>
                  <a:srgbClr val="212121"/>
                </a:solidFill>
                <a:latin typeface="Calibri"/>
                <a:cs typeface="Calibri"/>
              </a:rPr>
              <a:t>do</a:t>
            </a:r>
            <a:r>
              <a:rPr lang="en-US" spc="-60" dirty="0">
                <a:solidFill>
                  <a:srgbClr val="212121"/>
                </a:solidFill>
                <a:latin typeface="Calibri"/>
                <a:cs typeface="Calibri"/>
              </a:rPr>
              <a:t> </a:t>
            </a:r>
            <a:r>
              <a:rPr lang="en-US" spc="-9" dirty="0">
                <a:solidFill>
                  <a:srgbClr val="212121"/>
                </a:solidFill>
                <a:latin typeface="Calibri"/>
                <a:cs typeface="Calibri"/>
              </a:rPr>
              <a:t>we</a:t>
            </a:r>
            <a:r>
              <a:rPr lang="en-US" spc="-60" dirty="0">
                <a:solidFill>
                  <a:srgbClr val="212121"/>
                </a:solidFill>
                <a:latin typeface="Calibri"/>
                <a:cs typeface="Calibri"/>
              </a:rPr>
              <a:t> </a:t>
            </a:r>
            <a:r>
              <a:rPr lang="en-US" b="1" spc="38" dirty="0">
                <a:solidFill>
                  <a:srgbClr val="212121"/>
                </a:solidFill>
                <a:latin typeface="Calibri"/>
                <a:cs typeface="Calibri"/>
              </a:rPr>
              <a:t>share</a:t>
            </a:r>
            <a:r>
              <a:rPr lang="en-US" b="1" spc="-55" dirty="0">
                <a:solidFill>
                  <a:srgbClr val="212121"/>
                </a:solidFill>
                <a:latin typeface="Calibri"/>
                <a:cs typeface="Calibri"/>
              </a:rPr>
              <a:t> </a:t>
            </a:r>
            <a:r>
              <a:rPr lang="en-US" b="1" spc="26" dirty="0">
                <a:solidFill>
                  <a:srgbClr val="212121"/>
                </a:solidFill>
                <a:latin typeface="Calibri"/>
                <a:cs typeface="Calibri"/>
              </a:rPr>
              <a:t>the</a:t>
            </a:r>
            <a:r>
              <a:rPr lang="en-US" b="1" spc="-51" dirty="0">
                <a:solidFill>
                  <a:srgbClr val="212121"/>
                </a:solidFill>
                <a:latin typeface="Calibri"/>
                <a:cs typeface="Calibri"/>
              </a:rPr>
              <a:t> </a:t>
            </a:r>
            <a:r>
              <a:rPr lang="en-US" b="1" spc="47" dirty="0">
                <a:solidFill>
                  <a:srgbClr val="212121"/>
                </a:solidFill>
                <a:latin typeface="Calibri"/>
                <a:cs typeface="Calibri"/>
              </a:rPr>
              <a:t>encryption</a:t>
            </a:r>
            <a:r>
              <a:rPr lang="en-US" b="1" spc="-51" dirty="0">
                <a:solidFill>
                  <a:srgbClr val="212121"/>
                </a:solidFill>
                <a:latin typeface="Calibri"/>
                <a:cs typeface="Calibri"/>
              </a:rPr>
              <a:t> </a:t>
            </a:r>
            <a:r>
              <a:rPr lang="en-US" b="1" dirty="0">
                <a:solidFill>
                  <a:srgbClr val="212121"/>
                </a:solidFill>
                <a:latin typeface="Calibri"/>
                <a:cs typeface="Calibri"/>
              </a:rPr>
              <a:t>key</a:t>
            </a:r>
            <a:r>
              <a:rPr lang="en-US" dirty="0">
                <a:solidFill>
                  <a:srgbClr val="212121"/>
                </a:solidFill>
                <a:latin typeface="Calibri"/>
                <a:cs typeface="Calibri"/>
              </a:rPr>
              <a:t>?</a:t>
            </a:r>
            <a:endParaRPr lang="en-US" dirty="0">
              <a:latin typeface="Calibri"/>
              <a:cs typeface="Calibri"/>
            </a:endParaRPr>
          </a:p>
          <a:p>
            <a:endParaRPr lang="en-US" dirty="0"/>
          </a:p>
        </p:txBody>
      </p:sp>
      <p:sp>
        <p:nvSpPr>
          <p:cNvPr id="3" name="Title 2">
            <a:extLst>
              <a:ext uri="{FF2B5EF4-FFF2-40B4-BE49-F238E27FC236}">
                <a16:creationId xmlns:a16="http://schemas.microsoft.com/office/drawing/2014/main" id="{ED8D3C56-5D1F-823D-CC87-AB4C1A028D0D}"/>
              </a:ext>
            </a:extLst>
          </p:cNvPr>
          <p:cNvSpPr>
            <a:spLocks noGrp="1"/>
          </p:cNvSpPr>
          <p:nvPr>
            <p:ph type="title"/>
          </p:nvPr>
        </p:nvSpPr>
        <p:spPr/>
        <p:txBody>
          <a:bodyPr/>
          <a:lstStyle/>
          <a:p>
            <a:r>
              <a:rPr lang="en-US" sz="4400" spc="77" dirty="0">
                <a:solidFill>
                  <a:schemeClr val="bg2"/>
                </a:solidFill>
              </a:rPr>
              <a:t>Symmetric</a:t>
            </a:r>
            <a:r>
              <a:rPr lang="en-US" sz="4400" spc="-68" dirty="0">
                <a:solidFill>
                  <a:schemeClr val="bg2"/>
                </a:solidFill>
              </a:rPr>
              <a:t> </a:t>
            </a:r>
            <a:r>
              <a:rPr lang="en-US" sz="4400" spc="64" dirty="0">
                <a:solidFill>
                  <a:schemeClr val="bg2"/>
                </a:solidFill>
              </a:rPr>
              <a:t>Key</a:t>
            </a:r>
            <a:r>
              <a:rPr lang="en-US" sz="4400" spc="-68" dirty="0">
                <a:solidFill>
                  <a:schemeClr val="bg2"/>
                </a:solidFill>
              </a:rPr>
              <a:t> </a:t>
            </a:r>
            <a:r>
              <a:rPr lang="en-US" sz="4400" spc="77" dirty="0">
                <a:solidFill>
                  <a:schemeClr val="bg2"/>
                </a:solidFill>
              </a:rPr>
              <a:t>Encryption</a:t>
            </a:r>
            <a:endParaRPr lang="en-US" dirty="0">
              <a:solidFill>
                <a:schemeClr val="bg2"/>
              </a:solidFill>
            </a:endParaRPr>
          </a:p>
        </p:txBody>
      </p:sp>
      <p:pic>
        <p:nvPicPr>
          <p:cNvPr id="4" name="object 3">
            <a:extLst>
              <a:ext uri="{FF2B5EF4-FFF2-40B4-BE49-F238E27FC236}">
                <a16:creationId xmlns:a16="http://schemas.microsoft.com/office/drawing/2014/main" id="{1692000D-2570-C7D3-C9E9-74939CE6A853}"/>
              </a:ext>
            </a:extLst>
          </p:cNvPr>
          <p:cNvPicPr/>
          <p:nvPr/>
        </p:nvPicPr>
        <p:blipFill>
          <a:blip r:embed="rId2" cstate="print"/>
          <a:stretch>
            <a:fillRect/>
          </a:stretch>
        </p:blipFill>
        <p:spPr>
          <a:xfrm>
            <a:off x="4330931" y="1333897"/>
            <a:ext cx="3795347" cy="1616401"/>
          </a:xfrm>
          <a:prstGeom prst="rect">
            <a:avLst/>
          </a:prstGeom>
        </p:spPr>
      </p:pic>
    </p:spTree>
    <p:extLst>
      <p:ext uri="{BB962C8B-B14F-4D97-AF65-F5344CB8AC3E}">
        <p14:creationId xmlns:p14="http://schemas.microsoft.com/office/powerpoint/2010/main" val="2260254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BF1708-CB3B-D11D-325E-22C54E298C04}"/>
              </a:ext>
            </a:extLst>
          </p:cNvPr>
          <p:cNvSpPr>
            <a:spLocks noGrp="1"/>
          </p:cNvSpPr>
          <p:nvPr>
            <p:ph type="body" idx="1"/>
          </p:nvPr>
        </p:nvSpPr>
        <p:spPr>
          <a:xfrm>
            <a:off x="622300" y="1160003"/>
            <a:ext cx="6692900" cy="5052349"/>
          </a:xfrm>
        </p:spPr>
        <p:txBody>
          <a:bodyPr/>
          <a:lstStyle/>
          <a:p>
            <a:pPr marL="10798" marR="7558">
              <a:lnSpc>
                <a:spcPct val="101899"/>
              </a:lnSpc>
              <a:spcBef>
                <a:spcPts val="30"/>
              </a:spcBef>
            </a:pPr>
            <a:r>
              <a:rPr lang="en-US" sz="3200" b="1" spc="17" dirty="0">
                <a:solidFill>
                  <a:srgbClr val="212121"/>
                </a:solidFill>
                <a:latin typeface="Calibri"/>
                <a:cs typeface="Calibri"/>
              </a:rPr>
              <a:t>Two</a:t>
            </a:r>
            <a:r>
              <a:rPr lang="en-US" sz="3200" b="1" spc="-55" dirty="0">
                <a:solidFill>
                  <a:srgbClr val="212121"/>
                </a:solidFill>
                <a:latin typeface="Calibri"/>
                <a:cs typeface="Calibri"/>
              </a:rPr>
              <a:t> </a:t>
            </a:r>
            <a:r>
              <a:rPr lang="en-US" sz="3200" b="1" spc="51" dirty="0">
                <a:solidFill>
                  <a:srgbClr val="212121"/>
                </a:solidFill>
                <a:latin typeface="Calibri"/>
                <a:cs typeface="Calibri"/>
              </a:rPr>
              <a:t>Keys</a:t>
            </a:r>
            <a:r>
              <a:rPr lang="en-US" sz="3200" b="1" spc="-64" dirty="0">
                <a:solidFill>
                  <a:srgbClr val="212121"/>
                </a:solidFill>
                <a:latin typeface="Calibri"/>
                <a:cs typeface="Calibri"/>
              </a:rPr>
              <a:t> </a:t>
            </a:r>
            <a:r>
              <a:rPr lang="en-US" sz="3200" spc="-47" dirty="0">
                <a:solidFill>
                  <a:srgbClr val="212121"/>
                </a:solidFill>
                <a:latin typeface="Calibri"/>
                <a:cs typeface="Calibri"/>
              </a:rPr>
              <a:t>:</a:t>
            </a:r>
            <a:r>
              <a:rPr lang="en-US" sz="3200" spc="-60" dirty="0">
                <a:solidFill>
                  <a:srgbClr val="212121"/>
                </a:solidFill>
                <a:latin typeface="Calibri"/>
                <a:cs typeface="Calibri"/>
              </a:rPr>
              <a:t> </a:t>
            </a:r>
            <a:r>
              <a:rPr lang="en-US" sz="3200" spc="68" dirty="0">
                <a:solidFill>
                  <a:srgbClr val="212121"/>
                </a:solidFill>
                <a:latin typeface="Calibri"/>
                <a:cs typeface="Calibri"/>
              </a:rPr>
              <a:t>Public</a:t>
            </a:r>
            <a:r>
              <a:rPr lang="en-US" sz="3200" spc="-64" dirty="0">
                <a:solidFill>
                  <a:srgbClr val="212121"/>
                </a:solidFill>
                <a:latin typeface="Calibri"/>
                <a:cs typeface="Calibri"/>
              </a:rPr>
              <a:t> </a:t>
            </a:r>
            <a:r>
              <a:rPr lang="en-US" sz="3200" spc="51" dirty="0">
                <a:solidFill>
                  <a:srgbClr val="212121"/>
                </a:solidFill>
                <a:latin typeface="Calibri"/>
                <a:cs typeface="Calibri"/>
              </a:rPr>
              <a:t>Key</a:t>
            </a:r>
            <a:r>
              <a:rPr lang="en-US" sz="3200" spc="-60" dirty="0">
                <a:solidFill>
                  <a:srgbClr val="212121"/>
                </a:solidFill>
                <a:latin typeface="Calibri"/>
                <a:cs typeface="Calibri"/>
              </a:rPr>
              <a:t> </a:t>
            </a:r>
            <a:r>
              <a:rPr lang="en-US" sz="3200" spc="64" dirty="0">
                <a:solidFill>
                  <a:srgbClr val="212121"/>
                </a:solidFill>
                <a:latin typeface="Calibri"/>
                <a:cs typeface="Calibri"/>
              </a:rPr>
              <a:t>and</a:t>
            </a:r>
            <a:r>
              <a:rPr lang="en-US" sz="3200" spc="-64" dirty="0">
                <a:solidFill>
                  <a:srgbClr val="212121"/>
                </a:solidFill>
                <a:latin typeface="Calibri"/>
                <a:cs typeface="Calibri"/>
              </a:rPr>
              <a:t> </a:t>
            </a:r>
            <a:r>
              <a:rPr lang="en-US" sz="3200" spc="26" dirty="0">
                <a:solidFill>
                  <a:srgbClr val="212121"/>
                </a:solidFill>
                <a:latin typeface="Calibri"/>
                <a:cs typeface="Calibri"/>
              </a:rPr>
              <a:t>Private</a:t>
            </a:r>
            <a:r>
              <a:rPr lang="en-US" sz="3200" spc="-60" dirty="0">
                <a:solidFill>
                  <a:srgbClr val="212121"/>
                </a:solidFill>
                <a:latin typeface="Calibri"/>
                <a:cs typeface="Calibri"/>
              </a:rPr>
              <a:t> </a:t>
            </a:r>
            <a:r>
              <a:rPr lang="en-US" sz="3200" spc="51" dirty="0">
                <a:solidFill>
                  <a:srgbClr val="212121"/>
                </a:solidFill>
                <a:latin typeface="Calibri"/>
                <a:cs typeface="Calibri"/>
              </a:rPr>
              <a:t>Key </a:t>
            </a:r>
            <a:r>
              <a:rPr lang="en-US" sz="3200" spc="-510" dirty="0">
                <a:solidFill>
                  <a:srgbClr val="212121"/>
                </a:solidFill>
                <a:latin typeface="Calibri"/>
                <a:cs typeface="Calibri"/>
              </a:rPr>
              <a:t> </a:t>
            </a:r>
            <a:r>
              <a:rPr lang="en-US" sz="3200" spc="17" dirty="0">
                <a:solidFill>
                  <a:srgbClr val="212121"/>
                </a:solidFill>
                <a:latin typeface="Calibri"/>
                <a:cs typeface="Calibri"/>
              </a:rPr>
              <a:t>Also</a:t>
            </a:r>
            <a:r>
              <a:rPr lang="en-US" sz="3200" spc="-68" dirty="0">
                <a:solidFill>
                  <a:srgbClr val="212121"/>
                </a:solidFill>
                <a:latin typeface="Calibri"/>
                <a:cs typeface="Calibri"/>
              </a:rPr>
              <a:t> </a:t>
            </a:r>
            <a:r>
              <a:rPr lang="en-US" sz="3200" spc="47" dirty="0">
                <a:solidFill>
                  <a:srgbClr val="212121"/>
                </a:solidFill>
                <a:latin typeface="Calibri"/>
                <a:cs typeface="Calibri"/>
              </a:rPr>
              <a:t>called</a:t>
            </a:r>
            <a:r>
              <a:rPr lang="en-US" sz="3200" spc="-64" dirty="0">
                <a:solidFill>
                  <a:srgbClr val="212121"/>
                </a:solidFill>
                <a:latin typeface="Calibri"/>
                <a:cs typeface="Calibri"/>
              </a:rPr>
              <a:t> </a:t>
            </a:r>
            <a:r>
              <a:rPr lang="en-US" sz="3200" b="1" spc="72" dirty="0">
                <a:solidFill>
                  <a:srgbClr val="212121"/>
                </a:solidFill>
                <a:latin typeface="Calibri"/>
                <a:cs typeface="Calibri"/>
              </a:rPr>
              <a:t>Public</a:t>
            </a:r>
            <a:r>
              <a:rPr lang="en-US" sz="3200" b="1" spc="-55" dirty="0">
                <a:solidFill>
                  <a:srgbClr val="212121"/>
                </a:solidFill>
                <a:latin typeface="Calibri"/>
                <a:cs typeface="Calibri"/>
              </a:rPr>
              <a:t> </a:t>
            </a:r>
            <a:r>
              <a:rPr lang="en-US" sz="3200" b="1" spc="47" dirty="0">
                <a:solidFill>
                  <a:srgbClr val="212121"/>
                </a:solidFill>
                <a:latin typeface="Calibri"/>
                <a:cs typeface="Calibri"/>
              </a:rPr>
              <a:t>Key</a:t>
            </a:r>
            <a:r>
              <a:rPr lang="en-US" sz="3200" b="1" spc="-55" dirty="0">
                <a:solidFill>
                  <a:srgbClr val="212121"/>
                </a:solidFill>
                <a:latin typeface="Calibri"/>
                <a:cs typeface="Calibri"/>
              </a:rPr>
              <a:t> </a:t>
            </a:r>
            <a:r>
              <a:rPr lang="en-US" sz="3200" b="1" spc="47" dirty="0" err="1">
                <a:solidFill>
                  <a:srgbClr val="212121"/>
                </a:solidFill>
                <a:latin typeface="Calibri"/>
                <a:cs typeface="Calibri"/>
              </a:rPr>
              <a:t>Cyptography</a:t>
            </a:r>
            <a:endParaRPr lang="en-US" sz="3200" dirty="0">
              <a:latin typeface="Calibri"/>
              <a:cs typeface="Calibri"/>
            </a:endParaRPr>
          </a:p>
          <a:p>
            <a:pPr marL="467998" marR="7558" lvl="1" algn="just">
              <a:lnSpc>
                <a:spcPts val="2296"/>
              </a:lnSpc>
              <a:spcBef>
                <a:spcPts val="510"/>
              </a:spcBef>
            </a:pPr>
            <a:r>
              <a:rPr lang="en-US" spc="51" dirty="0">
                <a:solidFill>
                  <a:srgbClr val="212121"/>
                </a:solidFill>
                <a:latin typeface="Calibri"/>
                <a:cs typeface="Calibri"/>
              </a:rPr>
              <a:t>Encrypt</a:t>
            </a:r>
            <a:r>
              <a:rPr lang="en-US" spc="55" dirty="0">
                <a:solidFill>
                  <a:srgbClr val="212121"/>
                </a:solidFill>
                <a:latin typeface="Calibri"/>
                <a:cs typeface="Calibri"/>
              </a:rPr>
              <a:t> </a:t>
            </a:r>
            <a:r>
              <a:rPr lang="en-US" spc="43" dirty="0">
                <a:solidFill>
                  <a:srgbClr val="212121"/>
                </a:solidFill>
                <a:latin typeface="Calibri"/>
                <a:cs typeface="Calibri"/>
              </a:rPr>
              <a:t>data</a:t>
            </a:r>
            <a:r>
              <a:rPr lang="en-US" spc="47" dirty="0">
                <a:solidFill>
                  <a:srgbClr val="212121"/>
                </a:solidFill>
                <a:latin typeface="Calibri"/>
                <a:cs typeface="Calibri"/>
              </a:rPr>
              <a:t> </a:t>
            </a:r>
            <a:r>
              <a:rPr lang="en-US" spc="21" dirty="0">
                <a:solidFill>
                  <a:srgbClr val="212121"/>
                </a:solidFill>
                <a:latin typeface="Calibri"/>
                <a:cs typeface="Calibri"/>
              </a:rPr>
              <a:t>with</a:t>
            </a:r>
            <a:r>
              <a:rPr lang="en-US" spc="26" dirty="0">
                <a:solidFill>
                  <a:srgbClr val="212121"/>
                </a:solidFill>
                <a:latin typeface="Calibri"/>
                <a:cs typeface="Calibri"/>
              </a:rPr>
              <a:t> </a:t>
            </a:r>
            <a:r>
              <a:rPr lang="en-US" spc="68" dirty="0">
                <a:solidFill>
                  <a:srgbClr val="212121"/>
                </a:solidFill>
                <a:latin typeface="Calibri"/>
                <a:cs typeface="Calibri"/>
              </a:rPr>
              <a:t>Public</a:t>
            </a:r>
            <a:r>
              <a:rPr lang="en-US" spc="72" dirty="0">
                <a:solidFill>
                  <a:srgbClr val="212121"/>
                </a:solidFill>
                <a:latin typeface="Calibri"/>
                <a:cs typeface="Calibri"/>
              </a:rPr>
              <a:t> </a:t>
            </a:r>
            <a:r>
              <a:rPr lang="en-US" spc="51" dirty="0">
                <a:solidFill>
                  <a:srgbClr val="212121"/>
                </a:solidFill>
                <a:latin typeface="Calibri"/>
                <a:cs typeface="Calibri"/>
              </a:rPr>
              <a:t>Key</a:t>
            </a:r>
            <a:r>
              <a:rPr lang="en-US" spc="55" dirty="0">
                <a:solidFill>
                  <a:srgbClr val="212121"/>
                </a:solidFill>
                <a:latin typeface="Calibri"/>
                <a:cs typeface="Calibri"/>
              </a:rPr>
              <a:t> </a:t>
            </a:r>
            <a:r>
              <a:rPr lang="en-US" spc="64" dirty="0">
                <a:solidFill>
                  <a:srgbClr val="212121"/>
                </a:solidFill>
                <a:latin typeface="Calibri"/>
                <a:cs typeface="Calibri"/>
              </a:rPr>
              <a:t>and </a:t>
            </a:r>
            <a:r>
              <a:rPr lang="en-US" spc="68" dirty="0">
                <a:solidFill>
                  <a:srgbClr val="212121"/>
                </a:solidFill>
                <a:latin typeface="Calibri"/>
                <a:cs typeface="Calibri"/>
              </a:rPr>
              <a:t> </a:t>
            </a:r>
            <a:r>
              <a:rPr lang="en-US" spc="38" dirty="0">
                <a:solidFill>
                  <a:srgbClr val="212121"/>
                </a:solidFill>
                <a:latin typeface="Calibri"/>
                <a:cs typeface="Calibri"/>
              </a:rPr>
              <a:t>decrypt</a:t>
            </a:r>
            <a:r>
              <a:rPr lang="en-US" spc="-64" dirty="0">
                <a:solidFill>
                  <a:srgbClr val="212121"/>
                </a:solidFill>
                <a:latin typeface="Calibri"/>
                <a:cs typeface="Calibri"/>
              </a:rPr>
              <a:t> </a:t>
            </a:r>
            <a:r>
              <a:rPr lang="en-US" spc="21" dirty="0">
                <a:solidFill>
                  <a:srgbClr val="212121"/>
                </a:solidFill>
                <a:latin typeface="Calibri"/>
                <a:cs typeface="Calibri"/>
              </a:rPr>
              <a:t>with</a:t>
            </a:r>
            <a:r>
              <a:rPr lang="en-US" spc="-60" dirty="0">
                <a:solidFill>
                  <a:srgbClr val="212121"/>
                </a:solidFill>
                <a:latin typeface="Calibri"/>
                <a:cs typeface="Calibri"/>
              </a:rPr>
              <a:t> </a:t>
            </a:r>
            <a:r>
              <a:rPr lang="en-US" spc="26" dirty="0">
                <a:solidFill>
                  <a:srgbClr val="212121"/>
                </a:solidFill>
                <a:latin typeface="Calibri"/>
                <a:cs typeface="Calibri"/>
              </a:rPr>
              <a:t>Private</a:t>
            </a:r>
            <a:r>
              <a:rPr lang="en-US" spc="-60" dirty="0">
                <a:solidFill>
                  <a:srgbClr val="212121"/>
                </a:solidFill>
                <a:latin typeface="Calibri"/>
                <a:cs typeface="Calibri"/>
              </a:rPr>
              <a:t> </a:t>
            </a:r>
            <a:r>
              <a:rPr lang="en-US" spc="51" dirty="0">
                <a:solidFill>
                  <a:srgbClr val="212121"/>
                </a:solidFill>
                <a:latin typeface="Calibri"/>
                <a:cs typeface="Calibri"/>
              </a:rPr>
              <a:t>Key</a:t>
            </a:r>
            <a:endParaRPr lang="en-US" dirty="0">
              <a:latin typeface="Calibri"/>
              <a:cs typeface="Calibri"/>
            </a:endParaRPr>
          </a:p>
          <a:p>
            <a:pPr marL="467998" marR="4319" lvl="1" algn="just">
              <a:lnSpc>
                <a:spcPts val="2296"/>
              </a:lnSpc>
              <a:spcBef>
                <a:spcPts val="510"/>
              </a:spcBef>
            </a:pPr>
            <a:r>
              <a:rPr lang="en-US" spc="47" dirty="0">
                <a:solidFill>
                  <a:srgbClr val="212121"/>
                </a:solidFill>
                <a:latin typeface="Calibri"/>
                <a:cs typeface="Calibri"/>
              </a:rPr>
              <a:t>Share </a:t>
            </a:r>
            <a:r>
              <a:rPr lang="en-US" spc="68" dirty="0">
                <a:solidFill>
                  <a:srgbClr val="212121"/>
                </a:solidFill>
                <a:latin typeface="Calibri"/>
                <a:cs typeface="Calibri"/>
              </a:rPr>
              <a:t>Public </a:t>
            </a:r>
            <a:r>
              <a:rPr lang="en-US" spc="51" dirty="0">
                <a:solidFill>
                  <a:srgbClr val="212121"/>
                </a:solidFill>
                <a:latin typeface="Calibri"/>
                <a:cs typeface="Calibri"/>
              </a:rPr>
              <a:t>Key </a:t>
            </a:r>
            <a:r>
              <a:rPr lang="en-US" spc="21" dirty="0">
                <a:solidFill>
                  <a:srgbClr val="212121"/>
                </a:solidFill>
                <a:latin typeface="Calibri"/>
                <a:cs typeface="Calibri"/>
              </a:rPr>
              <a:t>with </a:t>
            </a:r>
            <a:r>
              <a:rPr lang="en-US" spc="30" dirty="0">
                <a:solidFill>
                  <a:srgbClr val="212121"/>
                </a:solidFill>
                <a:latin typeface="Calibri"/>
                <a:cs typeface="Calibri"/>
              </a:rPr>
              <a:t>everybody </a:t>
            </a:r>
            <a:r>
              <a:rPr lang="en-US" spc="64" dirty="0">
                <a:solidFill>
                  <a:srgbClr val="212121"/>
                </a:solidFill>
                <a:latin typeface="Calibri"/>
                <a:cs typeface="Calibri"/>
              </a:rPr>
              <a:t>and </a:t>
            </a:r>
            <a:r>
              <a:rPr lang="en-US" spc="68" dirty="0">
                <a:solidFill>
                  <a:srgbClr val="212121"/>
                </a:solidFill>
                <a:latin typeface="Calibri"/>
                <a:cs typeface="Calibri"/>
              </a:rPr>
              <a:t> </a:t>
            </a:r>
            <a:r>
              <a:rPr lang="en-US" spc="26" dirty="0">
                <a:solidFill>
                  <a:srgbClr val="212121"/>
                </a:solidFill>
                <a:latin typeface="Calibri"/>
                <a:cs typeface="Calibri"/>
              </a:rPr>
              <a:t>keep </a:t>
            </a:r>
            <a:r>
              <a:rPr lang="en-US" spc="13" dirty="0">
                <a:solidFill>
                  <a:srgbClr val="212121"/>
                </a:solidFill>
                <a:latin typeface="Calibri"/>
                <a:cs typeface="Calibri"/>
              </a:rPr>
              <a:t>the </a:t>
            </a:r>
            <a:r>
              <a:rPr lang="en-US" spc="26" dirty="0">
                <a:solidFill>
                  <a:srgbClr val="212121"/>
                </a:solidFill>
                <a:latin typeface="Calibri"/>
                <a:cs typeface="Calibri"/>
              </a:rPr>
              <a:t>Private </a:t>
            </a:r>
            <a:r>
              <a:rPr lang="en-US" spc="51" dirty="0">
                <a:solidFill>
                  <a:srgbClr val="212121"/>
                </a:solidFill>
                <a:latin typeface="Calibri"/>
                <a:cs typeface="Calibri"/>
              </a:rPr>
              <a:t>Key </a:t>
            </a:r>
            <a:r>
              <a:rPr lang="en-US" spc="21" dirty="0">
                <a:solidFill>
                  <a:srgbClr val="212121"/>
                </a:solidFill>
                <a:latin typeface="Calibri"/>
                <a:cs typeface="Calibri"/>
              </a:rPr>
              <a:t>with </a:t>
            </a:r>
            <a:r>
              <a:rPr lang="en-US" spc="13" dirty="0">
                <a:solidFill>
                  <a:srgbClr val="212121"/>
                </a:solidFill>
                <a:latin typeface="Calibri"/>
                <a:cs typeface="Calibri"/>
              </a:rPr>
              <a:t>you(YEAH, </a:t>
            </a:r>
            <a:r>
              <a:rPr lang="en-US" spc="17" dirty="0">
                <a:solidFill>
                  <a:srgbClr val="212121"/>
                </a:solidFill>
                <a:latin typeface="Calibri"/>
                <a:cs typeface="Calibri"/>
              </a:rPr>
              <a:t> </a:t>
            </a:r>
            <a:r>
              <a:rPr lang="en-US" spc="68" dirty="0">
                <a:solidFill>
                  <a:srgbClr val="212121"/>
                </a:solidFill>
                <a:latin typeface="Calibri"/>
                <a:cs typeface="Calibri"/>
              </a:rPr>
              <a:t>ITS</a:t>
            </a:r>
            <a:r>
              <a:rPr lang="en-US" spc="-64" dirty="0">
                <a:solidFill>
                  <a:srgbClr val="212121"/>
                </a:solidFill>
                <a:latin typeface="Calibri"/>
                <a:cs typeface="Calibri"/>
              </a:rPr>
              <a:t> </a:t>
            </a:r>
            <a:r>
              <a:rPr lang="en-US" dirty="0">
                <a:solidFill>
                  <a:srgbClr val="212121"/>
                </a:solidFill>
                <a:latin typeface="Calibri"/>
                <a:cs typeface="Calibri"/>
              </a:rPr>
              <a:t>PRIVATE!)</a:t>
            </a:r>
            <a:endParaRPr lang="en-US" dirty="0">
              <a:latin typeface="Calibri"/>
              <a:cs typeface="Calibri"/>
            </a:endParaRPr>
          </a:p>
          <a:p>
            <a:pPr marL="467998" lvl="1" algn="just">
              <a:lnSpc>
                <a:spcPts val="2534"/>
              </a:lnSpc>
              <a:spcBef>
                <a:spcPts val="51"/>
              </a:spcBef>
            </a:pPr>
            <a:r>
              <a:rPr lang="en-US" spc="17" dirty="0">
                <a:solidFill>
                  <a:srgbClr val="212121"/>
                </a:solidFill>
                <a:latin typeface="Calibri"/>
                <a:cs typeface="Calibri"/>
              </a:rPr>
              <a:t>No</a:t>
            </a:r>
            <a:r>
              <a:rPr lang="en-US" spc="-97" dirty="0">
                <a:solidFill>
                  <a:srgbClr val="212121"/>
                </a:solidFill>
                <a:latin typeface="Calibri"/>
                <a:cs typeface="Calibri"/>
              </a:rPr>
              <a:t> </a:t>
            </a:r>
            <a:r>
              <a:rPr lang="en-US" spc="34" dirty="0">
                <a:solidFill>
                  <a:srgbClr val="212121"/>
                </a:solidFill>
                <a:latin typeface="Calibri"/>
                <a:cs typeface="Calibri"/>
              </a:rPr>
              <a:t>crazy</a:t>
            </a:r>
            <a:r>
              <a:rPr lang="en-US" spc="-94" dirty="0">
                <a:solidFill>
                  <a:srgbClr val="212121"/>
                </a:solidFill>
                <a:latin typeface="Calibri"/>
                <a:cs typeface="Calibri"/>
              </a:rPr>
              <a:t> </a:t>
            </a:r>
            <a:r>
              <a:rPr lang="en-US" spc="30" dirty="0">
                <a:solidFill>
                  <a:srgbClr val="212121"/>
                </a:solidFill>
                <a:latin typeface="Calibri"/>
                <a:cs typeface="Calibri"/>
              </a:rPr>
              <a:t>questions:</a:t>
            </a:r>
            <a:endParaRPr lang="en-US" dirty="0">
              <a:latin typeface="Calibri"/>
              <a:cs typeface="Calibri"/>
            </a:endParaRPr>
          </a:p>
          <a:p>
            <a:pPr marL="791384" marR="4859" lvl="1">
              <a:lnSpc>
                <a:spcPts val="1853"/>
              </a:lnSpc>
              <a:spcBef>
                <a:spcPts val="128"/>
              </a:spcBef>
              <a:tabLst>
                <a:tab pos="810894" algn="l"/>
                <a:tab pos="1955434" algn="l"/>
                <a:tab pos="2405152" algn="l"/>
                <a:tab pos="3086477" algn="l"/>
                <a:tab pos="3535654" algn="l"/>
                <a:tab pos="4335752" algn="l"/>
              </a:tabLst>
            </a:pPr>
            <a:r>
              <a:rPr lang="en-US" spc="-187" dirty="0">
                <a:solidFill>
                  <a:srgbClr val="212121"/>
                </a:solidFill>
                <a:latin typeface="Calibri"/>
                <a:cs typeface="Calibri"/>
              </a:rPr>
              <a:t>W</a:t>
            </a:r>
            <a:r>
              <a:rPr lang="en-US" spc="30" dirty="0">
                <a:solidFill>
                  <a:srgbClr val="212121"/>
                </a:solidFill>
                <a:latin typeface="Calibri"/>
                <a:cs typeface="Calibri"/>
              </a:rPr>
              <a:t>i</a:t>
            </a:r>
            <a:r>
              <a:rPr lang="en-US" spc="47" dirty="0">
                <a:solidFill>
                  <a:srgbClr val="212121"/>
                </a:solidFill>
                <a:latin typeface="Calibri"/>
                <a:cs typeface="Calibri"/>
              </a:rPr>
              <a:t>ll	</a:t>
            </a:r>
            <a:r>
              <a:rPr lang="en-US" spc="51" dirty="0">
                <a:solidFill>
                  <a:srgbClr val="212121"/>
                </a:solidFill>
                <a:latin typeface="Calibri"/>
                <a:cs typeface="Calibri"/>
              </a:rPr>
              <a:t>s</a:t>
            </a:r>
            <a:r>
              <a:rPr lang="en-US" spc="34" dirty="0">
                <a:solidFill>
                  <a:srgbClr val="212121"/>
                </a:solidFill>
                <a:latin typeface="Calibri"/>
                <a:cs typeface="Calibri"/>
              </a:rPr>
              <a:t>omeb</a:t>
            </a:r>
            <a:r>
              <a:rPr lang="en-US" spc="43" dirty="0">
                <a:solidFill>
                  <a:srgbClr val="212121"/>
                </a:solidFill>
                <a:latin typeface="Calibri"/>
                <a:cs typeface="Calibri"/>
              </a:rPr>
              <a:t>od</a:t>
            </a:r>
            <a:r>
              <a:rPr lang="en-US" spc="30" dirty="0">
                <a:solidFill>
                  <a:srgbClr val="212121"/>
                </a:solidFill>
                <a:latin typeface="Calibri"/>
                <a:cs typeface="Calibri"/>
              </a:rPr>
              <a:t>y	</a:t>
            </a:r>
            <a:r>
              <a:rPr lang="en-US" spc="26" dirty="0">
                <a:solidFill>
                  <a:srgbClr val="212121"/>
                </a:solidFill>
                <a:latin typeface="Calibri"/>
                <a:cs typeface="Calibri"/>
              </a:rPr>
              <a:t>not	</a:t>
            </a:r>
            <a:r>
              <a:rPr lang="en-US" spc="-26" dirty="0">
                <a:solidFill>
                  <a:srgbClr val="212121"/>
                </a:solidFill>
                <a:latin typeface="Calibri"/>
                <a:cs typeface="Calibri"/>
              </a:rPr>
              <a:t>f</a:t>
            </a:r>
            <a:r>
              <a:rPr lang="en-US" spc="30" dirty="0">
                <a:solidFill>
                  <a:srgbClr val="212121"/>
                </a:solidFill>
                <a:latin typeface="Calibri"/>
                <a:cs typeface="Calibri"/>
              </a:rPr>
              <a:t>i</a:t>
            </a:r>
            <a:r>
              <a:rPr lang="en-US" spc="64" dirty="0">
                <a:solidFill>
                  <a:srgbClr val="212121"/>
                </a:solidFill>
                <a:latin typeface="Calibri"/>
                <a:cs typeface="Calibri"/>
              </a:rPr>
              <a:t>g</a:t>
            </a:r>
            <a:r>
              <a:rPr lang="en-US" spc="38" dirty="0">
                <a:solidFill>
                  <a:srgbClr val="212121"/>
                </a:solidFill>
                <a:latin typeface="Calibri"/>
                <a:cs typeface="Calibri"/>
              </a:rPr>
              <a:t>u</a:t>
            </a:r>
            <a:r>
              <a:rPr lang="en-US" spc="-26" dirty="0">
                <a:solidFill>
                  <a:srgbClr val="212121"/>
                </a:solidFill>
                <a:latin typeface="Calibri"/>
                <a:cs typeface="Calibri"/>
              </a:rPr>
              <a:t>r</a:t>
            </a:r>
            <a:r>
              <a:rPr lang="en-US" dirty="0">
                <a:solidFill>
                  <a:srgbClr val="212121"/>
                </a:solidFill>
                <a:latin typeface="Calibri"/>
                <a:cs typeface="Calibri"/>
              </a:rPr>
              <a:t>e	</a:t>
            </a:r>
            <a:r>
              <a:rPr lang="en-US" spc="34" dirty="0">
                <a:solidFill>
                  <a:srgbClr val="212121"/>
                </a:solidFill>
                <a:latin typeface="Calibri"/>
                <a:cs typeface="Calibri"/>
              </a:rPr>
              <a:t>ou</a:t>
            </a:r>
            <a:r>
              <a:rPr lang="en-US" spc="4" dirty="0">
                <a:solidFill>
                  <a:srgbClr val="212121"/>
                </a:solidFill>
                <a:latin typeface="Calibri"/>
                <a:cs typeface="Calibri"/>
              </a:rPr>
              <a:t>t</a:t>
            </a:r>
            <a:r>
              <a:rPr lang="en-US" dirty="0">
                <a:solidFill>
                  <a:srgbClr val="212121"/>
                </a:solidFill>
                <a:latin typeface="Calibri"/>
                <a:cs typeface="Calibri"/>
              </a:rPr>
              <a:t>	</a:t>
            </a:r>
            <a:r>
              <a:rPr lang="en-US" spc="55" dirty="0">
                <a:solidFill>
                  <a:srgbClr val="212121"/>
                </a:solidFill>
                <a:latin typeface="Calibri"/>
                <a:cs typeface="Calibri"/>
              </a:rPr>
              <a:t>p</a:t>
            </a:r>
            <a:r>
              <a:rPr lang="en-US" spc="13" dirty="0">
                <a:solidFill>
                  <a:srgbClr val="212121"/>
                </a:solidFill>
                <a:latin typeface="Calibri"/>
                <a:cs typeface="Calibri"/>
              </a:rPr>
              <a:t>ri</a:t>
            </a:r>
            <a:r>
              <a:rPr lang="en-US" spc="-9" dirty="0">
                <a:solidFill>
                  <a:srgbClr val="212121"/>
                </a:solidFill>
                <a:latin typeface="Calibri"/>
                <a:cs typeface="Calibri"/>
              </a:rPr>
              <a:t>v</a:t>
            </a:r>
            <a:r>
              <a:rPr lang="en-US" spc="64" dirty="0">
                <a:solidFill>
                  <a:srgbClr val="212121"/>
                </a:solidFill>
                <a:latin typeface="Calibri"/>
                <a:cs typeface="Calibri"/>
              </a:rPr>
              <a:t>a</a:t>
            </a:r>
            <a:r>
              <a:rPr lang="en-US" spc="-17" dirty="0">
                <a:solidFill>
                  <a:srgbClr val="212121"/>
                </a:solidFill>
                <a:latin typeface="Calibri"/>
                <a:cs typeface="Calibri"/>
              </a:rPr>
              <a:t>t</a:t>
            </a:r>
            <a:r>
              <a:rPr lang="en-US" dirty="0">
                <a:solidFill>
                  <a:srgbClr val="212121"/>
                </a:solidFill>
                <a:latin typeface="Calibri"/>
                <a:cs typeface="Calibri"/>
              </a:rPr>
              <a:t>e	</a:t>
            </a:r>
            <a:r>
              <a:rPr lang="en-US" spc="43" dirty="0">
                <a:solidFill>
                  <a:srgbClr val="212121"/>
                </a:solidFill>
                <a:latin typeface="Calibri"/>
                <a:cs typeface="Calibri"/>
              </a:rPr>
              <a:t>k</a:t>
            </a:r>
            <a:r>
              <a:rPr lang="en-US" spc="9" dirty="0">
                <a:solidFill>
                  <a:srgbClr val="212121"/>
                </a:solidFill>
                <a:latin typeface="Calibri"/>
                <a:cs typeface="Calibri"/>
              </a:rPr>
              <a:t>e</a:t>
            </a:r>
            <a:r>
              <a:rPr lang="en-US" spc="17" dirty="0">
                <a:solidFill>
                  <a:srgbClr val="212121"/>
                </a:solidFill>
                <a:latin typeface="Calibri"/>
                <a:cs typeface="Calibri"/>
              </a:rPr>
              <a:t>y  </a:t>
            </a:r>
            <a:r>
              <a:rPr lang="en-US" spc="43" dirty="0">
                <a:solidFill>
                  <a:srgbClr val="212121"/>
                </a:solidFill>
                <a:latin typeface="Calibri"/>
                <a:cs typeface="Calibri"/>
              </a:rPr>
              <a:t>using</a:t>
            </a:r>
            <a:r>
              <a:rPr lang="en-US" spc="-51" dirty="0">
                <a:solidFill>
                  <a:srgbClr val="212121"/>
                </a:solidFill>
                <a:latin typeface="Calibri"/>
                <a:cs typeface="Calibri"/>
              </a:rPr>
              <a:t> </a:t>
            </a:r>
            <a:r>
              <a:rPr lang="en-US" spc="13" dirty="0">
                <a:solidFill>
                  <a:srgbClr val="212121"/>
                </a:solidFill>
                <a:latin typeface="Calibri"/>
                <a:cs typeface="Calibri"/>
              </a:rPr>
              <a:t>the</a:t>
            </a:r>
            <a:r>
              <a:rPr lang="en-US" spc="-47" dirty="0">
                <a:solidFill>
                  <a:srgbClr val="212121"/>
                </a:solidFill>
                <a:latin typeface="Calibri"/>
                <a:cs typeface="Calibri"/>
              </a:rPr>
              <a:t> </a:t>
            </a:r>
            <a:r>
              <a:rPr lang="en-US" spc="47" dirty="0">
                <a:solidFill>
                  <a:srgbClr val="212121"/>
                </a:solidFill>
                <a:latin typeface="Calibri"/>
                <a:cs typeface="Calibri"/>
              </a:rPr>
              <a:t>public</a:t>
            </a:r>
            <a:r>
              <a:rPr lang="en-US" spc="-47" dirty="0">
                <a:solidFill>
                  <a:srgbClr val="212121"/>
                </a:solidFill>
                <a:latin typeface="Calibri"/>
                <a:cs typeface="Calibri"/>
              </a:rPr>
              <a:t> </a:t>
            </a:r>
            <a:r>
              <a:rPr lang="en-US" dirty="0">
                <a:solidFill>
                  <a:srgbClr val="212121"/>
                </a:solidFill>
                <a:latin typeface="Calibri"/>
                <a:cs typeface="Calibri"/>
              </a:rPr>
              <a:t>key?</a:t>
            </a:r>
            <a:endParaRPr lang="en-US" dirty="0">
              <a:latin typeface="Calibri"/>
              <a:cs typeface="Calibri"/>
            </a:endParaRPr>
          </a:p>
          <a:p>
            <a:pPr marL="10798" algn="just">
              <a:spcBef>
                <a:spcPts val="136"/>
              </a:spcBef>
            </a:pPr>
            <a:r>
              <a:rPr lang="en-US" sz="3200" b="1" spc="47" dirty="0">
                <a:solidFill>
                  <a:srgbClr val="212121"/>
                </a:solidFill>
                <a:latin typeface="Calibri"/>
                <a:cs typeface="Calibri"/>
              </a:rPr>
              <a:t>Best</a:t>
            </a:r>
            <a:r>
              <a:rPr lang="en-US" sz="3200" b="1" spc="-60" dirty="0">
                <a:solidFill>
                  <a:srgbClr val="212121"/>
                </a:solidFill>
                <a:latin typeface="Calibri"/>
                <a:cs typeface="Calibri"/>
              </a:rPr>
              <a:t> </a:t>
            </a:r>
            <a:r>
              <a:rPr lang="en-US" sz="3200" b="1" spc="38" dirty="0">
                <a:solidFill>
                  <a:srgbClr val="212121"/>
                </a:solidFill>
                <a:latin typeface="Calibri"/>
                <a:cs typeface="Calibri"/>
              </a:rPr>
              <a:t>Practice</a:t>
            </a:r>
            <a:r>
              <a:rPr lang="en-US" sz="3200" spc="38" dirty="0">
                <a:solidFill>
                  <a:srgbClr val="212121"/>
                </a:solidFill>
                <a:latin typeface="Calibri"/>
                <a:cs typeface="Calibri"/>
              </a:rPr>
              <a:t>:</a:t>
            </a:r>
            <a:r>
              <a:rPr lang="en-US" sz="3200" spc="-64" dirty="0">
                <a:solidFill>
                  <a:srgbClr val="212121"/>
                </a:solidFill>
                <a:latin typeface="Calibri"/>
                <a:cs typeface="Calibri"/>
              </a:rPr>
              <a:t> </a:t>
            </a:r>
            <a:r>
              <a:rPr lang="en-US" sz="3200" spc="17" dirty="0">
                <a:solidFill>
                  <a:srgbClr val="212121"/>
                </a:solidFill>
                <a:latin typeface="Calibri"/>
                <a:cs typeface="Calibri"/>
              </a:rPr>
              <a:t>Use</a:t>
            </a:r>
            <a:r>
              <a:rPr lang="en-US" sz="3200" spc="-68" dirty="0">
                <a:solidFill>
                  <a:srgbClr val="212121"/>
                </a:solidFill>
                <a:latin typeface="Calibri"/>
                <a:cs typeface="Calibri"/>
              </a:rPr>
              <a:t> </a:t>
            </a:r>
            <a:r>
              <a:rPr lang="en-US" sz="3200" spc="21" dirty="0">
                <a:solidFill>
                  <a:srgbClr val="212121"/>
                </a:solidFill>
                <a:latin typeface="Calibri"/>
                <a:cs typeface="Calibri"/>
              </a:rPr>
              <a:t>Asymmetric</a:t>
            </a:r>
            <a:r>
              <a:rPr lang="en-US" sz="3200" spc="-64" dirty="0">
                <a:solidFill>
                  <a:srgbClr val="212121"/>
                </a:solidFill>
                <a:latin typeface="Calibri"/>
                <a:cs typeface="Calibri"/>
              </a:rPr>
              <a:t> </a:t>
            </a:r>
            <a:r>
              <a:rPr lang="en-US" sz="3200" spc="51" dirty="0">
                <a:solidFill>
                  <a:srgbClr val="212121"/>
                </a:solidFill>
                <a:latin typeface="Calibri"/>
                <a:cs typeface="Calibri"/>
              </a:rPr>
              <a:t>Keys</a:t>
            </a:r>
            <a:endParaRPr lang="en-US" sz="3200" dirty="0">
              <a:latin typeface="Calibri"/>
              <a:cs typeface="Calibri"/>
            </a:endParaRPr>
          </a:p>
          <a:p>
            <a:endParaRPr lang="en-US" dirty="0"/>
          </a:p>
        </p:txBody>
      </p:sp>
      <p:sp>
        <p:nvSpPr>
          <p:cNvPr id="3" name="Title 2">
            <a:extLst>
              <a:ext uri="{FF2B5EF4-FFF2-40B4-BE49-F238E27FC236}">
                <a16:creationId xmlns:a16="http://schemas.microsoft.com/office/drawing/2014/main" id="{BC7560A7-6CDA-D1AC-45C1-2070946993B7}"/>
              </a:ext>
            </a:extLst>
          </p:cNvPr>
          <p:cNvSpPr>
            <a:spLocks noGrp="1"/>
          </p:cNvSpPr>
          <p:nvPr>
            <p:ph type="title"/>
          </p:nvPr>
        </p:nvSpPr>
        <p:spPr/>
        <p:txBody>
          <a:bodyPr/>
          <a:lstStyle/>
          <a:p>
            <a:r>
              <a:rPr lang="en-US" sz="4400" spc="43" dirty="0">
                <a:solidFill>
                  <a:schemeClr val="bg2"/>
                </a:solidFill>
              </a:rPr>
              <a:t>Asymmetric</a:t>
            </a:r>
            <a:r>
              <a:rPr lang="en-US" sz="4400" spc="-68" dirty="0">
                <a:solidFill>
                  <a:schemeClr val="bg2"/>
                </a:solidFill>
              </a:rPr>
              <a:t> </a:t>
            </a:r>
            <a:r>
              <a:rPr lang="en-US" sz="4400" spc="64" dirty="0">
                <a:solidFill>
                  <a:schemeClr val="bg2"/>
                </a:solidFill>
              </a:rPr>
              <a:t>Key</a:t>
            </a:r>
            <a:r>
              <a:rPr lang="en-US" sz="4400" spc="-64" dirty="0">
                <a:solidFill>
                  <a:schemeClr val="bg2"/>
                </a:solidFill>
              </a:rPr>
              <a:t> </a:t>
            </a:r>
            <a:r>
              <a:rPr lang="en-US" sz="4400" spc="77" dirty="0">
                <a:solidFill>
                  <a:schemeClr val="bg2"/>
                </a:solidFill>
              </a:rPr>
              <a:t>Encryption</a:t>
            </a:r>
            <a:endParaRPr lang="en-US" dirty="0">
              <a:solidFill>
                <a:schemeClr val="bg2"/>
              </a:solidFill>
            </a:endParaRPr>
          </a:p>
        </p:txBody>
      </p:sp>
      <p:pic>
        <p:nvPicPr>
          <p:cNvPr id="4" name="object 2">
            <a:extLst>
              <a:ext uri="{FF2B5EF4-FFF2-40B4-BE49-F238E27FC236}">
                <a16:creationId xmlns:a16="http://schemas.microsoft.com/office/drawing/2014/main" id="{BD0C64C3-3196-38D7-61F8-E8209E76D853}"/>
              </a:ext>
            </a:extLst>
          </p:cNvPr>
          <p:cNvPicPr/>
          <p:nvPr/>
        </p:nvPicPr>
        <p:blipFill>
          <a:blip r:embed="rId2" cstate="print"/>
          <a:stretch>
            <a:fillRect/>
          </a:stretch>
        </p:blipFill>
        <p:spPr>
          <a:xfrm>
            <a:off x="7502620" y="1268710"/>
            <a:ext cx="3956538" cy="3815233"/>
          </a:xfrm>
          <a:prstGeom prst="rect">
            <a:avLst/>
          </a:prstGeom>
        </p:spPr>
      </p:pic>
    </p:spTree>
    <p:extLst>
      <p:ext uri="{BB962C8B-B14F-4D97-AF65-F5344CB8AC3E}">
        <p14:creationId xmlns:p14="http://schemas.microsoft.com/office/powerpoint/2010/main" val="2868211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7673B5-B763-F2E0-0690-0DB9FDAC5A70}"/>
              </a:ext>
            </a:extLst>
          </p:cNvPr>
          <p:cNvSpPr>
            <a:spLocks noGrp="1"/>
          </p:cNvSpPr>
          <p:nvPr>
            <p:ph type="body" idx="1"/>
          </p:nvPr>
        </p:nvSpPr>
        <p:spPr>
          <a:xfrm>
            <a:off x="622300" y="1160003"/>
            <a:ext cx="10947400" cy="5325373"/>
          </a:xfrm>
        </p:spPr>
        <p:txBody>
          <a:bodyPr/>
          <a:lstStyle/>
          <a:p>
            <a:pPr marL="10798">
              <a:lnSpc>
                <a:spcPts val="2534"/>
              </a:lnSpc>
              <a:spcBef>
                <a:spcPts val="85"/>
              </a:spcBef>
            </a:pPr>
            <a:r>
              <a:rPr lang="en-US" sz="2000" b="1" spc="47" dirty="0">
                <a:solidFill>
                  <a:srgbClr val="212121"/>
                </a:solidFill>
                <a:latin typeface="+mj-lt"/>
                <a:cs typeface="Calibri"/>
              </a:rPr>
              <a:t>1: Create a JWT</a:t>
            </a:r>
          </a:p>
          <a:p>
            <a:pPr marL="791384" lvl="1">
              <a:lnSpc>
                <a:spcPts val="1866"/>
              </a:lnSpc>
            </a:pPr>
            <a:r>
              <a:rPr lang="en-US" sz="1600" spc="47" dirty="0">
                <a:solidFill>
                  <a:srgbClr val="212121"/>
                </a:solidFill>
                <a:latin typeface="+mj-lt"/>
                <a:cs typeface="Calibri"/>
              </a:rPr>
              <a:t>Needs Encoding</a:t>
            </a:r>
          </a:p>
          <a:p>
            <a:pPr marL="1115310" lvl="1">
              <a:lnSpc>
                <a:spcPts val="1627"/>
              </a:lnSpc>
            </a:pPr>
            <a:r>
              <a:rPr lang="en-US" sz="1600" spc="47" dirty="0">
                <a:solidFill>
                  <a:srgbClr val="212121"/>
                </a:solidFill>
                <a:latin typeface="+mj-lt"/>
                <a:cs typeface="Calibri"/>
              </a:rPr>
              <a:t>1: User credentials</a:t>
            </a:r>
          </a:p>
          <a:p>
            <a:pPr marL="1115310" lvl="1">
              <a:spcBef>
                <a:spcPts val="241"/>
              </a:spcBef>
            </a:pPr>
            <a:r>
              <a:rPr lang="en-US" sz="1600" spc="47" dirty="0">
                <a:solidFill>
                  <a:srgbClr val="212121"/>
                </a:solidFill>
                <a:latin typeface="+mj-lt"/>
                <a:cs typeface="Calibri"/>
              </a:rPr>
              <a:t>2: User data (payload)</a:t>
            </a:r>
          </a:p>
          <a:p>
            <a:pPr marL="1115310" lvl="1">
              <a:spcBef>
                <a:spcPts val="241"/>
              </a:spcBef>
            </a:pPr>
            <a:r>
              <a:rPr lang="en-US" sz="1600" spc="47" dirty="0">
                <a:solidFill>
                  <a:srgbClr val="212121"/>
                </a:solidFill>
                <a:latin typeface="+mj-lt"/>
                <a:cs typeface="Calibri"/>
              </a:rPr>
              <a:t>3: RSA key pair</a:t>
            </a:r>
          </a:p>
          <a:p>
            <a:pPr marL="791384" lvl="1">
              <a:spcBef>
                <a:spcPts val="115"/>
              </a:spcBef>
            </a:pPr>
            <a:r>
              <a:rPr lang="en-US" sz="1600" spc="47" dirty="0">
                <a:solidFill>
                  <a:srgbClr val="212121"/>
                </a:solidFill>
                <a:latin typeface="+mj-lt"/>
                <a:cs typeface="Calibri"/>
              </a:rPr>
              <a:t>We will create a JWT Resource for creating JWT later</a:t>
            </a:r>
          </a:p>
          <a:p>
            <a:pPr marL="10798">
              <a:spcBef>
                <a:spcPts val="145"/>
              </a:spcBef>
            </a:pPr>
            <a:r>
              <a:rPr lang="en-US" sz="2000" b="1" spc="47" dirty="0">
                <a:solidFill>
                  <a:srgbClr val="212121"/>
                </a:solidFill>
                <a:latin typeface="+mj-lt"/>
                <a:cs typeface="Calibri"/>
              </a:rPr>
              <a:t>2: Send JWT as part of request header</a:t>
            </a:r>
          </a:p>
          <a:p>
            <a:pPr lvl="1"/>
            <a:r>
              <a:rPr lang="en-US" sz="1600" spc="47" dirty="0">
                <a:solidFill>
                  <a:srgbClr val="212121"/>
                </a:solidFill>
                <a:latin typeface="+mj-lt"/>
                <a:cs typeface="Calibri"/>
              </a:rPr>
              <a:t>Authorization  Header  </a:t>
            </a:r>
          </a:p>
          <a:p>
            <a:pPr lvl="1"/>
            <a:r>
              <a:rPr lang="en-US" sz="1600" spc="47" dirty="0">
                <a:solidFill>
                  <a:srgbClr val="212121"/>
                </a:solidFill>
                <a:latin typeface="+mj-lt"/>
                <a:cs typeface="Calibri"/>
              </a:rPr>
              <a:t>Bearer Token  </a:t>
            </a:r>
          </a:p>
          <a:p>
            <a:pPr lvl="1"/>
            <a:r>
              <a:rPr lang="en-US" sz="1600" spc="47" dirty="0">
                <a:solidFill>
                  <a:srgbClr val="212121"/>
                </a:solidFill>
                <a:latin typeface="+mj-lt"/>
                <a:cs typeface="Calibri"/>
              </a:rPr>
              <a:t>Authorization: Bearer ${JWT_TOKEN}</a:t>
            </a:r>
          </a:p>
          <a:p>
            <a:pPr marL="10798">
              <a:lnSpc>
                <a:spcPts val="2534"/>
              </a:lnSpc>
              <a:spcBef>
                <a:spcPts val="85"/>
              </a:spcBef>
            </a:pPr>
            <a:r>
              <a:rPr lang="en-US" sz="2000" b="1" spc="47" dirty="0">
                <a:solidFill>
                  <a:srgbClr val="212121"/>
                </a:solidFill>
                <a:latin typeface="+mj-lt"/>
                <a:cs typeface="Calibri"/>
              </a:rPr>
              <a:t>3: JWT is verified</a:t>
            </a:r>
          </a:p>
          <a:p>
            <a:pPr marL="791384" lvl="1">
              <a:lnSpc>
                <a:spcPts val="1977"/>
              </a:lnSpc>
            </a:pPr>
            <a:r>
              <a:rPr lang="en-US" sz="1600" spc="47" dirty="0">
                <a:solidFill>
                  <a:srgbClr val="212121"/>
                </a:solidFill>
                <a:latin typeface="+mj-lt"/>
                <a:cs typeface="Calibri"/>
              </a:rPr>
              <a:t>Needs Decoding</a:t>
            </a:r>
          </a:p>
          <a:p>
            <a:pPr marL="791384" lvl="1">
              <a:spcBef>
                <a:spcPts val="166"/>
              </a:spcBef>
            </a:pPr>
            <a:r>
              <a:rPr lang="en-US" sz="1600" spc="47" dirty="0">
                <a:solidFill>
                  <a:srgbClr val="212121"/>
                </a:solidFill>
                <a:latin typeface="+mj-lt"/>
                <a:cs typeface="Calibri"/>
              </a:rPr>
              <a:t>RSA key pair (Public Key)</a:t>
            </a:r>
          </a:p>
          <a:p>
            <a:endParaRPr lang="en-US" dirty="0">
              <a:latin typeface="Courier New"/>
              <a:cs typeface="Courier New"/>
            </a:endParaRPr>
          </a:p>
          <a:p>
            <a:endParaRPr lang="en-US" dirty="0"/>
          </a:p>
        </p:txBody>
      </p:sp>
      <p:sp>
        <p:nvSpPr>
          <p:cNvPr id="3" name="Title 2">
            <a:extLst>
              <a:ext uri="{FF2B5EF4-FFF2-40B4-BE49-F238E27FC236}">
                <a16:creationId xmlns:a16="http://schemas.microsoft.com/office/drawing/2014/main" id="{4BC84FC9-DB40-5CA4-7786-FC721A8408C5}"/>
              </a:ext>
            </a:extLst>
          </p:cNvPr>
          <p:cNvSpPr>
            <a:spLocks noGrp="1"/>
          </p:cNvSpPr>
          <p:nvPr>
            <p:ph type="title"/>
          </p:nvPr>
        </p:nvSpPr>
        <p:spPr/>
        <p:txBody>
          <a:bodyPr/>
          <a:lstStyle/>
          <a:p>
            <a:endParaRPr lang="en-US" dirty="0"/>
          </a:p>
        </p:txBody>
      </p:sp>
      <p:pic>
        <p:nvPicPr>
          <p:cNvPr id="4" name="object 2">
            <a:extLst>
              <a:ext uri="{FF2B5EF4-FFF2-40B4-BE49-F238E27FC236}">
                <a16:creationId xmlns:a16="http://schemas.microsoft.com/office/drawing/2014/main" id="{671EAA7E-0C0E-437E-5F66-16FB8A3A1029}"/>
              </a:ext>
            </a:extLst>
          </p:cNvPr>
          <p:cNvPicPr/>
          <p:nvPr/>
        </p:nvPicPr>
        <p:blipFill>
          <a:blip r:embed="rId2" cstate="print"/>
          <a:stretch>
            <a:fillRect/>
          </a:stretch>
        </p:blipFill>
        <p:spPr>
          <a:xfrm>
            <a:off x="6708034" y="1687165"/>
            <a:ext cx="4861666" cy="3194801"/>
          </a:xfrm>
          <a:prstGeom prst="rect">
            <a:avLst/>
          </a:prstGeom>
        </p:spPr>
      </p:pic>
    </p:spTree>
    <p:extLst>
      <p:ext uri="{BB962C8B-B14F-4D97-AF65-F5344CB8AC3E}">
        <p14:creationId xmlns:p14="http://schemas.microsoft.com/office/powerpoint/2010/main" val="3724853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79F8F7-F9A1-8C09-1526-3BE96464CECB}"/>
              </a:ext>
            </a:extLst>
          </p:cNvPr>
          <p:cNvSpPr>
            <a:spLocks noGrp="1"/>
          </p:cNvSpPr>
          <p:nvPr>
            <p:ph type="body" idx="1"/>
          </p:nvPr>
        </p:nvSpPr>
        <p:spPr>
          <a:xfrm>
            <a:off x="622300" y="1160003"/>
            <a:ext cx="10947400" cy="6156369"/>
          </a:xfrm>
        </p:spPr>
        <p:txBody>
          <a:bodyPr/>
          <a:lstStyle/>
          <a:p>
            <a:pPr marL="10798" marR="1325938">
              <a:lnSpc>
                <a:spcPts val="2296"/>
              </a:lnSpc>
              <a:spcBef>
                <a:spcPts val="544"/>
              </a:spcBef>
              <a:tabLst>
                <a:tab pos="762846" algn="l"/>
                <a:tab pos="2803580" algn="l"/>
                <a:tab pos="3688980" algn="l"/>
                <a:tab pos="4712586" algn="l"/>
                <a:tab pos="5706500" algn="l"/>
              </a:tabLst>
            </a:pPr>
            <a:r>
              <a:rPr lang="en-US" sz="2400" spc="77" dirty="0">
                <a:solidFill>
                  <a:srgbClr val="212121"/>
                </a:solidFill>
                <a:latin typeface="Calibri"/>
                <a:cs typeface="Calibri"/>
              </a:rPr>
              <a:t>JWT	</a:t>
            </a:r>
            <a:r>
              <a:rPr lang="en-US" sz="2400" spc="-97" dirty="0">
                <a:solidFill>
                  <a:srgbClr val="212121"/>
                </a:solidFill>
                <a:latin typeface="Calibri"/>
                <a:cs typeface="Calibri"/>
              </a:rPr>
              <a:t>A</a:t>
            </a:r>
            <a:r>
              <a:rPr lang="en-US" sz="2400" spc="30" dirty="0">
                <a:solidFill>
                  <a:srgbClr val="212121"/>
                </a:solidFill>
                <a:latin typeface="Calibri"/>
                <a:cs typeface="Calibri"/>
              </a:rPr>
              <a:t>uthenti</a:t>
            </a:r>
            <a:r>
              <a:rPr lang="en-US" sz="2400" spc="4" dirty="0">
                <a:solidFill>
                  <a:srgbClr val="212121"/>
                </a:solidFill>
                <a:latin typeface="Calibri"/>
                <a:cs typeface="Calibri"/>
              </a:rPr>
              <a:t>c</a:t>
            </a:r>
            <a:r>
              <a:rPr lang="en-US" sz="2400" spc="72" dirty="0">
                <a:solidFill>
                  <a:srgbClr val="212121"/>
                </a:solidFill>
                <a:latin typeface="Calibri"/>
                <a:cs typeface="Calibri"/>
              </a:rPr>
              <a:t>a</a:t>
            </a:r>
            <a:r>
              <a:rPr lang="en-US" sz="2400" spc="30" dirty="0">
                <a:solidFill>
                  <a:srgbClr val="212121"/>
                </a:solidFill>
                <a:latin typeface="Calibri"/>
                <a:cs typeface="Calibri"/>
              </a:rPr>
              <a:t>tion</a:t>
            </a:r>
            <a:r>
              <a:rPr lang="en-US" sz="2400" dirty="0">
                <a:solidFill>
                  <a:srgbClr val="212121"/>
                </a:solidFill>
                <a:latin typeface="Calibri"/>
                <a:cs typeface="Calibri"/>
              </a:rPr>
              <a:t>	</a:t>
            </a:r>
            <a:r>
              <a:rPr lang="en-US" sz="2400" spc="51" dirty="0">
                <a:solidFill>
                  <a:srgbClr val="212121"/>
                </a:solidFill>
                <a:latin typeface="Calibri"/>
                <a:cs typeface="Calibri"/>
              </a:rPr>
              <a:t>using</a:t>
            </a:r>
            <a:r>
              <a:rPr lang="en-US" sz="2400" dirty="0">
                <a:solidFill>
                  <a:srgbClr val="212121"/>
                </a:solidFill>
                <a:latin typeface="Calibri"/>
                <a:cs typeface="Calibri"/>
              </a:rPr>
              <a:t>	</a:t>
            </a:r>
            <a:r>
              <a:rPr lang="en-US" sz="2400" spc="64" dirty="0">
                <a:solidFill>
                  <a:srgbClr val="212121"/>
                </a:solidFill>
                <a:latin typeface="Calibri"/>
                <a:cs typeface="Calibri"/>
              </a:rPr>
              <a:t>Spring</a:t>
            </a:r>
            <a:r>
              <a:rPr lang="en-US" sz="2400" dirty="0">
                <a:solidFill>
                  <a:srgbClr val="212121"/>
                </a:solidFill>
                <a:latin typeface="Calibri"/>
                <a:cs typeface="Calibri"/>
              </a:rPr>
              <a:t>	</a:t>
            </a:r>
            <a:r>
              <a:rPr lang="en-US" sz="2400" spc="43" dirty="0">
                <a:solidFill>
                  <a:srgbClr val="212121"/>
                </a:solidFill>
                <a:latin typeface="Calibri"/>
                <a:cs typeface="Calibri"/>
              </a:rPr>
              <a:t>Boot</a:t>
            </a:r>
            <a:r>
              <a:rPr lang="en-US" sz="2400" spc="-119" dirty="0">
                <a:solidFill>
                  <a:srgbClr val="212121"/>
                </a:solidFill>
                <a:latin typeface="Calibri"/>
                <a:cs typeface="Calibri"/>
              </a:rPr>
              <a:t>’</a:t>
            </a:r>
            <a:r>
              <a:rPr lang="en-US" sz="2400" spc="64" dirty="0">
                <a:solidFill>
                  <a:srgbClr val="212121"/>
                </a:solidFill>
                <a:latin typeface="Calibri"/>
                <a:cs typeface="Calibri"/>
              </a:rPr>
              <a:t>s</a:t>
            </a:r>
            <a:r>
              <a:rPr lang="en-US" sz="2400" dirty="0">
                <a:solidFill>
                  <a:srgbClr val="212121"/>
                </a:solidFill>
                <a:latin typeface="Calibri"/>
                <a:cs typeface="Calibri"/>
              </a:rPr>
              <a:t>	</a:t>
            </a:r>
            <a:r>
              <a:rPr lang="en-US" sz="2400" spc="-26" dirty="0">
                <a:solidFill>
                  <a:srgbClr val="212121"/>
                </a:solidFill>
                <a:latin typeface="Calibri"/>
                <a:cs typeface="Calibri"/>
              </a:rPr>
              <a:t>O</a:t>
            </a:r>
            <a:r>
              <a:rPr lang="en-US" sz="2400" spc="-97" dirty="0">
                <a:solidFill>
                  <a:srgbClr val="212121"/>
                </a:solidFill>
                <a:latin typeface="Calibri"/>
                <a:cs typeface="Calibri"/>
              </a:rPr>
              <a:t>A</a:t>
            </a:r>
            <a:r>
              <a:rPr lang="en-US" sz="2400" spc="13" dirty="0">
                <a:solidFill>
                  <a:srgbClr val="212121"/>
                </a:solidFill>
                <a:latin typeface="Calibri"/>
                <a:cs typeface="Calibri"/>
              </a:rPr>
              <a:t>uth2  </a:t>
            </a:r>
            <a:r>
              <a:rPr lang="en-US" sz="2400" spc="21" dirty="0">
                <a:solidFill>
                  <a:srgbClr val="212121"/>
                </a:solidFill>
                <a:latin typeface="Calibri"/>
                <a:cs typeface="Calibri"/>
              </a:rPr>
              <a:t>Resource</a:t>
            </a:r>
            <a:r>
              <a:rPr lang="en-US" sz="2400" spc="-64" dirty="0">
                <a:solidFill>
                  <a:srgbClr val="212121"/>
                </a:solidFill>
                <a:latin typeface="Calibri"/>
                <a:cs typeface="Calibri"/>
              </a:rPr>
              <a:t> </a:t>
            </a:r>
            <a:r>
              <a:rPr lang="en-US" sz="2400" spc="34" dirty="0">
                <a:solidFill>
                  <a:srgbClr val="212121"/>
                </a:solidFill>
                <a:latin typeface="Calibri"/>
                <a:cs typeface="Calibri"/>
              </a:rPr>
              <a:t>Server</a:t>
            </a:r>
            <a:endParaRPr lang="en-US" sz="2400" dirty="0">
              <a:latin typeface="Calibri"/>
              <a:cs typeface="Calibri"/>
            </a:endParaRPr>
          </a:p>
          <a:p>
            <a:pPr marL="0" indent="0">
              <a:lnSpc>
                <a:spcPts val="1649"/>
              </a:lnSpc>
              <a:buNone/>
            </a:pPr>
            <a:r>
              <a:rPr lang="en-US" b="1" spc="4" dirty="0">
                <a:solidFill>
                  <a:srgbClr val="212121"/>
                </a:solidFill>
                <a:latin typeface="Calibri"/>
                <a:cs typeface="Calibri"/>
              </a:rPr>
              <a:t>1:</a:t>
            </a:r>
            <a:r>
              <a:rPr lang="en-US" b="1" spc="-55" dirty="0">
                <a:solidFill>
                  <a:srgbClr val="212121"/>
                </a:solidFill>
                <a:latin typeface="Calibri"/>
                <a:cs typeface="Calibri"/>
              </a:rPr>
              <a:t> </a:t>
            </a:r>
            <a:r>
              <a:rPr lang="en-US" spc="9" dirty="0">
                <a:solidFill>
                  <a:srgbClr val="212121"/>
                </a:solidFill>
                <a:latin typeface="Calibri"/>
                <a:cs typeface="Calibri"/>
              </a:rPr>
              <a:t>Create</a:t>
            </a:r>
            <a:r>
              <a:rPr lang="en-US" spc="-55" dirty="0">
                <a:solidFill>
                  <a:srgbClr val="212121"/>
                </a:solidFill>
                <a:latin typeface="Calibri"/>
                <a:cs typeface="Calibri"/>
              </a:rPr>
              <a:t> </a:t>
            </a:r>
            <a:r>
              <a:rPr lang="en-US" spc="43" dirty="0">
                <a:solidFill>
                  <a:srgbClr val="212121"/>
                </a:solidFill>
                <a:latin typeface="Calibri"/>
                <a:cs typeface="Calibri"/>
              </a:rPr>
              <a:t>Key</a:t>
            </a:r>
            <a:r>
              <a:rPr lang="en-US" spc="-55" dirty="0">
                <a:solidFill>
                  <a:srgbClr val="212121"/>
                </a:solidFill>
                <a:latin typeface="Calibri"/>
                <a:cs typeface="Calibri"/>
              </a:rPr>
              <a:t> </a:t>
            </a:r>
            <a:r>
              <a:rPr lang="en-US" spc="30" dirty="0">
                <a:solidFill>
                  <a:srgbClr val="212121"/>
                </a:solidFill>
                <a:latin typeface="Calibri"/>
                <a:cs typeface="Calibri"/>
              </a:rPr>
              <a:t>Pair</a:t>
            </a:r>
            <a:endParaRPr lang="en-US" dirty="0">
              <a:latin typeface="Calibri"/>
              <a:cs typeface="Calibri"/>
            </a:endParaRPr>
          </a:p>
          <a:p>
            <a:pPr marL="226310" indent="0">
              <a:lnSpc>
                <a:spcPts val="1627"/>
              </a:lnSpc>
              <a:buNone/>
            </a:pPr>
            <a:r>
              <a:rPr lang="en-US" sz="1800" spc="-132" dirty="0">
                <a:solidFill>
                  <a:srgbClr val="212121"/>
                </a:solidFill>
                <a:latin typeface="Calibri"/>
                <a:cs typeface="Calibri"/>
              </a:rPr>
              <a:t>W</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21" dirty="0">
                <a:solidFill>
                  <a:srgbClr val="212121"/>
                </a:solidFill>
                <a:latin typeface="Calibri"/>
                <a:cs typeface="Calibri"/>
              </a:rPr>
              <a:t>w</a:t>
            </a:r>
            <a:r>
              <a:rPr lang="en-US" sz="1800" spc="26" dirty="0">
                <a:solidFill>
                  <a:srgbClr val="212121"/>
                </a:solidFill>
                <a:latin typeface="Calibri"/>
                <a:cs typeface="Calibri"/>
              </a:rPr>
              <a:t>i</a:t>
            </a:r>
            <a:r>
              <a:rPr lang="en-US" sz="1800" spc="43" dirty="0">
                <a:solidFill>
                  <a:srgbClr val="212121"/>
                </a:solidFill>
                <a:latin typeface="Calibri"/>
                <a:cs typeface="Calibri"/>
              </a:rPr>
              <a:t>ll</a:t>
            </a:r>
            <a:r>
              <a:rPr lang="en-US" sz="1800" spc="-34" dirty="0">
                <a:solidFill>
                  <a:srgbClr val="212121"/>
                </a:solidFill>
                <a:latin typeface="Calibri"/>
                <a:cs typeface="Calibri"/>
              </a:rPr>
              <a:t> </a:t>
            </a:r>
            <a:r>
              <a:rPr lang="en-US" sz="1800" spc="38" dirty="0">
                <a:solidFill>
                  <a:srgbClr val="212121"/>
                </a:solidFill>
                <a:latin typeface="Calibri"/>
                <a:cs typeface="Calibri"/>
              </a:rPr>
              <a:t>u</a:t>
            </a:r>
            <a:r>
              <a:rPr lang="en-US" sz="1800" spc="47" dirty="0">
                <a:solidFill>
                  <a:srgbClr val="212121"/>
                </a:solidFill>
                <a:latin typeface="Calibri"/>
                <a:cs typeface="Calibri"/>
              </a:rPr>
              <a:t>s</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13" dirty="0" err="1">
                <a:solidFill>
                  <a:srgbClr val="212121"/>
                </a:solidFill>
                <a:latin typeface="Courier New"/>
                <a:cs typeface="Courier New"/>
              </a:rPr>
              <a:t>java.security.KeyPairGenerator</a:t>
            </a:r>
            <a:endParaRPr lang="en-US" sz="1800" dirty="0">
              <a:latin typeface="Courier New"/>
              <a:cs typeface="Courier New"/>
            </a:endParaRPr>
          </a:p>
          <a:p>
            <a:pPr marL="226310" indent="0">
              <a:spcBef>
                <a:spcPts val="241"/>
              </a:spcBef>
              <a:buNone/>
            </a:pPr>
            <a:r>
              <a:rPr lang="en-US" sz="1800" dirty="0">
                <a:solidFill>
                  <a:srgbClr val="212121"/>
                </a:solidFill>
                <a:latin typeface="Calibri"/>
                <a:cs typeface="Calibri"/>
              </a:rPr>
              <a:t>You</a:t>
            </a:r>
            <a:r>
              <a:rPr lang="en-US" sz="1800" spc="-43" dirty="0">
                <a:solidFill>
                  <a:srgbClr val="212121"/>
                </a:solidFill>
                <a:latin typeface="Calibri"/>
                <a:cs typeface="Calibri"/>
              </a:rPr>
              <a:t> </a:t>
            </a:r>
            <a:r>
              <a:rPr lang="en-US" sz="1800" spc="47" dirty="0">
                <a:solidFill>
                  <a:srgbClr val="212121"/>
                </a:solidFill>
                <a:latin typeface="Calibri"/>
                <a:cs typeface="Calibri"/>
              </a:rPr>
              <a:t>can</a:t>
            </a:r>
            <a:r>
              <a:rPr lang="en-US" sz="1800" spc="-38" dirty="0">
                <a:solidFill>
                  <a:srgbClr val="212121"/>
                </a:solidFill>
                <a:latin typeface="Calibri"/>
                <a:cs typeface="Calibri"/>
              </a:rPr>
              <a:t> </a:t>
            </a:r>
            <a:r>
              <a:rPr lang="en-US" sz="1800" spc="30" dirty="0">
                <a:solidFill>
                  <a:srgbClr val="212121"/>
                </a:solidFill>
                <a:latin typeface="Calibri"/>
                <a:cs typeface="Calibri"/>
              </a:rPr>
              <a:t>use</a:t>
            </a:r>
            <a:r>
              <a:rPr lang="en-US" sz="1800" spc="-38" dirty="0">
                <a:solidFill>
                  <a:srgbClr val="212121"/>
                </a:solidFill>
                <a:latin typeface="Calibri"/>
                <a:cs typeface="Calibri"/>
              </a:rPr>
              <a:t> </a:t>
            </a:r>
            <a:r>
              <a:rPr lang="en-US" sz="1800" spc="38" dirty="0" err="1">
                <a:solidFill>
                  <a:srgbClr val="212121"/>
                </a:solidFill>
                <a:latin typeface="Calibri"/>
                <a:cs typeface="Calibri"/>
              </a:rPr>
              <a:t>openssl</a:t>
            </a:r>
            <a:r>
              <a:rPr lang="en-US" sz="1800" spc="-43" dirty="0">
                <a:solidFill>
                  <a:srgbClr val="212121"/>
                </a:solidFill>
                <a:latin typeface="Calibri"/>
                <a:cs typeface="Calibri"/>
              </a:rPr>
              <a:t> </a:t>
            </a:r>
            <a:r>
              <a:rPr lang="en-US" sz="1800" spc="51" dirty="0">
                <a:solidFill>
                  <a:srgbClr val="212121"/>
                </a:solidFill>
                <a:latin typeface="Calibri"/>
                <a:cs typeface="Calibri"/>
              </a:rPr>
              <a:t>as</a:t>
            </a:r>
            <a:r>
              <a:rPr lang="en-US" sz="1800" spc="-38" dirty="0">
                <a:solidFill>
                  <a:srgbClr val="212121"/>
                </a:solidFill>
                <a:latin typeface="Calibri"/>
                <a:cs typeface="Calibri"/>
              </a:rPr>
              <a:t> </a:t>
            </a:r>
            <a:r>
              <a:rPr lang="en-US" sz="1800" spc="26" dirty="0">
                <a:solidFill>
                  <a:srgbClr val="212121"/>
                </a:solidFill>
                <a:latin typeface="Calibri"/>
                <a:cs typeface="Calibri"/>
              </a:rPr>
              <a:t>well</a:t>
            </a:r>
          </a:p>
          <a:p>
            <a:pPr marL="226310" indent="0">
              <a:spcBef>
                <a:spcPts val="241"/>
              </a:spcBef>
              <a:buNone/>
            </a:pPr>
            <a:endParaRPr lang="en-US" sz="1800" dirty="0">
              <a:latin typeface="Calibri"/>
              <a:cs typeface="Calibri"/>
            </a:endParaRPr>
          </a:p>
          <a:p>
            <a:pPr marL="0" indent="0">
              <a:lnSpc>
                <a:spcPts val="2083"/>
              </a:lnSpc>
              <a:spcBef>
                <a:spcPts val="115"/>
              </a:spcBef>
              <a:buNone/>
            </a:pPr>
            <a:r>
              <a:rPr lang="en-US" b="1" spc="-13" dirty="0">
                <a:solidFill>
                  <a:srgbClr val="212121"/>
                </a:solidFill>
                <a:latin typeface="Calibri"/>
                <a:cs typeface="Calibri"/>
              </a:rPr>
              <a:t>2</a:t>
            </a:r>
            <a:r>
              <a:rPr lang="en-US" spc="-13" dirty="0">
                <a:solidFill>
                  <a:srgbClr val="212121"/>
                </a:solidFill>
                <a:latin typeface="Calibri"/>
                <a:cs typeface="Calibri"/>
              </a:rPr>
              <a:t>:</a:t>
            </a:r>
            <a:r>
              <a:rPr lang="en-US" spc="-47" dirty="0">
                <a:solidFill>
                  <a:srgbClr val="212121"/>
                </a:solidFill>
                <a:latin typeface="Calibri"/>
                <a:cs typeface="Calibri"/>
              </a:rPr>
              <a:t> </a:t>
            </a:r>
            <a:r>
              <a:rPr lang="en-US" spc="9" dirty="0">
                <a:solidFill>
                  <a:srgbClr val="212121"/>
                </a:solidFill>
                <a:latin typeface="Calibri"/>
                <a:cs typeface="Calibri"/>
              </a:rPr>
              <a:t>Create</a:t>
            </a:r>
            <a:r>
              <a:rPr lang="en-US" spc="-43" dirty="0">
                <a:solidFill>
                  <a:srgbClr val="212121"/>
                </a:solidFill>
                <a:latin typeface="Calibri"/>
                <a:cs typeface="Calibri"/>
              </a:rPr>
              <a:t> </a:t>
            </a:r>
            <a:r>
              <a:rPr lang="en-US" spc="38" dirty="0">
                <a:solidFill>
                  <a:srgbClr val="212121"/>
                </a:solidFill>
                <a:latin typeface="Calibri"/>
                <a:cs typeface="Calibri"/>
              </a:rPr>
              <a:t>RSA</a:t>
            </a:r>
            <a:r>
              <a:rPr lang="en-US" spc="-43" dirty="0">
                <a:solidFill>
                  <a:srgbClr val="212121"/>
                </a:solidFill>
                <a:latin typeface="Calibri"/>
                <a:cs typeface="Calibri"/>
              </a:rPr>
              <a:t> </a:t>
            </a:r>
            <a:r>
              <a:rPr lang="en-US" spc="43" dirty="0">
                <a:solidFill>
                  <a:srgbClr val="212121"/>
                </a:solidFill>
                <a:latin typeface="Calibri"/>
                <a:cs typeface="Calibri"/>
              </a:rPr>
              <a:t>Key</a:t>
            </a:r>
            <a:r>
              <a:rPr lang="en-US" spc="-43" dirty="0">
                <a:solidFill>
                  <a:srgbClr val="212121"/>
                </a:solidFill>
                <a:latin typeface="Calibri"/>
                <a:cs typeface="Calibri"/>
              </a:rPr>
              <a:t> </a:t>
            </a:r>
            <a:r>
              <a:rPr lang="en-US" spc="26" dirty="0">
                <a:solidFill>
                  <a:srgbClr val="212121"/>
                </a:solidFill>
                <a:latin typeface="Calibri"/>
                <a:cs typeface="Calibri"/>
              </a:rPr>
              <a:t>object</a:t>
            </a:r>
            <a:r>
              <a:rPr lang="en-US" spc="-43" dirty="0">
                <a:solidFill>
                  <a:srgbClr val="212121"/>
                </a:solidFill>
                <a:latin typeface="Calibri"/>
                <a:cs typeface="Calibri"/>
              </a:rPr>
              <a:t> </a:t>
            </a:r>
            <a:r>
              <a:rPr lang="en-US" spc="43" dirty="0">
                <a:solidFill>
                  <a:srgbClr val="212121"/>
                </a:solidFill>
                <a:latin typeface="Calibri"/>
                <a:cs typeface="Calibri"/>
              </a:rPr>
              <a:t>using</a:t>
            </a:r>
            <a:r>
              <a:rPr lang="en-US" spc="-43" dirty="0">
                <a:solidFill>
                  <a:srgbClr val="212121"/>
                </a:solidFill>
                <a:latin typeface="Calibri"/>
                <a:cs typeface="Calibri"/>
              </a:rPr>
              <a:t> </a:t>
            </a:r>
            <a:r>
              <a:rPr lang="en-US" spc="43" dirty="0">
                <a:solidFill>
                  <a:srgbClr val="212121"/>
                </a:solidFill>
                <a:latin typeface="Calibri"/>
                <a:cs typeface="Calibri"/>
              </a:rPr>
              <a:t>Key</a:t>
            </a:r>
            <a:r>
              <a:rPr lang="en-US" spc="-43" dirty="0">
                <a:solidFill>
                  <a:srgbClr val="212121"/>
                </a:solidFill>
                <a:latin typeface="Calibri"/>
                <a:cs typeface="Calibri"/>
              </a:rPr>
              <a:t> </a:t>
            </a:r>
            <a:r>
              <a:rPr lang="en-US" spc="30" dirty="0">
                <a:solidFill>
                  <a:srgbClr val="212121"/>
                </a:solidFill>
                <a:latin typeface="Calibri"/>
                <a:cs typeface="Calibri"/>
              </a:rPr>
              <a:t>Pair</a:t>
            </a:r>
            <a:endParaRPr lang="en-US" dirty="0">
              <a:latin typeface="Calibri"/>
              <a:cs typeface="Calibri"/>
            </a:endParaRPr>
          </a:p>
          <a:p>
            <a:pPr marL="226310" indent="0">
              <a:lnSpc>
                <a:spcPts val="1627"/>
              </a:lnSpc>
              <a:buNone/>
            </a:pPr>
            <a:r>
              <a:rPr lang="en-US" sz="1800" spc="13" dirty="0" err="1">
                <a:solidFill>
                  <a:srgbClr val="212121"/>
                </a:solidFill>
                <a:latin typeface="Courier New"/>
                <a:cs typeface="Courier New"/>
              </a:rPr>
              <a:t>com.nimbusds.jose.jwk.RSAKey</a:t>
            </a:r>
            <a:endParaRPr lang="en-US" sz="1800" spc="13" dirty="0">
              <a:solidFill>
                <a:srgbClr val="212121"/>
              </a:solidFill>
              <a:latin typeface="Courier New"/>
              <a:cs typeface="Courier New"/>
            </a:endParaRPr>
          </a:p>
          <a:p>
            <a:pPr marL="226310" indent="0">
              <a:lnSpc>
                <a:spcPts val="1627"/>
              </a:lnSpc>
              <a:buNone/>
            </a:pPr>
            <a:endParaRPr lang="en-US" sz="1800" dirty="0">
              <a:latin typeface="Courier New"/>
              <a:cs typeface="Courier New"/>
            </a:endParaRPr>
          </a:p>
          <a:p>
            <a:pPr marL="0" indent="0">
              <a:lnSpc>
                <a:spcPts val="2083"/>
              </a:lnSpc>
              <a:spcBef>
                <a:spcPts val="115"/>
              </a:spcBef>
              <a:buNone/>
            </a:pPr>
            <a:r>
              <a:rPr lang="en-US" b="1" spc="-13" dirty="0">
                <a:solidFill>
                  <a:srgbClr val="212121"/>
                </a:solidFill>
                <a:latin typeface="Calibri"/>
                <a:cs typeface="Calibri"/>
              </a:rPr>
              <a:t>3</a:t>
            </a:r>
            <a:r>
              <a:rPr lang="en-US" spc="-13" dirty="0">
                <a:solidFill>
                  <a:srgbClr val="212121"/>
                </a:solidFill>
                <a:latin typeface="Calibri"/>
                <a:cs typeface="Calibri"/>
              </a:rPr>
              <a:t>:</a:t>
            </a:r>
            <a:r>
              <a:rPr lang="en-US" spc="-47" dirty="0">
                <a:solidFill>
                  <a:srgbClr val="212121"/>
                </a:solidFill>
                <a:latin typeface="Calibri"/>
                <a:cs typeface="Calibri"/>
              </a:rPr>
              <a:t> </a:t>
            </a:r>
            <a:r>
              <a:rPr lang="en-US" spc="9" dirty="0">
                <a:solidFill>
                  <a:srgbClr val="212121"/>
                </a:solidFill>
                <a:latin typeface="Calibri"/>
                <a:cs typeface="Calibri"/>
              </a:rPr>
              <a:t>Create</a:t>
            </a:r>
            <a:r>
              <a:rPr lang="en-US" spc="-47" dirty="0">
                <a:solidFill>
                  <a:srgbClr val="212121"/>
                </a:solidFill>
                <a:latin typeface="Calibri"/>
                <a:cs typeface="Calibri"/>
              </a:rPr>
              <a:t> </a:t>
            </a:r>
            <a:r>
              <a:rPr lang="en-US" spc="43" dirty="0" err="1">
                <a:solidFill>
                  <a:srgbClr val="212121"/>
                </a:solidFill>
                <a:latin typeface="Calibri"/>
                <a:cs typeface="Calibri"/>
              </a:rPr>
              <a:t>JWKSource</a:t>
            </a:r>
            <a:r>
              <a:rPr lang="en-US" spc="-47" dirty="0">
                <a:solidFill>
                  <a:srgbClr val="212121"/>
                </a:solidFill>
                <a:latin typeface="Calibri"/>
                <a:cs typeface="Calibri"/>
              </a:rPr>
              <a:t> </a:t>
            </a:r>
            <a:r>
              <a:rPr lang="en-US" spc="81" dirty="0">
                <a:solidFill>
                  <a:srgbClr val="212121"/>
                </a:solidFill>
                <a:latin typeface="Calibri"/>
                <a:cs typeface="Calibri"/>
              </a:rPr>
              <a:t>(JSON</a:t>
            </a:r>
            <a:r>
              <a:rPr lang="en-US" spc="-43" dirty="0">
                <a:solidFill>
                  <a:srgbClr val="212121"/>
                </a:solidFill>
                <a:latin typeface="Calibri"/>
                <a:cs typeface="Calibri"/>
              </a:rPr>
              <a:t> Web</a:t>
            </a:r>
            <a:r>
              <a:rPr lang="en-US" spc="-47" dirty="0">
                <a:solidFill>
                  <a:srgbClr val="212121"/>
                </a:solidFill>
                <a:latin typeface="Calibri"/>
                <a:cs typeface="Calibri"/>
              </a:rPr>
              <a:t> </a:t>
            </a:r>
            <a:r>
              <a:rPr lang="en-US" spc="43" dirty="0">
                <a:solidFill>
                  <a:srgbClr val="212121"/>
                </a:solidFill>
                <a:latin typeface="Calibri"/>
                <a:cs typeface="Calibri"/>
              </a:rPr>
              <a:t>Key</a:t>
            </a:r>
            <a:r>
              <a:rPr lang="en-US" spc="-47" dirty="0">
                <a:solidFill>
                  <a:srgbClr val="212121"/>
                </a:solidFill>
                <a:latin typeface="Calibri"/>
                <a:cs typeface="Calibri"/>
              </a:rPr>
              <a:t> </a:t>
            </a:r>
            <a:r>
              <a:rPr lang="en-US" spc="17" dirty="0">
                <a:solidFill>
                  <a:srgbClr val="212121"/>
                </a:solidFill>
                <a:latin typeface="Calibri"/>
                <a:cs typeface="Calibri"/>
              </a:rPr>
              <a:t>source)</a:t>
            </a:r>
            <a:endParaRPr lang="en-US" dirty="0">
              <a:latin typeface="Calibri"/>
              <a:cs typeface="Calibri"/>
            </a:endParaRPr>
          </a:p>
          <a:p>
            <a:pPr marL="226310" indent="0">
              <a:lnSpc>
                <a:spcPts val="1627"/>
              </a:lnSpc>
              <a:buNone/>
            </a:pPr>
            <a:r>
              <a:rPr lang="en-US" sz="1800" spc="64" dirty="0">
                <a:solidFill>
                  <a:srgbClr val="212121"/>
                </a:solidFill>
                <a:latin typeface="Calibri"/>
                <a:cs typeface="Calibri"/>
              </a:rPr>
              <a:t>C</a:t>
            </a:r>
            <a:r>
              <a:rPr lang="en-US" sz="1800" spc="-13" dirty="0">
                <a:solidFill>
                  <a:srgbClr val="212121"/>
                </a:solidFill>
                <a:latin typeface="Calibri"/>
                <a:cs typeface="Calibri"/>
              </a:rPr>
              <a:t>re</a:t>
            </a:r>
            <a:r>
              <a:rPr lang="en-US" sz="1800" spc="55" dirty="0">
                <a:solidFill>
                  <a:srgbClr val="212121"/>
                </a:solidFill>
                <a:latin typeface="Calibri"/>
                <a:cs typeface="Calibri"/>
              </a:rPr>
              <a:t>a</a:t>
            </a:r>
            <a:r>
              <a:rPr lang="en-US" sz="1800" spc="-9" dirty="0">
                <a:solidFill>
                  <a:srgbClr val="212121"/>
                </a:solidFill>
                <a:latin typeface="Calibri"/>
                <a:cs typeface="Calibri"/>
              </a:rPr>
              <a:t>t</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13" dirty="0">
                <a:solidFill>
                  <a:srgbClr val="212121"/>
                </a:solidFill>
                <a:latin typeface="Courier New"/>
                <a:cs typeface="Courier New"/>
              </a:rPr>
              <a:t>JWKSet</a:t>
            </a:r>
            <a:r>
              <a:rPr lang="en-US" sz="1800" spc="-574" dirty="0">
                <a:solidFill>
                  <a:srgbClr val="212121"/>
                </a:solidFill>
                <a:latin typeface="Courier New"/>
                <a:cs typeface="Courier New"/>
              </a:rPr>
              <a:t> </a:t>
            </a:r>
            <a:r>
              <a:rPr lang="en-US" sz="1800" spc="4" dirty="0">
                <a:solidFill>
                  <a:srgbClr val="212121"/>
                </a:solidFill>
                <a:latin typeface="Calibri"/>
                <a:cs typeface="Calibri"/>
              </a:rPr>
              <a:t>(</a:t>
            </a:r>
            <a:r>
              <a:rPr lang="en-US" sz="1800" spc="55" dirty="0">
                <a:solidFill>
                  <a:srgbClr val="212121"/>
                </a:solidFill>
                <a:latin typeface="Calibri"/>
                <a:cs typeface="Calibri"/>
              </a:rPr>
              <a:t>a</a:t>
            </a:r>
            <a:r>
              <a:rPr lang="en-US" sz="1800" spc="-34" dirty="0">
                <a:solidFill>
                  <a:srgbClr val="212121"/>
                </a:solidFill>
                <a:latin typeface="Calibri"/>
                <a:cs typeface="Calibri"/>
              </a:rPr>
              <a:t> </a:t>
            </a:r>
            <a:r>
              <a:rPr lang="en-US" sz="1800" spc="43" dirty="0">
                <a:solidFill>
                  <a:srgbClr val="212121"/>
                </a:solidFill>
                <a:latin typeface="Calibri"/>
                <a:cs typeface="Calibri"/>
              </a:rPr>
              <a:t>n</a:t>
            </a:r>
            <a:r>
              <a:rPr lang="en-US" sz="1800" spc="13" dirty="0">
                <a:solidFill>
                  <a:srgbClr val="212121"/>
                </a:solidFill>
                <a:latin typeface="Calibri"/>
                <a:cs typeface="Calibri"/>
              </a:rPr>
              <a:t>e</a:t>
            </a:r>
            <a:r>
              <a:rPr lang="en-US" sz="1800" spc="21" dirty="0">
                <a:solidFill>
                  <a:srgbClr val="212121"/>
                </a:solidFill>
                <a:latin typeface="Calibri"/>
                <a:cs typeface="Calibri"/>
              </a:rPr>
              <a:t>w</a:t>
            </a:r>
            <a:r>
              <a:rPr lang="en-US" sz="1800" spc="-34" dirty="0">
                <a:solidFill>
                  <a:srgbClr val="212121"/>
                </a:solidFill>
                <a:latin typeface="Calibri"/>
                <a:cs typeface="Calibri"/>
              </a:rPr>
              <a:t> </a:t>
            </a:r>
            <a:r>
              <a:rPr lang="en-US" sz="1800" spc="242" dirty="0">
                <a:solidFill>
                  <a:srgbClr val="212121"/>
                </a:solidFill>
                <a:latin typeface="Calibri"/>
                <a:cs typeface="Calibri"/>
              </a:rPr>
              <a:t>J</a:t>
            </a:r>
            <a:r>
              <a:rPr lang="en-US" sz="1800" spc="119" dirty="0">
                <a:solidFill>
                  <a:srgbClr val="212121"/>
                </a:solidFill>
                <a:latin typeface="Calibri"/>
                <a:cs typeface="Calibri"/>
              </a:rPr>
              <a:t>S</a:t>
            </a:r>
            <a:r>
              <a:rPr lang="en-US" sz="1800" spc="17" dirty="0">
                <a:solidFill>
                  <a:srgbClr val="212121"/>
                </a:solidFill>
                <a:latin typeface="Calibri"/>
                <a:cs typeface="Calibri"/>
              </a:rPr>
              <a:t>ON</a:t>
            </a:r>
            <a:r>
              <a:rPr lang="en-US" sz="1800" spc="-34" dirty="0">
                <a:solidFill>
                  <a:srgbClr val="212121"/>
                </a:solidFill>
                <a:latin typeface="Calibri"/>
                <a:cs typeface="Calibri"/>
              </a:rPr>
              <a:t> </a:t>
            </a:r>
            <a:r>
              <a:rPr lang="en-US" sz="1800" spc="-132" dirty="0">
                <a:solidFill>
                  <a:srgbClr val="212121"/>
                </a:solidFill>
                <a:latin typeface="Calibri"/>
                <a:cs typeface="Calibri"/>
              </a:rPr>
              <a:t>W</a:t>
            </a:r>
            <a:r>
              <a:rPr lang="en-US" sz="1800" spc="9" dirty="0">
                <a:solidFill>
                  <a:srgbClr val="212121"/>
                </a:solidFill>
                <a:latin typeface="Calibri"/>
                <a:cs typeface="Calibri"/>
              </a:rPr>
              <a:t>e</a:t>
            </a:r>
            <a:r>
              <a:rPr lang="en-US" sz="1800" spc="55" dirty="0">
                <a:solidFill>
                  <a:srgbClr val="212121"/>
                </a:solidFill>
                <a:latin typeface="Calibri"/>
                <a:cs typeface="Calibri"/>
              </a:rPr>
              <a:t>b</a:t>
            </a:r>
            <a:r>
              <a:rPr lang="en-US" sz="1800" spc="-34" dirty="0">
                <a:solidFill>
                  <a:srgbClr val="212121"/>
                </a:solidFill>
                <a:latin typeface="Calibri"/>
                <a:cs typeface="Calibri"/>
              </a:rPr>
              <a:t> </a:t>
            </a:r>
            <a:r>
              <a:rPr lang="en-US" sz="1800" spc="85" dirty="0">
                <a:solidFill>
                  <a:srgbClr val="212121"/>
                </a:solidFill>
                <a:latin typeface="Calibri"/>
                <a:cs typeface="Calibri"/>
              </a:rPr>
              <a:t>K</a:t>
            </a:r>
            <a:r>
              <a:rPr lang="en-US" sz="1800" spc="13" dirty="0">
                <a:solidFill>
                  <a:srgbClr val="212121"/>
                </a:solidFill>
                <a:latin typeface="Calibri"/>
                <a:cs typeface="Calibri"/>
              </a:rPr>
              <a:t>e</a:t>
            </a:r>
            <a:r>
              <a:rPr lang="en-US" sz="1800" spc="30" dirty="0">
                <a:solidFill>
                  <a:srgbClr val="212121"/>
                </a:solidFill>
                <a:latin typeface="Calibri"/>
                <a:cs typeface="Calibri"/>
              </a:rPr>
              <a:t>y</a:t>
            </a:r>
            <a:r>
              <a:rPr lang="en-US" sz="1800" spc="-34" dirty="0">
                <a:solidFill>
                  <a:srgbClr val="212121"/>
                </a:solidFill>
                <a:latin typeface="Calibri"/>
                <a:cs typeface="Calibri"/>
              </a:rPr>
              <a:t> </a:t>
            </a:r>
            <a:r>
              <a:rPr lang="en-US" sz="1800" spc="47" dirty="0">
                <a:solidFill>
                  <a:srgbClr val="212121"/>
                </a:solidFill>
                <a:latin typeface="Calibri"/>
                <a:cs typeface="Calibri"/>
              </a:rPr>
              <a:t>s</a:t>
            </a:r>
            <a:r>
              <a:rPr lang="en-US" sz="1800" spc="-13" dirty="0">
                <a:solidFill>
                  <a:srgbClr val="212121"/>
                </a:solidFill>
                <a:latin typeface="Calibri"/>
                <a:cs typeface="Calibri"/>
              </a:rPr>
              <a:t>e</a:t>
            </a:r>
            <a:r>
              <a:rPr lang="en-US" sz="1800" spc="9" dirty="0">
                <a:solidFill>
                  <a:srgbClr val="212121"/>
                </a:solidFill>
                <a:latin typeface="Calibri"/>
                <a:cs typeface="Calibri"/>
              </a:rPr>
              <a:t>t</a:t>
            </a:r>
            <a:r>
              <a:rPr lang="en-US" sz="1800" spc="4" dirty="0">
                <a:solidFill>
                  <a:srgbClr val="212121"/>
                </a:solidFill>
                <a:latin typeface="Calibri"/>
                <a:cs typeface="Calibri"/>
              </a:rPr>
              <a:t>)</a:t>
            </a:r>
            <a:r>
              <a:rPr lang="en-US" sz="1800" spc="-34" dirty="0">
                <a:solidFill>
                  <a:srgbClr val="212121"/>
                </a:solidFill>
                <a:latin typeface="Calibri"/>
                <a:cs typeface="Calibri"/>
              </a:rPr>
              <a:t> </a:t>
            </a:r>
            <a:r>
              <a:rPr lang="en-US" sz="1800" spc="21" dirty="0">
                <a:solidFill>
                  <a:srgbClr val="212121"/>
                </a:solidFill>
                <a:latin typeface="Calibri"/>
                <a:cs typeface="Calibri"/>
              </a:rPr>
              <a:t>w</a:t>
            </a:r>
            <a:r>
              <a:rPr lang="en-US" sz="1800" spc="26" dirty="0">
                <a:solidFill>
                  <a:srgbClr val="212121"/>
                </a:solidFill>
                <a:latin typeface="Calibri"/>
                <a:cs typeface="Calibri"/>
              </a:rPr>
              <a:t>i</a:t>
            </a:r>
            <a:r>
              <a:rPr lang="en-US" sz="1800" spc="9" dirty="0">
                <a:solidFill>
                  <a:srgbClr val="212121"/>
                </a:solidFill>
                <a:latin typeface="Calibri"/>
                <a:cs typeface="Calibri"/>
              </a:rPr>
              <a:t>t</a:t>
            </a:r>
            <a:r>
              <a:rPr lang="en-US" sz="1800" spc="38" dirty="0">
                <a:solidFill>
                  <a:srgbClr val="212121"/>
                </a:solidFill>
                <a:latin typeface="Calibri"/>
                <a:cs typeface="Calibri"/>
              </a:rPr>
              <a:t>h</a:t>
            </a:r>
            <a:r>
              <a:rPr lang="en-US" sz="1800" spc="-34" dirty="0">
                <a:solidFill>
                  <a:srgbClr val="212121"/>
                </a:solidFill>
                <a:latin typeface="Calibri"/>
                <a:cs typeface="Calibri"/>
              </a:rPr>
              <a:t> </a:t>
            </a:r>
            <a:r>
              <a:rPr lang="en-US" sz="1800" spc="9" dirty="0">
                <a:solidFill>
                  <a:srgbClr val="212121"/>
                </a:solidFill>
                <a:latin typeface="Calibri"/>
                <a:cs typeface="Calibri"/>
              </a:rPr>
              <a:t>t</a:t>
            </a:r>
            <a:r>
              <a:rPr lang="en-US" sz="1800" spc="38" dirty="0">
                <a:solidFill>
                  <a:srgbClr val="212121"/>
                </a:solidFill>
                <a:latin typeface="Calibri"/>
                <a:cs typeface="Calibri"/>
              </a:rPr>
              <a:t>h</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47" dirty="0">
                <a:solidFill>
                  <a:srgbClr val="212121"/>
                </a:solidFill>
                <a:latin typeface="Calibri"/>
                <a:cs typeface="Calibri"/>
              </a:rPr>
              <a:t>R</a:t>
            </a:r>
            <a:r>
              <a:rPr lang="en-US" sz="1800" spc="119" dirty="0">
                <a:solidFill>
                  <a:srgbClr val="212121"/>
                </a:solidFill>
                <a:latin typeface="Calibri"/>
                <a:cs typeface="Calibri"/>
              </a:rPr>
              <a:t>S</a:t>
            </a:r>
            <a:r>
              <a:rPr lang="en-US" sz="1800" spc="-38" dirty="0">
                <a:solidFill>
                  <a:srgbClr val="212121"/>
                </a:solidFill>
                <a:latin typeface="Calibri"/>
                <a:cs typeface="Calibri"/>
              </a:rPr>
              <a:t>A</a:t>
            </a:r>
            <a:r>
              <a:rPr lang="en-US" sz="1800" spc="-34" dirty="0">
                <a:solidFill>
                  <a:srgbClr val="212121"/>
                </a:solidFill>
                <a:latin typeface="Calibri"/>
                <a:cs typeface="Calibri"/>
              </a:rPr>
              <a:t> </a:t>
            </a:r>
            <a:r>
              <a:rPr lang="en-US" sz="1800" spc="85" dirty="0">
                <a:solidFill>
                  <a:srgbClr val="212121"/>
                </a:solidFill>
                <a:latin typeface="Calibri"/>
                <a:cs typeface="Calibri"/>
              </a:rPr>
              <a:t>K</a:t>
            </a:r>
            <a:r>
              <a:rPr lang="en-US" sz="1800" spc="13" dirty="0">
                <a:solidFill>
                  <a:srgbClr val="212121"/>
                </a:solidFill>
                <a:latin typeface="Calibri"/>
                <a:cs typeface="Calibri"/>
              </a:rPr>
              <a:t>e</a:t>
            </a:r>
            <a:r>
              <a:rPr lang="en-US" sz="1800" spc="30" dirty="0">
                <a:solidFill>
                  <a:srgbClr val="212121"/>
                </a:solidFill>
                <a:latin typeface="Calibri"/>
                <a:cs typeface="Calibri"/>
              </a:rPr>
              <a:t>y</a:t>
            </a:r>
            <a:endParaRPr lang="en-US" sz="1800" dirty="0">
              <a:latin typeface="Calibri"/>
              <a:cs typeface="Calibri"/>
            </a:endParaRPr>
          </a:p>
          <a:p>
            <a:pPr marL="226310" indent="0">
              <a:spcBef>
                <a:spcPts val="241"/>
              </a:spcBef>
              <a:buNone/>
            </a:pPr>
            <a:r>
              <a:rPr lang="en-US" sz="1800" spc="64" dirty="0">
                <a:solidFill>
                  <a:srgbClr val="212121"/>
                </a:solidFill>
                <a:latin typeface="Calibri"/>
                <a:cs typeface="Calibri"/>
              </a:rPr>
              <a:t>C</a:t>
            </a:r>
            <a:r>
              <a:rPr lang="en-US" sz="1800" spc="-13" dirty="0">
                <a:solidFill>
                  <a:srgbClr val="212121"/>
                </a:solidFill>
                <a:latin typeface="Calibri"/>
                <a:cs typeface="Calibri"/>
              </a:rPr>
              <a:t>re</a:t>
            </a:r>
            <a:r>
              <a:rPr lang="en-US" sz="1800" spc="55" dirty="0">
                <a:solidFill>
                  <a:srgbClr val="212121"/>
                </a:solidFill>
                <a:latin typeface="Calibri"/>
                <a:cs typeface="Calibri"/>
              </a:rPr>
              <a:t>a</a:t>
            </a:r>
            <a:r>
              <a:rPr lang="en-US" sz="1800" spc="-9" dirty="0">
                <a:solidFill>
                  <a:srgbClr val="212121"/>
                </a:solidFill>
                <a:latin typeface="Calibri"/>
                <a:cs typeface="Calibri"/>
              </a:rPr>
              <a:t>t</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13" dirty="0" err="1">
                <a:solidFill>
                  <a:srgbClr val="212121"/>
                </a:solidFill>
                <a:latin typeface="Courier New"/>
                <a:cs typeface="Courier New"/>
              </a:rPr>
              <a:t>JWKSource</a:t>
            </a:r>
            <a:r>
              <a:rPr lang="en-US" sz="1800" spc="-574" dirty="0">
                <a:solidFill>
                  <a:srgbClr val="212121"/>
                </a:solidFill>
                <a:latin typeface="Courier New"/>
                <a:cs typeface="Courier New"/>
              </a:rPr>
              <a:t> </a:t>
            </a:r>
            <a:r>
              <a:rPr lang="en-US" sz="1800" spc="38" dirty="0">
                <a:solidFill>
                  <a:srgbClr val="212121"/>
                </a:solidFill>
                <a:latin typeface="Calibri"/>
                <a:cs typeface="Calibri"/>
              </a:rPr>
              <a:t>u</a:t>
            </a:r>
            <a:r>
              <a:rPr lang="en-US" sz="1800" spc="47" dirty="0">
                <a:solidFill>
                  <a:srgbClr val="212121"/>
                </a:solidFill>
                <a:latin typeface="Calibri"/>
                <a:cs typeface="Calibri"/>
              </a:rPr>
              <a:t>s</a:t>
            </a:r>
            <a:r>
              <a:rPr lang="en-US" sz="1800" spc="26" dirty="0">
                <a:solidFill>
                  <a:srgbClr val="212121"/>
                </a:solidFill>
                <a:latin typeface="Calibri"/>
                <a:cs typeface="Calibri"/>
              </a:rPr>
              <a:t>i</a:t>
            </a:r>
            <a:r>
              <a:rPr lang="en-US" sz="1800" spc="43" dirty="0">
                <a:solidFill>
                  <a:srgbClr val="212121"/>
                </a:solidFill>
                <a:latin typeface="Calibri"/>
                <a:cs typeface="Calibri"/>
              </a:rPr>
              <a:t>n</a:t>
            </a:r>
            <a:r>
              <a:rPr lang="en-US" sz="1800" spc="60" dirty="0">
                <a:solidFill>
                  <a:srgbClr val="212121"/>
                </a:solidFill>
                <a:latin typeface="Calibri"/>
                <a:cs typeface="Calibri"/>
              </a:rPr>
              <a:t>g</a:t>
            </a:r>
            <a:r>
              <a:rPr lang="en-US" sz="1800" spc="-34" dirty="0">
                <a:solidFill>
                  <a:srgbClr val="212121"/>
                </a:solidFill>
                <a:latin typeface="Calibri"/>
                <a:cs typeface="Calibri"/>
              </a:rPr>
              <a:t> </a:t>
            </a:r>
            <a:r>
              <a:rPr lang="en-US" sz="1800" spc="9" dirty="0">
                <a:solidFill>
                  <a:srgbClr val="212121"/>
                </a:solidFill>
                <a:latin typeface="Calibri"/>
                <a:cs typeface="Calibri"/>
              </a:rPr>
              <a:t>t</a:t>
            </a:r>
            <a:r>
              <a:rPr lang="en-US" sz="1800" spc="38" dirty="0">
                <a:solidFill>
                  <a:srgbClr val="212121"/>
                </a:solidFill>
                <a:latin typeface="Calibri"/>
                <a:cs typeface="Calibri"/>
              </a:rPr>
              <a:t>h</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13" dirty="0">
                <a:solidFill>
                  <a:srgbClr val="212121"/>
                </a:solidFill>
                <a:latin typeface="Courier New"/>
                <a:cs typeface="Courier New"/>
              </a:rPr>
              <a:t>JWKSet</a:t>
            </a:r>
          </a:p>
          <a:p>
            <a:pPr marL="226310" indent="0">
              <a:spcBef>
                <a:spcPts val="241"/>
              </a:spcBef>
              <a:buNone/>
            </a:pPr>
            <a:endParaRPr lang="en-US" sz="1800" dirty="0">
              <a:latin typeface="Courier New"/>
              <a:cs typeface="Courier New"/>
            </a:endParaRPr>
          </a:p>
          <a:p>
            <a:pPr marL="0" indent="0">
              <a:lnSpc>
                <a:spcPts val="2087"/>
              </a:lnSpc>
              <a:spcBef>
                <a:spcPts val="115"/>
              </a:spcBef>
              <a:buNone/>
            </a:pPr>
            <a:r>
              <a:rPr lang="en-US" b="1" spc="-13" dirty="0">
                <a:solidFill>
                  <a:srgbClr val="212121"/>
                </a:solidFill>
                <a:latin typeface="Calibri"/>
                <a:cs typeface="Calibri"/>
              </a:rPr>
              <a:t>4</a:t>
            </a:r>
            <a:r>
              <a:rPr lang="en-US" spc="-13" dirty="0">
                <a:solidFill>
                  <a:srgbClr val="212121"/>
                </a:solidFill>
                <a:latin typeface="Calibri"/>
                <a:cs typeface="Calibri"/>
              </a:rPr>
              <a:t>:</a:t>
            </a:r>
            <a:r>
              <a:rPr lang="en-US" spc="-51" dirty="0">
                <a:solidFill>
                  <a:srgbClr val="212121"/>
                </a:solidFill>
                <a:latin typeface="Calibri"/>
                <a:cs typeface="Calibri"/>
              </a:rPr>
              <a:t> </a:t>
            </a:r>
            <a:r>
              <a:rPr lang="en-US" spc="17" dirty="0">
                <a:solidFill>
                  <a:srgbClr val="212121"/>
                </a:solidFill>
                <a:latin typeface="Calibri"/>
                <a:cs typeface="Calibri"/>
              </a:rPr>
              <a:t>Use</a:t>
            </a:r>
            <a:r>
              <a:rPr lang="en-US" spc="-47" dirty="0">
                <a:solidFill>
                  <a:srgbClr val="212121"/>
                </a:solidFill>
                <a:latin typeface="Calibri"/>
                <a:cs typeface="Calibri"/>
              </a:rPr>
              <a:t> </a:t>
            </a:r>
            <a:r>
              <a:rPr lang="en-US" spc="38" dirty="0">
                <a:solidFill>
                  <a:srgbClr val="212121"/>
                </a:solidFill>
                <a:latin typeface="Calibri"/>
                <a:cs typeface="Calibri"/>
              </a:rPr>
              <a:t>RSA</a:t>
            </a:r>
            <a:r>
              <a:rPr lang="en-US" spc="-47" dirty="0">
                <a:solidFill>
                  <a:srgbClr val="212121"/>
                </a:solidFill>
                <a:latin typeface="Calibri"/>
                <a:cs typeface="Calibri"/>
              </a:rPr>
              <a:t> </a:t>
            </a:r>
            <a:r>
              <a:rPr lang="en-US" spc="55" dirty="0">
                <a:solidFill>
                  <a:srgbClr val="212121"/>
                </a:solidFill>
                <a:latin typeface="Calibri"/>
                <a:cs typeface="Calibri"/>
              </a:rPr>
              <a:t>Public</a:t>
            </a:r>
            <a:r>
              <a:rPr lang="en-US" spc="-47" dirty="0">
                <a:solidFill>
                  <a:srgbClr val="212121"/>
                </a:solidFill>
                <a:latin typeface="Calibri"/>
                <a:cs typeface="Calibri"/>
              </a:rPr>
              <a:t> </a:t>
            </a:r>
            <a:r>
              <a:rPr lang="en-US" spc="43" dirty="0">
                <a:solidFill>
                  <a:srgbClr val="212121"/>
                </a:solidFill>
                <a:latin typeface="Calibri"/>
                <a:cs typeface="Calibri"/>
              </a:rPr>
              <a:t>Key</a:t>
            </a:r>
            <a:r>
              <a:rPr lang="en-US" spc="-51" dirty="0">
                <a:solidFill>
                  <a:srgbClr val="212121"/>
                </a:solidFill>
                <a:latin typeface="Calibri"/>
                <a:cs typeface="Calibri"/>
              </a:rPr>
              <a:t> </a:t>
            </a:r>
            <a:r>
              <a:rPr lang="en-US" spc="-4" dirty="0">
                <a:solidFill>
                  <a:srgbClr val="212121"/>
                </a:solidFill>
                <a:latin typeface="Calibri"/>
                <a:cs typeface="Calibri"/>
              </a:rPr>
              <a:t>for</a:t>
            </a:r>
            <a:r>
              <a:rPr lang="en-US" spc="-47" dirty="0">
                <a:solidFill>
                  <a:srgbClr val="212121"/>
                </a:solidFill>
                <a:latin typeface="Calibri"/>
                <a:cs typeface="Calibri"/>
              </a:rPr>
              <a:t> </a:t>
            </a:r>
            <a:r>
              <a:rPr lang="en-US" spc="30" dirty="0">
                <a:solidFill>
                  <a:srgbClr val="212121"/>
                </a:solidFill>
                <a:latin typeface="Calibri"/>
                <a:cs typeface="Calibri"/>
              </a:rPr>
              <a:t>Decoding</a:t>
            </a:r>
            <a:endParaRPr lang="en-US" dirty="0">
              <a:latin typeface="Calibri"/>
              <a:cs typeface="Calibri"/>
            </a:endParaRPr>
          </a:p>
          <a:p>
            <a:pPr marL="226310" indent="0">
              <a:lnSpc>
                <a:spcPts val="1627"/>
              </a:lnSpc>
              <a:buNone/>
            </a:pPr>
            <a:r>
              <a:rPr lang="en-US" sz="1800" spc="13" dirty="0" err="1">
                <a:solidFill>
                  <a:srgbClr val="212121"/>
                </a:solidFill>
                <a:latin typeface="Courier New"/>
                <a:cs typeface="Courier New"/>
              </a:rPr>
              <a:t>NimbusJwtDecoder.withPublicKey</a:t>
            </a:r>
            <a:r>
              <a:rPr lang="en-US" sz="1800" spc="13" dirty="0">
                <a:solidFill>
                  <a:srgbClr val="212121"/>
                </a:solidFill>
                <a:latin typeface="Courier New"/>
                <a:cs typeface="Courier New"/>
              </a:rPr>
              <a:t>(</a:t>
            </a:r>
            <a:r>
              <a:rPr lang="en-US" sz="1800" spc="13" dirty="0" err="1">
                <a:solidFill>
                  <a:srgbClr val="212121"/>
                </a:solidFill>
                <a:latin typeface="Courier New"/>
                <a:cs typeface="Courier New"/>
              </a:rPr>
              <a:t>rsaKey</a:t>
            </a:r>
            <a:r>
              <a:rPr lang="en-US" sz="1800" spc="13" dirty="0">
                <a:solidFill>
                  <a:srgbClr val="212121"/>
                </a:solidFill>
                <a:latin typeface="Courier New"/>
                <a:cs typeface="Courier New"/>
              </a:rPr>
              <a:t>().</a:t>
            </a:r>
            <a:r>
              <a:rPr lang="en-US" sz="1800" spc="13" dirty="0" err="1">
                <a:solidFill>
                  <a:srgbClr val="212121"/>
                </a:solidFill>
                <a:latin typeface="Courier New"/>
                <a:cs typeface="Courier New"/>
              </a:rPr>
              <a:t>toRSAPublicKey</a:t>
            </a:r>
            <a:r>
              <a:rPr lang="en-US" sz="1800" spc="13" dirty="0">
                <a:solidFill>
                  <a:srgbClr val="212121"/>
                </a:solidFill>
                <a:latin typeface="Courier New"/>
                <a:cs typeface="Courier New"/>
              </a:rPr>
              <a:t>()).build()</a:t>
            </a:r>
          </a:p>
          <a:p>
            <a:pPr marL="226310" indent="0">
              <a:lnSpc>
                <a:spcPts val="1627"/>
              </a:lnSpc>
              <a:buNone/>
            </a:pPr>
            <a:endParaRPr lang="en-US" sz="1800" dirty="0">
              <a:latin typeface="Courier New"/>
              <a:cs typeface="Courier New"/>
            </a:endParaRPr>
          </a:p>
          <a:p>
            <a:pPr marL="0" indent="0">
              <a:lnSpc>
                <a:spcPts val="2053"/>
              </a:lnSpc>
              <a:spcBef>
                <a:spcPts val="115"/>
              </a:spcBef>
              <a:buNone/>
            </a:pPr>
            <a:r>
              <a:rPr lang="en-US" b="1" spc="-13" dirty="0">
                <a:solidFill>
                  <a:srgbClr val="212121"/>
                </a:solidFill>
                <a:latin typeface="Calibri"/>
                <a:cs typeface="Calibri"/>
              </a:rPr>
              <a:t>5</a:t>
            </a:r>
            <a:r>
              <a:rPr lang="en-US" spc="-13" dirty="0">
                <a:solidFill>
                  <a:srgbClr val="212121"/>
                </a:solidFill>
                <a:latin typeface="Calibri"/>
                <a:cs typeface="Calibri"/>
              </a:rPr>
              <a:t>:</a:t>
            </a:r>
            <a:r>
              <a:rPr lang="en-US" spc="-51" dirty="0">
                <a:solidFill>
                  <a:srgbClr val="212121"/>
                </a:solidFill>
                <a:latin typeface="Calibri"/>
                <a:cs typeface="Calibri"/>
              </a:rPr>
              <a:t> </a:t>
            </a:r>
            <a:r>
              <a:rPr lang="en-US" spc="17" dirty="0">
                <a:solidFill>
                  <a:srgbClr val="212121"/>
                </a:solidFill>
                <a:latin typeface="Calibri"/>
                <a:cs typeface="Calibri"/>
              </a:rPr>
              <a:t>Use</a:t>
            </a:r>
            <a:r>
              <a:rPr lang="en-US" spc="-51" dirty="0">
                <a:solidFill>
                  <a:srgbClr val="212121"/>
                </a:solidFill>
                <a:latin typeface="Calibri"/>
                <a:cs typeface="Calibri"/>
              </a:rPr>
              <a:t> </a:t>
            </a:r>
            <a:r>
              <a:rPr lang="en-US" spc="43" dirty="0" err="1">
                <a:solidFill>
                  <a:srgbClr val="212121"/>
                </a:solidFill>
                <a:latin typeface="Calibri"/>
                <a:cs typeface="Calibri"/>
              </a:rPr>
              <a:t>JWKSource</a:t>
            </a:r>
            <a:r>
              <a:rPr lang="en-US" spc="-47" dirty="0">
                <a:solidFill>
                  <a:srgbClr val="212121"/>
                </a:solidFill>
                <a:latin typeface="Calibri"/>
                <a:cs typeface="Calibri"/>
              </a:rPr>
              <a:t> </a:t>
            </a:r>
            <a:r>
              <a:rPr lang="en-US" spc="-4" dirty="0">
                <a:solidFill>
                  <a:srgbClr val="212121"/>
                </a:solidFill>
                <a:latin typeface="Calibri"/>
                <a:cs typeface="Calibri"/>
              </a:rPr>
              <a:t>for</a:t>
            </a:r>
            <a:r>
              <a:rPr lang="en-US" spc="-51" dirty="0">
                <a:solidFill>
                  <a:srgbClr val="212121"/>
                </a:solidFill>
                <a:latin typeface="Calibri"/>
                <a:cs typeface="Calibri"/>
              </a:rPr>
              <a:t> </a:t>
            </a:r>
            <a:r>
              <a:rPr lang="en-US" spc="43" dirty="0">
                <a:solidFill>
                  <a:srgbClr val="212121"/>
                </a:solidFill>
                <a:latin typeface="Calibri"/>
                <a:cs typeface="Calibri"/>
              </a:rPr>
              <a:t>Encoding</a:t>
            </a:r>
            <a:endParaRPr lang="en-US" dirty="0">
              <a:latin typeface="Calibri"/>
              <a:cs typeface="Calibri"/>
            </a:endParaRPr>
          </a:p>
          <a:p>
            <a:pPr marL="226310" indent="0">
              <a:lnSpc>
                <a:spcPts val="1594"/>
              </a:lnSpc>
              <a:buNone/>
            </a:pPr>
            <a:r>
              <a:rPr lang="en-US" sz="1800" spc="13" dirty="0">
                <a:solidFill>
                  <a:srgbClr val="212121"/>
                </a:solidFill>
                <a:latin typeface="Courier New"/>
                <a:cs typeface="Courier New"/>
              </a:rPr>
              <a:t>return</a:t>
            </a:r>
            <a:r>
              <a:rPr lang="en-US" sz="1800" dirty="0">
                <a:solidFill>
                  <a:srgbClr val="212121"/>
                </a:solidFill>
                <a:latin typeface="Courier New"/>
                <a:cs typeface="Courier New"/>
              </a:rPr>
              <a:t> </a:t>
            </a:r>
            <a:r>
              <a:rPr lang="en-US" sz="1800" spc="13" dirty="0">
                <a:solidFill>
                  <a:srgbClr val="212121"/>
                </a:solidFill>
                <a:latin typeface="Courier New"/>
                <a:cs typeface="Courier New"/>
              </a:rPr>
              <a:t>new</a:t>
            </a:r>
            <a:r>
              <a:rPr lang="en-US" sz="1800" spc="4" dirty="0">
                <a:solidFill>
                  <a:srgbClr val="212121"/>
                </a:solidFill>
                <a:latin typeface="Courier New"/>
                <a:cs typeface="Courier New"/>
              </a:rPr>
              <a:t> </a:t>
            </a:r>
            <a:r>
              <a:rPr lang="en-US" sz="1800" spc="13" dirty="0" err="1">
                <a:solidFill>
                  <a:srgbClr val="212121"/>
                </a:solidFill>
                <a:latin typeface="Courier New"/>
                <a:cs typeface="Courier New"/>
              </a:rPr>
              <a:t>NimbusJwtEncoder</a:t>
            </a:r>
            <a:r>
              <a:rPr lang="en-US" sz="1800" spc="13" dirty="0">
                <a:solidFill>
                  <a:srgbClr val="212121"/>
                </a:solidFill>
                <a:latin typeface="Courier New"/>
                <a:cs typeface="Courier New"/>
              </a:rPr>
              <a:t>(</a:t>
            </a:r>
            <a:r>
              <a:rPr lang="en-US" sz="1800" spc="13" dirty="0" err="1">
                <a:solidFill>
                  <a:srgbClr val="212121"/>
                </a:solidFill>
                <a:latin typeface="Courier New"/>
                <a:cs typeface="Courier New"/>
              </a:rPr>
              <a:t>jwkSource</a:t>
            </a:r>
            <a:r>
              <a:rPr lang="en-US" sz="1800" spc="13" dirty="0">
                <a:solidFill>
                  <a:srgbClr val="212121"/>
                </a:solidFill>
                <a:latin typeface="Courier New"/>
                <a:cs typeface="Courier New"/>
              </a:rPr>
              <a:t>());</a:t>
            </a:r>
            <a:endParaRPr lang="en-US" sz="1800" dirty="0">
              <a:latin typeface="Courier New"/>
              <a:cs typeface="Courier New"/>
            </a:endParaRPr>
          </a:p>
          <a:p>
            <a:pPr marL="226310" indent="0">
              <a:spcBef>
                <a:spcPts val="241"/>
              </a:spcBef>
              <a:buNone/>
            </a:pPr>
            <a:r>
              <a:rPr lang="en-US" sz="1800" spc="-132" dirty="0">
                <a:solidFill>
                  <a:srgbClr val="212121"/>
                </a:solidFill>
                <a:latin typeface="Calibri"/>
                <a:cs typeface="Calibri"/>
              </a:rPr>
              <a:t>W</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21" dirty="0">
                <a:solidFill>
                  <a:srgbClr val="212121"/>
                </a:solidFill>
                <a:latin typeface="Calibri"/>
                <a:cs typeface="Calibri"/>
              </a:rPr>
              <a:t>w</a:t>
            </a:r>
            <a:r>
              <a:rPr lang="en-US" sz="1800" spc="26" dirty="0">
                <a:solidFill>
                  <a:srgbClr val="212121"/>
                </a:solidFill>
                <a:latin typeface="Calibri"/>
                <a:cs typeface="Calibri"/>
              </a:rPr>
              <a:t>i</a:t>
            </a:r>
            <a:r>
              <a:rPr lang="en-US" sz="1800" spc="43" dirty="0">
                <a:solidFill>
                  <a:srgbClr val="212121"/>
                </a:solidFill>
                <a:latin typeface="Calibri"/>
                <a:cs typeface="Calibri"/>
              </a:rPr>
              <a:t>ll</a:t>
            </a:r>
            <a:r>
              <a:rPr lang="en-US" sz="1800" spc="-34" dirty="0">
                <a:solidFill>
                  <a:srgbClr val="212121"/>
                </a:solidFill>
                <a:latin typeface="Calibri"/>
                <a:cs typeface="Calibri"/>
              </a:rPr>
              <a:t> </a:t>
            </a:r>
            <a:r>
              <a:rPr lang="en-US" sz="1800" spc="38" dirty="0">
                <a:solidFill>
                  <a:srgbClr val="212121"/>
                </a:solidFill>
                <a:latin typeface="Calibri"/>
                <a:cs typeface="Calibri"/>
              </a:rPr>
              <a:t>u</a:t>
            </a:r>
            <a:r>
              <a:rPr lang="en-US" sz="1800" spc="47" dirty="0">
                <a:solidFill>
                  <a:srgbClr val="212121"/>
                </a:solidFill>
                <a:latin typeface="Calibri"/>
                <a:cs typeface="Calibri"/>
              </a:rPr>
              <a:t>s</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9" dirty="0">
                <a:solidFill>
                  <a:srgbClr val="212121"/>
                </a:solidFill>
                <a:latin typeface="Calibri"/>
                <a:cs typeface="Calibri"/>
              </a:rPr>
              <a:t>t</a:t>
            </a:r>
            <a:r>
              <a:rPr lang="en-US" sz="1800" spc="38" dirty="0">
                <a:solidFill>
                  <a:srgbClr val="212121"/>
                </a:solidFill>
                <a:latin typeface="Calibri"/>
                <a:cs typeface="Calibri"/>
              </a:rPr>
              <a:t>h</a:t>
            </a:r>
            <a:r>
              <a:rPr lang="en-US" sz="1800" spc="26" dirty="0">
                <a:solidFill>
                  <a:srgbClr val="212121"/>
                </a:solidFill>
                <a:latin typeface="Calibri"/>
                <a:cs typeface="Calibri"/>
              </a:rPr>
              <a:t>i</a:t>
            </a:r>
            <a:r>
              <a:rPr lang="en-US" sz="1800" spc="47" dirty="0">
                <a:solidFill>
                  <a:srgbClr val="212121"/>
                </a:solidFill>
                <a:latin typeface="Calibri"/>
                <a:cs typeface="Calibri"/>
              </a:rPr>
              <a:t>s</a:t>
            </a:r>
            <a:r>
              <a:rPr lang="en-US" sz="1800" spc="-34" dirty="0">
                <a:solidFill>
                  <a:srgbClr val="212121"/>
                </a:solidFill>
                <a:latin typeface="Calibri"/>
                <a:cs typeface="Calibri"/>
              </a:rPr>
              <a:t> </a:t>
            </a:r>
            <a:r>
              <a:rPr lang="en-US" sz="1800" spc="43" dirty="0">
                <a:solidFill>
                  <a:srgbClr val="212121"/>
                </a:solidFill>
                <a:latin typeface="Calibri"/>
                <a:cs typeface="Calibri"/>
              </a:rPr>
              <a:t>l</a:t>
            </a:r>
            <a:r>
              <a:rPr lang="en-US" sz="1800" spc="55" dirty="0">
                <a:solidFill>
                  <a:srgbClr val="212121"/>
                </a:solidFill>
                <a:latin typeface="Calibri"/>
                <a:cs typeface="Calibri"/>
              </a:rPr>
              <a:t>a</a:t>
            </a:r>
            <a:r>
              <a:rPr lang="en-US" sz="1800" spc="-9" dirty="0">
                <a:solidFill>
                  <a:srgbClr val="212121"/>
                </a:solidFill>
                <a:latin typeface="Calibri"/>
                <a:cs typeface="Calibri"/>
              </a:rPr>
              <a:t>t</a:t>
            </a:r>
            <a:r>
              <a:rPr lang="en-US" sz="1800" spc="9" dirty="0">
                <a:solidFill>
                  <a:srgbClr val="212121"/>
                </a:solidFill>
                <a:latin typeface="Calibri"/>
                <a:cs typeface="Calibri"/>
              </a:rPr>
              <a:t>e</a:t>
            </a:r>
            <a:r>
              <a:rPr lang="en-US" sz="1800" spc="4" dirty="0">
                <a:solidFill>
                  <a:srgbClr val="212121"/>
                </a:solidFill>
                <a:latin typeface="Calibri"/>
                <a:cs typeface="Calibri"/>
              </a:rPr>
              <a:t>r</a:t>
            </a:r>
            <a:r>
              <a:rPr lang="en-US" sz="1800" spc="-34" dirty="0">
                <a:solidFill>
                  <a:srgbClr val="212121"/>
                </a:solidFill>
                <a:latin typeface="Calibri"/>
                <a:cs typeface="Calibri"/>
              </a:rPr>
              <a:t> </a:t>
            </a:r>
            <a:r>
              <a:rPr lang="en-US" sz="1800" spc="26" dirty="0">
                <a:solidFill>
                  <a:srgbClr val="212121"/>
                </a:solidFill>
                <a:latin typeface="Calibri"/>
                <a:cs typeface="Calibri"/>
              </a:rPr>
              <a:t>i</a:t>
            </a:r>
            <a:r>
              <a:rPr lang="en-US" sz="1800" spc="43" dirty="0">
                <a:solidFill>
                  <a:srgbClr val="212121"/>
                </a:solidFill>
                <a:latin typeface="Calibri"/>
                <a:cs typeface="Calibri"/>
              </a:rPr>
              <a:t>n</a:t>
            </a:r>
            <a:r>
              <a:rPr lang="en-US" sz="1800" spc="-34" dirty="0">
                <a:solidFill>
                  <a:srgbClr val="212121"/>
                </a:solidFill>
                <a:latin typeface="Calibri"/>
                <a:cs typeface="Calibri"/>
              </a:rPr>
              <a:t> </a:t>
            </a:r>
            <a:r>
              <a:rPr lang="en-US" sz="1800" spc="9" dirty="0">
                <a:solidFill>
                  <a:srgbClr val="212121"/>
                </a:solidFill>
                <a:latin typeface="Calibri"/>
                <a:cs typeface="Calibri"/>
              </a:rPr>
              <a:t>t</a:t>
            </a:r>
            <a:r>
              <a:rPr lang="en-US" sz="1800" spc="38" dirty="0">
                <a:solidFill>
                  <a:srgbClr val="212121"/>
                </a:solidFill>
                <a:latin typeface="Calibri"/>
                <a:cs typeface="Calibri"/>
              </a:rPr>
              <a:t>h</a:t>
            </a:r>
            <a:r>
              <a:rPr lang="en-US" sz="1800" spc="9" dirty="0">
                <a:solidFill>
                  <a:srgbClr val="212121"/>
                </a:solidFill>
                <a:latin typeface="Calibri"/>
                <a:cs typeface="Calibri"/>
              </a:rPr>
              <a:t>e</a:t>
            </a:r>
            <a:r>
              <a:rPr lang="en-US" sz="1800" spc="-34" dirty="0">
                <a:solidFill>
                  <a:srgbClr val="212121"/>
                </a:solidFill>
                <a:latin typeface="Calibri"/>
                <a:cs typeface="Calibri"/>
              </a:rPr>
              <a:t> </a:t>
            </a:r>
            <a:r>
              <a:rPr lang="en-US" sz="1800" spc="242" dirty="0">
                <a:solidFill>
                  <a:srgbClr val="212121"/>
                </a:solidFill>
                <a:latin typeface="Calibri"/>
                <a:cs typeface="Calibri"/>
              </a:rPr>
              <a:t>J</a:t>
            </a:r>
            <a:r>
              <a:rPr lang="en-US" sz="1800" spc="-132" dirty="0">
                <a:solidFill>
                  <a:srgbClr val="212121"/>
                </a:solidFill>
                <a:latin typeface="Calibri"/>
                <a:cs typeface="Calibri"/>
              </a:rPr>
              <a:t>W</a:t>
            </a:r>
            <a:r>
              <a:rPr lang="en-US" sz="1800" spc="81" dirty="0">
                <a:solidFill>
                  <a:srgbClr val="212121"/>
                </a:solidFill>
                <a:latin typeface="Calibri"/>
                <a:cs typeface="Calibri"/>
              </a:rPr>
              <a:t>T</a:t>
            </a:r>
            <a:r>
              <a:rPr lang="en-US" sz="1800" spc="-34" dirty="0">
                <a:solidFill>
                  <a:srgbClr val="212121"/>
                </a:solidFill>
                <a:latin typeface="Calibri"/>
                <a:cs typeface="Calibri"/>
              </a:rPr>
              <a:t> </a:t>
            </a:r>
            <a:r>
              <a:rPr lang="en-US" sz="1800" spc="51" dirty="0">
                <a:solidFill>
                  <a:srgbClr val="212121"/>
                </a:solidFill>
                <a:latin typeface="Calibri"/>
                <a:cs typeface="Calibri"/>
              </a:rPr>
              <a:t>R</a:t>
            </a:r>
            <a:r>
              <a:rPr lang="en-US" sz="1800" spc="9" dirty="0">
                <a:solidFill>
                  <a:srgbClr val="212121"/>
                </a:solidFill>
                <a:latin typeface="Calibri"/>
                <a:cs typeface="Calibri"/>
              </a:rPr>
              <a:t>e</a:t>
            </a:r>
            <a:r>
              <a:rPr lang="en-US" sz="1800" spc="47" dirty="0">
                <a:solidFill>
                  <a:srgbClr val="212121"/>
                </a:solidFill>
                <a:latin typeface="Calibri"/>
                <a:cs typeface="Calibri"/>
              </a:rPr>
              <a:t>s</a:t>
            </a:r>
            <a:r>
              <a:rPr lang="en-US" sz="1800" spc="34" dirty="0">
                <a:solidFill>
                  <a:srgbClr val="212121"/>
                </a:solidFill>
                <a:latin typeface="Calibri"/>
                <a:cs typeface="Calibri"/>
              </a:rPr>
              <a:t>o</a:t>
            </a:r>
            <a:r>
              <a:rPr lang="en-US" sz="1800" spc="38" dirty="0">
                <a:solidFill>
                  <a:srgbClr val="212121"/>
                </a:solidFill>
                <a:latin typeface="Calibri"/>
                <a:cs typeface="Calibri"/>
              </a:rPr>
              <a:t>u</a:t>
            </a:r>
            <a:r>
              <a:rPr lang="en-US" sz="1800" spc="-13" dirty="0">
                <a:solidFill>
                  <a:srgbClr val="212121"/>
                </a:solidFill>
                <a:latin typeface="Calibri"/>
                <a:cs typeface="Calibri"/>
              </a:rPr>
              <a:t>r</a:t>
            </a:r>
            <a:r>
              <a:rPr lang="en-US" sz="1800" spc="21" dirty="0">
                <a:solidFill>
                  <a:srgbClr val="212121"/>
                </a:solidFill>
                <a:latin typeface="Calibri"/>
                <a:cs typeface="Calibri"/>
              </a:rPr>
              <a:t>c</a:t>
            </a:r>
            <a:r>
              <a:rPr lang="en-US" sz="1800" spc="9" dirty="0">
                <a:solidFill>
                  <a:srgbClr val="212121"/>
                </a:solidFill>
                <a:latin typeface="Calibri"/>
                <a:cs typeface="Calibri"/>
              </a:rPr>
              <a:t>e</a:t>
            </a:r>
            <a:endParaRPr lang="en-US" sz="1800" dirty="0">
              <a:latin typeface="Calibri"/>
              <a:cs typeface="Calibri"/>
            </a:endParaRPr>
          </a:p>
          <a:p>
            <a:endParaRPr lang="en-US" dirty="0"/>
          </a:p>
        </p:txBody>
      </p:sp>
      <p:sp>
        <p:nvSpPr>
          <p:cNvPr id="3" name="Title 2">
            <a:extLst>
              <a:ext uri="{FF2B5EF4-FFF2-40B4-BE49-F238E27FC236}">
                <a16:creationId xmlns:a16="http://schemas.microsoft.com/office/drawing/2014/main" id="{3321C6F3-AA2F-A9E9-81B8-326DEBF8AB05}"/>
              </a:ext>
            </a:extLst>
          </p:cNvPr>
          <p:cNvSpPr>
            <a:spLocks noGrp="1"/>
          </p:cNvSpPr>
          <p:nvPr>
            <p:ph type="title"/>
          </p:nvPr>
        </p:nvSpPr>
        <p:spPr/>
        <p:txBody>
          <a:bodyPr/>
          <a:lstStyle/>
          <a:p>
            <a:r>
              <a:rPr lang="en-US" sz="3600" spc="38" dirty="0">
                <a:solidFill>
                  <a:schemeClr val="bg2"/>
                </a:solidFill>
              </a:rPr>
              <a:t>Getting</a:t>
            </a:r>
            <a:r>
              <a:rPr lang="en-US" sz="3600" spc="-68" dirty="0">
                <a:solidFill>
                  <a:schemeClr val="bg2"/>
                </a:solidFill>
              </a:rPr>
              <a:t> </a:t>
            </a:r>
            <a:r>
              <a:rPr lang="en-US" sz="3600" spc="68" dirty="0">
                <a:solidFill>
                  <a:schemeClr val="bg2"/>
                </a:solidFill>
              </a:rPr>
              <a:t>Started</a:t>
            </a:r>
            <a:r>
              <a:rPr lang="en-US" sz="3600" spc="-64" dirty="0">
                <a:solidFill>
                  <a:schemeClr val="bg2"/>
                </a:solidFill>
              </a:rPr>
              <a:t> </a:t>
            </a:r>
            <a:r>
              <a:rPr lang="en-US" sz="3600" spc="43" dirty="0">
                <a:solidFill>
                  <a:schemeClr val="bg2"/>
                </a:solidFill>
              </a:rPr>
              <a:t>with</a:t>
            </a:r>
            <a:r>
              <a:rPr lang="en-US" sz="3600" spc="-64" dirty="0">
                <a:solidFill>
                  <a:schemeClr val="bg2"/>
                </a:solidFill>
              </a:rPr>
              <a:t> </a:t>
            </a:r>
            <a:r>
              <a:rPr lang="en-US" sz="3600" spc="111" dirty="0">
                <a:solidFill>
                  <a:schemeClr val="bg2"/>
                </a:solidFill>
              </a:rPr>
              <a:t>JWT</a:t>
            </a:r>
            <a:r>
              <a:rPr lang="en-US" sz="3600" spc="-68" dirty="0">
                <a:solidFill>
                  <a:schemeClr val="bg2"/>
                </a:solidFill>
              </a:rPr>
              <a:t> </a:t>
            </a:r>
            <a:r>
              <a:rPr lang="en-US" sz="3600" spc="77" dirty="0">
                <a:solidFill>
                  <a:schemeClr val="bg2"/>
                </a:solidFill>
              </a:rPr>
              <a:t>Security</a:t>
            </a:r>
            <a:r>
              <a:rPr lang="en-US" sz="3600" spc="-64" dirty="0">
                <a:solidFill>
                  <a:schemeClr val="bg2"/>
                </a:solidFill>
              </a:rPr>
              <a:t> </a:t>
            </a:r>
            <a:r>
              <a:rPr lang="en-US" sz="3600" spc="60" dirty="0">
                <a:solidFill>
                  <a:schemeClr val="bg2"/>
                </a:solidFill>
              </a:rPr>
              <a:t>Configuration</a:t>
            </a:r>
            <a:endParaRPr lang="en-US" sz="3600" dirty="0">
              <a:solidFill>
                <a:schemeClr val="bg2"/>
              </a:solidFill>
            </a:endParaRPr>
          </a:p>
        </p:txBody>
      </p:sp>
    </p:spTree>
    <p:extLst>
      <p:ext uri="{BB962C8B-B14F-4D97-AF65-F5344CB8AC3E}">
        <p14:creationId xmlns:p14="http://schemas.microsoft.com/office/powerpoint/2010/main" val="1944865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88F992-B2C9-1A24-1023-26265B57A32D}"/>
              </a:ext>
            </a:extLst>
          </p:cNvPr>
          <p:cNvSpPr>
            <a:spLocks noGrp="1"/>
          </p:cNvSpPr>
          <p:nvPr>
            <p:ph type="body" idx="1"/>
          </p:nvPr>
        </p:nvSpPr>
        <p:spPr>
          <a:xfrm>
            <a:off x="622300" y="1175501"/>
            <a:ext cx="10947400" cy="4634799"/>
          </a:xfrm>
        </p:spPr>
        <p:txBody>
          <a:bodyPr/>
          <a:lstStyle/>
          <a:p>
            <a:pPr marL="0" marR="4319" indent="0">
              <a:lnSpc>
                <a:spcPct val="103400"/>
              </a:lnSpc>
              <a:spcBef>
                <a:spcPts val="64"/>
              </a:spcBef>
              <a:buNone/>
            </a:pPr>
            <a:r>
              <a:rPr lang="en-US" sz="3200" b="1" spc="17" dirty="0">
                <a:solidFill>
                  <a:srgbClr val="00B0E7"/>
                </a:solidFill>
                <a:latin typeface="Courier New"/>
                <a:cs typeface="Courier New"/>
              </a:rPr>
              <a:t>username</a:t>
            </a:r>
            <a:r>
              <a:rPr lang="en-US" sz="3200" b="1" spc="13" dirty="0">
                <a:solidFill>
                  <a:srgbClr val="00B0E7"/>
                </a:solidFill>
                <a:latin typeface="Courier New"/>
                <a:cs typeface="Courier New"/>
              </a:rPr>
              <a:t>:</a:t>
            </a:r>
            <a:r>
              <a:rPr lang="en-US" sz="3200" b="1" spc="17" dirty="0">
                <a:solidFill>
                  <a:srgbClr val="A21515"/>
                </a:solidFill>
                <a:latin typeface="Courier New"/>
                <a:cs typeface="Courier New"/>
              </a:rPr>
              <a:t>"in28minutes</a:t>
            </a:r>
            <a:r>
              <a:rPr lang="en-US" sz="3200" b="1" spc="13" dirty="0">
                <a:solidFill>
                  <a:srgbClr val="A21515"/>
                </a:solidFill>
                <a:latin typeface="Courier New"/>
                <a:cs typeface="Courier New"/>
              </a:rPr>
              <a:t>"</a:t>
            </a:r>
            <a:r>
              <a:rPr lang="en-US" sz="3200" b="1" spc="17" dirty="0">
                <a:latin typeface="Courier New"/>
                <a:cs typeface="Courier New"/>
              </a:rPr>
              <a:t>,  </a:t>
            </a:r>
            <a:r>
              <a:rPr lang="en-US" sz="3200" b="1" spc="17" dirty="0" err="1">
                <a:solidFill>
                  <a:srgbClr val="00B0E7"/>
                </a:solidFill>
                <a:latin typeface="Courier New"/>
                <a:cs typeface="Courier New"/>
              </a:rPr>
              <a:t>password:</a:t>
            </a:r>
            <a:r>
              <a:rPr lang="en-US" sz="3200" b="1" spc="17" dirty="0" err="1">
                <a:solidFill>
                  <a:srgbClr val="A21515"/>
                </a:solidFill>
                <a:latin typeface="Courier New"/>
                <a:cs typeface="Courier New"/>
              </a:rPr>
              <a:t>"dummy</a:t>
            </a:r>
            <a:r>
              <a:rPr lang="en-US" sz="3200" b="1" spc="17" dirty="0">
                <a:solidFill>
                  <a:srgbClr val="A21515"/>
                </a:solidFill>
                <a:latin typeface="Courier New"/>
                <a:cs typeface="Courier New"/>
              </a:rPr>
              <a:t>"</a:t>
            </a:r>
            <a:endParaRPr lang="en-US" sz="3600" b="1" dirty="0">
              <a:latin typeface="Courier New"/>
              <a:cs typeface="Courier New"/>
            </a:endParaRPr>
          </a:p>
          <a:p>
            <a:pPr marL="0" indent="0">
              <a:spcBef>
                <a:spcPts val="4"/>
              </a:spcBef>
              <a:buNone/>
            </a:pPr>
            <a:r>
              <a:rPr lang="en-US" sz="3200" b="1" spc="17" dirty="0">
                <a:latin typeface="Courier New"/>
                <a:cs typeface="Courier New"/>
              </a:rPr>
              <a:t>Response</a:t>
            </a:r>
            <a:endParaRPr lang="en-US" sz="3200" b="1" dirty="0">
              <a:latin typeface="Courier New"/>
              <a:cs typeface="Courier New"/>
            </a:endParaRPr>
          </a:p>
          <a:p>
            <a:pPr marL="0" indent="0">
              <a:spcBef>
                <a:spcPts val="51"/>
              </a:spcBef>
              <a:buNone/>
            </a:pPr>
            <a:r>
              <a:rPr lang="en-US" sz="3200" b="1" spc="17" dirty="0">
                <a:latin typeface="Courier New"/>
                <a:cs typeface="Courier New"/>
              </a:rPr>
              <a:t>{</a:t>
            </a:r>
            <a:endParaRPr lang="en-US" sz="3200" b="1" dirty="0">
              <a:latin typeface="Courier New"/>
              <a:cs typeface="Courier New"/>
            </a:endParaRPr>
          </a:p>
          <a:p>
            <a:pPr marL="0" indent="0">
              <a:spcBef>
                <a:spcPts val="51"/>
              </a:spcBef>
              <a:buNone/>
            </a:pPr>
            <a:r>
              <a:rPr lang="en-US" sz="3200" b="1" spc="13" dirty="0">
                <a:solidFill>
                  <a:srgbClr val="A21515"/>
                </a:solidFill>
                <a:latin typeface="Courier New"/>
                <a:cs typeface="Courier New"/>
              </a:rPr>
              <a:t>"token"</a:t>
            </a:r>
            <a:r>
              <a:rPr lang="en-US" sz="3200" b="1" spc="13" dirty="0">
                <a:latin typeface="Courier New"/>
                <a:cs typeface="Courier New"/>
              </a:rPr>
              <a:t>:</a:t>
            </a:r>
            <a:r>
              <a:rPr lang="en-US" sz="3200" b="1" spc="-13" dirty="0">
                <a:latin typeface="Courier New"/>
                <a:cs typeface="Courier New"/>
              </a:rPr>
              <a:t> </a:t>
            </a:r>
            <a:r>
              <a:rPr lang="en-US" sz="3200" b="1" spc="17" dirty="0">
                <a:solidFill>
                  <a:srgbClr val="A21515"/>
                </a:solidFill>
                <a:latin typeface="Courier New"/>
                <a:cs typeface="Courier New"/>
              </a:rPr>
              <a:t>"TOKEN_VALUE"</a:t>
            </a:r>
            <a:endParaRPr lang="en-US" sz="3200" b="1" dirty="0">
              <a:latin typeface="Courier New"/>
              <a:cs typeface="Courier New"/>
            </a:endParaRPr>
          </a:p>
          <a:p>
            <a:pPr marL="0" indent="0">
              <a:spcBef>
                <a:spcPts val="51"/>
              </a:spcBef>
              <a:buNone/>
            </a:pPr>
            <a:r>
              <a:rPr lang="en-US" sz="3200" b="1" spc="17" dirty="0">
                <a:latin typeface="Courier New"/>
                <a:cs typeface="Courier New"/>
              </a:rPr>
              <a:t>}</a:t>
            </a:r>
            <a:endParaRPr lang="en-US" sz="3200" b="1" dirty="0">
              <a:latin typeface="Courier New"/>
              <a:cs typeface="Courier New"/>
            </a:endParaRPr>
          </a:p>
          <a:p>
            <a:pPr marL="10798">
              <a:spcBef>
                <a:spcPts val="85"/>
              </a:spcBef>
            </a:pPr>
            <a:r>
              <a:rPr lang="en-US" sz="3200" spc="51" dirty="0">
                <a:solidFill>
                  <a:srgbClr val="212121"/>
                </a:solidFill>
                <a:latin typeface="Calibri"/>
                <a:cs typeface="Calibri"/>
              </a:rPr>
              <a:t>Step</a:t>
            </a:r>
            <a:r>
              <a:rPr lang="en-US" sz="3200" spc="-64" dirty="0">
                <a:solidFill>
                  <a:srgbClr val="212121"/>
                </a:solidFill>
                <a:latin typeface="Calibri"/>
                <a:cs typeface="Calibri"/>
              </a:rPr>
              <a:t> </a:t>
            </a:r>
            <a:r>
              <a:rPr lang="en-US" sz="3200" spc="-34" dirty="0">
                <a:solidFill>
                  <a:srgbClr val="212121"/>
                </a:solidFill>
                <a:latin typeface="Calibri"/>
                <a:cs typeface="Calibri"/>
              </a:rPr>
              <a:t>1:</a:t>
            </a:r>
            <a:r>
              <a:rPr lang="en-US" sz="3200" spc="-60" dirty="0">
                <a:solidFill>
                  <a:srgbClr val="212121"/>
                </a:solidFill>
                <a:latin typeface="Calibri"/>
                <a:cs typeface="Calibri"/>
              </a:rPr>
              <a:t> </a:t>
            </a:r>
            <a:r>
              <a:rPr lang="en-US" sz="3200" spc="17" dirty="0">
                <a:solidFill>
                  <a:srgbClr val="212121"/>
                </a:solidFill>
                <a:latin typeface="Calibri"/>
                <a:cs typeface="Calibri"/>
              </a:rPr>
              <a:t>Use</a:t>
            </a:r>
            <a:r>
              <a:rPr lang="en-US" sz="3200" spc="-60" dirty="0">
                <a:solidFill>
                  <a:srgbClr val="212121"/>
                </a:solidFill>
                <a:latin typeface="Calibri"/>
                <a:cs typeface="Calibri"/>
              </a:rPr>
              <a:t> </a:t>
            </a:r>
            <a:r>
              <a:rPr lang="en-US" sz="3200" spc="68" dirty="0">
                <a:solidFill>
                  <a:srgbClr val="212121"/>
                </a:solidFill>
                <a:latin typeface="Calibri"/>
                <a:cs typeface="Calibri"/>
              </a:rPr>
              <a:t>Basic</a:t>
            </a:r>
            <a:r>
              <a:rPr lang="en-US" sz="3200" spc="-64" dirty="0">
                <a:solidFill>
                  <a:srgbClr val="212121"/>
                </a:solidFill>
                <a:latin typeface="Calibri"/>
                <a:cs typeface="Calibri"/>
              </a:rPr>
              <a:t> </a:t>
            </a:r>
            <a:r>
              <a:rPr lang="en-US" sz="3200" spc="-4" dirty="0">
                <a:solidFill>
                  <a:srgbClr val="212121"/>
                </a:solidFill>
                <a:latin typeface="Calibri"/>
                <a:cs typeface="Calibri"/>
              </a:rPr>
              <a:t>Auth</a:t>
            </a:r>
            <a:r>
              <a:rPr lang="en-US" sz="3200" spc="-60" dirty="0">
                <a:solidFill>
                  <a:srgbClr val="212121"/>
                </a:solidFill>
                <a:latin typeface="Calibri"/>
                <a:cs typeface="Calibri"/>
              </a:rPr>
              <a:t> </a:t>
            </a:r>
            <a:r>
              <a:rPr lang="en-US" sz="3200" spc="-13" dirty="0">
                <a:solidFill>
                  <a:srgbClr val="212121"/>
                </a:solidFill>
                <a:latin typeface="Calibri"/>
                <a:cs typeface="Calibri"/>
              </a:rPr>
              <a:t>for</a:t>
            </a:r>
            <a:r>
              <a:rPr lang="en-US" sz="3200" spc="-60" dirty="0">
                <a:solidFill>
                  <a:srgbClr val="212121"/>
                </a:solidFill>
                <a:latin typeface="Calibri"/>
                <a:cs typeface="Calibri"/>
              </a:rPr>
              <a:t> </a:t>
            </a:r>
            <a:r>
              <a:rPr lang="en-US" sz="3200" spc="26" dirty="0">
                <a:solidFill>
                  <a:srgbClr val="212121"/>
                </a:solidFill>
                <a:latin typeface="Calibri"/>
                <a:cs typeface="Calibri"/>
              </a:rPr>
              <a:t>getting</a:t>
            </a:r>
            <a:r>
              <a:rPr lang="en-US" sz="3200" spc="-64" dirty="0">
                <a:solidFill>
                  <a:srgbClr val="212121"/>
                </a:solidFill>
                <a:latin typeface="Calibri"/>
                <a:cs typeface="Calibri"/>
              </a:rPr>
              <a:t> </a:t>
            </a:r>
            <a:r>
              <a:rPr lang="en-US" sz="3200" spc="13" dirty="0">
                <a:solidFill>
                  <a:srgbClr val="212121"/>
                </a:solidFill>
                <a:latin typeface="Calibri"/>
                <a:cs typeface="Calibri"/>
              </a:rPr>
              <a:t>the</a:t>
            </a:r>
            <a:r>
              <a:rPr lang="en-US" sz="3200" spc="-60" dirty="0">
                <a:solidFill>
                  <a:srgbClr val="212121"/>
                </a:solidFill>
                <a:latin typeface="Calibri"/>
                <a:cs typeface="Calibri"/>
              </a:rPr>
              <a:t> </a:t>
            </a:r>
            <a:r>
              <a:rPr lang="en-US" sz="3200" spc="77" dirty="0">
                <a:solidFill>
                  <a:srgbClr val="212121"/>
                </a:solidFill>
                <a:latin typeface="Calibri"/>
                <a:cs typeface="Calibri"/>
              </a:rPr>
              <a:t>JWT</a:t>
            </a:r>
            <a:r>
              <a:rPr lang="en-US" sz="3200" spc="-60" dirty="0">
                <a:solidFill>
                  <a:srgbClr val="212121"/>
                </a:solidFill>
                <a:latin typeface="Calibri"/>
                <a:cs typeface="Calibri"/>
              </a:rPr>
              <a:t> </a:t>
            </a:r>
            <a:r>
              <a:rPr lang="en-US" sz="3200" spc="17" dirty="0">
                <a:solidFill>
                  <a:srgbClr val="212121"/>
                </a:solidFill>
                <a:latin typeface="Calibri"/>
                <a:cs typeface="Calibri"/>
              </a:rPr>
              <a:t>Token</a:t>
            </a:r>
            <a:endParaRPr lang="en-US" sz="3200" dirty="0">
              <a:latin typeface="Calibri"/>
              <a:cs typeface="Calibri"/>
            </a:endParaRPr>
          </a:p>
          <a:p>
            <a:pPr marL="10798">
              <a:spcBef>
                <a:spcPts val="51"/>
              </a:spcBef>
            </a:pPr>
            <a:r>
              <a:rPr lang="en-US" sz="3200" spc="51" dirty="0">
                <a:solidFill>
                  <a:srgbClr val="212121"/>
                </a:solidFill>
                <a:latin typeface="Calibri"/>
                <a:cs typeface="Calibri"/>
              </a:rPr>
              <a:t>Step</a:t>
            </a:r>
            <a:r>
              <a:rPr lang="en-US" sz="3200" spc="-60" dirty="0">
                <a:solidFill>
                  <a:srgbClr val="212121"/>
                </a:solidFill>
                <a:latin typeface="Calibri"/>
                <a:cs typeface="Calibri"/>
              </a:rPr>
              <a:t> </a:t>
            </a:r>
            <a:r>
              <a:rPr lang="en-US" sz="3200" spc="-4" dirty="0">
                <a:solidFill>
                  <a:srgbClr val="212121"/>
                </a:solidFill>
                <a:latin typeface="Calibri"/>
                <a:cs typeface="Calibri"/>
              </a:rPr>
              <a:t>2-n:</a:t>
            </a:r>
            <a:r>
              <a:rPr lang="en-US" sz="3200" spc="-55" dirty="0">
                <a:solidFill>
                  <a:srgbClr val="212121"/>
                </a:solidFill>
                <a:latin typeface="Calibri"/>
                <a:cs typeface="Calibri"/>
              </a:rPr>
              <a:t> </a:t>
            </a:r>
            <a:r>
              <a:rPr lang="en-US" sz="3200" spc="17" dirty="0">
                <a:solidFill>
                  <a:srgbClr val="212121"/>
                </a:solidFill>
                <a:latin typeface="Calibri"/>
                <a:cs typeface="Calibri"/>
              </a:rPr>
              <a:t>Use</a:t>
            </a:r>
            <a:r>
              <a:rPr lang="en-US" sz="3200" spc="-60" dirty="0">
                <a:solidFill>
                  <a:srgbClr val="212121"/>
                </a:solidFill>
                <a:latin typeface="Calibri"/>
                <a:cs typeface="Calibri"/>
              </a:rPr>
              <a:t> </a:t>
            </a:r>
            <a:r>
              <a:rPr lang="en-US" sz="3200" spc="77" dirty="0">
                <a:solidFill>
                  <a:srgbClr val="212121"/>
                </a:solidFill>
                <a:latin typeface="Calibri"/>
                <a:cs typeface="Calibri"/>
              </a:rPr>
              <a:t>JWT</a:t>
            </a:r>
            <a:r>
              <a:rPr lang="en-US" sz="3200" spc="-55" dirty="0">
                <a:solidFill>
                  <a:srgbClr val="212121"/>
                </a:solidFill>
                <a:latin typeface="Calibri"/>
                <a:cs typeface="Calibri"/>
              </a:rPr>
              <a:t> </a:t>
            </a:r>
            <a:r>
              <a:rPr lang="en-US" sz="3200" spc="21" dirty="0">
                <a:solidFill>
                  <a:srgbClr val="212121"/>
                </a:solidFill>
                <a:latin typeface="Calibri"/>
                <a:cs typeface="Calibri"/>
              </a:rPr>
              <a:t>token</a:t>
            </a:r>
            <a:r>
              <a:rPr lang="en-US" sz="3200" spc="-55" dirty="0">
                <a:solidFill>
                  <a:srgbClr val="212121"/>
                </a:solidFill>
                <a:latin typeface="Calibri"/>
                <a:cs typeface="Calibri"/>
              </a:rPr>
              <a:t> </a:t>
            </a:r>
            <a:r>
              <a:rPr lang="en-US" sz="3200" spc="68" dirty="0">
                <a:solidFill>
                  <a:srgbClr val="212121"/>
                </a:solidFill>
                <a:latin typeface="Calibri"/>
                <a:cs typeface="Calibri"/>
              </a:rPr>
              <a:t>as</a:t>
            </a:r>
            <a:r>
              <a:rPr lang="en-US" sz="3200" spc="-60" dirty="0">
                <a:solidFill>
                  <a:srgbClr val="212121"/>
                </a:solidFill>
                <a:latin typeface="Calibri"/>
                <a:cs typeface="Calibri"/>
              </a:rPr>
              <a:t> </a:t>
            </a:r>
            <a:r>
              <a:rPr lang="en-US" sz="3200" spc="13" dirty="0">
                <a:solidFill>
                  <a:srgbClr val="212121"/>
                </a:solidFill>
                <a:latin typeface="Calibri"/>
                <a:cs typeface="Calibri"/>
              </a:rPr>
              <a:t>Bearer</a:t>
            </a:r>
            <a:r>
              <a:rPr lang="en-US" sz="3200" spc="-55" dirty="0">
                <a:solidFill>
                  <a:srgbClr val="212121"/>
                </a:solidFill>
                <a:latin typeface="Calibri"/>
                <a:cs typeface="Calibri"/>
              </a:rPr>
              <a:t> </a:t>
            </a:r>
            <a:r>
              <a:rPr lang="en-US" sz="3200" spc="17" dirty="0">
                <a:solidFill>
                  <a:srgbClr val="212121"/>
                </a:solidFill>
                <a:latin typeface="Calibri"/>
                <a:cs typeface="Calibri"/>
              </a:rPr>
              <a:t>Token</a:t>
            </a:r>
            <a:r>
              <a:rPr lang="en-US" sz="3200" spc="-55" dirty="0">
                <a:solidFill>
                  <a:srgbClr val="212121"/>
                </a:solidFill>
                <a:latin typeface="Calibri"/>
                <a:cs typeface="Calibri"/>
              </a:rPr>
              <a:t> </a:t>
            </a:r>
            <a:r>
              <a:rPr lang="en-US" sz="3200" spc="-13" dirty="0">
                <a:solidFill>
                  <a:srgbClr val="212121"/>
                </a:solidFill>
                <a:latin typeface="Calibri"/>
                <a:cs typeface="Calibri"/>
              </a:rPr>
              <a:t>for</a:t>
            </a:r>
            <a:r>
              <a:rPr lang="en-US" sz="3200" spc="-60" dirty="0">
                <a:solidFill>
                  <a:srgbClr val="212121"/>
                </a:solidFill>
                <a:latin typeface="Calibri"/>
                <a:cs typeface="Calibri"/>
              </a:rPr>
              <a:t> </a:t>
            </a:r>
            <a:r>
              <a:rPr lang="en-US" sz="3200" spc="38" dirty="0">
                <a:solidFill>
                  <a:srgbClr val="212121"/>
                </a:solidFill>
                <a:latin typeface="Calibri"/>
                <a:cs typeface="Calibri"/>
              </a:rPr>
              <a:t>authenticating</a:t>
            </a:r>
            <a:r>
              <a:rPr lang="en-US" sz="3200" spc="-55" dirty="0">
                <a:solidFill>
                  <a:srgbClr val="212121"/>
                </a:solidFill>
                <a:latin typeface="Calibri"/>
                <a:cs typeface="Calibri"/>
              </a:rPr>
              <a:t> </a:t>
            </a:r>
            <a:r>
              <a:rPr lang="en-US" sz="3200" spc="21" dirty="0">
                <a:solidFill>
                  <a:srgbClr val="212121"/>
                </a:solidFill>
                <a:latin typeface="Calibri"/>
                <a:cs typeface="Calibri"/>
              </a:rPr>
              <a:t>requests</a:t>
            </a:r>
            <a:endParaRPr lang="en-US" sz="3200" dirty="0">
              <a:latin typeface="Calibri"/>
              <a:cs typeface="Calibri"/>
            </a:endParaRPr>
          </a:p>
          <a:p>
            <a:endParaRPr lang="en-US" dirty="0"/>
          </a:p>
        </p:txBody>
      </p:sp>
      <p:sp>
        <p:nvSpPr>
          <p:cNvPr id="3" name="Title 2">
            <a:extLst>
              <a:ext uri="{FF2B5EF4-FFF2-40B4-BE49-F238E27FC236}">
                <a16:creationId xmlns:a16="http://schemas.microsoft.com/office/drawing/2014/main" id="{7A83DE8A-AECE-12D0-D990-EDA2900C8FC9}"/>
              </a:ext>
            </a:extLst>
          </p:cNvPr>
          <p:cNvSpPr>
            <a:spLocks noGrp="1"/>
          </p:cNvSpPr>
          <p:nvPr>
            <p:ph type="title"/>
          </p:nvPr>
        </p:nvSpPr>
        <p:spPr/>
        <p:txBody>
          <a:bodyPr/>
          <a:lstStyle/>
          <a:p>
            <a:r>
              <a:rPr lang="en-US" sz="4400" spc="38" dirty="0">
                <a:solidFill>
                  <a:schemeClr val="bg2"/>
                </a:solidFill>
              </a:rPr>
              <a:t>Getting</a:t>
            </a:r>
            <a:r>
              <a:rPr lang="en-US" sz="4400" spc="-72" dirty="0">
                <a:solidFill>
                  <a:schemeClr val="bg2"/>
                </a:solidFill>
              </a:rPr>
              <a:t> </a:t>
            </a:r>
            <a:r>
              <a:rPr lang="en-US" sz="4400" spc="68" dirty="0">
                <a:solidFill>
                  <a:schemeClr val="bg2"/>
                </a:solidFill>
              </a:rPr>
              <a:t>Started</a:t>
            </a:r>
            <a:r>
              <a:rPr lang="en-US" sz="4400" spc="-72" dirty="0">
                <a:solidFill>
                  <a:schemeClr val="bg2"/>
                </a:solidFill>
              </a:rPr>
              <a:t> </a:t>
            </a:r>
            <a:r>
              <a:rPr lang="en-US" sz="4400" spc="43" dirty="0">
                <a:solidFill>
                  <a:schemeClr val="bg2"/>
                </a:solidFill>
              </a:rPr>
              <a:t>with</a:t>
            </a:r>
            <a:r>
              <a:rPr lang="en-US" sz="4400" spc="-68" dirty="0">
                <a:solidFill>
                  <a:schemeClr val="bg2"/>
                </a:solidFill>
              </a:rPr>
              <a:t> </a:t>
            </a:r>
            <a:r>
              <a:rPr lang="en-US" sz="4400" spc="111" dirty="0">
                <a:solidFill>
                  <a:schemeClr val="bg2"/>
                </a:solidFill>
              </a:rPr>
              <a:t>JWT</a:t>
            </a:r>
            <a:r>
              <a:rPr lang="en-US" sz="4400" spc="-72" dirty="0">
                <a:solidFill>
                  <a:schemeClr val="bg2"/>
                </a:solidFill>
              </a:rPr>
              <a:t> </a:t>
            </a:r>
            <a:r>
              <a:rPr lang="en-US" sz="4400" spc="47" dirty="0">
                <a:solidFill>
                  <a:schemeClr val="bg2"/>
                </a:solidFill>
              </a:rPr>
              <a:t>Resource</a:t>
            </a:r>
            <a:endParaRPr lang="en-US" dirty="0">
              <a:solidFill>
                <a:schemeClr val="bg2"/>
              </a:solidFill>
            </a:endParaRPr>
          </a:p>
        </p:txBody>
      </p:sp>
    </p:spTree>
    <p:extLst>
      <p:ext uri="{BB962C8B-B14F-4D97-AF65-F5344CB8AC3E}">
        <p14:creationId xmlns:p14="http://schemas.microsoft.com/office/powerpoint/2010/main" val="1405260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FCCA05-8AC2-216E-2301-AFDE2F4197C0}"/>
              </a:ext>
            </a:extLst>
          </p:cNvPr>
          <p:cNvSpPr>
            <a:spLocks noGrp="1"/>
          </p:cNvSpPr>
          <p:nvPr>
            <p:ph type="body" idx="1"/>
          </p:nvPr>
        </p:nvSpPr>
        <p:spPr>
          <a:xfrm>
            <a:off x="622300" y="1160003"/>
            <a:ext cx="9265619" cy="5104030"/>
          </a:xfrm>
        </p:spPr>
        <p:txBody>
          <a:bodyPr/>
          <a:lstStyle/>
          <a:p>
            <a:pPr marL="0" marR="4319" indent="0">
              <a:lnSpc>
                <a:spcPts val="2296"/>
              </a:lnSpc>
              <a:spcBef>
                <a:spcPts val="544"/>
              </a:spcBef>
              <a:buNone/>
              <a:tabLst>
                <a:tab pos="1945717" algn="l"/>
                <a:tab pos="2261005" algn="l"/>
                <a:tab pos="3006575" algn="l"/>
                <a:tab pos="3399605" algn="l"/>
                <a:tab pos="4027482" algn="l"/>
                <a:tab pos="4392439" algn="l"/>
                <a:tab pos="4916120" algn="l"/>
                <a:tab pos="5833910" algn="l"/>
                <a:tab pos="6954696" algn="l"/>
              </a:tabLst>
            </a:pPr>
            <a:r>
              <a:rPr lang="en-US" sz="3200" spc="-97" dirty="0">
                <a:solidFill>
                  <a:srgbClr val="212121"/>
                </a:solidFill>
                <a:latin typeface="Calibri"/>
                <a:cs typeface="Calibri"/>
              </a:rPr>
              <a:t>A</a:t>
            </a:r>
            <a:r>
              <a:rPr lang="en-US" sz="3200" spc="30" dirty="0">
                <a:solidFill>
                  <a:srgbClr val="212121"/>
                </a:solidFill>
                <a:latin typeface="Calibri"/>
                <a:cs typeface="Calibri"/>
              </a:rPr>
              <a:t>uthenti</a:t>
            </a:r>
            <a:r>
              <a:rPr lang="en-US" sz="3200" spc="4" dirty="0">
                <a:solidFill>
                  <a:srgbClr val="212121"/>
                </a:solidFill>
                <a:latin typeface="Calibri"/>
                <a:cs typeface="Calibri"/>
              </a:rPr>
              <a:t>c</a:t>
            </a:r>
            <a:r>
              <a:rPr lang="en-US" sz="3200" spc="38" dirty="0">
                <a:solidFill>
                  <a:srgbClr val="212121"/>
                </a:solidFill>
                <a:latin typeface="Calibri"/>
                <a:cs typeface="Calibri"/>
              </a:rPr>
              <a:t>ation</a:t>
            </a:r>
            <a:r>
              <a:rPr lang="en-US" sz="3200" dirty="0">
                <a:solidFill>
                  <a:srgbClr val="212121"/>
                </a:solidFill>
                <a:latin typeface="Calibri"/>
                <a:cs typeface="Calibri"/>
              </a:rPr>
              <a:t>	</a:t>
            </a:r>
            <a:r>
              <a:rPr lang="en-US" sz="3200" spc="47" dirty="0">
                <a:solidFill>
                  <a:srgbClr val="212121"/>
                </a:solidFill>
                <a:latin typeface="Calibri"/>
                <a:cs typeface="Calibri"/>
              </a:rPr>
              <a:t>is</a:t>
            </a:r>
            <a:r>
              <a:rPr lang="en-US" sz="3200" dirty="0">
                <a:solidFill>
                  <a:srgbClr val="212121"/>
                </a:solidFill>
                <a:latin typeface="Calibri"/>
                <a:cs typeface="Calibri"/>
              </a:rPr>
              <a:t>	</a:t>
            </a:r>
            <a:r>
              <a:rPr lang="en-US" sz="3200" spc="34" dirty="0">
                <a:solidFill>
                  <a:srgbClr val="212121"/>
                </a:solidFill>
                <a:latin typeface="Calibri"/>
                <a:cs typeface="Calibri"/>
              </a:rPr>
              <a:t>done</a:t>
            </a:r>
            <a:r>
              <a:rPr lang="en-US" sz="3200" dirty="0">
                <a:solidFill>
                  <a:srgbClr val="212121"/>
                </a:solidFill>
                <a:latin typeface="Calibri"/>
                <a:cs typeface="Calibri"/>
              </a:rPr>
              <a:t>	</a:t>
            </a:r>
            <a:r>
              <a:rPr lang="en-US" sz="3200" spc="68" dirty="0">
                <a:solidFill>
                  <a:srgbClr val="212121"/>
                </a:solidFill>
                <a:latin typeface="Calibri"/>
                <a:cs typeface="Calibri"/>
              </a:rPr>
              <a:t>as</a:t>
            </a:r>
            <a:r>
              <a:rPr lang="en-US" sz="3200" dirty="0">
                <a:solidFill>
                  <a:srgbClr val="212121"/>
                </a:solidFill>
                <a:latin typeface="Calibri"/>
                <a:cs typeface="Calibri"/>
              </a:rPr>
              <a:t>	</a:t>
            </a:r>
            <a:r>
              <a:rPr lang="en-US" sz="3200" spc="30" dirty="0">
                <a:solidFill>
                  <a:srgbClr val="212121"/>
                </a:solidFill>
                <a:latin typeface="Calibri"/>
                <a:cs typeface="Calibri"/>
              </a:rPr>
              <a:t>p</a:t>
            </a:r>
            <a:r>
              <a:rPr lang="en-US" sz="3200" spc="26" dirty="0">
                <a:solidFill>
                  <a:srgbClr val="212121"/>
                </a:solidFill>
                <a:latin typeface="Calibri"/>
                <a:cs typeface="Calibri"/>
              </a:rPr>
              <a:t>art</a:t>
            </a:r>
            <a:r>
              <a:rPr lang="en-US" sz="3200" dirty="0">
                <a:solidFill>
                  <a:srgbClr val="212121"/>
                </a:solidFill>
                <a:latin typeface="Calibri"/>
                <a:cs typeface="Calibri"/>
              </a:rPr>
              <a:t>	of	</a:t>
            </a:r>
            <a:r>
              <a:rPr lang="en-US" sz="3200" spc="13" dirty="0">
                <a:solidFill>
                  <a:srgbClr val="212121"/>
                </a:solidFill>
                <a:latin typeface="Calibri"/>
                <a:cs typeface="Calibri"/>
              </a:rPr>
              <a:t>the</a:t>
            </a:r>
            <a:r>
              <a:rPr lang="en-US" sz="3200" dirty="0">
                <a:solidFill>
                  <a:srgbClr val="212121"/>
                </a:solidFill>
                <a:latin typeface="Calibri"/>
                <a:cs typeface="Calibri"/>
              </a:rPr>
              <a:t>	</a:t>
            </a:r>
            <a:r>
              <a:rPr lang="en-US" sz="3200" spc="64" dirty="0">
                <a:solidFill>
                  <a:srgbClr val="212121"/>
                </a:solidFill>
                <a:latin typeface="Calibri"/>
                <a:cs typeface="Calibri"/>
              </a:rPr>
              <a:t>Spring</a:t>
            </a:r>
            <a:r>
              <a:rPr lang="en-US" sz="3200" dirty="0">
                <a:solidFill>
                  <a:srgbClr val="212121"/>
                </a:solidFill>
                <a:latin typeface="Calibri"/>
                <a:cs typeface="Calibri"/>
              </a:rPr>
              <a:t>	</a:t>
            </a:r>
            <a:r>
              <a:rPr lang="en-US" sz="3200" spc="43" dirty="0">
                <a:solidFill>
                  <a:srgbClr val="212121"/>
                </a:solidFill>
                <a:latin typeface="Calibri"/>
                <a:cs typeface="Calibri"/>
              </a:rPr>
              <a:t>Security</a:t>
            </a:r>
            <a:r>
              <a:rPr lang="en-US" sz="3200" dirty="0">
                <a:solidFill>
                  <a:srgbClr val="212121"/>
                </a:solidFill>
                <a:latin typeface="Calibri"/>
                <a:cs typeface="Calibri"/>
              </a:rPr>
              <a:t>	</a:t>
            </a:r>
            <a:r>
              <a:rPr lang="en-US" sz="3200" spc="43" dirty="0">
                <a:solidFill>
                  <a:srgbClr val="212121"/>
                </a:solidFill>
                <a:latin typeface="Calibri"/>
                <a:cs typeface="Calibri"/>
              </a:rPr>
              <a:t>Fil</a:t>
            </a:r>
            <a:r>
              <a:rPr lang="en-US" sz="3200" spc="21" dirty="0">
                <a:solidFill>
                  <a:srgbClr val="212121"/>
                </a:solidFill>
                <a:latin typeface="Calibri"/>
                <a:cs typeface="Calibri"/>
              </a:rPr>
              <a:t>t</a:t>
            </a:r>
            <a:r>
              <a:rPr lang="en-US" sz="3200" spc="-4" dirty="0">
                <a:solidFill>
                  <a:srgbClr val="212121"/>
                </a:solidFill>
                <a:latin typeface="Calibri"/>
                <a:cs typeface="Calibri"/>
              </a:rPr>
              <a:t>er  </a:t>
            </a:r>
            <a:r>
              <a:rPr lang="en-US" sz="3200" spc="34" dirty="0">
                <a:solidFill>
                  <a:srgbClr val="212121"/>
                </a:solidFill>
                <a:latin typeface="Calibri"/>
                <a:cs typeface="Calibri"/>
              </a:rPr>
              <a:t>Chain!</a:t>
            </a:r>
            <a:endParaRPr lang="en-US" sz="3200" dirty="0">
              <a:latin typeface="Calibri"/>
              <a:cs typeface="Calibri"/>
            </a:endParaRPr>
          </a:p>
          <a:p>
            <a:pPr marL="0" indent="0">
              <a:lnSpc>
                <a:spcPts val="2534"/>
              </a:lnSpc>
              <a:spcBef>
                <a:spcPts val="51"/>
              </a:spcBef>
              <a:buNone/>
            </a:pPr>
            <a:r>
              <a:rPr lang="en-US" sz="3200" b="1" spc="-21" dirty="0">
                <a:solidFill>
                  <a:srgbClr val="212121"/>
                </a:solidFill>
                <a:latin typeface="Calibri"/>
                <a:cs typeface="Calibri"/>
              </a:rPr>
              <a:t>1</a:t>
            </a:r>
            <a:r>
              <a:rPr lang="en-US" sz="3200" spc="-21" dirty="0">
                <a:solidFill>
                  <a:srgbClr val="212121"/>
                </a:solidFill>
                <a:latin typeface="Calibri"/>
                <a:cs typeface="Calibri"/>
              </a:rPr>
              <a:t>:</a:t>
            </a:r>
            <a:r>
              <a:rPr lang="en-US" sz="3200" spc="-51" dirty="0">
                <a:solidFill>
                  <a:srgbClr val="212121"/>
                </a:solidFill>
                <a:latin typeface="Calibri"/>
                <a:cs typeface="Calibri"/>
              </a:rPr>
              <a:t> </a:t>
            </a:r>
            <a:r>
              <a:rPr lang="en-US" sz="3200" b="1" spc="17" dirty="0" err="1">
                <a:solidFill>
                  <a:srgbClr val="212121"/>
                </a:solidFill>
                <a:latin typeface="Calibri"/>
                <a:cs typeface="Calibri"/>
              </a:rPr>
              <a:t>AuthenticationManager</a:t>
            </a:r>
            <a:r>
              <a:rPr lang="en-US" sz="3200" b="1" spc="-51" dirty="0">
                <a:solidFill>
                  <a:srgbClr val="212121"/>
                </a:solidFill>
                <a:latin typeface="Calibri"/>
                <a:cs typeface="Calibri"/>
              </a:rPr>
              <a:t> </a:t>
            </a:r>
            <a:r>
              <a:rPr lang="en-US" sz="3200" spc="9" dirty="0">
                <a:solidFill>
                  <a:srgbClr val="212121"/>
                </a:solidFill>
                <a:latin typeface="Calibri"/>
                <a:cs typeface="Calibri"/>
              </a:rPr>
              <a:t>-</a:t>
            </a:r>
            <a:r>
              <a:rPr lang="en-US" sz="3200" spc="-51" dirty="0">
                <a:solidFill>
                  <a:srgbClr val="212121"/>
                </a:solidFill>
                <a:latin typeface="Calibri"/>
                <a:cs typeface="Calibri"/>
              </a:rPr>
              <a:t> </a:t>
            </a:r>
            <a:r>
              <a:rPr lang="en-US" sz="3200" spc="43" dirty="0">
                <a:solidFill>
                  <a:srgbClr val="212121"/>
                </a:solidFill>
                <a:latin typeface="Calibri"/>
                <a:cs typeface="Calibri"/>
              </a:rPr>
              <a:t>Responsible</a:t>
            </a:r>
            <a:r>
              <a:rPr lang="en-US" sz="3200" spc="-51" dirty="0">
                <a:solidFill>
                  <a:srgbClr val="212121"/>
                </a:solidFill>
                <a:latin typeface="Calibri"/>
                <a:cs typeface="Calibri"/>
              </a:rPr>
              <a:t> </a:t>
            </a:r>
            <a:r>
              <a:rPr lang="en-US" sz="3200" spc="-13" dirty="0">
                <a:solidFill>
                  <a:srgbClr val="212121"/>
                </a:solidFill>
                <a:latin typeface="Calibri"/>
                <a:cs typeface="Calibri"/>
              </a:rPr>
              <a:t>for</a:t>
            </a:r>
            <a:r>
              <a:rPr lang="en-US" sz="3200" spc="-51" dirty="0">
                <a:solidFill>
                  <a:srgbClr val="212121"/>
                </a:solidFill>
                <a:latin typeface="Calibri"/>
                <a:cs typeface="Calibri"/>
              </a:rPr>
              <a:t> </a:t>
            </a:r>
            <a:r>
              <a:rPr lang="en-US" sz="3200" spc="34" dirty="0">
                <a:solidFill>
                  <a:srgbClr val="212121"/>
                </a:solidFill>
                <a:latin typeface="Calibri"/>
                <a:cs typeface="Calibri"/>
              </a:rPr>
              <a:t>authentication</a:t>
            </a:r>
            <a:endParaRPr lang="en-US" sz="3200" dirty="0">
              <a:latin typeface="Calibri"/>
              <a:cs typeface="Calibri"/>
            </a:endParaRPr>
          </a:p>
          <a:p>
            <a:pPr marL="0" indent="0">
              <a:lnSpc>
                <a:spcPts val="1977"/>
              </a:lnSpc>
              <a:buNone/>
            </a:pPr>
            <a:r>
              <a:rPr lang="en-US" sz="2400" spc="60" dirty="0">
                <a:solidFill>
                  <a:srgbClr val="212121"/>
                </a:solidFill>
                <a:latin typeface="Calibri"/>
                <a:cs typeface="Calibri"/>
              </a:rPr>
              <a:t>Can</a:t>
            </a:r>
            <a:r>
              <a:rPr lang="en-US" sz="2400" spc="-47" dirty="0">
                <a:solidFill>
                  <a:srgbClr val="212121"/>
                </a:solidFill>
                <a:latin typeface="Calibri"/>
                <a:cs typeface="Calibri"/>
              </a:rPr>
              <a:t> </a:t>
            </a:r>
            <a:r>
              <a:rPr lang="en-US" sz="2400" spc="17" dirty="0">
                <a:solidFill>
                  <a:srgbClr val="212121"/>
                </a:solidFill>
                <a:latin typeface="Calibri"/>
                <a:cs typeface="Calibri"/>
              </a:rPr>
              <a:t>interact</a:t>
            </a:r>
            <a:r>
              <a:rPr lang="en-US" sz="2400" spc="-43" dirty="0">
                <a:solidFill>
                  <a:srgbClr val="212121"/>
                </a:solidFill>
                <a:latin typeface="Calibri"/>
                <a:cs typeface="Calibri"/>
              </a:rPr>
              <a:t> </a:t>
            </a:r>
            <a:r>
              <a:rPr lang="en-US" sz="2400" spc="21" dirty="0">
                <a:solidFill>
                  <a:srgbClr val="212121"/>
                </a:solidFill>
                <a:latin typeface="Calibri"/>
                <a:cs typeface="Calibri"/>
              </a:rPr>
              <a:t>with</a:t>
            </a:r>
            <a:r>
              <a:rPr lang="en-US" sz="2400" spc="-43" dirty="0">
                <a:solidFill>
                  <a:srgbClr val="212121"/>
                </a:solidFill>
                <a:latin typeface="Calibri"/>
                <a:cs typeface="Calibri"/>
              </a:rPr>
              <a:t> </a:t>
            </a:r>
            <a:r>
              <a:rPr lang="en-US" sz="2400" spc="34" dirty="0">
                <a:solidFill>
                  <a:srgbClr val="212121"/>
                </a:solidFill>
                <a:latin typeface="Calibri"/>
                <a:cs typeface="Calibri"/>
              </a:rPr>
              <a:t>multiple</a:t>
            </a:r>
            <a:r>
              <a:rPr lang="en-US" sz="2400" spc="-43" dirty="0">
                <a:solidFill>
                  <a:srgbClr val="212121"/>
                </a:solidFill>
                <a:latin typeface="Calibri"/>
                <a:cs typeface="Calibri"/>
              </a:rPr>
              <a:t> </a:t>
            </a:r>
            <a:r>
              <a:rPr lang="en-US" sz="2400" spc="30" dirty="0">
                <a:solidFill>
                  <a:srgbClr val="212121"/>
                </a:solidFill>
                <a:latin typeface="Calibri"/>
                <a:cs typeface="Calibri"/>
              </a:rPr>
              <a:t>authentication</a:t>
            </a:r>
            <a:r>
              <a:rPr lang="en-US" sz="2400" spc="-43" dirty="0">
                <a:solidFill>
                  <a:srgbClr val="212121"/>
                </a:solidFill>
                <a:latin typeface="Calibri"/>
                <a:cs typeface="Calibri"/>
              </a:rPr>
              <a:t> </a:t>
            </a:r>
            <a:r>
              <a:rPr lang="en-US" sz="2400" spc="21" dirty="0">
                <a:solidFill>
                  <a:srgbClr val="212121"/>
                </a:solidFill>
                <a:latin typeface="Calibri"/>
                <a:cs typeface="Calibri"/>
              </a:rPr>
              <a:t>providers</a:t>
            </a:r>
            <a:endParaRPr lang="en-US" sz="2400" dirty="0">
              <a:latin typeface="Calibri"/>
              <a:cs typeface="Calibri"/>
            </a:endParaRPr>
          </a:p>
          <a:p>
            <a:pPr marL="0" marR="5939" indent="0">
              <a:lnSpc>
                <a:spcPts val="2296"/>
              </a:lnSpc>
              <a:spcBef>
                <a:spcPts val="604"/>
              </a:spcBef>
              <a:buNone/>
              <a:tabLst>
                <a:tab pos="347681" algn="l"/>
                <a:tab pos="3417421" algn="l"/>
                <a:tab pos="3627434" algn="l"/>
                <a:tab pos="4736341" algn="l"/>
                <a:tab pos="5778304" algn="l"/>
              </a:tabLst>
            </a:pPr>
            <a:r>
              <a:rPr lang="en-US" sz="3200" b="1" spc="9" dirty="0">
                <a:solidFill>
                  <a:srgbClr val="212121"/>
                </a:solidFill>
                <a:latin typeface="Calibri"/>
                <a:cs typeface="Calibri"/>
              </a:rPr>
              <a:t>2</a:t>
            </a:r>
            <a:r>
              <a:rPr lang="en-US" sz="3200" spc="-47" dirty="0">
                <a:solidFill>
                  <a:srgbClr val="212121"/>
                </a:solidFill>
                <a:latin typeface="Calibri"/>
                <a:cs typeface="Calibri"/>
              </a:rPr>
              <a:t>:</a:t>
            </a:r>
            <a:r>
              <a:rPr lang="en-US" sz="3200" dirty="0">
                <a:solidFill>
                  <a:srgbClr val="212121"/>
                </a:solidFill>
                <a:latin typeface="Calibri"/>
                <a:cs typeface="Calibri"/>
              </a:rPr>
              <a:t>	</a:t>
            </a:r>
            <a:r>
              <a:rPr lang="en-US" sz="3200" b="1" spc="-128" dirty="0" err="1">
                <a:solidFill>
                  <a:srgbClr val="212121"/>
                </a:solidFill>
                <a:latin typeface="Calibri"/>
                <a:cs typeface="Calibri"/>
              </a:rPr>
              <a:t>A</a:t>
            </a:r>
            <a:r>
              <a:rPr lang="en-US" sz="3200" b="1" spc="43" dirty="0" err="1">
                <a:solidFill>
                  <a:srgbClr val="212121"/>
                </a:solidFill>
                <a:latin typeface="Calibri"/>
                <a:cs typeface="Calibri"/>
              </a:rPr>
              <a:t>uthenti</a:t>
            </a:r>
            <a:r>
              <a:rPr lang="en-US" sz="3200" b="1" spc="17" dirty="0" err="1">
                <a:solidFill>
                  <a:srgbClr val="212121"/>
                </a:solidFill>
                <a:latin typeface="Calibri"/>
                <a:cs typeface="Calibri"/>
              </a:rPr>
              <a:t>c</a:t>
            </a:r>
            <a:r>
              <a:rPr lang="en-US" sz="3200" b="1" spc="55" dirty="0" err="1">
                <a:solidFill>
                  <a:srgbClr val="212121"/>
                </a:solidFill>
                <a:latin typeface="Calibri"/>
                <a:cs typeface="Calibri"/>
              </a:rPr>
              <a:t>ationP</a:t>
            </a:r>
            <a:r>
              <a:rPr lang="en-US" sz="3200" b="1" spc="17" dirty="0" err="1">
                <a:solidFill>
                  <a:srgbClr val="212121"/>
                </a:solidFill>
                <a:latin typeface="Calibri"/>
                <a:cs typeface="Calibri"/>
              </a:rPr>
              <a:t>r</a:t>
            </a:r>
            <a:r>
              <a:rPr lang="en-US" sz="3200" b="1" spc="9" dirty="0" err="1">
                <a:solidFill>
                  <a:srgbClr val="212121"/>
                </a:solidFill>
                <a:latin typeface="Calibri"/>
                <a:cs typeface="Calibri"/>
              </a:rPr>
              <a:t>o</a:t>
            </a:r>
            <a:r>
              <a:rPr lang="en-US" sz="3200" b="1" spc="38" dirty="0" err="1">
                <a:solidFill>
                  <a:srgbClr val="212121"/>
                </a:solidFill>
                <a:latin typeface="Calibri"/>
                <a:cs typeface="Calibri"/>
              </a:rPr>
              <a:t>vider</a:t>
            </a:r>
            <a:r>
              <a:rPr lang="en-US" sz="3200" b="1" dirty="0">
                <a:solidFill>
                  <a:srgbClr val="212121"/>
                </a:solidFill>
                <a:latin typeface="Calibri"/>
                <a:cs typeface="Calibri"/>
              </a:rPr>
              <a:t>	</a:t>
            </a:r>
            <a:r>
              <a:rPr lang="en-US" sz="3200" spc="9" dirty="0">
                <a:solidFill>
                  <a:srgbClr val="212121"/>
                </a:solidFill>
                <a:latin typeface="Calibri"/>
                <a:cs typeface="Calibri"/>
              </a:rPr>
              <a:t>-</a:t>
            </a:r>
            <a:r>
              <a:rPr lang="en-US" sz="3200" dirty="0">
                <a:solidFill>
                  <a:srgbClr val="212121"/>
                </a:solidFill>
                <a:latin typeface="Calibri"/>
                <a:cs typeface="Calibri"/>
              </a:rPr>
              <a:t>	</a:t>
            </a:r>
            <a:r>
              <a:rPr lang="en-US" sz="3200" spc="77" dirty="0">
                <a:solidFill>
                  <a:srgbClr val="212121"/>
                </a:solidFill>
                <a:latin typeface="Calibri"/>
                <a:cs typeface="Calibri"/>
              </a:rPr>
              <a:t>P</a:t>
            </a:r>
            <a:r>
              <a:rPr lang="en-US" sz="3200" spc="-17" dirty="0">
                <a:solidFill>
                  <a:srgbClr val="212121"/>
                </a:solidFill>
                <a:latin typeface="Calibri"/>
                <a:cs typeface="Calibri"/>
              </a:rPr>
              <a:t>er</a:t>
            </a:r>
            <a:r>
              <a:rPr lang="en-US" sz="3200" spc="-38" dirty="0">
                <a:solidFill>
                  <a:srgbClr val="212121"/>
                </a:solidFill>
                <a:latin typeface="Calibri"/>
                <a:cs typeface="Calibri"/>
              </a:rPr>
              <a:t>f</a:t>
            </a:r>
            <a:r>
              <a:rPr lang="en-US" sz="3200" spc="30" dirty="0">
                <a:solidFill>
                  <a:srgbClr val="212121"/>
                </a:solidFill>
                <a:latin typeface="Calibri"/>
                <a:cs typeface="Calibri"/>
              </a:rPr>
              <a:t>orm</a:t>
            </a:r>
            <a:r>
              <a:rPr lang="en-US" sz="3200" dirty="0">
                <a:solidFill>
                  <a:srgbClr val="212121"/>
                </a:solidFill>
                <a:latin typeface="Calibri"/>
                <a:cs typeface="Calibri"/>
              </a:rPr>
              <a:t>	</a:t>
            </a:r>
            <a:r>
              <a:rPr lang="en-US" sz="3200" spc="38" dirty="0">
                <a:solidFill>
                  <a:srgbClr val="212121"/>
                </a:solidFill>
                <a:latin typeface="Calibri"/>
                <a:cs typeface="Calibri"/>
              </a:rPr>
              <a:t>specific</a:t>
            </a:r>
            <a:r>
              <a:rPr lang="en-US" sz="3200" dirty="0">
                <a:solidFill>
                  <a:srgbClr val="212121"/>
                </a:solidFill>
                <a:latin typeface="Calibri"/>
                <a:cs typeface="Calibri"/>
              </a:rPr>
              <a:t>	</a:t>
            </a:r>
            <a:r>
              <a:rPr lang="en-US" sz="3200" spc="34" dirty="0">
                <a:solidFill>
                  <a:srgbClr val="212121"/>
                </a:solidFill>
                <a:latin typeface="Calibri"/>
                <a:cs typeface="Calibri"/>
              </a:rPr>
              <a:t>authenti</a:t>
            </a:r>
            <a:r>
              <a:rPr lang="en-US" sz="3200" spc="9" dirty="0">
                <a:solidFill>
                  <a:srgbClr val="212121"/>
                </a:solidFill>
                <a:latin typeface="Calibri"/>
                <a:cs typeface="Calibri"/>
              </a:rPr>
              <a:t>c</a:t>
            </a:r>
            <a:r>
              <a:rPr lang="en-US" sz="3200" spc="34" dirty="0">
                <a:solidFill>
                  <a:srgbClr val="212121"/>
                </a:solidFill>
                <a:latin typeface="Calibri"/>
                <a:cs typeface="Calibri"/>
              </a:rPr>
              <a:t>ation  </a:t>
            </a:r>
            <a:r>
              <a:rPr lang="en-US" sz="3200" spc="26" dirty="0">
                <a:solidFill>
                  <a:srgbClr val="212121"/>
                </a:solidFill>
                <a:latin typeface="Calibri"/>
                <a:cs typeface="Calibri"/>
              </a:rPr>
              <a:t>type</a:t>
            </a:r>
            <a:endParaRPr lang="en-US" sz="3200" dirty="0">
              <a:latin typeface="Calibri"/>
              <a:cs typeface="Calibri"/>
            </a:endParaRPr>
          </a:p>
          <a:p>
            <a:pPr marL="0" indent="0">
              <a:lnSpc>
                <a:spcPts val="1819"/>
              </a:lnSpc>
              <a:buNone/>
            </a:pPr>
            <a:r>
              <a:rPr lang="en-US" sz="2400" spc="4" dirty="0" err="1">
                <a:solidFill>
                  <a:srgbClr val="212121"/>
                </a:solidFill>
                <a:latin typeface="Courier New"/>
                <a:cs typeface="Courier New"/>
              </a:rPr>
              <a:t>JwtAuthenticationProvider</a:t>
            </a:r>
            <a:r>
              <a:rPr lang="en-US" sz="2400" spc="-731" dirty="0">
                <a:solidFill>
                  <a:srgbClr val="212121"/>
                </a:solidFill>
                <a:latin typeface="Courier New"/>
                <a:cs typeface="Courier New"/>
              </a:rPr>
              <a:t> </a:t>
            </a:r>
            <a:r>
              <a:rPr lang="en-US" sz="2400" spc="9" dirty="0">
                <a:solidFill>
                  <a:srgbClr val="212121"/>
                </a:solidFill>
                <a:latin typeface="Calibri"/>
                <a:cs typeface="Calibri"/>
              </a:rPr>
              <a:t>-</a:t>
            </a:r>
            <a:r>
              <a:rPr lang="en-US" sz="2400" spc="-47" dirty="0">
                <a:solidFill>
                  <a:srgbClr val="212121"/>
                </a:solidFill>
                <a:latin typeface="Calibri"/>
                <a:cs typeface="Calibri"/>
              </a:rPr>
              <a:t> </a:t>
            </a:r>
            <a:r>
              <a:rPr lang="en-US" sz="2400" spc="298" dirty="0">
                <a:solidFill>
                  <a:srgbClr val="212121"/>
                </a:solidFill>
                <a:latin typeface="Calibri"/>
                <a:cs typeface="Calibri"/>
              </a:rPr>
              <a:t>J</a:t>
            </a:r>
            <a:r>
              <a:rPr lang="en-US" sz="2400" spc="-187" dirty="0">
                <a:solidFill>
                  <a:srgbClr val="212121"/>
                </a:solidFill>
                <a:latin typeface="Calibri"/>
                <a:cs typeface="Calibri"/>
              </a:rPr>
              <a:t>W</a:t>
            </a:r>
            <a:r>
              <a:rPr lang="en-US" sz="2400" spc="89" dirty="0">
                <a:solidFill>
                  <a:srgbClr val="212121"/>
                </a:solidFill>
                <a:latin typeface="Calibri"/>
                <a:cs typeface="Calibri"/>
              </a:rPr>
              <a:t>T</a:t>
            </a:r>
            <a:r>
              <a:rPr lang="en-US" sz="2400" spc="-47" dirty="0">
                <a:solidFill>
                  <a:srgbClr val="212121"/>
                </a:solidFill>
                <a:latin typeface="Calibri"/>
                <a:cs typeface="Calibri"/>
              </a:rPr>
              <a:t> </a:t>
            </a:r>
            <a:r>
              <a:rPr lang="en-US" sz="2400" spc="-72" dirty="0">
                <a:solidFill>
                  <a:srgbClr val="212121"/>
                </a:solidFill>
                <a:latin typeface="Calibri"/>
                <a:cs typeface="Calibri"/>
              </a:rPr>
              <a:t>A</a:t>
            </a:r>
            <a:r>
              <a:rPr lang="en-US" sz="2400" spc="38" dirty="0">
                <a:solidFill>
                  <a:srgbClr val="212121"/>
                </a:solidFill>
                <a:latin typeface="Calibri"/>
                <a:cs typeface="Calibri"/>
              </a:rPr>
              <a:t>u</a:t>
            </a:r>
            <a:r>
              <a:rPr lang="en-US" sz="2400" spc="4" dirty="0">
                <a:solidFill>
                  <a:srgbClr val="212121"/>
                </a:solidFill>
                <a:latin typeface="Calibri"/>
                <a:cs typeface="Calibri"/>
              </a:rPr>
              <a:t>t</a:t>
            </a:r>
            <a:r>
              <a:rPr lang="en-US" sz="2400" spc="38" dirty="0">
                <a:solidFill>
                  <a:srgbClr val="212121"/>
                </a:solidFill>
                <a:latin typeface="Calibri"/>
                <a:cs typeface="Calibri"/>
              </a:rPr>
              <a:t>h</a:t>
            </a:r>
            <a:r>
              <a:rPr lang="en-US" sz="2400" spc="17" dirty="0">
                <a:solidFill>
                  <a:srgbClr val="212121"/>
                </a:solidFill>
                <a:latin typeface="Calibri"/>
                <a:cs typeface="Calibri"/>
              </a:rPr>
              <a:t>ent</a:t>
            </a:r>
            <a:r>
              <a:rPr lang="en-US" sz="2400" spc="30" dirty="0">
                <a:solidFill>
                  <a:srgbClr val="212121"/>
                </a:solidFill>
                <a:latin typeface="Calibri"/>
                <a:cs typeface="Calibri"/>
              </a:rPr>
              <a:t>i</a:t>
            </a:r>
            <a:r>
              <a:rPr lang="en-US" sz="2400" spc="38" dirty="0">
                <a:solidFill>
                  <a:srgbClr val="212121"/>
                </a:solidFill>
                <a:latin typeface="Calibri"/>
                <a:cs typeface="Calibri"/>
              </a:rPr>
              <a:t>c</a:t>
            </a:r>
            <a:r>
              <a:rPr lang="en-US" sz="2400" spc="64" dirty="0">
                <a:solidFill>
                  <a:srgbClr val="212121"/>
                </a:solidFill>
                <a:latin typeface="Calibri"/>
                <a:cs typeface="Calibri"/>
              </a:rPr>
              <a:t>a</a:t>
            </a:r>
            <a:r>
              <a:rPr lang="en-US" sz="2400" spc="4" dirty="0">
                <a:solidFill>
                  <a:srgbClr val="212121"/>
                </a:solidFill>
                <a:latin typeface="Calibri"/>
                <a:cs typeface="Calibri"/>
              </a:rPr>
              <a:t>t</a:t>
            </a:r>
            <a:r>
              <a:rPr lang="en-US" sz="2400" spc="30" dirty="0">
                <a:solidFill>
                  <a:srgbClr val="212121"/>
                </a:solidFill>
                <a:latin typeface="Calibri"/>
                <a:cs typeface="Calibri"/>
              </a:rPr>
              <a:t>i</a:t>
            </a:r>
            <a:r>
              <a:rPr lang="en-US" sz="2400" spc="34" dirty="0">
                <a:solidFill>
                  <a:srgbClr val="212121"/>
                </a:solidFill>
                <a:latin typeface="Calibri"/>
                <a:cs typeface="Calibri"/>
              </a:rPr>
              <a:t>on</a:t>
            </a:r>
            <a:endParaRPr lang="en-US" sz="2400" dirty="0">
              <a:latin typeface="Calibri"/>
              <a:cs typeface="Calibri"/>
            </a:endParaRPr>
          </a:p>
          <a:p>
            <a:pPr marL="0" marR="939926" indent="0">
              <a:lnSpc>
                <a:spcPct val="101899"/>
              </a:lnSpc>
              <a:spcBef>
                <a:spcPts val="89"/>
              </a:spcBef>
              <a:buNone/>
            </a:pPr>
            <a:r>
              <a:rPr lang="en-US" sz="3200" b="1" spc="-21" dirty="0">
                <a:solidFill>
                  <a:srgbClr val="212121"/>
                </a:solidFill>
                <a:latin typeface="Calibri"/>
                <a:cs typeface="Calibri"/>
              </a:rPr>
              <a:t>3</a:t>
            </a:r>
            <a:r>
              <a:rPr lang="en-US" sz="3200" spc="-21" dirty="0">
                <a:solidFill>
                  <a:srgbClr val="212121"/>
                </a:solidFill>
                <a:latin typeface="Calibri"/>
                <a:cs typeface="Calibri"/>
              </a:rPr>
              <a:t>:</a:t>
            </a:r>
            <a:r>
              <a:rPr lang="en-US" sz="3200" spc="-60" dirty="0">
                <a:solidFill>
                  <a:srgbClr val="212121"/>
                </a:solidFill>
                <a:latin typeface="Calibri"/>
                <a:cs typeface="Calibri"/>
              </a:rPr>
              <a:t> </a:t>
            </a:r>
            <a:r>
              <a:rPr lang="en-US" sz="3200" b="1" spc="34" dirty="0" err="1">
                <a:solidFill>
                  <a:srgbClr val="212121"/>
                </a:solidFill>
                <a:latin typeface="Calibri"/>
                <a:cs typeface="Calibri"/>
              </a:rPr>
              <a:t>UserDetailsService</a:t>
            </a:r>
            <a:r>
              <a:rPr lang="en-US" sz="3200" b="1" spc="-55" dirty="0">
                <a:solidFill>
                  <a:srgbClr val="212121"/>
                </a:solidFill>
                <a:latin typeface="Calibri"/>
                <a:cs typeface="Calibri"/>
              </a:rPr>
              <a:t> </a:t>
            </a:r>
            <a:r>
              <a:rPr lang="en-US" sz="3200" spc="9" dirty="0">
                <a:solidFill>
                  <a:srgbClr val="212121"/>
                </a:solidFill>
                <a:latin typeface="Calibri"/>
                <a:cs typeface="Calibri"/>
              </a:rPr>
              <a:t>-</a:t>
            </a:r>
            <a:r>
              <a:rPr lang="en-US" sz="3200" spc="-55" dirty="0">
                <a:solidFill>
                  <a:srgbClr val="212121"/>
                </a:solidFill>
                <a:latin typeface="Calibri"/>
                <a:cs typeface="Calibri"/>
              </a:rPr>
              <a:t> </a:t>
            </a:r>
            <a:r>
              <a:rPr lang="en-US" sz="3200" spc="21" dirty="0">
                <a:solidFill>
                  <a:srgbClr val="212121"/>
                </a:solidFill>
                <a:latin typeface="Calibri"/>
                <a:cs typeface="Calibri"/>
              </a:rPr>
              <a:t>Core</a:t>
            </a:r>
            <a:r>
              <a:rPr lang="en-US" sz="3200" spc="-55" dirty="0">
                <a:solidFill>
                  <a:srgbClr val="212121"/>
                </a:solidFill>
                <a:latin typeface="Calibri"/>
                <a:cs typeface="Calibri"/>
              </a:rPr>
              <a:t> </a:t>
            </a:r>
            <a:r>
              <a:rPr lang="en-US" sz="3200" spc="9" dirty="0">
                <a:solidFill>
                  <a:srgbClr val="212121"/>
                </a:solidFill>
                <a:latin typeface="Calibri"/>
                <a:cs typeface="Calibri"/>
              </a:rPr>
              <a:t>interface</a:t>
            </a:r>
            <a:r>
              <a:rPr lang="en-US" sz="3200" spc="-55" dirty="0">
                <a:solidFill>
                  <a:srgbClr val="212121"/>
                </a:solidFill>
                <a:latin typeface="Calibri"/>
                <a:cs typeface="Calibri"/>
              </a:rPr>
              <a:t> </a:t>
            </a:r>
            <a:r>
              <a:rPr lang="en-US" sz="3200" spc="4" dirty="0">
                <a:solidFill>
                  <a:srgbClr val="212121"/>
                </a:solidFill>
                <a:latin typeface="Calibri"/>
                <a:cs typeface="Calibri"/>
              </a:rPr>
              <a:t>to</a:t>
            </a:r>
            <a:r>
              <a:rPr lang="en-US" sz="3200" spc="-60" dirty="0">
                <a:solidFill>
                  <a:srgbClr val="212121"/>
                </a:solidFill>
                <a:latin typeface="Calibri"/>
                <a:cs typeface="Calibri"/>
              </a:rPr>
              <a:t> </a:t>
            </a:r>
            <a:r>
              <a:rPr lang="en-US" sz="3200" spc="47" dirty="0">
                <a:solidFill>
                  <a:srgbClr val="212121"/>
                </a:solidFill>
                <a:latin typeface="Calibri"/>
                <a:cs typeface="Calibri"/>
              </a:rPr>
              <a:t>load</a:t>
            </a:r>
            <a:r>
              <a:rPr lang="en-US" sz="3200" spc="-55" dirty="0">
                <a:solidFill>
                  <a:srgbClr val="212121"/>
                </a:solidFill>
                <a:latin typeface="Calibri"/>
                <a:cs typeface="Calibri"/>
              </a:rPr>
              <a:t> </a:t>
            </a:r>
            <a:r>
              <a:rPr lang="en-US" sz="3200" spc="21" dirty="0">
                <a:solidFill>
                  <a:srgbClr val="212121"/>
                </a:solidFill>
                <a:latin typeface="Calibri"/>
                <a:cs typeface="Calibri"/>
              </a:rPr>
              <a:t>user</a:t>
            </a:r>
            <a:r>
              <a:rPr lang="en-US" sz="3200" spc="-55" dirty="0">
                <a:solidFill>
                  <a:srgbClr val="212121"/>
                </a:solidFill>
                <a:latin typeface="Calibri"/>
                <a:cs typeface="Calibri"/>
              </a:rPr>
              <a:t> </a:t>
            </a:r>
            <a:r>
              <a:rPr lang="en-US" sz="3200" spc="43" dirty="0">
                <a:solidFill>
                  <a:srgbClr val="212121"/>
                </a:solidFill>
                <a:latin typeface="Calibri"/>
                <a:cs typeface="Calibri"/>
              </a:rPr>
              <a:t>data </a:t>
            </a:r>
            <a:r>
              <a:rPr lang="en-US" sz="3200" spc="-506" dirty="0">
                <a:solidFill>
                  <a:srgbClr val="212121"/>
                </a:solidFill>
                <a:latin typeface="Calibri"/>
                <a:cs typeface="Calibri"/>
              </a:rPr>
              <a:t> </a:t>
            </a:r>
            <a:r>
              <a:rPr lang="en-US" sz="3200" spc="30" dirty="0">
                <a:solidFill>
                  <a:srgbClr val="212121"/>
                </a:solidFill>
                <a:latin typeface="Calibri"/>
                <a:cs typeface="Calibri"/>
              </a:rPr>
              <a:t>How</a:t>
            </a:r>
            <a:r>
              <a:rPr lang="en-US" sz="3200" spc="-64" dirty="0">
                <a:solidFill>
                  <a:srgbClr val="212121"/>
                </a:solidFill>
                <a:latin typeface="Calibri"/>
                <a:cs typeface="Calibri"/>
              </a:rPr>
              <a:t> </a:t>
            </a:r>
            <a:r>
              <a:rPr lang="en-US" sz="3200" spc="47" dirty="0">
                <a:solidFill>
                  <a:srgbClr val="212121"/>
                </a:solidFill>
                <a:latin typeface="Calibri"/>
                <a:cs typeface="Calibri"/>
              </a:rPr>
              <a:t>is</a:t>
            </a:r>
            <a:r>
              <a:rPr lang="en-US" sz="3200" spc="-60" dirty="0">
                <a:solidFill>
                  <a:srgbClr val="212121"/>
                </a:solidFill>
                <a:latin typeface="Calibri"/>
                <a:cs typeface="Calibri"/>
              </a:rPr>
              <a:t> </a:t>
            </a:r>
            <a:r>
              <a:rPr lang="en-US" sz="3200" spc="34" dirty="0">
                <a:solidFill>
                  <a:srgbClr val="212121"/>
                </a:solidFill>
                <a:latin typeface="Calibri"/>
                <a:cs typeface="Calibri"/>
              </a:rPr>
              <a:t>authentication</a:t>
            </a:r>
            <a:r>
              <a:rPr lang="en-US" sz="3200" spc="-60" dirty="0">
                <a:solidFill>
                  <a:srgbClr val="212121"/>
                </a:solidFill>
                <a:latin typeface="Calibri"/>
                <a:cs typeface="Calibri"/>
              </a:rPr>
              <a:t> </a:t>
            </a:r>
            <a:r>
              <a:rPr lang="en-US" sz="3200" spc="21" dirty="0">
                <a:solidFill>
                  <a:srgbClr val="212121"/>
                </a:solidFill>
                <a:latin typeface="Calibri"/>
                <a:cs typeface="Calibri"/>
              </a:rPr>
              <a:t>result</a:t>
            </a:r>
            <a:r>
              <a:rPr lang="en-US" sz="3200" spc="-60" dirty="0">
                <a:solidFill>
                  <a:srgbClr val="212121"/>
                </a:solidFill>
                <a:latin typeface="Calibri"/>
                <a:cs typeface="Calibri"/>
              </a:rPr>
              <a:t> </a:t>
            </a:r>
            <a:r>
              <a:rPr lang="en-US" sz="3200" dirty="0">
                <a:solidFill>
                  <a:srgbClr val="212121"/>
                </a:solidFill>
                <a:latin typeface="Calibri"/>
                <a:cs typeface="Calibri"/>
              </a:rPr>
              <a:t>stored?</a:t>
            </a:r>
            <a:endParaRPr lang="en-US" sz="3200" dirty="0">
              <a:latin typeface="Calibri"/>
              <a:cs typeface="Calibri"/>
            </a:endParaRPr>
          </a:p>
          <a:p>
            <a:pPr marL="0" indent="0">
              <a:lnSpc>
                <a:spcPts val="1585"/>
              </a:lnSpc>
              <a:buNone/>
              <a:tabLst>
                <a:tab pos="2891041" algn="l"/>
                <a:tab pos="3340758" algn="l"/>
                <a:tab pos="5233568" algn="l"/>
                <a:tab pos="5683285" algn="l"/>
                <a:tab pos="7467579" algn="l"/>
              </a:tabLst>
            </a:pPr>
            <a:r>
              <a:rPr lang="en-US" sz="2400" spc="136" dirty="0" err="1">
                <a:solidFill>
                  <a:srgbClr val="212121"/>
                </a:solidFill>
                <a:latin typeface="Calibri"/>
                <a:cs typeface="Calibri"/>
              </a:rPr>
              <a:t>S</a:t>
            </a:r>
            <a:r>
              <a:rPr lang="en-US" sz="2400" spc="30" dirty="0" err="1">
                <a:solidFill>
                  <a:srgbClr val="212121"/>
                </a:solidFill>
                <a:latin typeface="Calibri"/>
                <a:cs typeface="Calibri"/>
              </a:rPr>
              <a:t>ec</a:t>
            </a:r>
            <a:r>
              <a:rPr lang="en-US" sz="2400" spc="38" dirty="0" err="1">
                <a:solidFill>
                  <a:srgbClr val="212121"/>
                </a:solidFill>
                <a:latin typeface="Calibri"/>
                <a:cs typeface="Calibri"/>
              </a:rPr>
              <a:t>u</a:t>
            </a:r>
            <a:r>
              <a:rPr lang="en-US" sz="2400" spc="13" dirty="0" err="1">
                <a:solidFill>
                  <a:srgbClr val="212121"/>
                </a:solidFill>
                <a:latin typeface="Calibri"/>
                <a:cs typeface="Calibri"/>
              </a:rPr>
              <a:t>ri</a:t>
            </a:r>
            <a:r>
              <a:rPr lang="en-US" sz="2400" spc="4" dirty="0" err="1">
                <a:solidFill>
                  <a:srgbClr val="212121"/>
                </a:solidFill>
                <a:latin typeface="Calibri"/>
                <a:cs typeface="Calibri"/>
              </a:rPr>
              <a:t>t</a:t>
            </a:r>
            <a:r>
              <a:rPr lang="en-US" sz="2400" spc="30" dirty="0" err="1">
                <a:solidFill>
                  <a:srgbClr val="212121"/>
                </a:solidFill>
                <a:latin typeface="Calibri"/>
                <a:cs typeface="Calibri"/>
              </a:rPr>
              <a:t>y</a:t>
            </a:r>
            <a:r>
              <a:rPr lang="en-US" sz="2400" spc="72" dirty="0" err="1">
                <a:solidFill>
                  <a:srgbClr val="212121"/>
                </a:solidFill>
                <a:latin typeface="Calibri"/>
                <a:cs typeface="Calibri"/>
              </a:rPr>
              <a:t>C</a:t>
            </a:r>
            <a:r>
              <a:rPr lang="en-US" sz="2400" spc="30" dirty="0" err="1">
                <a:solidFill>
                  <a:srgbClr val="212121"/>
                </a:solidFill>
                <a:latin typeface="Calibri"/>
                <a:cs typeface="Calibri"/>
              </a:rPr>
              <a:t>on</a:t>
            </a:r>
            <a:r>
              <a:rPr lang="en-US" sz="2400" spc="-4" dirty="0" err="1">
                <a:solidFill>
                  <a:srgbClr val="212121"/>
                </a:solidFill>
                <a:latin typeface="Calibri"/>
                <a:cs typeface="Calibri"/>
              </a:rPr>
              <a:t>t</a:t>
            </a:r>
            <a:r>
              <a:rPr lang="en-US" sz="2400" spc="-13" dirty="0" err="1">
                <a:solidFill>
                  <a:srgbClr val="212121"/>
                </a:solidFill>
                <a:latin typeface="Calibri"/>
                <a:cs typeface="Calibri"/>
              </a:rPr>
              <a:t>e</a:t>
            </a:r>
            <a:r>
              <a:rPr lang="en-US" sz="2400" spc="26" dirty="0" err="1">
                <a:solidFill>
                  <a:srgbClr val="212121"/>
                </a:solidFill>
                <a:latin typeface="Calibri"/>
                <a:cs typeface="Calibri"/>
              </a:rPr>
              <a:t>x</a:t>
            </a:r>
            <a:r>
              <a:rPr lang="en-US" sz="2400" spc="4" dirty="0" err="1">
                <a:solidFill>
                  <a:srgbClr val="212121"/>
                </a:solidFill>
                <a:latin typeface="Calibri"/>
                <a:cs typeface="Calibri"/>
              </a:rPr>
              <a:t>t</a:t>
            </a:r>
            <a:r>
              <a:rPr lang="en-US" sz="2400" spc="43" dirty="0" err="1">
                <a:solidFill>
                  <a:srgbClr val="212121"/>
                </a:solidFill>
                <a:latin typeface="Calibri"/>
                <a:cs typeface="Calibri"/>
              </a:rPr>
              <a:t>Hol</a:t>
            </a:r>
            <a:r>
              <a:rPr lang="en-US" sz="2400" spc="55" dirty="0" err="1">
                <a:solidFill>
                  <a:srgbClr val="212121"/>
                </a:solidFill>
                <a:latin typeface="Calibri"/>
                <a:cs typeface="Calibri"/>
              </a:rPr>
              <a:t>d</a:t>
            </a:r>
            <a:r>
              <a:rPr lang="en-US" sz="2400" dirty="0" err="1">
                <a:solidFill>
                  <a:srgbClr val="212121"/>
                </a:solidFill>
                <a:latin typeface="Calibri"/>
                <a:cs typeface="Calibri"/>
              </a:rPr>
              <a:t>er</a:t>
            </a:r>
            <a:r>
              <a:rPr lang="en-US" sz="2400" dirty="0">
                <a:solidFill>
                  <a:srgbClr val="212121"/>
                </a:solidFill>
                <a:latin typeface="Calibri"/>
                <a:cs typeface="Calibri"/>
              </a:rPr>
              <a:t>	&gt;	</a:t>
            </a:r>
            <a:r>
              <a:rPr lang="en-US" sz="2400" spc="136" dirty="0" err="1">
                <a:solidFill>
                  <a:srgbClr val="212121"/>
                </a:solidFill>
                <a:latin typeface="Calibri"/>
                <a:cs typeface="Calibri"/>
              </a:rPr>
              <a:t>S</a:t>
            </a:r>
            <a:r>
              <a:rPr lang="en-US" sz="2400" spc="30" dirty="0" err="1">
                <a:solidFill>
                  <a:srgbClr val="212121"/>
                </a:solidFill>
                <a:latin typeface="Calibri"/>
                <a:cs typeface="Calibri"/>
              </a:rPr>
              <a:t>ec</a:t>
            </a:r>
            <a:r>
              <a:rPr lang="en-US" sz="2400" spc="38" dirty="0" err="1">
                <a:solidFill>
                  <a:srgbClr val="212121"/>
                </a:solidFill>
                <a:latin typeface="Calibri"/>
                <a:cs typeface="Calibri"/>
              </a:rPr>
              <a:t>u</a:t>
            </a:r>
            <a:r>
              <a:rPr lang="en-US" sz="2400" spc="13" dirty="0" err="1">
                <a:solidFill>
                  <a:srgbClr val="212121"/>
                </a:solidFill>
                <a:latin typeface="Calibri"/>
                <a:cs typeface="Calibri"/>
              </a:rPr>
              <a:t>ri</a:t>
            </a:r>
            <a:r>
              <a:rPr lang="en-US" sz="2400" spc="4" dirty="0" err="1">
                <a:solidFill>
                  <a:srgbClr val="212121"/>
                </a:solidFill>
                <a:latin typeface="Calibri"/>
                <a:cs typeface="Calibri"/>
              </a:rPr>
              <a:t>t</a:t>
            </a:r>
            <a:r>
              <a:rPr lang="en-US" sz="2400" spc="30" dirty="0" err="1">
                <a:solidFill>
                  <a:srgbClr val="212121"/>
                </a:solidFill>
                <a:latin typeface="Calibri"/>
                <a:cs typeface="Calibri"/>
              </a:rPr>
              <a:t>y</a:t>
            </a:r>
            <a:r>
              <a:rPr lang="en-US" sz="2400" spc="72" dirty="0" err="1">
                <a:solidFill>
                  <a:srgbClr val="212121"/>
                </a:solidFill>
                <a:latin typeface="Calibri"/>
                <a:cs typeface="Calibri"/>
              </a:rPr>
              <a:t>C</a:t>
            </a:r>
            <a:r>
              <a:rPr lang="en-US" sz="2400" spc="34" dirty="0" err="1">
                <a:solidFill>
                  <a:srgbClr val="212121"/>
                </a:solidFill>
                <a:latin typeface="Calibri"/>
                <a:cs typeface="Calibri"/>
              </a:rPr>
              <a:t>on</a:t>
            </a:r>
            <a:r>
              <a:rPr lang="en-US" sz="2400" spc="-17" dirty="0" err="1">
                <a:solidFill>
                  <a:srgbClr val="212121"/>
                </a:solidFill>
                <a:latin typeface="Calibri"/>
                <a:cs typeface="Calibri"/>
              </a:rPr>
              <a:t>t</a:t>
            </a:r>
            <a:r>
              <a:rPr lang="en-US" sz="2400" spc="-13" dirty="0" err="1">
                <a:solidFill>
                  <a:srgbClr val="212121"/>
                </a:solidFill>
                <a:latin typeface="Calibri"/>
                <a:cs typeface="Calibri"/>
              </a:rPr>
              <a:t>e</a:t>
            </a:r>
            <a:r>
              <a:rPr lang="en-US" sz="2400" spc="26" dirty="0" err="1">
                <a:solidFill>
                  <a:srgbClr val="212121"/>
                </a:solidFill>
                <a:latin typeface="Calibri"/>
                <a:cs typeface="Calibri"/>
              </a:rPr>
              <a:t>x</a:t>
            </a:r>
            <a:r>
              <a:rPr lang="en-US" sz="2400" spc="4" dirty="0" err="1">
                <a:solidFill>
                  <a:srgbClr val="212121"/>
                </a:solidFill>
                <a:latin typeface="Calibri"/>
                <a:cs typeface="Calibri"/>
              </a:rPr>
              <a:t>t</a:t>
            </a:r>
            <a:r>
              <a:rPr lang="en-US" sz="2400" dirty="0">
                <a:solidFill>
                  <a:srgbClr val="212121"/>
                </a:solidFill>
                <a:latin typeface="Calibri"/>
                <a:cs typeface="Calibri"/>
              </a:rPr>
              <a:t>	&gt;	</a:t>
            </a:r>
            <a:r>
              <a:rPr lang="en-US" sz="2400" spc="-72" dirty="0">
                <a:solidFill>
                  <a:srgbClr val="212121"/>
                </a:solidFill>
                <a:latin typeface="Calibri"/>
                <a:cs typeface="Calibri"/>
              </a:rPr>
              <a:t>A</a:t>
            </a:r>
            <a:r>
              <a:rPr lang="en-US" sz="2400" spc="38" dirty="0">
                <a:solidFill>
                  <a:srgbClr val="212121"/>
                </a:solidFill>
                <a:latin typeface="Calibri"/>
                <a:cs typeface="Calibri"/>
              </a:rPr>
              <a:t>u</a:t>
            </a:r>
            <a:r>
              <a:rPr lang="en-US" sz="2400" spc="4" dirty="0">
                <a:solidFill>
                  <a:srgbClr val="212121"/>
                </a:solidFill>
                <a:latin typeface="Calibri"/>
                <a:cs typeface="Calibri"/>
              </a:rPr>
              <a:t>t</a:t>
            </a:r>
            <a:r>
              <a:rPr lang="en-US" sz="2400" spc="38" dirty="0">
                <a:solidFill>
                  <a:srgbClr val="212121"/>
                </a:solidFill>
                <a:latin typeface="Calibri"/>
                <a:cs typeface="Calibri"/>
              </a:rPr>
              <a:t>h</a:t>
            </a:r>
            <a:r>
              <a:rPr lang="en-US" sz="2400" spc="17" dirty="0">
                <a:solidFill>
                  <a:srgbClr val="212121"/>
                </a:solidFill>
                <a:latin typeface="Calibri"/>
                <a:cs typeface="Calibri"/>
              </a:rPr>
              <a:t>ent</a:t>
            </a:r>
            <a:r>
              <a:rPr lang="en-US" sz="2400" spc="30" dirty="0">
                <a:solidFill>
                  <a:srgbClr val="212121"/>
                </a:solidFill>
                <a:latin typeface="Calibri"/>
                <a:cs typeface="Calibri"/>
              </a:rPr>
              <a:t>i</a:t>
            </a:r>
            <a:r>
              <a:rPr lang="en-US" sz="2400" spc="38" dirty="0">
                <a:solidFill>
                  <a:srgbClr val="212121"/>
                </a:solidFill>
                <a:latin typeface="Calibri"/>
                <a:cs typeface="Calibri"/>
              </a:rPr>
              <a:t>c</a:t>
            </a:r>
            <a:r>
              <a:rPr lang="en-US" sz="2400" spc="64" dirty="0">
                <a:solidFill>
                  <a:srgbClr val="212121"/>
                </a:solidFill>
                <a:latin typeface="Calibri"/>
                <a:cs typeface="Calibri"/>
              </a:rPr>
              <a:t>a</a:t>
            </a:r>
            <a:r>
              <a:rPr lang="en-US" sz="2400" spc="4" dirty="0">
                <a:solidFill>
                  <a:srgbClr val="212121"/>
                </a:solidFill>
                <a:latin typeface="Calibri"/>
                <a:cs typeface="Calibri"/>
              </a:rPr>
              <a:t>t</a:t>
            </a:r>
            <a:r>
              <a:rPr lang="en-US" sz="2400" spc="30" dirty="0">
                <a:solidFill>
                  <a:srgbClr val="212121"/>
                </a:solidFill>
                <a:latin typeface="Calibri"/>
                <a:cs typeface="Calibri"/>
              </a:rPr>
              <a:t>i</a:t>
            </a:r>
            <a:r>
              <a:rPr lang="en-US" sz="2400" spc="34" dirty="0">
                <a:solidFill>
                  <a:srgbClr val="212121"/>
                </a:solidFill>
                <a:latin typeface="Calibri"/>
                <a:cs typeface="Calibri"/>
              </a:rPr>
              <a:t>on</a:t>
            </a:r>
            <a:r>
              <a:rPr lang="en-US" sz="2400" dirty="0">
                <a:solidFill>
                  <a:srgbClr val="212121"/>
                </a:solidFill>
                <a:latin typeface="Calibri"/>
                <a:cs typeface="Calibri"/>
              </a:rPr>
              <a:t>	&gt;</a:t>
            </a:r>
            <a:endParaRPr lang="en-US" sz="2400" dirty="0">
              <a:latin typeface="Calibri"/>
              <a:cs typeface="Calibri"/>
            </a:endParaRPr>
          </a:p>
          <a:p>
            <a:pPr marL="0" indent="0">
              <a:lnSpc>
                <a:spcPts val="1883"/>
              </a:lnSpc>
              <a:buNone/>
            </a:pPr>
            <a:r>
              <a:rPr lang="en-US" sz="2400" spc="9" dirty="0" err="1">
                <a:solidFill>
                  <a:srgbClr val="212121"/>
                </a:solidFill>
                <a:latin typeface="Calibri"/>
                <a:cs typeface="Calibri"/>
              </a:rPr>
              <a:t>GrantedAuthority</a:t>
            </a:r>
            <a:endParaRPr lang="en-US" sz="2400" dirty="0">
              <a:latin typeface="Calibri"/>
              <a:cs typeface="Calibri"/>
            </a:endParaRPr>
          </a:p>
          <a:p>
            <a:pPr marL="226310" indent="0">
              <a:lnSpc>
                <a:spcPts val="1594"/>
              </a:lnSpc>
              <a:buNone/>
            </a:pPr>
            <a:r>
              <a:rPr lang="en-US" sz="1800" b="1" spc="30" dirty="0">
                <a:solidFill>
                  <a:srgbClr val="212121"/>
                </a:solidFill>
                <a:latin typeface="Calibri"/>
                <a:cs typeface="Calibri"/>
              </a:rPr>
              <a:t>Authentication</a:t>
            </a:r>
            <a:r>
              <a:rPr lang="en-US" sz="1800" b="1" spc="-34" dirty="0">
                <a:solidFill>
                  <a:srgbClr val="212121"/>
                </a:solidFill>
                <a:latin typeface="Calibri"/>
                <a:cs typeface="Calibri"/>
              </a:rPr>
              <a:t> </a:t>
            </a:r>
            <a:r>
              <a:rPr lang="en-US" sz="1800" spc="13" dirty="0">
                <a:solidFill>
                  <a:srgbClr val="212121"/>
                </a:solidFill>
                <a:latin typeface="Calibri"/>
                <a:cs typeface="Calibri"/>
              </a:rPr>
              <a:t>-</a:t>
            </a:r>
            <a:r>
              <a:rPr lang="en-US" sz="1800" spc="-30" dirty="0">
                <a:solidFill>
                  <a:srgbClr val="212121"/>
                </a:solidFill>
                <a:latin typeface="Calibri"/>
                <a:cs typeface="Calibri"/>
              </a:rPr>
              <a:t> </a:t>
            </a:r>
            <a:r>
              <a:rPr lang="en-US" sz="1800" spc="-21" dirty="0">
                <a:solidFill>
                  <a:srgbClr val="212121"/>
                </a:solidFill>
                <a:latin typeface="Calibri"/>
                <a:cs typeface="Calibri"/>
              </a:rPr>
              <a:t>(After</a:t>
            </a:r>
            <a:r>
              <a:rPr lang="en-US" sz="1800" spc="-30" dirty="0">
                <a:solidFill>
                  <a:srgbClr val="212121"/>
                </a:solidFill>
                <a:latin typeface="Calibri"/>
                <a:cs typeface="Calibri"/>
              </a:rPr>
              <a:t> </a:t>
            </a:r>
            <a:r>
              <a:rPr lang="en-US" sz="1800" spc="30" dirty="0">
                <a:solidFill>
                  <a:srgbClr val="212121"/>
                </a:solidFill>
                <a:latin typeface="Calibri"/>
                <a:cs typeface="Calibri"/>
              </a:rPr>
              <a:t>authentication)</a:t>
            </a:r>
            <a:r>
              <a:rPr lang="en-US" sz="1800" spc="-30" dirty="0">
                <a:solidFill>
                  <a:srgbClr val="212121"/>
                </a:solidFill>
                <a:latin typeface="Calibri"/>
                <a:cs typeface="Calibri"/>
              </a:rPr>
              <a:t> </a:t>
            </a:r>
            <a:r>
              <a:rPr lang="en-US" sz="1800" spc="47" dirty="0">
                <a:solidFill>
                  <a:srgbClr val="212121"/>
                </a:solidFill>
                <a:latin typeface="Calibri"/>
                <a:cs typeface="Calibri"/>
              </a:rPr>
              <a:t>Holds</a:t>
            </a:r>
            <a:r>
              <a:rPr lang="en-US" sz="1800" spc="-30" dirty="0">
                <a:solidFill>
                  <a:srgbClr val="212121"/>
                </a:solidFill>
                <a:latin typeface="Calibri"/>
                <a:cs typeface="Calibri"/>
              </a:rPr>
              <a:t> </a:t>
            </a:r>
            <a:r>
              <a:rPr lang="en-US" sz="1800" spc="26" dirty="0">
                <a:solidFill>
                  <a:srgbClr val="212121"/>
                </a:solidFill>
                <a:latin typeface="Calibri"/>
                <a:cs typeface="Calibri"/>
              </a:rPr>
              <a:t>user</a:t>
            </a:r>
            <a:r>
              <a:rPr lang="en-US" sz="1800" spc="-34" dirty="0">
                <a:solidFill>
                  <a:srgbClr val="212121"/>
                </a:solidFill>
                <a:latin typeface="Calibri"/>
                <a:cs typeface="Calibri"/>
              </a:rPr>
              <a:t> </a:t>
            </a:r>
            <a:r>
              <a:rPr lang="en-US" sz="1800" spc="38" dirty="0">
                <a:solidFill>
                  <a:srgbClr val="212121"/>
                </a:solidFill>
                <a:latin typeface="Calibri"/>
                <a:cs typeface="Calibri"/>
              </a:rPr>
              <a:t>(</a:t>
            </a:r>
            <a:r>
              <a:rPr lang="en-US" sz="1800" b="1" spc="38" dirty="0">
                <a:solidFill>
                  <a:srgbClr val="212121"/>
                </a:solidFill>
                <a:latin typeface="Calibri"/>
                <a:cs typeface="Calibri"/>
              </a:rPr>
              <a:t>Principal</a:t>
            </a:r>
            <a:r>
              <a:rPr lang="en-US" sz="1800" spc="38" dirty="0">
                <a:solidFill>
                  <a:srgbClr val="212121"/>
                </a:solidFill>
                <a:latin typeface="Calibri"/>
                <a:cs typeface="Calibri"/>
              </a:rPr>
              <a:t>)</a:t>
            </a:r>
            <a:r>
              <a:rPr lang="en-US" sz="1800" spc="-30" dirty="0">
                <a:solidFill>
                  <a:srgbClr val="212121"/>
                </a:solidFill>
                <a:latin typeface="Calibri"/>
                <a:cs typeface="Calibri"/>
              </a:rPr>
              <a:t> </a:t>
            </a:r>
            <a:r>
              <a:rPr lang="en-US" sz="1800" spc="26" dirty="0">
                <a:solidFill>
                  <a:srgbClr val="212121"/>
                </a:solidFill>
                <a:latin typeface="Calibri"/>
                <a:cs typeface="Calibri"/>
              </a:rPr>
              <a:t>details</a:t>
            </a:r>
            <a:endParaRPr lang="en-US" sz="1800" dirty="0">
              <a:latin typeface="Calibri"/>
              <a:cs typeface="Calibri"/>
            </a:endParaRPr>
          </a:p>
          <a:p>
            <a:pPr marL="226310" indent="0">
              <a:spcBef>
                <a:spcPts val="242"/>
              </a:spcBef>
              <a:buNone/>
            </a:pPr>
            <a:r>
              <a:rPr lang="en-US" sz="1800" b="1" spc="21" dirty="0" err="1">
                <a:solidFill>
                  <a:srgbClr val="212121"/>
                </a:solidFill>
                <a:latin typeface="Calibri"/>
                <a:cs typeface="Calibri"/>
              </a:rPr>
              <a:t>GrantedAuthority</a:t>
            </a:r>
            <a:r>
              <a:rPr lang="en-US" sz="1800" b="1" spc="-30" dirty="0">
                <a:solidFill>
                  <a:srgbClr val="212121"/>
                </a:solidFill>
                <a:latin typeface="Calibri"/>
                <a:cs typeface="Calibri"/>
              </a:rPr>
              <a:t> </a:t>
            </a:r>
            <a:r>
              <a:rPr lang="en-US" sz="1800" spc="13" dirty="0">
                <a:solidFill>
                  <a:srgbClr val="212121"/>
                </a:solidFill>
                <a:latin typeface="Calibri"/>
                <a:cs typeface="Calibri"/>
              </a:rPr>
              <a:t>-</a:t>
            </a:r>
            <a:r>
              <a:rPr lang="en-US" sz="1800" spc="-26" dirty="0">
                <a:solidFill>
                  <a:srgbClr val="212121"/>
                </a:solidFill>
                <a:latin typeface="Calibri"/>
                <a:cs typeface="Calibri"/>
              </a:rPr>
              <a:t> </a:t>
            </a:r>
            <a:r>
              <a:rPr lang="en-US" sz="1800" dirty="0">
                <a:solidFill>
                  <a:srgbClr val="212121"/>
                </a:solidFill>
                <a:latin typeface="Calibri"/>
                <a:cs typeface="Calibri"/>
              </a:rPr>
              <a:t>An</a:t>
            </a:r>
            <a:r>
              <a:rPr lang="en-US" sz="1800" spc="-26" dirty="0">
                <a:solidFill>
                  <a:srgbClr val="212121"/>
                </a:solidFill>
                <a:latin typeface="Calibri"/>
                <a:cs typeface="Calibri"/>
              </a:rPr>
              <a:t> </a:t>
            </a:r>
            <a:r>
              <a:rPr lang="en-US" sz="1800" spc="26" dirty="0">
                <a:solidFill>
                  <a:srgbClr val="212121"/>
                </a:solidFill>
                <a:latin typeface="Calibri"/>
                <a:cs typeface="Calibri"/>
              </a:rPr>
              <a:t>authority</a:t>
            </a:r>
            <a:r>
              <a:rPr lang="en-US" sz="1800" spc="-26" dirty="0">
                <a:solidFill>
                  <a:srgbClr val="212121"/>
                </a:solidFill>
                <a:latin typeface="Calibri"/>
                <a:cs typeface="Calibri"/>
              </a:rPr>
              <a:t> </a:t>
            </a:r>
            <a:r>
              <a:rPr lang="en-US" sz="1800" spc="26" dirty="0">
                <a:solidFill>
                  <a:srgbClr val="212121"/>
                </a:solidFill>
                <a:latin typeface="Calibri"/>
                <a:cs typeface="Calibri"/>
              </a:rPr>
              <a:t>granted</a:t>
            </a:r>
            <a:r>
              <a:rPr lang="en-US" sz="1800" spc="-30" dirty="0">
                <a:solidFill>
                  <a:srgbClr val="212121"/>
                </a:solidFill>
                <a:latin typeface="Calibri"/>
                <a:cs typeface="Calibri"/>
              </a:rPr>
              <a:t> </a:t>
            </a:r>
            <a:r>
              <a:rPr lang="en-US" sz="1800" spc="13" dirty="0">
                <a:solidFill>
                  <a:srgbClr val="212121"/>
                </a:solidFill>
                <a:latin typeface="Calibri"/>
                <a:cs typeface="Calibri"/>
              </a:rPr>
              <a:t>to</a:t>
            </a:r>
            <a:r>
              <a:rPr lang="en-US" sz="1800" spc="-26" dirty="0">
                <a:solidFill>
                  <a:srgbClr val="212121"/>
                </a:solidFill>
                <a:latin typeface="Calibri"/>
                <a:cs typeface="Calibri"/>
              </a:rPr>
              <a:t> </a:t>
            </a:r>
            <a:r>
              <a:rPr lang="en-US" sz="1800" spc="38" dirty="0">
                <a:solidFill>
                  <a:srgbClr val="212121"/>
                </a:solidFill>
                <a:latin typeface="Calibri"/>
                <a:cs typeface="Calibri"/>
              </a:rPr>
              <a:t>principal</a:t>
            </a:r>
            <a:r>
              <a:rPr lang="en-US" sz="1800" spc="-26" dirty="0">
                <a:solidFill>
                  <a:srgbClr val="212121"/>
                </a:solidFill>
                <a:latin typeface="Calibri"/>
                <a:cs typeface="Calibri"/>
              </a:rPr>
              <a:t> </a:t>
            </a:r>
            <a:r>
              <a:rPr lang="en-US" sz="1800" spc="17" dirty="0">
                <a:solidFill>
                  <a:srgbClr val="212121"/>
                </a:solidFill>
                <a:latin typeface="Calibri"/>
                <a:cs typeface="Calibri"/>
              </a:rPr>
              <a:t>(roles,</a:t>
            </a:r>
            <a:r>
              <a:rPr lang="en-US" sz="1800" spc="-26" dirty="0">
                <a:solidFill>
                  <a:srgbClr val="212121"/>
                </a:solidFill>
                <a:latin typeface="Calibri"/>
                <a:cs typeface="Calibri"/>
              </a:rPr>
              <a:t> </a:t>
            </a:r>
            <a:r>
              <a:rPr lang="en-US" sz="1800" spc="21" dirty="0">
                <a:solidFill>
                  <a:srgbClr val="212121"/>
                </a:solidFill>
                <a:latin typeface="Calibri"/>
                <a:cs typeface="Calibri"/>
              </a:rPr>
              <a:t>scopes,..)</a:t>
            </a:r>
            <a:endParaRPr lang="en-US" sz="1800" dirty="0">
              <a:latin typeface="Calibri"/>
              <a:cs typeface="Calibri"/>
            </a:endParaRPr>
          </a:p>
          <a:p>
            <a:pPr marL="25400" indent="0">
              <a:buNone/>
            </a:pPr>
            <a:endParaRPr lang="en-US" dirty="0"/>
          </a:p>
        </p:txBody>
      </p:sp>
      <p:sp>
        <p:nvSpPr>
          <p:cNvPr id="3" name="Title 2">
            <a:extLst>
              <a:ext uri="{FF2B5EF4-FFF2-40B4-BE49-F238E27FC236}">
                <a16:creationId xmlns:a16="http://schemas.microsoft.com/office/drawing/2014/main" id="{79C9B631-C688-5A07-33C4-EF7B278C18EB}"/>
              </a:ext>
            </a:extLst>
          </p:cNvPr>
          <p:cNvSpPr>
            <a:spLocks noGrp="1"/>
          </p:cNvSpPr>
          <p:nvPr>
            <p:ph type="title"/>
          </p:nvPr>
        </p:nvSpPr>
        <p:spPr/>
        <p:txBody>
          <a:bodyPr/>
          <a:lstStyle/>
          <a:p>
            <a:r>
              <a:rPr lang="en-US" sz="4000" spc="60" dirty="0">
                <a:solidFill>
                  <a:schemeClr val="bg2"/>
                </a:solidFill>
              </a:rPr>
              <a:t>Understanding</a:t>
            </a:r>
            <a:r>
              <a:rPr lang="en-US" sz="4000" spc="-60" dirty="0">
                <a:solidFill>
                  <a:schemeClr val="bg2"/>
                </a:solidFill>
              </a:rPr>
              <a:t> </a:t>
            </a:r>
            <a:r>
              <a:rPr lang="en-US" sz="4000" spc="102" dirty="0">
                <a:solidFill>
                  <a:schemeClr val="bg2"/>
                </a:solidFill>
              </a:rPr>
              <a:t>Spring</a:t>
            </a:r>
            <a:r>
              <a:rPr lang="en-US" sz="4000" spc="-60" dirty="0">
                <a:solidFill>
                  <a:schemeClr val="bg2"/>
                </a:solidFill>
              </a:rPr>
              <a:t> </a:t>
            </a:r>
            <a:r>
              <a:rPr lang="en-US" sz="4000" spc="77" dirty="0">
                <a:solidFill>
                  <a:schemeClr val="bg2"/>
                </a:solidFill>
              </a:rPr>
              <a:t>Security</a:t>
            </a:r>
            <a:r>
              <a:rPr lang="en-US" sz="4000" spc="-60" dirty="0">
                <a:solidFill>
                  <a:schemeClr val="bg2"/>
                </a:solidFill>
              </a:rPr>
              <a:t> </a:t>
            </a:r>
            <a:r>
              <a:rPr lang="en-US" sz="4000" spc="43" dirty="0">
                <a:solidFill>
                  <a:schemeClr val="bg2"/>
                </a:solidFill>
              </a:rPr>
              <a:t>Authentication</a:t>
            </a:r>
            <a:endParaRPr lang="en-US" sz="4000" dirty="0">
              <a:solidFill>
                <a:schemeClr val="bg2"/>
              </a:solidFill>
            </a:endParaRPr>
          </a:p>
        </p:txBody>
      </p:sp>
      <p:pic>
        <p:nvPicPr>
          <p:cNvPr id="4" name="object 2">
            <a:extLst>
              <a:ext uri="{FF2B5EF4-FFF2-40B4-BE49-F238E27FC236}">
                <a16:creationId xmlns:a16="http://schemas.microsoft.com/office/drawing/2014/main" id="{C7FDAD4E-5C26-1640-7E25-7927C8BD51DB}"/>
              </a:ext>
            </a:extLst>
          </p:cNvPr>
          <p:cNvPicPr/>
          <p:nvPr/>
        </p:nvPicPr>
        <p:blipFill>
          <a:blip r:embed="rId2" cstate="print"/>
          <a:stretch>
            <a:fillRect/>
          </a:stretch>
        </p:blipFill>
        <p:spPr>
          <a:xfrm>
            <a:off x="10250855" y="1160003"/>
            <a:ext cx="1318845" cy="4186912"/>
          </a:xfrm>
          <a:prstGeom prst="rect">
            <a:avLst/>
          </a:prstGeom>
        </p:spPr>
      </p:pic>
      <p:pic>
        <p:nvPicPr>
          <p:cNvPr id="5" name="object 3">
            <a:extLst>
              <a:ext uri="{FF2B5EF4-FFF2-40B4-BE49-F238E27FC236}">
                <a16:creationId xmlns:a16="http://schemas.microsoft.com/office/drawing/2014/main" id="{0AD3176E-D097-446D-516E-E57DB00C7159}"/>
              </a:ext>
            </a:extLst>
          </p:cNvPr>
          <p:cNvPicPr/>
          <p:nvPr/>
        </p:nvPicPr>
        <p:blipFill>
          <a:blip r:embed="rId3" cstate="print"/>
          <a:stretch>
            <a:fillRect/>
          </a:stretch>
        </p:blipFill>
        <p:spPr>
          <a:xfrm>
            <a:off x="10250855" y="5552301"/>
            <a:ext cx="1318845" cy="667127"/>
          </a:xfrm>
          <a:prstGeom prst="rect">
            <a:avLst/>
          </a:prstGeom>
        </p:spPr>
      </p:pic>
    </p:spTree>
    <p:extLst>
      <p:ext uri="{BB962C8B-B14F-4D97-AF65-F5344CB8AC3E}">
        <p14:creationId xmlns:p14="http://schemas.microsoft.com/office/powerpoint/2010/main" val="1649713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7EA5ED-DE9C-D87E-20A3-203941DB8BC7}"/>
              </a:ext>
            </a:extLst>
          </p:cNvPr>
          <p:cNvSpPr>
            <a:spLocks noGrp="1"/>
          </p:cNvSpPr>
          <p:nvPr>
            <p:ph type="body" idx="1"/>
          </p:nvPr>
        </p:nvSpPr>
        <p:spPr>
          <a:xfrm>
            <a:off x="622300" y="1160003"/>
            <a:ext cx="10947400" cy="5840898"/>
          </a:xfrm>
        </p:spPr>
        <p:txBody>
          <a:bodyPr/>
          <a:lstStyle/>
          <a:p>
            <a:pPr marL="0" indent="0">
              <a:lnSpc>
                <a:spcPts val="2568"/>
              </a:lnSpc>
              <a:spcBef>
                <a:spcPts val="85"/>
              </a:spcBef>
              <a:buNone/>
            </a:pPr>
            <a:r>
              <a:rPr lang="en-US" sz="3200" b="1" spc="4" dirty="0">
                <a:solidFill>
                  <a:srgbClr val="212121"/>
                </a:solidFill>
                <a:latin typeface="Calibri"/>
                <a:cs typeface="Calibri"/>
              </a:rPr>
              <a:t>1:</a:t>
            </a:r>
            <a:r>
              <a:rPr lang="en-US" sz="3200" b="1" spc="-55" dirty="0">
                <a:solidFill>
                  <a:srgbClr val="212121"/>
                </a:solidFill>
                <a:latin typeface="Calibri"/>
                <a:cs typeface="Calibri"/>
              </a:rPr>
              <a:t> </a:t>
            </a:r>
            <a:r>
              <a:rPr lang="en-US" sz="3200" spc="34" dirty="0">
                <a:solidFill>
                  <a:srgbClr val="212121"/>
                </a:solidFill>
                <a:latin typeface="Calibri"/>
                <a:cs typeface="Calibri"/>
              </a:rPr>
              <a:t>Global</a:t>
            </a:r>
            <a:r>
              <a:rPr lang="en-US" sz="3200" spc="-55" dirty="0">
                <a:solidFill>
                  <a:srgbClr val="212121"/>
                </a:solidFill>
                <a:latin typeface="Calibri"/>
                <a:cs typeface="Calibri"/>
              </a:rPr>
              <a:t> </a:t>
            </a:r>
            <a:r>
              <a:rPr lang="en-US" sz="3200" spc="34" dirty="0">
                <a:solidFill>
                  <a:srgbClr val="212121"/>
                </a:solidFill>
                <a:latin typeface="Calibri"/>
                <a:cs typeface="Calibri"/>
              </a:rPr>
              <a:t>Security:</a:t>
            </a:r>
            <a:r>
              <a:rPr lang="en-US" sz="3200" spc="-55" dirty="0">
                <a:solidFill>
                  <a:srgbClr val="212121"/>
                </a:solidFill>
                <a:latin typeface="Calibri"/>
                <a:cs typeface="Calibri"/>
              </a:rPr>
              <a:t> </a:t>
            </a:r>
            <a:r>
              <a:rPr lang="en-US" sz="3200" spc="30" dirty="0" err="1">
                <a:solidFill>
                  <a:srgbClr val="212121"/>
                </a:solidFill>
                <a:latin typeface="Calibri"/>
                <a:cs typeface="Calibri"/>
              </a:rPr>
              <a:t>authorizeHttpRequests</a:t>
            </a:r>
            <a:endParaRPr lang="en-US" sz="3200" dirty="0">
              <a:latin typeface="Calibri"/>
              <a:cs typeface="Calibri"/>
            </a:endParaRPr>
          </a:p>
          <a:p>
            <a:pPr marL="0" indent="0">
              <a:lnSpc>
                <a:spcPts val="1896"/>
              </a:lnSpc>
              <a:buNone/>
            </a:pPr>
            <a:r>
              <a:rPr lang="en-US" spc="4" dirty="0">
                <a:solidFill>
                  <a:srgbClr val="212121"/>
                </a:solidFill>
                <a:latin typeface="Courier New"/>
                <a:cs typeface="Courier New"/>
              </a:rPr>
              <a:t>.</a:t>
            </a:r>
            <a:r>
              <a:rPr lang="en-US" spc="4" dirty="0" err="1">
                <a:solidFill>
                  <a:srgbClr val="212121"/>
                </a:solidFill>
                <a:latin typeface="Courier New"/>
                <a:cs typeface="Courier New"/>
              </a:rPr>
              <a:t>requestMatchers</a:t>
            </a:r>
            <a:r>
              <a:rPr lang="en-US" spc="4" dirty="0">
                <a:solidFill>
                  <a:srgbClr val="212121"/>
                </a:solidFill>
                <a:latin typeface="Courier New"/>
                <a:cs typeface="Courier New"/>
              </a:rPr>
              <a:t>("/users").</a:t>
            </a:r>
            <a:r>
              <a:rPr lang="en-US" spc="4" dirty="0" err="1">
                <a:solidFill>
                  <a:srgbClr val="212121"/>
                </a:solidFill>
                <a:latin typeface="Courier New"/>
                <a:cs typeface="Courier New"/>
              </a:rPr>
              <a:t>hasRole</a:t>
            </a:r>
            <a:r>
              <a:rPr lang="en-US" spc="4" dirty="0">
                <a:solidFill>
                  <a:srgbClr val="212121"/>
                </a:solidFill>
                <a:latin typeface="Courier New"/>
                <a:cs typeface="Courier New"/>
              </a:rPr>
              <a:t>("USER")</a:t>
            </a:r>
            <a:endParaRPr lang="en-US" dirty="0">
              <a:latin typeface="Courier New"/>
              <a:cs typeface="Courier New"/>
            </a:endParaRPr>
          </a:p>
          <a:p>
            <a:pPr marL="226310" indent="0">
              <a:lnSpc>
                <a:spcPts val="1627"/>
              </a:lnSpc>
              <a:buNone/>
            </a:pPr>
            <a:r>
              <a:rPr lang="en-US" sz="1800" spc="34" dirty="0" err="1">
                <a:solidFill>
                  <a:srgbClr val="212121"/>
                </a:solidFill>
                <a:latin typeface="Calibri"/>
                <a:cs typeface="Calibri"/>
              </a:rPr>
              <a:t>hasRole</a:t>
            </a:r>
            <a:r>
              <a:rPr lang="en-US" sz="1800" spc="34" dirty="0">
                <a:solidFill>
                  <a:srgbClr val="212121"/>
                </a:solidFill>
                <a:latin typeface="Calibri"/>
                <a:cs typeface="Calibri"/>
              </a:rPr>
              <a:t>,</a:t>
            </a:r>
            <a:r>
              <a:rPr lang="en-US" sz="1800" spc="-26" dirty="0">
                <a:solidFill>
                  <a:srgbClr val="212121"/>
                </a:solidFill>
                <a:latin typeface="Calibri"/>
                <a:cs typeface="Calibri"/>
              </a:rPr>
              <a:t> </a:t>
            </a:r>
            <a:r>
              <a:rPr lang="en-US" sz="1800" spc="17" dirty="0" err="1">
                <a:solidFill>
                  <a:srgbClr val="212121"/>
                </a:solidFill>
                <a:latin typeface="Calibri"/>
                <a:cs typeface="Calibri"/>
              </a:rPr>
              <a:t>hasAuthority</a:t>
            </a:r>
            <a:r>
              <a:rPr lang="en-US" sz="1800" spc="17" dirty="0">
                <a:solidFill>
                  <a:srgbClr val="212121"/>
                </a:solidFill>
                <a:latin typeface="Calibri"/>
                <a:cs typeface="Calibri"/>
              </a:rPr>
              <a:t>,</a:t>
            </a:r>
            <a:r>
              <a:rPr lang="en-US" sz="1800" spc="-26" dirty="0">
                <a:solidFill>
                  <a:srgbClr val="212121"/>
                </a:solidFill>
                <a:latin typeface="Calibri"/>
                <a:cs typeface="Calibri"/>
              </a:rPr>
              <a:t> </a:t>
            </a:r>
            <a:r>
              <a:rPr lang="en-US" sz="1800" spc="17" dirty="0" err="1">
                <a:solidFill>
                  <a:srgbClr val="212121"/>
                </a:solidFill>
                <a:latin typeface="Calibri"/>
                <a:cs typeface="Calibri"/>
              </a:rPr>
              <a:t>hasAnyAuthority</a:t>
            </a:r>
            <a:r>
              <a:rPr lang="en-US" sz="1800" spc="17" dirty="0">
                <a:solidFill>
                  <a:srgbClr val="212121"/>
                </a:solidFill>
                <a:latin typeface="Calibri"/>
                <a:cs typeface="Calibri"/>
              </a:rPr>
              <a:t>,</a:t>
            </a:r>
            <a:r>
              <a:rPr lang="en-US" sz="1800" spc="-26" dirty="0">
                <a:solidFill>
                  <a:srgbClr val="212121"/>
                </a:solidFill>
                <a:latin typeface="Calibri"/>
                <a:cs typeface="Calibri"/>
              </a:rPr>
              <a:t> </a:t>
            </a:r>
            <a:r>
              <a:rPr lang="en-US" sz="1800" spc="21" dirty="0" err="1">
                <a:solidFill>
                  <a:srgbClr val="212121"/>
                </a:solidFill>
                <a:latin typeface="Calibri"/>
                <a:cs typeface="Calibri"/>
              </a:rPr>
              <a:t>isAuthenticated</a:t>
            </a:r>
            <a:endParaRPr lang="en-US" sz="1800" spc="21" dirty="0">
              <a:solidFill>
                <a:srgbClr val="212121"/>
              </a:solidFill>
              <a:latin typeface="Calibri"/>
              <a:cs typeface="Calibri"/>
            </a:endParaRPr>
          </a:p>
          <a:p>
            <a:pPr marL="226310" indent="0">
              <a:lnSpc>
                <a:spcPts val="1627"/>
              </a:lnSpc>
              <a:buNone/>
            </a:pPr>
            <a:endParaRPr lang="en-US" sz="1800" dirty="0">
              <a:latin typeface="Calibri"/>
              <a:cs typeface="Calibri"/>
            </a:endParaRPr>
          </a:p>
          <a:p>
            <a:pPr marL="0" indent="0">
              <a:lnSpc>
                <a:spcPts val="2534"/>
              </a:lnSpc>
              <a:spcBef>
                <a:spcPts val="94"/>
              </a:spcBef>
              <a:buNone/>
            </a:pPr>
            <a:r>
              <a:rPr lang="en-US" sz="3200" b="1" spc="4" dirty="0">
                <a:solidFill>
                  <a:srgbClr val="212121"/>
                </a:solidFill>
                <a:latin typeface="Calibri"/>
                <a:cs typeface="Calibri"/>
              </a:rPr>
              <a:t>2:</a:t>
            </a:r>
            <a:r>
              <a:rPr lang="en-US" sz="3200" b="1" spc="-72" dirty="0">
                <a:solidFill>
                  <a:srgbClr val="212121"/>
                </a:solidFill>
                <a:latin typeface="Calibri"/>
                <a:cs typeface="Calibri"/>
              </a:rPr>
              <a:t> </a:t>
            </a:r>
            <a:r>
              <a:rPr lang="en-US" sz="3200" spc="-34" dirty="0">
                <a:solidFill>
                  <a:srgbClr val="212121"/>
                </a:solidFill>
                <a:latin typeface="Calibri"/>
                <a:cs typeface="Calibri"/>
              </a:rPr>
              <a:t>Method</a:t>
            </a:r>
            <a:r>
              <a:rPr lang="en-US" sz="3200" spc="-68" dirty="0">
                <a:solidFill>
                  <a:srgbClr val="212121"/>
                </a:solidFill>
                <a:latin typeface="Calibri"/>
                <a:cs typeface="Calibri"/>
              </a:rPr>
              <a:t> </a:t>
            </a:r>
            <a:r>
              <a:rPr lang="en-US" sz="3200" spc="43" dirty="0">
                <a:solidFill>
                  <a:srgbClr val="212121"/>
                </a:solidFill>
                <a:latin typeface="Calibri"/>
                <a:cs typeface="Calibri"/>
              </a:rPr>
              <a:t>Security</a:t>
            </a:r>
            <a:r>
              <a:rPr lang="en-US" sz="3200" spc="-68" dirty="0">
                <a:solidFill>
                  <a:srgbClr val="212121"/>
                </a:solidFill>
                <a:latin typeface="Calibri"/>
                <a:cs typeface="Calibri"/>
              </a:rPr>
              <a:t> </a:t>
            </a:r>
            <a:r>
              <a:rPr lang="en-US" sz="3200" spc="17" dirty="0">
                <a:solidFill>
                  <a:srgbClr val="212121"/>
                </a:solidFill>
                <a:latin typeface="Calibri"/>
                <a:cs typeface="Calibri"/>
              </a:rPr>
              <a:t>(@EnableMethodSecurity)</a:t>
            </a:r>
            <a:endParaRPr lang="en-US" sz="3200" dirty="0">
              <a:latin typeface="Calibri"/>
              <a:cs typeface="Calibri"/>
            </a:endParaRPr>
          </a:p>
          <a:p>
            <a:pPr marL="0" indent="0">
              <a:lnSpc>
                <a:spcPts val="1866"/>
              </a:lnSpc>
              <a:buNone/>
            </a:pPr>
            <a:r>
              <a:rPr lang="en-US" dirty="0">
                <a:solidFill>
                  <a:srgbClr val="212121"/>
                </a:solidFill>
                <a:latin typeface="Calibri"/>
                <a:cs typeface="Calibri"/>
              </a:rPr>
              <a:t>@Pre</a:t>
            </a:r>
            <a:r>
              <a:rPr lang="en-US" spc="-55" dirty="0">
                <a:solidFill>
                  <a:srgbClr val="212121"/>
                </a:solidFill>
                <a:latin typeface="Calibri"/>
                <a:cs typeface="Calibri"/>
              </a:rPr>
              <a:t> </a:t>
            </a:r>
            <a:r>
              <a:rPr lang="en-US" spc="55" dirty="0">
                <a:solidFill>
                  <a:srgbClr val="212121"/>
                </a:solidFill>
                <a:latin typeface="Calibri"/>
                <a:cs typeface="Calibri"/>
              </a:rPr>
              <a:t>and</a:t>
            </a:r>
            <a:r>
              <a:rPr lang="en-US" spc="-51" dirty="0">
                <a:solidFill>
                  <a:srgbClr val="212121"/>
                </a:solidFill>
                <a:latin typeface="Calibri"/>
                <a:cs typeface="Calibri"/>
              </a:rPr>
              <a:t> </a:t>
            </a:r>
            <a:r>
              <a:rPr lang="en-US" spc="13" dirty="0">
                <a:solidFill>
                  <a:srgbClr val="212121"/>
                </a:solidFill>
                <a:latin typeface="Calibri"/>
                <a:cs typeface="Calibri"/>
              </a:rPr>
              <a:t>@Post</a:t>
            </a:r>
            <a:r>
              <a:rPr lang="en-US" spc="-51" dirty="0">
                <a:solidFill>
                  <a:srgbClr val="212121"/>
                </a:solidFill>
                <a:latin typeface="Calibri"/>
                <a:cs typeface="Calibri"/>
              </a:rPr>
              <a:t> </a:t>
            </a:r>
            <a:r>
              <a:rPr lang="en-US" spc="21" dirty="0">
                <a:solidFill>
                  <a:srgbClr val="212121"/>
                </a:solidFill>
                <a:latin typeface="Calibri"/>
                <a:cs typeface="Calibri"/>
              </a:rPr>
              <a:t>Annotations</a:t>
            </a:r>
            <a:endParaRPr lang="en-US" dirty="0">
              <a:latin typeface="Calibri"/>
              <a:cs typeface="Calibri"/>
            </a:endParaRPr>
          </a:p>
          <a:p>
            <a:pPr marL="226310" indent="0">
              <a:lnSpc>
                <a:spcPts val="1627"/>
              </a:lnSpc>
              <a:buNone/>
            </a:pPr>
            <a:r>
              <a:rPr lang="en-US" sz="1800" spc="30" dirty="0">
                <a:solidFill>
                  <a:srgbClr val="212121"/>
                </a:solidFill>
                <a:latin typeface="Calibri"/>
                <a:cs typeface="Calibri"/>
              </a:rPr>
              <a:t>@PreAuthorize("hasRole('USER')</a:t>
            </a:r>
            <a:r>
              <a:rPr lang="en-US" sz="1800" spc="-30" dirty="0">
                <a:solidFill>
                  <a:srgbClr val="212121"/>
                </a:solidFill>
                <a:latin typeface="Calibri"/>
                <a:cs typeface="Calibri"/>
              </a:rPr>
              <a:t> </a:t>
            </a:r>
            <a:r>
              <a:rPr lang="en-US" sz="1800" spc="51" dirty="0">
                <a:solidFill>
                  <a:srgbClr val="212121"/>
                </a:solidFill>
                <a:latin typeface="Calibri"/>
                <a:cs typeface="Calibri"/>
              </a:rPr>
              <a:t>and</a:t>
            </a:r>
            <a:r>
              <a:rPr lang="en-US" sz="1800" spc="-30" dirty="0">
                <a:solidFill>
                  <a:srgbClr val="212121"/>
                </a:solidFill>
                <a:latin typeface="Calibri"/>
                <a:cs typeface="Calibri"/>
              </a:rPr>
              <a:t> </a:t>
            </a:r>
            <a:r>
              <a:rPr lang="en-US" sz="1800" spc="30" dirty="0">
                <a:solidFill>
                  <a:srgbClr val="212121"/>
                </a:solidFill>
                <a:latin typeface="Calibri"/>
                <a:cs typeface="Calibri"/>
              </a:rPr>
              <a:t>#username</a:t>
            </a:r>
            <a:r>
              <a:rPr lang="en-US" sz="1800" spc="-30" dirty="0">
                <a:solidFill>
                  <a:srgbClr val="212121"/>
                </a:solidFill>
                <a:latin typeface="Calibri"/>
                <a:cs typeface="Calibri"/>
              </a:rPr>
              <a:t> </a:t>
            </a:r>
            <a:r>
              <a:rPr lang="en-US" sz="1800" spc="9" dirty="0">
                <a:solidFill>
                  <a:srgbClr val="212121"/>
                </a:solidFill>
                <a:latin typeface="Calibri"/>
                <a:cs typeface="Calibri"/>
              </a:rPr>
              <a:t>==</a:t>
            </a:r>
            <a:r>
              <a:rPr lang="en-US" sz="1800" spc="-30" dirty="0">
                <a:solidFill>
                  <a:srgbClr val="212121"/>
                </a:solidFill>
                <a:latin typeface="Calibri"/>
                <a:cs typeface="Calibri"/>
              </a:rPr>
              <a:t> </a:t>
            </a:r>
            <a:r>
              <a:rPr lang="en-US" sz="1800" spc="30" dirty="0">
                <a:solidFill>
                  <a:srgbClr val="212121"/>
                </a:solidFill>
                <a:latin typeface="Calibri"/>
                <a:cs typeface="Calibri"/>
              </a:rPr>
              <a:t>authentication.name")</a:t>
            </a:r>
            <a:endParaRPr lang="en-US" sz="1800" dirty="0">
              <a:latin typeface="Calibri"/>
              <a:cs typeface="Calibri"/>
            </a:endParaRPr>
          </a:p>
          <a:p>
            <a:pPr marL="226310" indent="0">
              <a:spcBef>
                <a:spcPts val="241"/>
              </a:spcBef>
              <a:buNone/>
            </a:pPr>
            <a:r>
              <a:rPr lang="en-US" sz="1800" spc="21" dirty="0">
                <a:solidFill>
                  <a:srgbClr val="212121"/>
                </a:solidFill>
                <a:latin typeface="Calibri"/>
                <a:cs typeface="Calibri"/>
              </a:rPr>
              <a:t>@PostAuthorize("returnObject.username</a:t>
            </a:r>
            <a:r>
              <a:rPr lang="en-US" sz="1800" spc="-26" dirty="0">
                <a:solidFill>
                  <a:srgbClr val="212121"/>
                </a:solidFill>
                <a:latin typeface="Calibri"/>
                <a:cs typeface="Calibri"/>
              </a:rPr>
              <a:t> </a:t>
            </a:r>
            <a:r>
              <a:rPr lang="en-US" sz="1800" spc="9" dirty="0">
                <a:solidFill>
                  <a:srgbClr val="212121"/>
                </a:solidFill>
                <a:latin typeface="Calibri"/>
                <a:cs typeface="Calibri"/>
              </a:rPr>
              <a:t>==‘rahul</a:t>
            </a:r>
            <a:r>
              <a:rPr lang="en-US" sz="1800" spc="26" dirty="0">
                <a:solidFill>
                  <a:srgbClr val="212121"/>
                </a:solidFill>
                <a:latin typeface="Calibri"/>
                <a:cs typeface="Calibri"/>
              </a:rPr>
              <a:t>’”)</a:t>
            </a:r>
          </a:p>
          <a:p>
            <a:pPr marL="226310" indent="0">
              <a:spcBef>
                <a:spcPts val="241"/>
              </a:spcBef>
              <a:buNone/>
            </a:pPr>
            <a:endParaRPr lang="en-US" sz="1800" dirty="0">
              <a:latin typeface="Calibri"/>
              <a:cs typeface="Calibri"/>
            </a:endParaRPr>
          </a:p>
          <a:p>
            <a:pPr marL="0" indent="0">
              <a:lnSpc>
                <a:spcPts val="2083"/>
              </a:lnSpc>
              <a:spcBef>
                <a:spcPts val="115"/>
              </a:spcBef>
              <a:buNone/>
            </a:pPr>
            <a:r>
              <a:rPr lang="en-US" spc="55" dirty="0">
                <a:solidFill>
                  <a:srgbClr val="212121"/>
                </a:solidFill>
                <a:latin typeface="Calibri"/>
                <a:cs typeface="Calibri"/>
              </a:rPr>
              <a:t>JSR-250</a:t>
            </a:r>
            <a:r>
              <a:rPr lang="en-US" spc="-68" dirty="0">
                <a:solidFill>
                  <a:srgbClr val="212121"/>
                </a:solidFill>
                <a:latin typeface="Calibri"/>
                <a:cs typeface="Calibri"/>
              </a:rPr>
              <a:t> </a:t>
            </a:r>
            <a:r>
              <a:rPr lang="en-US" spc="34" dirty="0">
                <a:solidFill>
                  <a:srgbClr val="212121"/>
                </a:solidFill>
                <a:latin typeface="Calibri"/>
                <a:cs typeface="Calibri"/>
              </a:rPr>
              <a:t>annotations</a:t>
            </a:r>
            <a:endParaRPr lang="en-US" dirty="0">
              <a:latin typeface="Calibri"/>
              <a:cs typeface="Calibri"/>
            </a:endParaRPr>
          </a:p>
          <a:p>
            <a:pPr marL="226310" indent="0">
              <a:lnSpc>
                <a:spcPts val="1627"/>
              </a:lnSpc>
              <a:buNone/>
            </a:pPr>
            <a:r>
              <a:rPr lang="en-US" sz="1800" spc="26" dirty="0">
                <a:solidFill>
                  <a:srgbClr val="212121"/>
                </a:solidFill>
                <a:latin typeface="Calibri"/>
                <a:cs typeface="Calibri"/>
              </a:rPr>
              <a:t>@EnableMethodSecurity(jsr250Enabled</a:t>
            </a:r>
            <a:r>
              <a:rPr lang="en-US" sz="1800" spc="-21" dirty="0">
                <a:solidFill>
                  <a:srgbClr val="212121"/>
                </a:solidFill>
                <a:latin typeface="Calibri"/>
                <a:cs typeface="Calibri"/>
              </a:rPr>
              <a:t> </a:t>
            </a:r>
            <a:r>
              <a:rPr lang="en-US" sz="1800" spc="9" dirty="0">
                <a:solidFill>
                  <a:srgbClr val="212121"/>
                </a:solidFill>
                <a:latin typeface="Calibri"/>
                <a:cs typeface="Calibri"/>
              </a:rPr>
              <a:t>=</a:t>
            </a:r>
            <a:r>
              <a:rPr lang="en-US" sz="1800" spc="-21" dirty="0">
                <a:solidFill>
                  <a:srgbClr val="212121"/>
                </a:solidFill>
                <a:latin typeface="Calibri"/>
                <a:cs typeface="Calibri"/>
              </a:rPr>
              <a:t> </a:t>
            </a:r>
            <a:r>
              <a:rPr lang="en-US" sz="1800" spc="13" dirty="0">
                <a:solidFill>
                  <a:srgbClr val="212121"/>
                </a:solidFill>
                <a:latin typeface="Calibri"/>
                <a:cs typeface="Calibri"/>
              </a:rPr>
              <a:t>true)</a:t>
            </a:r>
            <a:endParaRPr lang="en-US" sz="1800" dirty="0">
              <a:latin typeface="Calibri"/>
              <a:cs typeface="Calibri"/>
            </a:endParaRPr>
          </a:p>
          <a:p>
            <a:pPr marL="226310" indent="0">
              <a:spcBef>
                <a:spcPts val="241"/>
              </a:spcBef>
              <a:buNone/>
            </a:pPr>
            <a:r>
              <a:rPr lang="en-US" sz="1800" spc="-4" dirty="0">
                <a:solidFill>
                  <a:srgbClr val="212121"/>
                </a:solidFill>
                <a:latin typeface="Calibri"/>
                <a:cs typeface="Calibri"/>
              </a:rPr>
              <a:t>@RolesAllowed({"ADMIN",</a:t>
            </a:r>
            <a:r>
              <a:rPr lang="en-US" sz="1800" spc="-38" dirty="0">
                <a:solidFill>
                  <a:srgbClr val="212121"/>
                </a:solidFill>
                <a:latin typeface="Calibri"/>
                <a:cs typeface="Calibri"/>
              </a:rPr>
              <a:t> </a:t>
            </a:r>
            <a:r>
              <a:rPr lang="en-US" sz="1800" spc="43" dirty="0">
                <a:solidFill>
                  <a:srgbClr val="212121"/>
                </a:solidFill>
                <a:latin typeface="Calibri"/>
                <a:cs typeface="Calibri"/>
              </a:rPr>
              <a:t>"USER"})</a:t>
            </a:r>
            <a:endParaRPr lang="en-US" sz="1800" dirty="0">
              <a:latin typeface="Calibri"/>
              <a:cs typeface="Calibri"/>
            </a:endParaRPr>
          </a:p>
          <a:p>
            <a:pPr marL="0" indent="0">
              <a:lnSpc>
                <a:spcPts val="2087"/>
              </a:lnSpc>
              <a:spcBef>
                <a:spcPts val="115"/>
              </a:spcBef>
              <a:buNone/>
            </a:pPr>
            <a:r>
              <a:rPr lang="en-US" spc="21" dirty="0">
                <a:solidFill>
                  <a:srgbClr val="212121"/>
                </a:solidFill>
                <a:latin typeface="Calibri"/>
                <a:cs typeface="Calibri"/>
              </a:rPr>
              <a:t>@Secured</a:t>
            </a:r>
            <a:r>
              <a:rPr lang="en-US" spc="-55" dirty="0">
                <a:solidFill>
                  <a:srgbClr val="212121"/>
                </a:solidFill>
                <a:latin typeface="Calibri"/>
                <a:cs typeface="Calibri"/>
              </a:rPr>
              <a:t> </a:t>
            </a:r>
            <a:r>
              <a:rPr lang="en-US" spc="30" dirty="0">
                <a:solidFill>
                  <a:srgbClr val="212121"/>
                </a:solidFill>
                <a:latin typeface="Calibri"/>
                <a:cs typeface="Calibri"/>
              </a:rPr>
              <a:t>annotation</a:t>
            </a:r>
            <a:endParaRPr lang="en-US" dirty="0">
              <a:latin typeface="Calibri"/>
              <a:cs typeface="Calibri"/>
            </a:endParaRPr>
          </a:p>
          <a:p>
            <a:pPr marL="226310" indent="0">
              <a:lnSpc>
                <a:spcPts val="1627"/>
              </a:lnSpc>
              <a:buNone/>
            </a:pPr>
            <a:r>
              <a:rPr lang="en-US" sz="1800" spc="26" dirty="0">
                <a:solidFill>
                  <a:srgbClr val="212121"/>
                </a:solidFill>
                <a:latin typeface="Calibri"/>
                <a:cs typeface="Calibri"/>
              </a:rPr>
              <a:t>@EnableMethodSecurity(securedEnabled</a:t>
            </a:r>
            <a:r>
              <a:rPr lang="en-US" sz="1800" spc="-21" dirty="0">
                <a:solidFill>
                  <a:srgbClr val="212121"/>
                </a:solidFill>
                <a:latin typeface="Calibri"/>
                <a:cs typeface="Calibri"/>
              </a:rPr>
              <a:t> </a:t>
            </a:r>
            <a:r>
              <a:rPr lang="en-US" sz="1800" spc="9" dirty="0">
                <a:solidFill>
                  <a:srgbClr val="212121"/>
                </a:solidFill>
                <a:latin typeface="Calibri"/>
                <a:cs typeface="Calibri"/>
              </a:rPr>
              <a:t>=</a:t>
            </a:r>
            <a:r>
              <a:rPr lang="en-US" sz="1800" spc="-17" dirty="0">
                <a:solidFill>
                  <a:srgbClr val="212121"/>
                </a:solidFill>
                <a:latin typeface="Calibri"/>
                <a:cs typeface="Calibri"/>
              </a:rPr>
              <a:t> </a:t>
            </a:r>
            <a:r>
              <a:rPr lang="en-US" sz="1800" spc="13" dirty="0">
                <a:solidFill>
                  <a:srgbClr val="212121"/>
                </a:solidFill>
                <a:latin typeface="Calibri"/>
                <a:cs typeface="Calibri"/>
              </a:rPr>
              <a:t>true)</a:t>
            </a:r>
            <a:endParaRPr lang="en-US" sz="1800" dirty="0">
              <a:latin typeface="Calibri"/>
              <a:cs typeface="Calibri"/>
            </a:endParaRPr>
          </a:p>
          <a:p>
            <a:pPr marL="226310" indent="0">
              <a:spcBef>
                <a:spcPts val="241"/>
              </a:spcBef>
              <a:buNone/>
            </a:pPr>
            <a:r>
              <a:rPr lang="en-US" sz="1800" spc="-9" dirty="0">
                <a:solidFill>
                  <a:srgbClr val="212121"/>
                </a:solidFill>
                <a:latin typeface="Calibri"/>
                <a:cs typeface="Calibri"/>
              </a:rPr>
              <a:t>@Secured({"ADMIN",</a:t>
            </a:r>
            <a:r>
              <a:rPr lang="en-US" sz="1800" spc="-43" dirty="0">
                <a:solidFill>
                  <a:srgbClr val="212121"/>
                </a:solidFill>
                <a:latin typeface="Calibri"/>
                <a:cs typeface="Calibri"/>
              </a:rPr>
              <a:t> </a:t>
            </a:r>
            <a:r>
              <a:rPr lang="en-US" sz="1800" spc="43" dirty="0">
                <a:solidFill>
                  <a:srgbClr val="212121"/>
                </a:solidFill>
                <a:latin typeface="Calibri"/>
                <a:cs typeface="Calibri"/>
              </a:rPr>
              <a:t>"USER"})</a:t>
            </a:r>
            <a:endParaRPr lang="en-US" sz="1800" dirty="0">
              <a:latin typeface="Calibri"/>
              <a:cs typeface="Calibri"/>
            </a:endParaRPr>
          </a:p>
          <a:p>
            <a:pPr marL="0" indent="0">
              <a:lnSpc>
                <a:spcPts val="2525"/>
              </a:lnSpc>
              <a:spcBef>
                <a:spcPts val="94"/>
              </a:spcBef>
              <a:buNone/>
              <a:tabLst>
                <a:tab pos="3571286" algn="l"/>
                <a:tab pos="6159457" algn="l"/>
              </a:tabLst>
            </a:pPr>
            <a:r>
              <a:rPr lang="en-US" sz="3200" spc="-9" dirty="0">
                <a:solidFill>
                  <a:srgbClr val="212121"/>
                </a:solidFill>
                <a:latin typeface="Calibri"/>
                <a:cs typeface="Calibri"/>
              </a:rPr>
              <a:t>(REMEMBER)	</a:t>
            </a:r>
            <a:r>
              <a:rPr lang="en-US" sz="3200" spc="47" dirty="0">
                <a:solidFill>
                  <a:srgbClr val="212121"/>
                </a:solidFill>
                <a:latin typeface="Calibri"/>
                <a:cs typeface="Calibri"/>
              </a:rPr>
              <a:t>JWT:	</a:t>
            </a:r>
            <a:r>
              <a:rPr lang="en-US" sz="3200" spc="-9" dirty="0">
                <a:solidFill>
                  <a:srgbClr val="212121"/>
                </a:solidFill>
                <a:latin typeface="Calibri"/>
                <a:cs typeface="Calibri"/>
              </a:rPr>
              <a:t>U</a:t>
            </a:r>
            <a:r>
              <a:rPr lang="en-US" sz="3200" spc="26" dirty="0">
                <a:solidFill>
                  <a:srgbClr val="212121"/>
                </a:solidFill>
                <a:latin typeface="Calibri"/>
                <a:cs typeface="Calibri"/>
              </a:rPr>
              <a:t>se</a:t>
            </a:r>
            <a:endParaRPr lang="en-US" sz="3200" dirty="0">
              <a:latin typeface="Calibri"/>
              <a:cs typeface="Calibri"/>
            </a:endParaRPr>
          </a:p>
          <a:p>
            <a:pPr marL="0" indent="0">
              <a:lnSpc>
                <a:spcPts val="2525"/>
              </a:lnSpc>
              <a:buNone/>
            </a:pPr>
            <a:r>
              <a:rPr lang="en-US" sz="3200" dirty="0" err="1">
                <a:solidFill>
                  <a:srgbClr val="212121"/>
                </a:solidFill>
                <a:latin typeface="Courier New"/>
                <a:cs typeface="Courier New"/>
              </a:rPr>
              <a:t>hasAuthority</a:t>
            </a:r>
            <a:r>
              <a:rPr lang="en-US" sz="3200" dirty="0">
                <a:solidFill>
                  <a:srgbClr val="212121"/>
                </a:solidFill>
                <a:latin typeface="Courier New"/>
                <a:cs typeface="Courier New"/>
              </a:rPr>
              <a:t>('SCOPE_ROLE_USER')</a:t>
            </a:r>
            <a:endParaRPr lang="en-US" sz="3200" dirty="0">
              <a:latin typeface="Courier New"/>
              <a:cs typeface="Courier New"/>
            </a:endParaRPr>
          </a:p>
          <a:p>
            <a:pPr marL="25400" indent="0">
              <a:buNone/>
            </a:pPr>
            <a:endParaRPr lang="en-US" dirty="0"/>
          </a:p>
        </p:txBody>
      </p:sp>
      <p:sp>
        <p:nvSpPr>
          <p:cNvPr id="3" name="Title 2">
            <a:extLst>
              <a:ext uri="{FF2B5EF4-FFF2-40B4-BE49-F238E27FC236}">
                <a16:creationId xmlns:a16="http://schemas.microsoft.com/office/drawing/2014/main" id="{E2D9FC1B-5276-08D0-C88E-6E703D392000}"/>
              </a:ext>
            </a:extLst>
          </p:cNvPr>
          <p:cNvSpPr>
            <a:spLocks noGrp="1"/>
          </p:cNvSpPr>
          <p:nvPr>
            <p:ph type="title"/>
          </p:nvPr>
        </p:nvSpPr>
        <p:spPr/>
        <p:txBody>
          <a:bodyPr/>
          <a:lstStyle/>
          <a:p>
            <a:r>
              <a:rPr lang="en-US" sz="4400" spc="81" dirty="0">
                <a:solidFill>
                  <a:schemeClr val="bg2"/>
                </a:solidFill>
              </a:rPr>
              <a:t>Exploring</a:t>
            </a:r>
            <a:r>
              <a:rPr lang="en-US" sz="4400" spc="-60" dirty="0">
                <a:solidFill>
                  <a:schemeClr val="bg2"/>
                </a:solidFill>
              </a:rPr>
              <a:t> </a:t>
            </a:r>
            <a:r>
              <a:rPr lang="en-US" sz="4400" spc="102" dirty="0">
                <a:solidFill>
                  <a:schemeClr val="bg2"/>
                </a:solidFill>
              </a:rPr>
              <a:t>Spring</a:t>
            </a:r>
            <a:r>
              <a:rPr lang="en-US" sz="4400" spc="-60" dirty="0">
                <a:solidFill>
                  <a:schemeClr val="bg2"/>
                </a:solidFill>
              </a:rPr>
              <a:t> </a:t>
            </a:r>
            <a:r>
              <a:rPr lang="en-US" sz="4400" spc="77" dirty="0">
                <a:solidFill>
                  <a:schemeClr val="bg2"/>
                </a:solidFill>
              </a:rPr>
              <a:t>Security</a:t>
            </a:r>
            <a:r>
              <a:rPr lang="en-US" sz="4400" spc="-55" dirty="0">
                <a:solidFill>
                  <a:schemeClr val="bg2"/>
                </a:solidFill>
              </a:rPr>
              <a:t> </a:t>
            </a:r>
            <a:r>
              <a:rPr lang="en-US" sz="4400" spc="38" dirty="0">
                <a:solidFill>
                  <a:schemeClr val="bg2"/>
                </a:solidFill>
              </a:rPr>
              <a:t>Authorization</a:t>
            </a:r>
            <a:endParaRPr lang="en-US" dirty="0">
              <a:solidFill>
                <a:schemeClr val="bg2"/>
              </a:solidFill>
            </a:endParaRPr>
          </a:p>
        </p:txBody>
      </p:sp>
      <p:pic>
        <p:nvPicPr>
          <p:cNvPr id="4" name="object 2">
            <a:extLst>
              <a:ext uri="{FF2B5EF4-FFF2-40B4-BE49-F238E27FC236}">
                <a16:creationId xmlns:a16="http://schemas.microsoft.com/office/drawing/2014/main" id="{7BB1650D-3B18-2FA3-6B79-C388F2C5FA17}"/>
              </a:ext>
            </a:extLst>
          </p:cNvPr>
          <p:cNvPicPr/>
          <p:nvPr/>
        </p:nvPicPr>
        <p:blipFill>
          <a:blip r:embed="rId2" cstate="print"/>
          <a:stretch>
            <a:fillRect/>
          </a:stretch>
        </p:blipFill>
        <p:spPr>
          <a:xfrm>
            <a:off x="8338089" y="2524071"/>
            <a:ext cx="3555023" cy="2140917"/>
          </a:xfrm>
          <a:prstGeom prst="rect">
            <a:avLst/>
          </a:prstGeom>
        </p:spPr>
      </p:pic>
    </p:spTree>
    <p:extLst>
      <p:ext uri="{BB962C8B-B14F-4D97-AF65-F5344CB8AC3E}">
        <p14:creationId xmlns:p14="http://schemas.microsoft.com/office/powerpoint/2010/main" val="1754483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JWT Tokens Work Flow</a:t>
            </a:r>
            <a:endParaRPr sz="3200" b="1" dirty="0">
              <a:latin typeface="Calibri"/>
              <a:ea typeface="Calibri"/>
              <a:cs typeface="Calibri"/>
              <a:sym typeface="Calibri"/>
            </a:endParaRPr>
          </a:p>
        </p:txBody>
      </p:sp>
      <p:sp>
        <p:nvSpPr>
          <p:cNvPr id="2" name="AutoShape 2" descr="What is JWT (JSON Web Token)? How does JWT Authentication work? - Blog -  miniOrange">
            <a:extLst>
              <a:ext uri="{FF2B5EF4-FFF2-40B4-BE49-F238E27FC236}">
                <a16:creationId xmlns:a16="http://schemas.microsoft.com/office/drawing/2014/main" id="{739B6C53-A8E6-4896-AD91-7AD517A8B490}"/>
              </a:ext>
            </a:extLst>
          </p:cNvPr>
          <p:cNvSpPr>
            <a:spLocks noGrp="1" noChangeAspect="1" noChangeArrowheads="1"/>
          </p:cNvSpPr>
          <p:nvPr>
            <p:ph type="body" idx="1"/>
          </p:nvPr>
        </p:nvSpPr>
        <p:spPr bwMode="auto">
          <a:xfrm>
            <a:off x="939800" y="1570038"/>
            <a:ext cx="10947400" cy="4349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52989464-36E9-4B21-B5C2-F0FB61D6888E}"/>
              </a:ext>
            </a:extLst>
          </p:cNvPr>
          <p:cNvPicPr>
            <a:picLocks noChangeAspect="1"/>
          </p:cNvPicPr>
          <p:nvPr/>
        </p:nvPicPr>
        <p:blipFill>
          <a:blip r:embed="rId3"/>
          <a:stretch>
            <a:fillRect/>
          </a:stretch>
        </p:blipFill>
        <p:spPr>
          <a:xfrm>
            <a:off x="848049" y="1493676"/>
            <a:ext cx="6149910" cy="4996802"/>
          </a:xfrm>
          <a:prstGeom prst="rect">
            <a:avLst/>
          </a:prstGeom>
        </p:spPr>
      </p:pic>
    </p:spTree>
    <p:extLst>
      <p:ext uri="{BB962C8B-B14F-4D97-AF65-F5344CB8AC3E}">
        <p14:creationId xmlns:p14="http://schemas.microsoft.com/office/powerpoint/2010/main" val="1510822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327390"/>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JSON Web Tokens (JWT) are a popular way to securely transmit information between parties in a compact and self-contained format. </a:t>
            </a:r>
          </a:p>
          <a:p>
            <a:pPr marL="360000" lvl="0" indent="-360000">
              <a:spcBef>
                <a:spcPts val="1200"/>
              </a:spcBef>
              <a:buSzPts val="2400"/>
            </a:pPr>
            <a:r>
              <a:rPr lang="en-US" sz="1600" dirty="0"/>
              <a:t>JWT tokens are often used for authentication and authorization in web applications, APIs, and microservices. In the context of Spring Boot Security, JWT tokens can be used to implement token-based authentication and authorization.</a:t>
            </a:r>
          </a:p>
          <a:p>
            <a:pPr marL="360000" lvl="0" indent="-360000">
              <a:spcBef>
                <a:spcPts val="1200"/>
              </a:spcBef>
              <a:buSzPts val="2400"/>
            </a:pPr>
            <a:r>
              <a:rPr lang="en-US" sz="1600" dirty="0"/>
              <a:t>Parts of JWT Tokens</a:t>
            </a:r>
          </a:p>
          <a:p>
            <a:pPr marL="360000" lvl="0" indent="-360000">
              <a:spcBef>
                <a:spcPts val="1200"/>
              </a:spcBef>
              <a:buSzPts val="2400"/>
            </a:pPr>
            <a:r>
              <a:rPr lang="en-US" sz="1600" dirty="0"/>
              <a:t>JWT is composed of three parts:</a:t>
            </a:r>
          </a:p>
          <a:p>
            <a:pPr marL="0" lvl="0" indent="0">
              <a:spcBef>
                <a:spcPts val="1200"/>
              </a:spcBef>
              <a:buSzPts val="2400"/>
              <a:buNone/>
            </a:pPr>
            <a:r>
              <a:rPr lang="en-US" sz="1600" dirty="0"/>
              <a:t>       Header: Contains information about the algorithm used to sign the token and the type of token it is.</a:t>
            </a:r>
          </a:p>
          <a:p>
            <a:pPr marL="0" lvl="0" indent="0">
              <a:spcBef>
                <a:spcPts val="1200"/>
              </a:spcBef>
              <a:buSzPts val="2400"/>
              <a:buNone/>
            </a:pPr>
            <a:r>
              <a:rPr lang="en-US" sz="1600" dirty="0"/>
              <a:t>       Payload: Contains claims, which are statements about an entity (typically the user) and additional metadata.</a:t>
            </a:r>
          </a:p>
          <a:p>
            <a:pPr marL="0" lvl="0" indent="0">
              <a:spcBef>
                <a:spcPts val="1200"/>
              </a:spcBef>
              <a:buSzPts val="2400"/>
              <a:buNone/>
            </a:pPr>
            <a:r>
              <a:rPr lang="en-US" sz="1600" dirty="0"/>
              <a:t>       Signature: Used to verify that the sender of the JWT is who it says it is and to ensure that the message wasn't changed     </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JWT Tokens</a:t>
            </a:r>
            <a:endParaRPr sz="3200" b="1" dirty="0">
              <a:latin typeface="Calibri"/>
              <a:ea typeface="Calibri"/>
              <a:cs typeface="Calibri"/>
              <a:sym typeface="Calibri"/>
            </a:endParaRPr>
          </a:p>
        </p:txBody>
      </p:sp>
      <p:pic>
        <p:nvPicPr>
          <p:cNvPr id="10244" name="Picture 4" descr="Signing and Encrypting with JSON Web Tokens -">
            <a:extLst>
              <a:ext uri="{FF2B5EF4-FFF2-40B4-BE49-F238E27FC236}">
                <a16:creationId xmlns:a16="http://schemas.microsoft.com/office/drawing/2014/main" id="{5C130FE3-4FD1-44A2-A273-2D2EDD84D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254" y="5009977"/>
            <a:ext cx="2177338" cy="1654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547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1880840"/>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JWTs can be digitally signed to ensure the integrity of the information they contain. This means that even though anyone can decode the contents of a JWT, they cannot modify it without invalidating the signature.</a:t>
            </a:r>
          </a:p>
          <a:p>
            <a:pPr marL="360000" lvl="0" indent="-360000">
              <a:spcBef>
                <a:spcPts val="1200"/>
              </a:spcBef>
              <a:buSzPts val="2400"/>
            </a:pPr>
            <a:endParaRPr lang="en-US" sz="1600" dirty="0"/>
          </a:p>
          <a:p>
            <a:pPr marL="360000" lvl="0" indent="-360000">
              <a:spcBef>
                <a:spcPts val="1200"/>
              </a:spcBef>
              <a:buSzPts val="2400"/>
            </a:pPr>
            <a:r>
              <a:rPr lang="en-US" sz="1600" dirty="0"/>
              <a:t>Using JWT Tokens in Spring Boot Security Spring Boot Security supports using JWT tokens for authentication and</a:t>
            </a:r>
          </a:p>
          <a:p>
            <a:pPr marL="0" lvl="0" indent="0">
              <a:spcBef>
                <a:spcPts val="1200"/>
              </a:spcBef>
              <a:buSzPts val="2400"/>
              <a:buNone/>
            </a:pPr>
            <a:r>
              <a:rPr lang="en-US" sz="1600" dirty="0"/>
              <a:t>        authorization.</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JWT Tokens</a:t>
            </a:r>
            <a:endParaRPr sz="3200" b="1" dirty="0">
              <a:latin typeface="Calibri"/>
              <a:ea typeface="Calibri"/>
              <a:cs typeface="Calibri"/>
              <a:sym typeface="Calibri"/>
            </a:endParaRPr>
          </a:p>
        </p:txBody>
      </p:sp>
      <p:pic>
        <p:nvPicPr>
          <p:cNvPr id="12290" name="Picture 2" descr="Signing and Encrypting with JSON Web Tokens -">
            <a:extLst>
              <a:ext uri="{FF2B5EF4-FFF2-40B4-BE49-F238E27FC236}">
                <a16:creationId xmlns:a16="http://schemas.microsoft.com/office/drawing/2014/main" id="{C16AF7F8-F40F-4430-8496-71D494C49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8508" y="4533898"/>
            <a:ext cx="2457450" cy="186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9534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771587" y="1542628"/>
            <a:ext cx="10947400" cy="4219942"/>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These are some scenarios where JSON Web Tokens are useful:</a:t>
            </a:r>
          </a:p>
          <a:p>
            <a:pPr marL="360000" lvl="0" indent="-360000">
              <a:spcBef>
                <a:spcPts val="1200"/>
              </a:spcBef>
              <a:buSzPts val="2400"/>
            </a:pPr>
            <a:endParaRPr lang="en-US" sz="1600" dirty="0"/>
          </a:p>
          <a:p>
            <a:pPr marL="360000" lvl="0" indent="-360000">
              <a:spcBef>
                <a:spcPts val="1200"/>
              </a:spcBef>
              <a:buSzPts val="2400"/>
            </a:pPr>
            <a:r>
              <a:rPr lang="en-US" sz="1600" dirty="0"/>
              <a:t>Authentication: </a:t>
            </a:r>
          </a:p>
          <a:p>
            <a:pPr marL="0" lvl="0" indent="0">
              <a:spcBef>
                <a:spcPts val="1200"/>
              </a:spcBef>
              <a:buSzPts val="2400"/>
              <a:buNone/>
            </a:pPr>
            <a:r>
              <a:rPr lang="en-US" sz="1600" dirty="0"/>
              <a:t>This is the typical scenario for using JWT, once the user is logged in, each subsequent request will include the JWT, allowing the user to access routes, services, and resources that are permitted with that token. </a:t>
            </a:r>
          </a:p>
          <a:p>
            <a:pPr marL="0" lvl="0" indent="0">
              <a:spcBef>
                <a:spcPts val="1200"/>
              </a:spcBef>
              <a:buSzPts val="2400"/>
              <a:buNone/>
            </a:pPr>
            <a:r>
              <a:rPr lang="en-US" sz="1600" dirty="0"/>
              <a:t>Single Sign On is a feature that widely uses JWT nowadays, because of its small overhead and its ability to be easily used among systems of different domains.</a:t>
            </a:r>
          </a:p>
          <a:p>
            <a:pPr marL="360000" lvl="0" indent="-360000">
              <a:spcBef>
                <a:spcPts val="1200"/>
              </a:spcBef>
              <a:buSzPts val="2400"/>
            </a:pPr>
            <a:r>
              <a:rPr lang="en-US" sz="1600" dirty="0"/>
              <a:t>Information Exchange: </a:t>
            </a:r>
          </a:p>
          <a:p>
            <a:pPr marL="0" lvl="0" indent="0">
              <a:spcBef>
                <a:spcPts val="1200"/>
              </a:spcBef>
              <a:buSzPts val="2400"/>
              <a:buNone/>
            </a:pPr>
            <a:r>
              <a:rPr lang="en-US" sz="1600" dirty="0"/>
              <a:t>JWTs are a good way of securely transmitting information between parties, because as they can be signed, for example using a public/private key pair, you can be sure that the sender is who they say they are. </a:t>
            </a:r>
          </a:p>
          <a:p>
            <a:pPr marL="0" lvl="0" indent="0">
              <a:spcBef>
                <a:spcPts val="1200"/>
              </a:spcBef>
              <a:buSzPts val="2400"/>
              <a:buNone/>
            </a:pPr>
            <a:r>
              <a:rPr lang="en-US" sz="1600" dirty="0"/>
              <a:t>Additionally, as the signature is calculated using the header and the payload, you can also verify that the content hasn’t changed.</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Uses of JWT Tokens</a:t>
            </a:r>
            <a:endParaRPr sz="3200" b="1" dirty="0">
              <a:latin typeface="Calibri"/>
              <a:ea typeface="Calibri"/>
              <a:cs typeface="Calibri"/>
              <a:sym typeface="Calibri"/>
            </a:endParaRPr>
          </a:p>
        </p:txBody>
      </p:sp>
      <p:pic>
        <p:nvPicPr>
          <p:cNvPr id="13314" name="Picture 2" descr="Signing and Encrypting with JSON Web Tokens -">
            <a:extLst>
              <a:ext uri="{FF2B5EF4-FFF2-40B4-BE49-F238E27FC236}">
                <a16:creationId xmlns:a16="http://schemas.microsoft.com/office/drawing/2014/main" id="{412A3ABD-06BD-4147-9311-87CA97C148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4835" y="5525045"/>
            <a:ext cx="1533526" cy="1165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4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939538" y="1570620"/>
            <a:ext cx="10947400" cy="3573611"/>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In authentication, when the user successfully logs in using their credentials, a JSON Web Token will be returned. Since tokens are credentials, great care must be taken to prevent security issues. In general, you should not keep tokens longer than required.</a:t>
            </a:r>
          </a:p>
          <a:p>
            <a:pPr marL="360000" lvl="0" indent="-360000">
              <a:spcBef>
                <a:spcPts val="1200"/>
              </a:spcBef>
              <a:buSzPts val="2400"/>
            </a:pPr>
            <a:endParaRPr lang="en-US" sz="1600" dirty="0"/>
          </a:p>
          <a:p>
            <a:pPr marL="360000" lvl="0" indent="-360000">
              <a:spcBef>
                <a:spcPts val="1200"/>
              </a:spcBef>
              <a:buSzPts val="2400"/>
            </a:pPr>
            <a:r>
              <a:rPr lang="en-US" sz="1600" dirty="0"/>
              <a:t>You also should not store sensitive session data in browser storage due to lack of security.</a:t>
            </a:r>
          </a:p>
          <a:p>
            <a:pPr marL="360000" lvl="0" indent="-360000">
              <a:spcBef>
                <a:spcPts val="1200"/>
              </a:spcBef>
              <a:buSzPts val="2400"/>
            </a:pPr>
            <a:endParaRPr lang="en-US" sz="1600" dirty="0"/>
          </a:p>
          <a:p>
            <a:pPr marL="360000" lvl="0" indent="-360000">
              <a:spcBef>
                <a:spcPts val="1200"/>
              </a:spcBef>
              <a:buSzPts val="2400"/>
            </a:pPr>
            <a:r>
              <a:rPr lang="en-US" sz="1600" dirty="0"/>
              <a:t>Whenever the user wants to access a protected route, it should send the JWT, typically in the Authorization header using the Bearer schema. Therefore the content of the header should look like the following.</a:t>
            </a:r>
          </a:p>
          <a:p>
            <a:pPr marL="360000" lvl="0" indent="-360000">
              <a:spcBef>
                <a:spcPts val="1200"/>
              </a:spcBef>
              <a:buSzPts val="2400"/>
            </a:pPr>
            <a:endParaRPr lang="en-US" sz="1600" dirty="0"/>
          </a:p>
          <a:p>
            <a:pPr marL="360000" lvl="0" indent="-360000">
              <a:spcBef>
                <a:spcPts val="1200"/>
              </a:spcBef>
              <a:buSzPts val="2400"/>
            </a:pPr>
            <a:r>
              <a:rPr lang="en-US" sz="1600" dirty="0"/>
              <a:t>Authorization: Bearer &lt;token&gt;</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JWT Tokens</a:t>
            </a:r>
            <a:endParaRPr sz="3200" b="1" dirty="0">
              <a:latin typeface="Calibri"/>
              <a:ea typeface="Calibri"/>
              <a:cs typeface="Calibri"/>
              <a:sym typeface="Calibri"/>
            </a:endParaRPr>
          </a:p>
        </p:txBody>
      </p:sp>
      <p:pic>
        <p:nvPicPr>
          <p:cNvPr id="14338" name="Picture 2" descr="Signing and Encrypting with JSON Web Tokens -">
            <a:extLst>
              <a:ext uri="{FF2B5EF4-FFF2-40B4-BE49-F238E27FC236}">
                <a16:creationId xmlns:a16="http://schemas.microsoft.com/office/drawing/2014/main" id="{1299CA78-122C-4D06-98B1-27E66CC43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6785" y="4753558"/>
            <a:ext cx="2457450" cy="186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6800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622300" y="1579951"/>
            <a:ext cx="10947400" cy="2127061"/>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This is a stateless authentication mechanism as the user state is never saved in the server memory. </a:t>
            </a:r>
          </a:p>
          <a:p>
            <a:pPr marL="360000" lvl="0" indent="-360000">
              <a:spcBef>
                <a:spcPts val="1200"/>
              </a:spcBef>
              <a:buSzPts val="2400"/>
            </a:pPr>
            <a:r>
              <a:rPr lang="en-US" sz="1600" dirty="0"/>
              <a:t>The server’s protected routes will check for a valid JWT in the Authorization header, and if there is, the user will be allowed. </a:t>
            </a:r>
          </a:p>
          <a:p>
            <a:pPr marL="360000" lvl="0" indent="-360000">
              <a:spcBef>
                <a:spcPts val="1200"/>
              </a:spcBef>
              <a:buSzPts val="2400"/>
            </a:pPr>
            <a:r>
              <a:rPr lang="en-US" sz="1600" dirty="0"/>
              <a:t>As JWTs are self-contained, all the necessary information is there, reducing the need of going back and forward to the database.</a:t>
            </a:r>
          </a:p>
          <a:p>
            <a:pPr marL="360000" lvl="0" indent="-360000">
              <a:spcBef>
                <a:spcPts val="1200"/>
              </a:spcBef>
              <a:buSzPts val="2400"/>
            </a:pPr>
            <a:r>
              <a:rPr lang="en-US" sz="1600" dirty="0"/>
              <a:t>This allows to fully rely on data APIs that are stateless and even make requests to downstream services. It doesn’t matter which domains are serving your APIs, as Cross-Origin Resource Sharing (CORS) won’t be an issue as it doesn’t use cookies.</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JWT Tokens</a:t>
            </a:r>
            <a:endParaRPr sz="3200" b="1" dirty="0">
              <a:latin typeface="Calibri"/>
              <a:ea typeface="Calibri"/>
              <a:cs typeface="Calibri"/>
              <a:sym typeface="Calibri"/>
            </a:endParaRPr>
          </a:p>
        </p:txBody>
      </p:sp>
      <p:pic>
        <p:nvPicPr>
          <p:cNvPr id="1026" name="Picture 2" descr="How JSON Web Tokens Work">
            <a:extLst>
              <a:ext uri="{FF2B5EF4-FFF2-40B4-BE49-F238E27FC236}">
                <a16:creationId xmlns:a16="http://schemas.microsoft.com/office/drawing/2014/main" id="{E1CED6EF-87C9-4952-8E27-1331EA26E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763" y="3906449"/>
            <a:ext cx="5225143"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22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g12990467e5a_0_35"/>
          <p:cNvSpPr txBox="1"/>
          <p:nvPr/>
        </p:nvSpPr>
        <p:spPr>
          <a:xfrm>
            <a:off x="2096062" y="221339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a:solidFill>
                  <a:schemeClr val="dk1"/>
                </a:solidFill>
                <a:latin typeface="Calibri"/>
                <a:ea typeface="Calibri"/>
                <a:cs typeface="Calibri"/>
                <a:sym typeface="Calibri"/>
              </a:rPr>
              <a:t>Any doubts?</a:t>
            </a:r>
            <a:endParaRPr sz="1400" b="1" i="0" u="none" strike="noStrike" cap="none">
              <a:solidFill>
                <a:schemeClr val="dk1"/>
              </a:solidFill>
              <a:latin typeface="Calibri"/>
              <a:ea typeface="Calibri"/>
              <a:cs typeface="Calibri"/>
              <a:sym typeface="Calibri"/>
            </a:endParaRPr>
          </a:p>
        </p:txBody>
      </p:sp>
      <p:sp>
        <p:nvSpPr>
          <p:cNvPr id="82" name="Google Shape;82;g12990467e5a_0_35"/>
          <p:cNvSpPr txBox="1"/>
          <p:nvPr/>
        </p:nvSpPr>
        <p:spPr>
          <a:xfrm>
            <a:off x="2096062" y="310151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14338" name="Picture 2" descr="1,000+ Free Questions &amp; Question Mark Images - Pixabay">
            <a:extLst>
              <a:ext uri="{FF2B5EF4-FFF2-40B4-BE49-F238E27FC236}">
                <a16:creationId xmlns:a16="http://schemas.microsoft.com/office/drawing/2014/main" id="{2C3647EC-5E99-4FC0-9243-18A042701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2577" y="2029952"/>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Have Doubts PNG Images, Have Doubts Clipart Free Download">
            <a:extLst>
              <a:ext uri="{FF2B5EF4-FFF2-40B4-BE49-F238E27FC236}">
                <a16:creationId xmlns:a16="http://schemas.microsoft.com/office/drawing/2014/main" id="{BFE6508F-6C6B-49A8-8554-3BB8021E49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4399" y="3428995"/>
            <a:ext cx="2143125" cy="213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5"/>
          <p:cNvSpPr txBox="1">
            <a:spLocks noGrp="1"/>
          </p:cNvSpPr>
          <p:nvPr>
            <p:ph type="title"/>
          </p:nvPr>
        </p:nvSpPr>
        <p:spPr>
          <a:xfrm>
            <a:off x="700358" y="379144"/>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600" b="1" dirty="0">
                <a:latin typeface="Calibri"/>
                <a:ea typeface="Calibri"/>
                <a:cs typeface="Calibri"/>
                <a:sym typeface="Calibri"/>
              </a:rPr>
              <a:t>Summary</a:t>
            </a:r>
            <a:endParaRPr dirty="0"/>
          </a:p>
        </p:txBody>
      </p:sp>
      <p:sp>
        <p:nvSpPr>
          <p:cNvPr id="96" name="Google Shape;96;p45"/>
          <p:cNvSpPr txBox="1"/>
          <p:nvPr/>
        </p:nvSpPr>
        <p:spPr>
          <a:xfrm>
            <a:off x="700358" y="1363107"/>
            <a:ext cx="10947400" cy="756730"/>
          </a:xfrm>
          <a:prstGeom prst="rect">
            <a:avLst/>
          </a:prstGeom>
          <a:noFill/>
          <a:ln>
            <a:noFill/>
          </a:ln>
        </p:spPr>
        <p:txBody>
          <a:bodyPr spcFirstLastPara="1" wrap="square" lIns="16925" tIns="16925" rIns="16925" bIns="169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2000" b="0" i="0" u="none" strike="noStrike" cap="none" dirty="0">
                <a:solidFill>
                  <a:schemeClr val="dk1"/>
                </a:solidFill>
                <a:latin typeface="Calibri"/>
                <a:ea typeface="Calibri"/>
                <a:cs typeface="Calibri"/>
                <a:sym typeface="Calibri"/>
              </a:rPr>
              <a:t>In this session we have learnt,</a:t>
            </a:r>
          </a:p>
          <a:p>
            <a:pPr marL="0" marR="0" lvl="0" indent="0" algn="l" rtl="0">
              <a:lnSpc>
                <a:spcPct val="100000"/>
              </a:lnSpc>
              <a:spcBef>
                <a:spcPts val="0"/>
              </a:spcBef>
              <a:spcAft>
                <a:spcPts val="0"/>
              </a:spcAft>
              <a:buClr>
                <a:srgbClr val="000000"/>
              </a:buClr>
              <a:buSzPts val="1400"/>
              <a:buFont typeface="Arial"/>
              <a:buNone/>
            </a:pPr>
            <a:endParaRPr lang="en-IN" sz="20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lang="en-IN" sz="2000" b="0" i="0" u="none" strike="noStrike" cap="none"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Securing Web Applications</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Common Security Threats</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Authentication and Authorization</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Configuration of Authorization</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Introduction of JWT Tokens in Spring Boot</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Uses of JWT Tokens</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Applications of JWT Tokens</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endParaRPr lang="en-US" sz="2000"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endParaRPr lang="en-US" sz="2000"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endParaRPr lang="en-US" sz="20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2000" b="0" i="0" u="none" strike="noStrike" cap="none" dirty="0">
              <a:solidFill>
                <a:schemeClr val="dk1"/>
              </a:solidFill>
              <a:latin typeface="Calibri"/>
              <a:ea typeface="Calibri"/>
              <a:cs typeface="Calibri"/>
              <a:sym typeface="Calibri"/>
            </a:endParaRPr>
          </a:p>
        </p:txBody>
      </p:sp>
      <p:sp>
        <p:nvSpPr>
          <p:cNvPr id="97" name="Google Shape;97;p45"/>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DO NOT WRITE ANYTHING</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HERE. LEAVE THIS SPACE FOR</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 WEBCAM</a:t>
            </a:r>
            <a:endParaRPr dirty="0"/>
          </a:p>
        </p:txBody>
      </p:sp>
      <p:pic>
        <p:nvPicPr>
          <p:cNvPr id="7170" name="Picture 2" descr="Medical report cartoon stock vector. Illustration of clipboard - 93593509">
            <a:extLst>
              <a:ext uri="{FF2B5EF4-FFF2-40B4-BE49-F238E27FC236}">
                <a16:creationId xmlns:a16="http://schemas.microsoft.com/office/drawing/2014/main" id="{EE8E630D-ADB3-4B6E-B451-390E72290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020" y="2143720"/>
            <a:ext cx="3094426" cy="32493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pic>
        <p:nvPicPr>
          <p:cNvPr id="4" name="Picture 3">
            <a:extLst>
              <a:ext uri="{FF2B5EF4-FFF2-40B4-BE49-F238E27FC236}">
                <a16:creationId xmlns:a16="http://schemas.microsoft.com/office/drawing/2014/main" id="{EA8BAC92-CC45-80EA-295D-22B556E5473E}"/>
              </a:ext>
            </a:extLst>
          </p:cNvPr>
          <p:cNvPicPr>
            <a:picLocks noChangeAspect="1"/>
          </p:cNvPicPr>
          <p:nvPr/>
        </p:nvPicPr>
        <p:blipFill>
          <a:blip r:embed="rId3"/>
          <a:stretch>
            <a:fillRect/>
          </a:stretch>
        </p:blipFill>
        <p:spPr>
          <a:xfrm>
            <a:off x="2887079" y="932757"/>
            <a:ext cx="6854082" cy="5141471"/>
          </a:xfrm>
          <a:prstGeom prst="rect">
            <a:avLst/>
          </a:prstGeom>
        </p:spPr>
      </p:pic>
    </p:spTree>
    <p:extLst>
      <p:ext uri="{BB962C8B-B14F-4D97-AF65-F5344CB8AC3E}">
        <p14:creationId xmlns:p14="http://schemas.microsoft.com/office/powerpoint/2010/main" val="157447961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960</TotalTime>
  <Words>2752</Words>
  <Application>Microsoft Office PowerPoint</Application>
  <PresentationFormat>Widescreen</PresentationFormat>
  <Paragraphs>334</Paragraphs>
  <Slides>43</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Candara</vt:lpstr>
      <vt:lpstr>Consolas</vt:lpstr>
      <vt:lpstr>Courier New</vt:lpstr>
      <vt:lpstr>Corbel</vt:lpstr>
      <vt:lpstr>Office Theme</vt:lpstr>
      <vt:lpstr>PowerPoint Presentation</vt:lpstr>
      <vt:lpstr>Agenda</vt:lpstr>
      <vt:lpstr>PowerPoint Presentation</vt:lpstr>
      <vt:lpstr>Spring Boot Security</vt:lpstr>
      <vt:lpstr>Spring Boot Security</vt:lpstr>
      <vt:lpstr>Common Security Dangers</vt:lpstr>
      <vt:lpstr>Common Security Dangers</vt:lpstr>
      <vt:lpstr>PowerPoint Presentation</vt:lpstr>
      <vt:lpstr>Authorization</vt:lpstr>
      <vt:lpstr>PowerPoint Presentation</vt:lpstr>
      <vt:lpstr>Authentication</vt:lpstr>
      <vt:lpstr>Authentication</vt:lpstr>
      <vt:lpstr>Security Principles</vt:lpstr>
      <vt:lpstr>PowerPoint Presentation</vt:lpstr>
      <vt:lpstr>Intercepts Everything </vt:lpstr>
      <vt:lpstr>Default Spring Security Configuration </vt:lpstr>
      <vt:lpstr>PowerPoint Presentation</vt:lpstr>
      <vt:lpstr>Basic Authentication </vt:lpstr>
      <vt:lpstr>Dependency</vt:lpstr>
      <vt:lpstr>Configuration [to create static credential]</vt:lpstr>
      <vt:lpstr>PowerPoint Presentation</vt:lpstr>
      <vt:lpstr>CSRF – Cross Site Request Forgery</vt:lpstr>
      <vt:lpstr>CSRF – Cross Site Request Forgery</vt:lpstr>
      <vt:lpstr>CORS : Cross Origin Request Sharing </vt:lpstr>
      <vt:lpstr>PowerPoint Presentation</vt:lpstr>
      <vt:lpstr>Getting Started with JWT</vt:lpstr>
      <vt:lpstr>What does a JWT contain?</vt:lpstr>
      <vt:lpstr>Symmetric Key Encryption</vt:lpstr>
      <vt:lpstr>Asymmetric Key Encryption</vt:lpstr>
      <vt:lpstr>PowerPoint Presentation</vt:lpstr>
      <vt:lpstr>Getting Started with JWT Security Configuration</vt:lpstr>
      <vt:lpstr>Getting Started with JWT Resource</vt:lpstr>
      <vt:lpstr>Understanding Spring Security Authentication</vt:lpstr>
      <vt:lpstr>Exploring Spring Security Authorization</vt:lpstr>
      <vt:lpstr>JWT Tokens Work Flow</vt:lpstr>
      <vt:lpstr>JWT Tokens</vt:lpstr>
      <vt:lpstr>JWT Tokens</vt:lpstr>
      <vt:lpstr>Uses of JWT Tokens</vt:lpstr>
      <vt:lpstr>JWT Tokens</vt:lpstr>
      <vt:lpstr>JWT Tokens</vt:lpstr>
      <vt:lpstr>PowerPoint Presentation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Bharani Akella</dc:creator>
  <cp:lastModifiedBy>rahul dixit</cp:lastModifiedBy>
  <cp:revision>43</cp:revision>
  <dcterms:modified xsi:type="dcterms:W3CDTF">2025-04-20T07:22:36Z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2023-12-02T07:55:27Z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1e98151f-8b85-4f7e-8f8d-43c09e5a1938</vt:lpwstr>
  </property>
  <property fmtid="{D5CDD505-2E9C-101B-9397-08002B2CF9AE}" pid="7" name="MSIP_Label_defa4170-0d19-0005-0004-bc88714345d2_ActionId">
    <vt:lpwstr>edb84812-fe82-4f69-bcea-707b205103d3</vt:lpwstr>
  </property>
  <property fmtid="{D5CDD505-2E9C-101B-9397-08002B2CF9AE}" pid="8" name="MSIP_Label_defa4170-0d19-0005-0004-bc88714345d2_ContentBits">
    <vt:lpwstr>0</vt:lpwstr>
  </property>
</Properties>
</file>