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33"/>
  </p:notesMasterIdLst>
  <p:sldIdLst>
    <p:sldId id="256" r:id="rId2"/>
    <p:sldId id="257" r:id="rId3"/>
    <p:sldId id="302" r:id="rId4"/>
    <p:sldId id="304" r:id="rId5"/>
    <p:sldId id="305" r:id="rId6"/>
    <p:sldId id="265" r:id="rId7"/>
    <p:sldId id="258" r:id="rId8"/>
    <p:sldId id="259" r:id="rId9"/>
    <p:sldId id="303" r:id="rId10"/>
    <p:sldId id="306" r:id="rId11"/>
    <p:sldId id="307" r:id="rId12"/>
    <p:sldId id="318" r:id="rId13"/>
    <p:sldId id="308" r:id="rId14"/>
    <p:sldId id="309" r:id="rId15"/>
    <p:sldId id="319" r:id="rId16"/>
    <p:sldId id="310" r:id="rId17"/>
    <p:sldId id="311" r:id="rId18"/>
    <p:sldId id="312" r:id="rId19"/>
    <p:sldId id="314" r:id="rId20"/>
    <p:sldId id="313" r:id="rId21"/>
    <p:sldId id="320" r:id="rId22"/>
    <p:sldId id="321" r:id="rId23"/>
    <p:sldId id="322" r:id="rId24"/>
    <p:sldId id="316" r:id="rId25"/>
    <p:sldId id="317" r:id="rId26"/>
    <p:sldId id="315" r:id="rId27"/>
    <p:sldId id="260" r:id="rId28"/>
    <p:sldId id="261" r:id="rId29"/>
    <p:sldId id="282" r:id="rId30"/>
    <p:sldId id="297" r:id="rId31"/>
    <p:sldId id="262" r:id="rId32"/>
  </p:sldIdLst>
  <p:sldSz cx="12192000" cy="6858000"/>
  <p:notesSz cx="6858000" cy="9144000"/>
  <p:embeddedFontLst>
    <p:embeddedFont>
      <p:font typeface="Candara" panose="020E0502030303020204" pitchFamily="34" charset="0"/>
      <p:regular r:id="rId34"/>
      <p:bold r:id="rId35"/>
      <p:italic r:id="rId36"/>
      <p:boldItalic r:id="rId37"/>
    </p:embeddedFont>
    <p:embeddedFont>
      <p:font typeface="Corbel" panose="020B0503020204020204" pitchFamily="34" charset="0"/>
      <p:regular r:id="rId38"/>
      <p:bold r:id="rId39"/>
      <p:italic r:id="rId40"/>
      <p:boldItalic r:id="rId41"/>
    </p:embeddedFont>
    <p:embeddedFont>
      <p:font typeface="Open Sans" panose="020B0606030504020204" pitchFamily="34" charset="0"/>
      <p:regular r:id="rId42"/>
      <p:bold r:id="rId43"/>
      <p:italic r:id="rId44"/>
      <p:boldItalic r:id="rId45"/>
    </p:embeddedFont>
    <p:embeddedFont>
      <p:font typeface="Trebuchet MS" panose="020B0603020202020204" pitchFamily="34"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840">
          <p15:clr>
            <a:srgbClr val="000000"/>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9" roundtripDataSignature="AMtx7mjO4cZSmuOvsU0F1O8Z0nrhYMLQT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1" d="100"/>
          <a:sy n="61" d="100"/>
        </p:scale>
        <p:origin x="858" y="90"/>
      </p:cViewPr>
      <p:guideLst>
        <p:guide orient="horz" pos="2160"/>
        <p:guide pos="384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font" Target="fonts/font14.fntdata"/><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 Type="http://schemas.openxmlformats.org/officeDocument/2006/relationships/slide" Target="slides/slide4.xml"/><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1.fntdata"/><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font" Target="fonts/font15.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font" Target="fonts/font13.fntdata"/><Relationship Id="rId59" Type="http://customschemas.google.com/relationships/presentationmetadata" Target="metadata"/><Relationship Id="rId20" Type="http://schemas.openxmlformats.org/officeDocument/2006/relationships/slide" Target="slides/slide19.xml"/><Relationship Id="rId41" Type="http://schemas.openxmlformats.org/officeDocument/2006/relationships/font" Target="fonts/font8.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49" Type="http://schemas.openxmlformats.org/officeDocument/2006/relationships/font" Target="fonts/font16.fntdata"/></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3-11-05T06:03:06.422"/>
    </inkml:context>
    <inkml:brush xml:id="br0">
      <inkml:brushProperty name="width" value="0.05292" units="cm"/>
      <inkml:brushProperty name="height" value="0.05292" units="cm"/>
      <inkml:brushProperty name="color" value="#FF0000"/>
    </inkml:brush>
  </inkml:definitions>
  <inkml:trace contextRef="#ctx0" brushRef="#br0">3855 6146 206 0,'-2'-18'368'0,"-1"-5"-87"16,1 0-88-16,0 1 13 0,0 0-52 0,0 3 10 15,1 0-57-15,-2 1 22 0,3 2-46 0,0 16 28 16,-2-30-11-16,2 30 4 0,0-23-16 0,0 23-17 15,-2-17-17-15,2 17-16 0,0 0 0 16,0 0-20-16,0 0 21 0,0 0 2 0,0 0-6 16,0 19-13-16,-2 3 9 0,-1 7-2 15,-1 9-8-15,-2 2 33 0,-2 6-39 0,-1 12 31 0,-2 2-48 16,0 2 0-16,0 1-1 0,1-1-1 16,1 0-3-16,-1-6 3 0,6-9 0 0,0 0-24 0,1-5-6 15,4-4-17-15,2-2-17 0,2-5-41 16,2-7-69-16,3-3-60 0,2-6-67 0,3-5-221 15,0-6-11-15</inkml:trace>
  <inkml:trace contextRef="#ctx0" brushRef="#br0" timeOffset="374">4106 6290 496 0,'2'-15'447'0,"-2"15"-83"16,1-26-116-16,-1 26-36 0,-2-17-71 0,2 17-1 15,0 0-54-15,-13-8-10 16,13 8-23-16,-20 10 18 0,6 2-42 0,-3 2 24 0,-3 7-38 15,-1 2-1-15,0 6-4 0,-1 0-3 16,1 0-1 0,1 0-3-16,2 1 2 0,1-1-39 0,3-1 42 0,4-6-40 0,1-4 42 0,3 1-48 15,3-5 32-15,3-14-47 0,-3 19 26 0,3-19-40 16,0 0 15-16,10 10-31 0,-10-10 13 0,16-6-3 16,-2-5 21-16,1-3 0 0,4-6 18 0,-3-4 0 15,1-2 22-15,-2 1 17 0,0-1 10 0,-2-1 14 16,-3 7 18-16,-1 1 21 0,0 2 1 0,-2 3 28 15,-7 14-38-15,9-19 7 0,-9 19-36 0,7-12 15 16,-7 12-39-16,0 0 29 0,0 0-38 0,0 0 42 16,11 15-35-16,-11-15 2 0,4 30-1 0,-2-8-2 15,0 2 1-15,0 1 6 0,1 4-10 16,0 4 0-16,2-3-8 0,1 1 13 0,2-4-20 16,-1-4-21-16,1-2-14 0,2-2-14 15,3-2-30-15,0-5-31 0,0-3-28 0,1-3-18 16,-14-6-37-16,32-3-44 0,-11-5-112 0,3-6 231 15</inkml:trace>
  <inkml:trace contextRef="#ctx0" brushRef="#br0" timeOffset="565">4451 6240 203 0,'0'-40'382'0,"0"-3"-88"0,-1 2-75 16,-1 1 18-16,-1 2-74 0,1 9 12 0,0 4-14 16,0 2-19-16,1 6-24 0,1 17-23 0,-2-27-21 0,2 27-14 15,-3-14-12-15,3 14-11 0,0 0-7 0,0 0-15 16,-14 9-1-16,7 4 3 0,-1 8-9 0,-1 6-2 15,-2 4 31-15,1 6-5 0,1 1-39 0,-2 4 35 16,-1 11-35-16,2 0 0 0,0 2 1 0,3-9-1 16,1 0-22-16,2-3-35 0,2-1-22 15,2-3-23-15,2-5-33 0,3 0-29 0,1-10-37 16,2-3 23-16,1-4-278 0,3-2 105 0</inkml:trace>
  <inkml:trace contextRef="#ctx0" brushRef="#br0" timeOffset="1365.01">4585 6375 488 0,'0'0'383'0,"0"0"-94"0,3-19-62 15,-3 19-64-15,0 0-40 0,0 0-21 0,0 0-22 16,0 0-24-16,0 0 3 0,-8 15-9 0,8-15-6 16,-5 25-8-16,2-10-10 0,1 3-1 0,-1 2-38 15,3-3 42-15,-1 3-44 16,1-3 37-16,2 0-32 0,0 0 40 0,1 0-46 0,3-3 33 15,-6-14 9-15,7 22 1 0,-7-22 0 0,9 17-1 16,-9-17-6-16,12 10-1 0,-12-10-5 0,0 0-3 16,21-3-1-16,-21 3-3 0,21-15-3 15,-8 3 0-15,-3-4-12 0,0-2 12 0,-1-1 2 16,-2-3-6-16,-1-1 4 0,-2 0 21 0,-2-2-31 16,-1 1 27-16,-1 6-1 0,-1-2 47 0,1 3-47 15,0 17 32-15,-4-24-46 0,4 24 30 0,-5-17-39 16,5 17 20-16,0 0 8 0,-16-4-43 0,16 4 39 15,-18 16-33-15,4-1 33 0,2 3-42 0,-2 7 9 16,1 0 3-16,1 4 0 0,1 0 2 0,3 0 1 16,4-3 0-16,1-2 2 0,2-2-6 0,3 1 8 15,2-2-17-15,4-4 8 0,4 0-8 16,1-5-11-16,5-2-19 0,0-3-23 0,1-7-33 0,1 0-29 16,4-6-19-16,6-5-5 0,-1-5-11 0,1-4 41 15,-2-2 2-15,0-5 40 16,4-7 11-16,-8 3 52 0,-2-1 26 0,-4-2 23 15,-2-4 28-15,-4 0 10 0,-3 0 17 0,0-1 21 16,-3 4-2-16,-1 0 23 0,-2 9 3 0,-2 0-7 16,0 6-14-16,1 3 32 0,-2 17-67 0,-1-26 25 15,1 26-55-15,-3-17 28 0,3 17-55 16,0 0 33-16,0 0-40 0,0 0 29 0,-14 5-38 16,14-5 39-16,-10 25-46 0,4-4 32 0,-1 2 0 0,1 7-39 15,0 4 36-15,0 0-35 0,1 2 32 16,0 0-40-16,1 1 42 0,0-1-42 0,1-2 10 15,1-5 3-15,0-1 4 0,2-3-1 0,-2-1 1 16,1-6 36-16,1-18-39 0,0 30 6 0,0-30-9 16,-1 21 42-16,1-21-38 0,0 0 32 0,0 0-35 15,4 16 42-15,-4-16-53 0,0 0 12 0,7-12 34 16,-7 12-37-16,10-29 35 0,-3 9-38 0,2 1 36 16,-1-1-35-16,1-1 35 0,2 2-36 0,-1 2 25 15,0 0-24-15,1 4 26 0,-2 2-32 16,0 1 43-16,-9 10-36 0,18-11 34 0,-18 11-35 15,16-4 35-15,-16 4-35 0,19 5 42 0,-19-5-43 16,19 10 33-16,-9 0-33 0,-1 1-4 0,-2-1 4 16,-1 3 10-16,-1 1-4 0,-5-14 2 15,4 26 9-15,-4-26-1 0,-3 32 8 0,-1-17-8 16,-4 4 0-16,-1-2 2 0,-2 0-2 0,-3 0 1 16,0-1 5-16,-2-1 17 0,1-3-28 0,-2 0 30 15,2-1-70-15,0-4-22 0,15-7-115 0,-24 6-105 16,24-6-317-16,-19-2-140 0</inkml:trace>
  <inkml:trace contextRef="#ctx0" brushRef="#br0" timeOffset="2144">6454 6253 461 0,'0'0'310'0,"0"0"-63"16,0 0-54-16,9-9-25 0,-9 9-44 15,0 0-26-15,0 0-8 0,12-9-1 0,-12 9-1 16,13-9-18-16,-13 9 0 0,19-13-16 0,-6 3 3 16,0 0-22-16,2-2 7 0,1-1-19 0,0-1 38 15,-2-2-44-15,2 1 22 0,-4-1-24 16,1-1 10-16,-3 0-1 0,-3-1-3 0,-2 4 5 0,-2-1-3 15,-3 15 27-15,0-26-40 0,0 26 30 0,-7-22-38 16,-2 12 27-16,9 10-33 0,-20-13 2 0,20 13 0 16,-26-4-8-16,26 4 5 0,-35 7 7 15,15 1-6-15,0 1 8 0,-3 8-4 0,1-2 1 0,4 4 28 16,3-1-27-16,3 1 22 0,2 0-35 16,2 1 30-16,3 1-33 0,3-2 31 0,3 0-12 0,3 4-26 15,2-1 39-15,3 0-35 16,3 3 34-16,3-1-29 0,0-2 29 0,3 0-30 15,-2-1 29-15,2 0-30 0,-5-5 30 0,2 0-31 16,-3 0 29-16,1-2-28 0,-3-1 30 0,-2-1-39 16,-8-12 40-16,12 21-44 0,-12-21 47 0,3 18-28 15,-3-18 32-15,-10 23-35 0,1-11 42 0,-4 0-38 16,-4 1 34-16,-2-3-38 0,-1-2 3 16,-3 0 1-16,-1-2 9 0,0 0-13 0,1-4 2 0,2-1 7 15,0-3-12-15,0-3-3 0,1 0-10 0,2-3-12 16,6-1-24-16,3 0-38 0,9 9-34 15,-11-20-34-15,11 20-17 0,2-20-50 0,5 6-254 16,2-1 56-16</inkml:trace>
  <inkml:trace contextRef="#ctx0" brushRef="#br0" timeOffset="3125.58">6728 6343 233 0,'21'2'340'0,"-21"-2"-113"0,0 0-51 0,22 5-21 15,-22-5-21-15,13 6-18 0,-13-6-17 16,0 0-12-16,18 9-8 0,-18-9-12 0,10 7-12 0,-10-7-7 16,0 0-2-16,18 10-6 0,-18-10-30 15,10 9 21-15,-10-9 10 0,14 5-2 0,-14-5-2 16,0 0 6-16,18 5-12 0,-18-5 0 0,0 0-1 16,19 0 11-16,-19 0-19 0,0 0 17 15,18-6-22-15,-18 6 21 0,11-9-36 0,-11 9 36 0,7-12-16 16,-7 12 33-16,5-16-46 0,-5 16 50 0,0 0-19 15,0-22-7-15,0 22-6 0,-4-15-4 0,4 15-6 16,-6-12-4-16,6 12-3 0,0 0-2 0,-15-7-3 16,15 7-10-16,0 0 0 0,-23 9-17 15,11 0 31-15,0 4-35 0,1 3 38 0,-1 1-30 16,1 1 32-16,3 1-32 0,-1 1 31 0,3-1-31 16,2-2 33-16,3 0-33 0,1-17 5 0,2 32-6 15,3-17-10-15,2-2 17 0,3-2-9 16,2-2-11-16,3-2-10 0,1-3-12 0,2-2-17 15,0-3-12-15,6-2-3 0,-1-3 9 0,-1-2 27 16,-1-1 2-16,0-1 19 0,-3-2 17 0,-2 0 21 16,0-2 26-16,-4 1 14 0,-3 1 1 0,0 0 13 15,-2 0-9-15,0 2 18 0,-7 10-29 0,10-19 34 16,-10 19-44-16,8-13 32 0,-8 13-49 16,0 0 30-16,8-15-52 0,-8 15 28 0,0 0-24 0,0 0 29 15,13-6-38-15,-13 6 38 0,0 0-38 16,19 5 32-16,-19-5-33 0,17 12 31 0,-8-3-32 15,1 0 31-15,-1 2-32 0,0 2 31 0,-1 0-40 16,-1 0-13-16,-1 1 39 0,0 0 23 16,-3 0-41-16,-3-14 8 0,3 25 1 0,-3-25 2 15,0 22 1-15,0-22-1 0,-4 22 4 0,4-22 0 16,-8 14 1-16,8-14 1 0,-8 12 3 0,8-12 6 16,-10 8 40-16,10-8-48 0,0 0 36 0,0 0-41 15,-22-2 33-15,22 2-47 0,-10-14 41 0,10 14-48 16,-8-21 21-16,5 5-40 0,3 16 12 0,2-30-30 15,1 13-18-15,3-2-23 0,2 0 0 0,1 2 5 16,2 1-8-16,0 0-5 0,0 2 3 0,2 2 10 16,-1-2 9-16,-1 6-1 0,0 1 24 0,-11 7 11 15,19-13 11-15,-19 13 7 0,18-9 8 16,-18 9 13-16,16-7 16 0,-16 7 6 0,0 0 21 16,18-7-2-16,-18 7 29 0,0 0-6 0,0 0 21 15,21-1-6-15,-21 1 12 0,0 0-2 0,12 8-2 16,-12-8-2-16,11 8-20 0,-11-8 0 0,9 14 0 15,-9-14 11-15,9 19-37 0,-9-19 14 16,10 21-25-16,-4-8 20 0,-1-1-28 16,1 2 16-16,1-2-18 0,-1 2 19 0,1-1-21 0,1-1 18 15,2-2-21-15,-2 0-8 0,2-1 2 0,2-2 14 16,-12-7-4-16,20 9 4 0,-20-9-18 16,23 4-3-16,-23-4-2 0,23-3-4 0,-23 3 0 15,25-10 5-15,-13 4 1 0,-1-2 5 0,-1-3 2 16,-1 0-10-16,-2-1 33 0,-1-2-12 0,0-1 35 15,-1 0-22-15,-5 15 39 0,4-26-19 0,-4 26 47 16,2-20-4-16,-2 20-9 0,0 0-8 0,0-21-2 16,0 21-19-16,0 0-10 0,-4-15-4 0,4 15 1 15,0 0-48-15,0 0 39 0,0 0-44 16,-21 8 37-16,21-8-33 0,-14 18 42 0,5-6-52 0,0 4 45 16,0 0-33-16,-1 4 40 0,2-1-43 15,0 1 33-15,1 3-49 0,-1-1-3 0,2 0-54 16,0-2-48-16,1 1-90 0,3-4-72 15,2-17-280-15,-3 23-118 0</inkml:trace>
  <inkml:trace contextRef="#ctx0" brushRef="#br0" timeOffset="3314.6">7876 6353 587 0,'0'0'598'0,"10"-17"-162"0,-10 17-108 15,5-15-65-15,-5 15-54 0,0 0-52 0,5-12-43 16,-5 12-19-16,0 0-24 0,0 0-13 0,0 0-5 15,0 0-11-15,-10 16-38 0,10-16 31 0,-12 25-41 16,6-8 30-16,-1 1-30 0,2 3 26 0,-1-2-31 16,0 3 19-16,1 0-55 15,1-2 6-15,0 1-64 0,2-4-15 0,2-17-72 0,-3 25-94 16,3-25-15-16,0 0-272 0,1 22-95 0</inkml:trace>
  <inkml:trace contextRef="#ctx0" brushRef="#br0" timeOffset="3481.58">7970 6227 697 0,'1'-27'489'0,"-1"27"-155"16,-2-20-52-16,2 20-96 0,-7-14-1 0,7 14-76 15,0 0 16-15,-10-9-58 0,10 9 29 0,0 0-72 16,-18 10 23-16,18-10-25 0,-14 19-29 0,8-6-42 16,1 1-53-16,2 2-83 0,1 4-39 0,1-3-19 15,0 2-294-15,5 3-33 0</inkml:trace>
  <inkml:trace contextRef="#ctx0" brushRef="#br0" timeOffset="3710.58">8249 6341 106 0,'0'0'538'0,"0"0"-191"0,0 0-77 15,0 0-58-15,0 0-45 0,0 0-31 0,0 0-6 16,0 0-40-16,-16 5 25 0,7 5-46 0,-5 4 25 0,2-2-46 15,0 5 23-15,-1-3-41 0,2 4 27 16,-1 0-39-16,3 0 27 0,0 1-41 0,1-2 32 16,2 2-38-16,2-4 20 0,4-15-32 0,-3 28 41 15,3-28-45-15,5 24 25 0,-5-24-41 0,14 20-20 16,-3-11-42-16,3-3-38 0,0-3-53 0,-14-3-29 16,34-1-33-16,-11-4-231 0,-1 0 75 0</inkml:trace>
  <inkml:trace contextRef="#ctx0" brushRef="#br0" timeOffset="4031.1">8517 6420 178 0,'11'-19'582'16,"-11"19"-187"-16,6-14-89 0,-6 14-86 0,0 0-40 15,0 0-41-15,0 0-24 0,0 0-20 0,0 0-11 0,0 0-18 16,0 0-41-16,0 0 26 0,0 0-48 16,-13 9 28-16,13-9-24 0,-5 22 27 0,5-22-42 15,-4 24 36-15,4-24-35 0,1 24 30 0,-1-24-33 16,5 22 31-16,-5-22-32 0,10 20 25 15,-10-20-29-15,13 16 26 0,-13-16-37 0,18 8 31 16,-18-8-16-16,20 0 29 0,-20 0-37 0,24-8 35 0,-10 1-32 16,0-3 29-16,0-3-25 0,-3 0 29 0,-1-2-19 15,0-2 37-15,-5 3 2 0,0-3-3 0,-3 2-2 16,-2 15 6-16,0-24-5 0,0 24-7 0,-6-17-2 16,6 17-13-16,-17-12-2 0,17 12 12 15,-24-2-8-15,1 6-1 0,-1 4 0 0,-5 5-3 16,1 3-40-16,0 4 43 0,1 0-38 0,2 5 38 15,3 0-38-15,1 3 17 0,4-1-55 0,0 0-24 16,4 2-56-16,0 0-89 0,3 0-15 16,-2-1-339-16,7-5-121 0</inkml:trace>
  <inkml:trace contextRef="#ctx0" brushRef="#br0" timeOffset="4465.1">6410 7071 187 0,'-44'4'579'0,"0"-2"-151"0,3-1-97 0,2 0-59 0,7-1-47 0,2 3-52 15,3-3-21-15,3 1-1 0,5 0-31 0,19-1-23 0,-29 2-9 0,29-2-19 0,-18 0-11 0,18 0 3 16,0 0-9-16,0 0 20 0,0 0 0 16,27 9-5-16,7-5-16 0,9 0 11 0,9 0-9 15,17-1-5 17,7 2-4-17,8-5-6-15,8 3 1 0,8-1-8 0,4-2-8 16,5 0-6-16,26 0 1 0,0-2-2 0,-2-1-3 0,2 0-5 0,-1-2-3 0,-3 0-4 0,-25 2-2 0,-2 0-3 15,0 2 44-15,-1 2-57 0,-1-4 1 0,-2 3-1 0,-4-2-3 0,-3 1 6 16,-6 0-8-16,-7 0-3 0,-4-1 52 0,-8 2-47 0,-16-2 48 0,-5 1-52 0,-5 0 44 16,-10 0-49-16,-4-1 49 0,-8 1-47 0,-1 1 49 15,-19 0-50-15,28-1 49 0,-28 1-70 0,21-6 20 16,-21 6-94-16,0 0 3 0,10-10-73 0,-10 10-41 16,0 0-45-16,-10-19-70 0,2 9-312 15,-1-2-191-15</inkml:trace>
  <inkml:trace contextRef="#ctx0" brushRef="#br0" timeOffset="4675.72">9231 6503 679 0,'0'0'613'0,"6"-15"-167"15,-6 15-104-15,0 0-72 0,7-14-57 0,-7 14-65 16,0 0-52-16,0 0-17 0,0 0-11 0,0 0-19 15,0 0-9-15,0 0-6 0,0 0-30 0,12 8-34 16,-12-8-22-16,4 25-41 0,-1-8-3 0,0 4-42 16,0 3-50-16,0 2-39 0,-2-2-24 0,2 2-19 15,-1-3-237-15,0 2 24 0</inkml:trace>
  <inkml:trace contextRef="#ctx0" brushRef="#br0" timeOffset="4767.72">9285 6854 8 0,'0'0'524'0,"0"0"-178"0,-3 17-84 16,3-17-50-16,0 0-63 0,0 0-72 0,0 0-85 15,0 0-46-15,0 0-112 0,0 0-234 0,0 0 196 16</inkml:trace>
  <inkml:trace contextRef="#ctx0" brushRef="#br0" timeOffset="4913.72">9518 6756 758 0,'0'0'800'0,"0"0"-217"0,18-4-122 16,-18 4-132-16,0 0-71 0,0 0-58 15,20-4-61-15,-20 4-67 0,15-6-69 0,-15 6-63 0,26-7-59 16,-8 4-69-16,4-2-96 0,2-3-80 0,7 0-408 16,2 0-298-16</inkml:trace>
  <inkml:trace contextRef="#ctx0" brushRef="#br0" timeOffset="7128.78">11363 6491 39 0,'0'0'680'16,"0"0"-281"-16,0 0-69 0,0 0-55 0,0 0-92 15,0 0 0-15,0 0-68 0,6 14 7 0,-6-14-60 16,-8 27 23-16,4-13-48 0,0 6 25 0,-3-1-47 16,3 2 26-16,-2-2-36 0,1 2 26 15,2-2-34-15,1 0 20 0,0-1-25 0,1-2 28 16,1-16-62-16,1 30-1 0,-1-30-62 0,4 26-71 0,-4-26-36 15,8 18-52-15,-8-18-273 0,13 8-28 16</inkml:trace>
  <inkml:trace contextRef="#ctx0" brushRef="#br0" timeOffset="7286.32">11508 6409 363 0,'0'0'514'15,"2"-27"-148"-15,-2 27-85 0,2-17-74 0,-2 17-44 16,0 0-36-16,-2-19-47 0,2 19-45 0,0 0-34 15,0 0-34-15,0 0-33 0,0 0-56 0,0 0-21 16,0 0-43-16,7 13-282 0,-7-13 95 0</inkml:trace>
  <inkml:trace contextRef="#ctx0" brushRef="#br0" timeOffset="7633.32">11811 6556 563 0,'0'0'450'0,"11"10"-81"0,-11-10-119 0,0 0-29 15,12 12-79-15,-12-12 8 0,5 14-63 0,-5-14 17 16,6 19-53-16,-6-19 22 0,6 23-45 0,-6-23 16 16,8 27-32-16,-5-12 29 0,2 0-39 0,0 0 17 15,-1 0-22-15,3 1 29 0,-2-1-41 0,-1-1 27 16,-4-14-40-16,7 20 15 0,-7-20-26 0,4 17 14 16,-4-17-14-16,0 0-15 0,0 0-32 15,0 0-28-15,0 0 1 0,0 0 7 0,0 0 25 16,0 0 10-16,-12-17 19 0,9 2 26 0,-2-8 32 15,-1-2 19-15,1-7 17 0,-1-1 10 0,1-1 18 16,0 2 31-16,1 6-8 0,1 4 31 0,1 4 2 16,-3 1 2-16,5 17-28 0,-4-23-26 0,4 23-14 15,-2-19-24-15,2 19-5 0,0 0-1 0,0 0-3 16,-11-7-11-16,11 7-4 0,-13 19-29 0,3-2 34 16,-4 10-36-16,0 1 34 0,-2 4-38 15,0 4 13-15,-6 8-70 0,1 1-41 0,2 1-71 16,-2 0-104-16,0 0-18 0,2 1-233 15,4-9-52-15</inkml:trace>
  <inkml:trace contextRef="#ctx0" brushRef="#br0" timeOffset="7773.31">11549 7239 366 0,'0'0'729'0,"0"0"-182"16,5 17-125-16,-5-17-73 0,0 0-79 0,0 0-70 16,0 0-40-16,3 16-32 0,-3-16-28 0,0 0-17 15,0 0-25-15,0 0-11 0,0 0-9 0,0 0-40 16,5 14-89-16,-5-14-66 0,0 0-133 15,0 0-179-15,0 0-271 0,0 0-262 0</inkml:trace>
  <inkml:trace contextRef="#ctx0" brushRef="#br0" timeOffset="9068.95">13337 6561 365 0,'0'0'471'0,"0"0"-126"0,0 0-92 15,0 0-59-15,0 0-64 0,0 0-10 16,12-16-31-16,-12 16-3 0,15-20-33 16,-3 5 0-16,1 0-22 0,1-2 5 0,3-4-20 0,2-4 10 15,-4 2-6-15,1-1-4 0,-1-1 6 16,-3 1-2-16,-5 2-15 0,1 0 22 0,-5 1-18 16,1 3 15-16,-4 18-26 0,-2-27 25 0,2 27-25 15,-9-22 18-15,9 22-18 0,-21-11 17 0,21 11-21 16,-31 0 23-16,9 7-26 0,-7 5 30 0,0 5-8 15,0 4-30-15,1 4 26 0,-3 9-16 0,2 3 27 16,8-4-32-16,4 2 4 0,3 1 2 0,7 0 2 16,1-2 0-16,8-5 0 0,4 5 25 0,3-1-18 15,7-3 19-15,2-2-28 0,5-3-3 0,4 0-4 16,2-2 37-16,0-1-33 0,2-5 34 0,-3 2-34 16,1-3 28-16,-4 0-29 0,-6-3 26 15,-2-2-27-15,-4 1 28 0,-1-2-28 0,-12-10 31 16,8 18 4-16,-8-18-2 0,-6 18-13 0,-4-7 0 15,-7 0 7-15,-2 1-3 0,-10 0-3 16,0 0-1-16,-3-4-3 0,-1 0 1 0,1-2-4 16,3-3 1-16,2-1 0 0,2-2-4 0,1-1-22 15,1-3-40-15,5 0-49 0,5-3-58 0,4-2-28 16,9 9-40-16,-7-19-32 0,11 7-209 0,8-5 82 16</inkml:trace>
  <inkml:trace contextRef="#ctx0" brushRef="#br0" timeOffset="9438.12">13690 6682 499 0,'0'0'345'16,"0"0"-90"-16,23 0-27 0,-23 0-40 0,0 0-39 15,11 8-27-15,-11-8-19 0,0 0-13 0,6 16-12 16,-6-16 1-16,0 0-30 0,3 22 6 0,-3-22-26 16,5 17 2-16,-5-17-13 0,4 16 12 15,-4-16-24-15,9 16 17 0,-9-16-22 16,11 14 19-16,-11-14-20 0,14 9 17 0,-14-9-21 0,17 3 20 15,-17-3-22-15,21-3 25 0,-21 3-38 16,22-8 34-16,-13 1-30 0,0-1 10 16,0-4 2-16,-9 12 3 0,5-23-3 0,-5 23 2 0,-2-31 0 15,-1 15 7-15,-4 3 22 0,1-2-22 0,-3 2 23 16,0 4-30-16,-3 0 20 0,12 9-23 0,-20-7 27 16,20 7-33-16,-29 5 31 0,11 4-28 0,3 3 25 15,-1 3-28-15,2 4 27 0,1 0-29 0,2 1 26 16,4 1-27-16,2 1 35 0,5-3-36 0,2 2 17 15,7 0-27-15,2-3 31 0,4-1-30 0,2-2-40 16,8-2-33-16,-2-4-26 0,2-2-52 0,0-2-9 16,3-5-21-16,-1-2-12 0,6-5-216 0,-2 0 165 15</inkml:trace>
  <inkml:trace contextRef="#ctx0" brushRef="#br0" timeOffset="9705.12">14081 6817 673 0,'11'-14'236'0,"-1"-3"-5"0,-2 5-4 0,-3-1-28 15,-5 13-20-15,9-21-40 0,-9 21 7 0,6-19-49 16,-6 19-2-16,6-12-39 0,-6 12 12 0,0 0-42 15,8-13 23-15,-8 13-34 0,0 0 22 0,0 0-33 16,25 3 26-16,-25-3-33 0,25 12 27 0,-14-4-28 16,4 2 22-16,-1 3-28 0,-1-1 18 0,1 1-30 15,-5-3 41-15,1 1-34 0,-2 0 36 0,-8-11-33 16,11 16 30-16,-11-16-31 0,8 12 32 0,-8-12-28 16,0 0 38-16,8 12 3 0,-8-12-1 15,0 0-24-15,0 0 44 0,0 0-39 0,0 0 36 16,0 0-41-16,0 0 27 0,0 0-34 0,-20-7 38 0,20 7-43 15,-7-17 28-15,7 17-19 0,-8-22 18 16,8 22-40-16,-2-24 31 0,2 24-49 0,2-29 16 16,2 12-44-16,2 2 1 0,1 1-42 0,2-1-34 15,2 1-24-15,-2 2-23 0,0 2-21 16,3 0-2-16,-1 1 4 0,-1 1-235 0,0-1 149 16</inkml:trace>
  <inkml:trace contextRef="#ctx0" brushRef="#br0" timeOffset="9844.12">14441 6566 601 0,'13'-7'250'0,"-13"7"-39"0,0 0-26 0,12-10-23 15,-12 10-36-15,0 0-33 0,0 0-18 0,0 0-10 16,0 0 9-16,19 0 2 0,-19 0-6 0,9 10-17 16,-9-10 12-16,12 16-23 0,-5-4-6 0,1 1-8 15,0 4-5-15,1 0-5 0,1 2-3 16,0-2 9-16,-1 3-18 0,2-1 11 0,0 0-14 0,0-2-21 16,0 2-47-16,1-2-45 0,-1-2-29 0,0-1-52 15,0-3-23-15,-1-3-253 0,-10-8 99 0</inkml:trace>
  <inkml:trace contextRef="#ctx0" brushRef="#br0" timeOffset="10037.12">14818 6603 474 0,'0'0'432'16,"2"-21"-79"-16,-2 21-107 0,-4-16-40 0,4 16-63 0,0 0-9 16,-11-12-44-16,11 12 1 0,0 0-33 15,-21 7 20-15,11 2-37 0,-2 2 19 0,0 3-38 16,-1 2 11-16,0 4-32 0,-2 2 35 0,1 2-40 15,1 1 32-15,0-2-25 0,3 0 8 0,3-2-64 16,0-2-45-16,2 0-41 0,1-5-69 0,4-14-15 16,2 21-13-16,-2-21-230 0,10 12 99 15</inkml:trace>
  <inkml:trace contextRef="#ctx0" brushRef="#br0" timeOffset="10233.12">14983 6581 613 0,'0'0'435'0,"10"-13"-70"15,-10 13-132-15,0 0-22 0,0 0-71 0,0 0-9 16,0 0-44-16,0 0 6 0,0 0-48 0,0 20 26 16,0-20-45-16,-6 25 26 0,2-9-41 0,-1 5 28 15,0-1-37-15,2 1 28 16,-1 1-36-16,1-1 29 0,0-3-31 0,1 0 17 0,0-2-44 16,2-16-7-16,-2 29-52 0,2-29-59 0,0 20-13 0,0-20-31 15,0 0-15-15,3 17-36 0,-3-17-186 0,0 0 159 16</inkml:trace>
  <inkml:trace contextRef="#ctx0" brushRef="#br0" timeOffset="10371.17">15040 6597 318 0,'6'-29'358'16,"-3"6"-88"-16,0 1-25 0,1 4-20 0,-2 3-69 15,-2 15-15-15,3-23-36 16,-3 23-11-16,0 0-30 0,2-21-11 0,-2 21-15 0,0 0-2 16,0 0-11-16,0 0-27 0,0 0-35 0,0 0-41 15,-5 23-47-15,5-23-43 0,1 26-30 0,1-10-253 16,2 2 128-16</inkml:trace>
  <inkml:trace contextRef="#ctx0" brushRef="#br0" timeOffset="10583.13">15308 6587 194 0,'10'-12'376'0,"-4"2"-78"0,-6 10-51 16,11-18-10-16,-11 18-32 0,8-13-51 15,-8 13-16-15,0 0-41 0,6-12 0 0,-6 12-36 16,0 0 11-16,0 0-23 0,0 0 13 0,-12 12-43 15,5-1 21-15,-2 5-20 0,-2 1 23 16,3 3-39-16,-1 1 24 0,-1 0-23 0,1 2 27 16,1 0-31-16,1 0 25 0,0 0-3 0,3-3-16 15,1-2-1-15,3-18-48 0,4 30 4 0,2-16-19 16,2-4-24-16,3-2-36 0,2-1-66 0,-13-7-6 16,29 4-11-16,-12-7-280 0,6-3 72 15</inkml:trace>
  <inkml:trace contextRef="#ctx0" brushRef="#br0" timeOffset="10901.16">15667 6621 21 0,'9'-10'492'0,"-9"10"-165"16,0 0-83-16,0 0-32 0,0 0-42 0,0 0-34 15,0 0-17-15,-5 22-20 0,5-22-20 0,-8 20-5 16,8-20-15-16,-7 23 0 0,7-23-14 0,-4 23-5 16,4-23-17-16,1 21 10 0,-1-21-27 0,6 20 16 15,-6-20-16-15,12 14 21 0,-12-14-22 16,17 8 5-16,-17-8-24 0,18 2-8 0,-18-2-11 15,22-5-12-15,-9-2 5 0,0 0-5 0,-1-5 18 16,1-1 2-16,-3-2 10 0,-1-1 5 16,0-3-4-16,-4-1 19 0,-1 4 15 0,-1 0 20 0,-3 16 25 15,1-28-19-15,-1 28 11 16,-4-20-23-16,4 20 25 0,-8-11-35 0,8 11 28 0,0 0-21 16,-31 4 40-16,14 7-44 0,0 4 43 0,-5 5-45 15,0 3 41-15,4 1-49 0,-2 4 37 0,2-1-41 16,3 2 32-16,1 0-9 0,3-2-16 0,6-3-25 15,3 0-28-15,4-2-66 0,4-1-97 0,5-4-119 16,5-1-342-16,7 0-187 0</inkml:trace>
  <inkml:trace contextRef="#ctx0" brushRef="#br0" timeOffset="13362.13">17523 6435 94 0,'0'0'523'0,"6"-19"-182"16,-6 19-83-16,0 0-50 0,4-15-67 15,-4 15-18-15,0 0-24 0,0 0 0 0,2-19-20 16,-2 19 10-16,0 0 1 0,0 0-14 0,0 0-12 15,2-16-9-15,-2 16-13 0,0 0-9 0,0 0-9 16,0 0-4-16,0 0-11 0,0 0 6 16,0 0 0-16,2-16-9 0,-2 16 1 0,0 0 1 15,0 0 0-15,0 0 5 0,0 0 1 16,0 0-7-16,0 0 1 0,0 0 12 0,0 0-2 0,0 0-1 16,0 0-1-16,0 0-1 0,0 0-1 0,0 0-1 15,0 0-2-15,0 0 0 0,0 0-4 0,0 0-9 16,0 0-1-16,0 0 12 0,0 0-11 15,0 0 8-15,0 0-1 0,0 0 0 0,0 0-1 16,0 0 0-16,0 0-1 0,0 0-3 0,0 0 1 16,0 0-9-16,0 0 2 0,0 0 17 0,0 0-9 15,0 0-1-15,0 0 1 0,0 0 1 0,0 0 0 16,0 0-2-16,0 0 4 0,0 0 3 0,0 0 4 16,0 0 0-16,0 0 0 0,0 0-8 15,0 0 5-15,0 0 11 0,0 0-6 0,0 0-2 16,0 0 4-16,0 0-2 0,0 0-1 0,0 0-2 15,0 0-5-15,0 0 2 0,0 0-3 16,0 0 1-16,0 0-1 0,0 0-2 0,0 0-2 16,0 0 2-16,0 0-6 0,0 0 8 0,0 0-2 15,0 0-2-15,0 0 2 0,0 0-2 0,0 0 0 16,0 0 0-16,0 0 1 0,0 0-1 0,0 0 0 16,0 0-6-16,0 0 23 0,0 0-12 0,0 0 10 15,2-16-2-15,-2 16 2 0,0 0-2 0,0 0-1 16,0 0 1-16,0 0-2 0,0 0-1 0,0 0 2 15,0 0-8-15,0 0 3 0,0 0-5 0,0 0 6 16,0 0-1-16,0 0-1 0,0 0-3 0,0 0 1 16,0 0 2-16,0 0 10 0,0 0-18 0,0 0-1 15,0 0-5-15,0 0 8 0,0 0-7 16,0 0 6-16,0 0 2 0,0 0-2 0,0 0 0 16,0 0 0-16,0 0 1 0,0 0-5 15,0 0 5-15,0 0-3 0,0 0 5 0,0 0-7 16,0 0 0-16,0 0 8 0,0 0-1 0,0 0-8 15,0 0 8-15,0 0-1 0,0 0 1 0,0 0-1 16,0 0-2-16,0 0-2 0,0 0-1 0,0 0 4 16,0 0-6-16,0 0 0 0,0 0 0 0,0 0 7 15,0 0-1-15,0 0 2 0,0 0-4 0,0 0 3 16,0 0-2-16,0 0 2 0,0 0-1 0,0 0-1 16,0 0 0-16,0 0-2 0,0 0-3 0,0 0 6 15,0 0 0-15,0 0-5 0,0 0 4 16,0 0 2-16,0 0-1 0,0 0 1 0,0 0-1 0,0 0 1 15,0 0-1-15,0 0-1 0,0 0 0 16,0 0 1-16,0 0-5 0,0 0-7 16,0 0 14-16,0 0-5 0,0 0 6 0,0 0 0 15,0 0-2-15,0 0 1 0,0 0-2 0,0 0 0 16,0 0 1-16,0 0-1 0,0 0-1 0,0 0 0 16,0 0-3-16,0 0 1 0,0 0 5 0,0 0 0 15,0 0-8-15,0 0 8 0,0 0-1 0,0 0 0 16,0 0 0-16,0 0-5 0,0 0 5 0,0 0 0 15,0 0 0-15,0 0-6 0,0 0 12 0,0 0-14 16,0 0 4-16,0 0 5 0,0 0-7 0,0 0 9 16,0 0-51-16,0 0 61 0,0 0-1 15,0 0 1-15,0 0 1 0,0 0 2 0,0 0-3 16,0 0-3-16,0 0 4 0,0 0-3 0,0 0-5 16,0 0 2-16,0 0-39 0,0 0 37 0,0 0 8 15,0 0-3-15,0 0-1 0,0 0 1 0,0 0-2 16,0 0 3-16,0 0-4 0,0 0 2 0,0 0 5 15,0 0-3-15,0 0-6 0,0 0 3 16,0 0 4-16,0 0 0 0,0 0-1 0,0 0-4 16,0 0 2-16,0 0-2 0,0 0-1 0,0 0-1 15,0 0-5-15,0 0 0 0,0 0 8 0,0 0-4 16,0 0-1-16,0 0 0 0,0 0-6 0,0 0 6 16,0 0-24-16,0 0 28 0,0 0-3 15,0 0 0-15,0 0-3 0,0 0-1 0,0 0 1 16,0 0-8-16,0 0 4 0,0 0 1 0,0 0-5 15,0 0-1-15,0 0-5 0,0 0 2 0,0 0 8 16,0 0 1-16,-2 19-1 0,2-19 0 0,-4 31-25 16,1-9 13-16,-1 4 18 0,1 1-20 0,-2 7 17 15,0 0-12-15,1 0 19 0,-2 3-17 0,-1-1 15 16,1-2-4-16,0 0-4 0,3-8 5 0,-2 0-2 16,1-1-1-16,-1-1-57 0,1-2 25 15,1-4-23-15,1-2-74 0,2-16 71 0,-3 24-58 16,3-24-14-16,0 0-8 0,-1 23-19 15,1-23-9-15,0 0-26 0,0 0 40 0,0 0 7 16,0 0 52-16,4-21 24 0,-3 1 30 0,-1-5 26 16,-1-12 30-16,0-2 20 0,-2-6 12 0,1-4 10 15,-1-14 11-15,1 1-13 0,0-2 41 0,0 1 0 16,2 12 0-16,1 3-35 0,1 2 32 0,1 2-38 16,-1 3 16-16,1 3-40 0,2 2 37 0,-1 4-40 15,4 0 30-15,-2 8-34 0,3 2 20 0,0 1-38 16,3 4 24-16,1-2-35 0,3 4 30 0,1 3-33 15,2 0 23-15,1 6-29 0,-2 3 31 16,1 4-32-16,4 2 25 0,-2 7-28 0,2 6 31 16,-1 4-39-16,-4 2 41 0,-3 6-33 0,-6 2 32 0,-3 4-3 15,-6 2 42-15,-5 1-52 0,-5 1-3 16,-9 8-6-16,-4 0-30 0,-4-1-49 0,-3-3 15 16,-1 0-29-16,-3-2 8 0,3-6-36 15,7-7-46-15,1-3-18 0,3-2-23 0,6-5-13 16,0-2 34-16,5-6-300 0,9-9 59 0</inkml:trace>
  <inkml:trace contextRef="#ctx0" brushRef="#br0" timeOffset="13689.12">17618 6581 325 0,'0'0'400'16,"20"-3"-129"-16,-20 3-38 0,0 0-49 0,27 3-36 16,-27-3-15-16,22 2-31 0,-22-2 5 15,23 7-24-15,-23-7 5 0,26 10-32 0,-14-3 2 16,0 3-26-16,2-1 10 0,-1 4-24 0,-2 1 10 15,1-2-12-15,-2 5 4 0,-2-5-29 16,0 1 16-16,-2-1-5 0,0 1 20 0,-6-13-24 16,6 20 17-16,-6-20-18 0,2 19 15 0,-2-19-14 15,-3 15 18-15,3-15-10 0,-8 14 26 16,8-14 23-16,-12 10 1 0,12-10-1 0,0 0 13 0,-17 5-11 16,17-5-7-16,0 0-3 0,-18-9-10 15,18 9-44-15,-9-20 37 0,7 4-45 0,4-6 35 0,1-5-34 16,3-3 27-16,6-3-48 0,2 2 31 15,4 1 1-15,1 2-2 0,3 3-10 0,1 1-6 16,0 6-15-16,-2 2-17 0,-2 4-30 0,-3 2-30 16,-1 3-18-16,-15 7-19 0,22-3-2 0,-22 3-18 15,18 3-8-15,-18-3 1 0,14 8-58 0,-14-8-158 16,11 13 201-16</inkml:trace>
  <inkml:trace contextRef="#ctx0" brushRef="#br0" timeOffset="13978.13">18109 6612 324 0,'0'0'341'15,"1"20"-63"-15,-1-20-46 0,-2 21-30 0,2-21-32 0,-6 29-30 16,2-15-28-16,-1 3-16 16,0 2-25-16,0-1-7 0,0-2-20 0,1 1-1 0,0-1-14 15,2 0-1-15,2-16-23 0,-1 27 17 0,1-27-9 16,4 24 5-16,-4-24-4 0,11 21 10 0,-2-12 5 16,-9-9-5-16,21 13-1 0,-21-13-3 0,27 3 2 15,-27-3-4-15,34-3-14 0,-14-4 34 0,1 0-26 16,-1-5 42-16,-2 0-27 0,0-2 46 0,-1-7-43 15,-1-1 40-15,-3-4-40 0,-3 4 28 16,-4-2-40-16,-3 1 29 0,-3-1-50 0,-2 0 47 16,-3 2-48-16,-6 1 32 0,-4 0-41 0,-5 2 39 15,-1 2-46-15,-4 5 42 0,2 2-45 0,-2 3 14 16,-1 2-85-16,1 2 30 0,0 3-70 0,-1 2-103 16,1 0-57-16,0 2-311 0,7-1-136 15</inkml:trace>
  <inkml:trace contextRef="#ctx0" brushRef="#br0" timeOffset="14531.12">18484 6536 493 0,'0'0'445'0,"0"0"-48"16,0 0-87-16,-3-21-64 0,3 21-41 0,0 0-30 15,0 0-35-15,0 0-29 0,-2-15-27 0,2 15-23 16,0 0-14-16,0 0-10 0,0 0-4 0,0 0 1 16,0 0-39-16,9 13 29 0,-9-13-35 15,10 24 40-15,0-7-57 0,-2 2 58 0,1 0-40 16,2-1 36-16,-1 1-4 0,-1 2-8 0,3-3-20 15,-3 0-28-15,2 0-35 0,-1-2-32 0,-1-1-36 16,-1-2-90-16,0-4-26 0,-8-9-7 0,16 14-270 16,-16-14-16-16</inkml:trace>
  <inkml:trace contextRef="#ctx0" brushRef="#br0" timeOffset="14711.12">18769 6607 588 0,'2'-17'487'0,"0"1"-89"0,-2 16-107 16,3-25-43-16,-3 25-41 0,1-20-36 0,-1 20-33 15,0 0-38-15,-3-18-23 0,3 18-14 16,0 0-11-16,0 0-11 0,0 0-7 0,-20 12-32 16,12-1 17-16,-3 6-36 0,2 2 36 0,0 1-32 15,-4 7 36-15,3-1-6 0,-1 1-19 0,1-1-25 16,2-2-36-16,2-2-48 0,0 0-48 0,2-1-93 16,3-6-8-16,1-15-50 0,1 25-203 15,-1-25 11-15</inkml:trace>
  <inkml:trace contextRef="#ctx0" brushRef="#br0" timeOffset="14892.12">18947 6578 277 0,'0'0'526'0,"9"-20"-100"0,-9 20-132 16,7-16-44-16,-7 16-85 0,0 0-1 0,0 0-66 16,0 0 2-16,0 0-44 0,-12 10 26 0,4 1-57 15,-1 4 33-15,-2 7-47 0,2-4 32 0,0 2-41 16,2 0 25-16,-2 1-53 15,2 2-16-15,2-4-49 0,2 0-67 0,1-5-33 0,2-14-27 0,1 23-56 16,-1-23-199-16,5 16 88 0</inkml:trace>
  <inkml:trace contextRef="#ctx0" brushRef="#br0" timeOffset="15470.12">19032 6469 274 0,'2'-16'423'0,"-2"16"-123"16,2-22-84-16,-2 22-41 0,0 0-52 0,-5-18-25 15,5 18-28-15,0 0-6 0,0 0-22 0,-16 10-22 16,16-10-38-16,-8 23 5 0,5-7-28 0,3 5-26 16,2 3-23-16,2 1-22 0,1 1 11 15,5 3-27-15,1-3 6 0,4 0-21 0,0-2 69 0,3-2 46 16,-1-2 42-16,-1-5 23 0,-1-1 24 16,0-3 16-16,-1 1 10 0,-1-5 9 0,-13-7 7 0,19 10-1 15,-19-10-27-15,18 3 2 0,-18-3 7 16,17-3-13-16,-17 3 1 0,18-13 9 15,-9 2-2-15,-1-2-1 0,0-5-19 0,-2-2-19 16,-1-3-5-16,-1-3 29 0,-2 1-29 0,0-1 34 16,0 2-31-16,-2 5 36 0,0 0-8 0,0 19-10 15,-2-26-14-15,2 26-12 0,-4-18-4 0,4 18-6 16,0 0-35-16,-17-7 32 0,17 7-39 0,-26 17 40 16,7 3-33-16,1 2 48 0,-2 2-41 0,1 2 44 15,3 3-45-15,0 0 39 0,4 0-46 0,1 0 25 16,4-5-1-16,3-2-14 0,3-2-11 0,2-4-8 15,3 0-4-15,2-3-10 0,2-1-14 0,1-4-36 16,-9-8-31-16,23 7-15 0,-23-7-42 0,33-9 29 16,-13-2 14-16,2-5 26 15,0-5 18-15,1-5 37 0,-4-5 47 0,0-1 38 16,-2-6 20-16,-4-2-3 0,2-10 14 0,-2-1-10 16,-1-1 6-16,-2 8 21 0,0 2 14 0,-1 2 17 15,0 5 9-15,-1 3 0 0,-2 10-2 0,-2 1-21 16,0 5-26-16,-4 16-16 0,6-22-13 0,-6 22-11 15,0 0-6-15,0 0-6 0,0 0-8 0,0 0 2 16,0 0-22-16,0 0 63 0,-5 36-49 0,-1-12-6 16,0 8-1-16,-1 2 3 0,-2 2-37 0,0 3 35 15,1-2-47-15,1 1 21 0,-2-2-58 0,3 0 29 16,1-2-33-16,1-3-35 0,1-6-17 0,3 0-54 16,0-4 12-16,1-6 7 0,-1-15-51 15,5 24-226-15,-5-24 124 0</inkml:trace>
  <inkml:trace contextRef="#ctx0" brushRef="#br0" timeOffset="15818.13">19456 6725 138 0,'0'0'489'0,"14"-14"-126"0,-14 14-57 0,14-12-77 16,-14 12-8-16,10-15-67 0,-10 15 17 0,11-10-57 15,-11 10 23-15,0 0-66 0,9-12 22 16,-9 12-59-16,0 0 29 0,0 0-48 0,0 0 20 0,0 0-30 16,16 8 29-16,-16-8-43 0,6 15 40 0,-6-15-45 15,8 20 42-15,-8-20-40 0,10 20 36 0,-3-9-35 16,-7-11 29-16,18 18-35 15,-18-18 35-15,21 13-50 0,-21-13 28 0,24 7-42 0,-24-7 14 16,33-3-20-16,-13-1-3 16,1-4-13-1,0-2-2-15,2-4-12 16,-1-3 42-16,-1-2 9 0,-4-3 10 0,-1-2 0 0,-4-1 4 0,-3 1 9 16,-3 2 13-16,-2 0 9 0,-1 4 19 0,-3 18-16 0,0-29 27 0,0 29-18 0,-8-19 37 0,8 19-38 15,-16-8 28-15,16 8-34 0,-31 9 35 16,9 3-31-16,-2 4 32 0,-2 3-46 0,1 2 28 15,0 3-44-15,4 0 46 0,1 1-36 0,1 2 32 0,4-1-42 16,2-2 29-16,5-4-16 0,3-1-7 16,3-2-11-16,2-17-24 0,5 24-15 0,3-14-21 15,5 1-33-15,1-5-33 0,7-1-57 0,3-3 6 16,1-5-15-16,10-4-70 0,-1-2-156 0,2-4 166 16</inkml:trace>
  <inkml:trace contextRef="#ctx0" brushRef="#br0" timeOffset="16158.12">20065 6599 7 0,'17'-24'464'0,"-5"7"-122"0,-1-3-41 0,-2 5-17 15,-9 15-70-15,7-23 1 0,-7 23-40 0,0 0-29 16,-8-11-17 0,8 11-56-16,-19 4 28 0,2 6-47 0,-2 0 33 0,-3 6-47 0,-1 4 42 0,3-1-50 15,1 3 28-15,1-2-44 0,6-2 35 0,3 1-39 16,0-1 26-16,4-4-53 0,5-14 35 0,-2 28-62 16,2-28 27-16,9 22-46 0,1-11 13 15,1-4-44-15,-11-7 3 0,27 5-46 0,-9-7-61 16,1-3 13-16,2-4 21 0,-1-3 18 15,1-6 23-15,-2-4 20 0,-3-4 31 0,-1-4 25 0,-3-3 26 16,0-1 32-16,-2-5-2 0,-2-2 48 16,2-2 14-16,-3-1 19 0,1 0 26 0,-2 1 3 15,1 6 44-15,-1 5-35 0,-2 9 36 0,-1 1-67 16,1 6 6-16,-4 16-59 0,2-20 27 0,-2 20-54 16,0 0 33-16,0 0-10 0,0 0 0 0,-11 17 4 15,6 2 59-15,0 5-46 0,-3 11-7 16,3 5-8-16,-1 4 13 0,-1 12-30 15,0 4 12-15,0 1-26 16,1 1 17-16,-1-1-51 0,-1 2-50 0,-2-3-61 0,0 1-111 0,0-6-75 0,-2 0-432 16,4-12-272-16</inkml:trace>
  <inkml:trace contextRef="#ctx0" brushRef="#br0" timeOffset="16833.12">21281 6752 549 0,'6'-15'430'0,"-2"-1"-36"0,1 3-118 0,-5 13 16 16,6-24-65-16,-6 24 23 0,4-17-67 0,-4 17-24 16,0 0-52-16,4-20-1 0,-4 20-43 0,0 0 6 15,0 0-39-15,0 0 20 0,0 0-29 0,0 0 17 16,-16 6-37-16,7 9 25 0,0 3-28 0,-1 4 23 15,-1 4-5-15,2-3-5 0,3-1-4 16,1 2 2-16,0 0-2 0,5-5 0 16,2-1-8-16,3 3 6 0,3-3-5 0,3-2 36 15,3-2-54-15,2-6 2 0,4 0-4 0,4-4 3 16,0-4 5-16,4 0-1 0,5-5 5 0,0-4-6 16,-2-1-16-16,-1-3 34 0,-5-2-28 0,-2-1 34 15,-3-5-29-15,-5 0 28 0,-4 0-25 0,-5-1 28 16,-3-1-24-16,-3-4 22 0,-4 4-20 0,-4-5 27 15,-6 3-41-15,-2 1 41 0,-7 6-29 16,-2 3 29-16,-5 4-32 0,-3 4 30 0,4 5-27 16,-2 4 23-16,-5 2-25 0,1 3 9 0,1 4-69 15,5 1 13-15,3 1-48 0,4 2-15 0,5-2-45 16,8-3-56-16,9-10-45 0,-8 19-27 0,8-19-245 16,6 12-39-16</inkml:trace>
  <inkml:trace contextRef="#ctx0" brushRef="#br0" timeOffset="17206.12">21712 6636 436 0,'0'0'602'16,"22"-4"-185"-16,-22 4-62 0,17-6-95 0,-17 6-18 0,0 0-83 15,16-2-6-15,-16 2-67 0,0 0 16 0,0 0-39 16,17 9 17-16,-17-9-37 0,5 20 9 16,-1-6-29-16,-2 3 22 0,1 4-36 0,1 1 26 15,-1 0-36-15,2 1 28 0,1 0-8 16,0-1-3-16,1 1-20 0,0-2-9 0,3-2-16 15,-1-1-20-15,0-1-17 0,3-4-11 0,-1-3-24 16,-1-2-5 0,-10-8-24-16,22 8-21 0,-22-8 0 0,23 3-17 0,-23-3 42 0,28-9 6 0,-13-1 50 15,0-3 29-15,-3-3 49 0,2-1 46 0,-4-4 16 16,0-6 17-16,-1-2-11 0,-2-1 26 0,-4 2-32 16,0 0 38-16,-1 3-41 0,-1 0 72 0,0 7-38 15,-1 18 18-15,0-29-44 0,0 29 15 0,0-25-47 16,0 25 17-16,0 0-37 0,-5-18 17 0,5 18-33 15,0 0 21-15,0 0-28 0,-17 8 24 16,9 2-27-16,-1 3 4 0,0 3-14 16,-1 5 33-16,1-1-31 0,0 2-4 0,-1 0-63 15,1 2 17-15,2-2-47 0,1 1-10 0,0-2-36 16,2 0-67-16,4-21-14 0,-2 28-40 0,2-28 65 16,5 18-297-16,-5-18 29 0</inkml:trace>
  <inkml:trace contextRef="#ctx0" brushRef="#br0" timeOffset="17816.12">22237 6686 26 0,'9'-16'568'0,"-2"2"-163"16,-2 3-110-16,-5 11-42 0,10-19-75 0,-10 19-11 15,0 0-57-15,8-15 2 0,-8 15-41 16,0 0 12-16,0 0-40 0,0 0 18 0,-6 15-49 16,6-15 34-16,-8 23-39 0,4-9 32 0,1 2-39 15,-1 1 29-15,2 0-33 0,0 0 28 0,1 1-31 16,1-18 17-16,0 29-28 15,0-29 48-15,5 29-47 0,-5-29 41 0,7 22-32 0,-7-22 31 0,13 15-33 16,-13-15 31-16,12 9-43 0,-12-9 44 16,0 0-38-16,24 1 29 0,-24-1-29 0,19-10 29 15,-7 1-31-15,-3-1 32 0,3-6-31 0,-2 0 21 16,-1-4-19-16,-1-2 34 0,0-1-34 16,-2-1 28-16,-2 0-28 0,-1 2 35 0,-1 3-27 15,-2 19 37-15,1-29-46 0,-1 29 43 0,-4-19-41 16,4 19 38-16,-11-10-33 0,11 10 32 0,-17 2-32 15,4 5 30-15,-4 4-34 0,0 3 14 16,-2 6-12-16,1 0 32 0,1 4-34 0,2 0 31 0,2-1-34 16,4-3 34-16,1 2-37 0,3-3 32 0,3-2-11 15,2-17-22-15,5 31-13 0,3-19-31 0,4 2-12 16,3-4-25-16,3-2-38 0,3-4-4 0,1-1-16 16,4-3-5-16,1-3 34 0,0-4 25 0,4-1 24 15,1-5 29-15,-2 1 42 0,-2-1 41 16,0-1 38-16,-1-1 23 0,-4 1 15 15,-3 2 21-15,-1 0 2 0,-3 2-18 0,-2 3 26 16,-3-1-53-16,-11 8 18 0,19-10-56 0,-19 10 23 16,12-6-43-16,-12 6 27 0,0 0-48 0,18 6 38 15,-18-6-44-15,10 13 36 0,-10-13-42 0,11 22 34 16,-7-7-36-16,0-2 32 0,-1 2-4 0,0 0-4 16,-3-15-4-16,3 26-12 0,-3-26 9 0,1 22-1 15,-1-22-1-15,0 19 0 0,0-19 13 0,0 0 22 16,-2 20 24-16,2-20 16 0,0 0 9 15,0 0-3-15,0 0-17 0,-8 9-2 16,8-9-15-16,0 0-8 0,-6-16-5 0,6 16-30 16,2-25-4-16,1 4-36 0,4-1-8 0,3-7-71 15,3 0 11-15,3 0-47 0,4 2-37 0,3-1-39 16,3 0-59-16,4 2-29 0,7-1-276 0,-5 6-118 16</inkml:trace>
  <inkml:trace contextRef="#ctx0" brushRef="#br0" timeOffset="18005.12">23585 6356 701 0,'0'0'660'0,"15"-10"-135"15,-15 10-163-15,13-8-27 0,-13 8-142 0,0 0 4 16,0 0-86-16,0 0-26 0,10 10-13 16,-10-10-14-16,-6 26-13 0,0-5-10 0,-1 2-9 15,-1 9-26-15,-1 1 20 0,1 4-32 0,-1-1-44 16,0 3-82-16,0 0 1 0,-1-2-53 0,1 0-68 15,3-3 2-15,0-2-82 0,2-7-249 0,1-4-120 16</inkml:trace>
  <inkml:trace contextRef="#ctx0" brushRef="#br0" timeOffset="18457.14">23493 6889 236 0,'0'0'440'0,"-1"-18"-117"0,1 18-61 0,0-27 7 16,0 27-76-16,1-29 18 0,-1 29-65 0,3-32 20 15,0 15-70-15,-1 1 23 0,1 1-68 0,3 0 20 16,0-1-47-16,2-1 25 0,2 0-46 0,3 0 26 15,1 0-45-15,6-3 26 0,2-1-26 16,1 1-31-16,2 1 5 0,2 0-7 0,1-1 22 16,1 3-11-16,-2 1 28 0,-2 1-12 15,-6 3 38-15,-1 0 27 0,-3 4 11 0,-3 0 23 0,-12 8-8 16,18-11 15-16,-18 11-14 0,13-7-5 16,-13 7-16-16,0 0-10 0,0 0-7 0,0 0-8 15,0 0-12-15,0 0 5 0,0 0-2 16,2 18-11-16,-8-2 6 0,-3 1-12 0,0 5-25 15,-1 4 38-15,-1 1-38 0,1 1 38 0,0-1 1 16,0 1-3-16,3-5-14 0,-1 1-7 0,2-2-10 16,-2 0 0-16,3-3-8 0,1-2-3 0,0-2-9 15,4-15-1-15,-4 22-6 0,4-22 17 0,0 0 6 16,1 21 4-16,-1-21 3 0,0 0 3 0,11 6 2 16,-11-6 4-16,19-8-34 0,-6 1 49 0,3-3-27 15,0-2 52-15,1 0-31 0,-2-1 67 16,2 1-24-16,-3 0 39 0,1 2-30 0,-4 2 25 15,-11 8-31-15,18-13 14 0,-18 13-34 0,13-10 5 16,-13 10-20-16,0 0 22 0,18-2-30 0,-18 2 26 16,0 0-36-16,17 8 29 0,-17-8-23 0,14 12 21 15,-14-12-37-15,11 14-3 0,-11-14-74 0,12 18 15 16,-12-18-50-16,11 18-36 0,-11-18-39 0,12 15-44 16,-12-15-57-16,14 10-263 0,-14-10-92 15</inkml:trace>
  <inkml:trace contextRef="#ctx0" brushRef="#br0" timeOffset="18790.12">24245 6715 165 0,'0'0'585'0,"14"-12"-148"16,-14 12-130-16,11-9-41 0,-11 9-89 0,0 0-13 15,13-10-60-15,-13 10 13 0,0 0-57 0,0 0 24 16,0 0-52-16,15 3 28 0,-15-3-46 0,0 0 29 16,10 19-41-16,-10-19 30 0,7 17-43 0,-7-17 38 15,8 17-38-15,-8-17 36 0,12 14-39 0,-12-14 41 16,13 15-41-16,-13-15 19 0,15 5 16 15,-15-5-35-15,0 0 35 0,24 3-39 16,-24-3 39-16,23-8-33 0,-9 0 29 0,-3-2-37 16,2-1 37-16,-1-5-44 0,-2-1 46 0,-1-3-45 15,-1 0 45-15,-2-1-36 0,-2 1 36 0,-1 3 0 16,-3 17-3-16,0-28-3 0,0 28-14 0,-7-20 10 16,7 20-41-16,-15-9 52 0,15 9-28 0,-31 7 57 15,11 0-29-15,-7 9 36 0,0 2-16 0,-1 2 24 16,3 3-42-16,1 2 31 0,4-1-35 15,0 2 14-15,6-2-17 0,4-3-33 0,4 0-27 16,3-5-24-16,3-16-43 0,5 29-71 16,2-15-70-16,5-4-153 0,5-2-175 0,6 2-114 0</inkml:trace>
  <inkml:trace contextRef="#ctx0" brushRef="#br0" timeOffset="19253.12">25566 6653 563 0,'-6'-27'458'0,"3"0"-133"0,1-1-32 0,0 1-43 31,2 1-16-31,-2 3-5 0,4 3-3 0,-2 4-37 0,0 16-14 0,2-27-23 0,-2 27-32 16,0-21-35-16,0 21-15 0,0 0-15 0,0 0-11 15,0 0-8-15,0 0-18 0,0 0 1 0,11 27 2 16,-9-4-19-16,0 4 8 0,-2 5-12 0,-2 6 14 16,0-1-19-16,-3 4 16 0,1-1-33 0,-2-1-47 15,2-1-41-15,0-1-39 0,0-3-34 0,4-6-56 16,0-3-51-16,2-3-2 0,4-4-353 0,0-2-176 15</inkml:trace>
  <inkml:trace contextRef="#ctx0" brushRef="#br0" timeOffset="19602.12">25744 6813 293 0,'8'-18'588'0,"-2"5"-118"16,0 0-155-16,-6 13-21 0,6-20-93 0,-6 20-1 15,7-14-84-15,-7 14 10 0,0 0-72 0,7-14 23 16,-7 14-51-16,0 0 33 0,0 0-49 0,0 0 36 15,9 9-49-15,-9-9 40 0,5 19-46 0,-5-19 40 16,2 25-44-16,-2-25 40 0,4 29-56 0,-4-12 38 16,2-3-6-16,-2-14-10 0,2 25-2 0,-2-25-4 15,3 19 2-15,-3-19-8 0,4 15 15 16,-4-15-3-16,0 0 6 0,8 14 0 16,-8-14 1-16,0 0-37 0,0 0 20 0,24-7 26 15,-13-1-40-15,1-5 46 0,3-1-45 0,3-5 49 16,1-2-36-16,1-1 45 0,0-2-39 0,2 2 48 15,-1 3-33-15,-2 1 36 0,-3 4-33 0,0 3 30 16,-4 2-36-16,0 2 37 0,-12 7-47 0,19-5 38 16,-19 5-43-16,19 3 40 0,-19-3-43 0,17 13 41 15,-11-1-51-15,1 0 53 0,-2 2-44 0,-1 3 41 16,-1 2-42-16,-1 0 9 0,0 3-36 0,-2-2-66 16,-2 4-99-16,0-5-135 0,-1 3-311 15,-1-5-187-15</inkml:trace>
  <inkml:trace contextRef="#ctx0" brushRef="#br0" timeOffset="20409.12">26514 6442 732 0,'0'0'498'0,"7"-19"-106"0,-7 19-75 0,5-17-13 15,-5 17-39-15,4-14-46 0,-4 14-42 16,0 0-35-16,5-15-33 0,-5 15-26 0,0 0-22 16,0 0-6-16,0 0-5 0,0 0-11 15,10 12-17-15,-6 5 15 0,-2 5-24 0,-2 4 12 16,2 3-20-16,-4 5 9 0,0 3-14 0,-2 1 17 15,0-1-29-15,-2-1-37 0,1 1-43 0,1-5-28 16,-1 0-28-16,1-6-41 0,1-3-39 0,1-4-92 16,0-3 7-16,2-16-296 0,0 23-141 0</inkml:trace>
  <inkml:trace contextRef="#ctx0" brushRef="#br0" timeOffset="20590.12">26456 6740 384 0,'-7'-13'507'0,"0"0"-119"15,7 13-117-15,-10-19-35 0,10 19-81 0,-10-13 3 16,10 13-67-16,-7-12 16 0,7 12-59 0,0 0 13 16,0 0-33-16,-4-13 26 0,4 13-51 0,0 0 9 15,0 0-52-15,25-4-28 0,-25 4-38 0,33 1-50 16,-12-1-42-16,6-1-16 0,-1 1-290 0,1-3 33 16</inkml:trace>
  <inkml:trace contextRef="#ctx0" brushRef="#br0" timeOffset="20937.12">26784 6599 499 0,'0'0'491'0,"0"0"-146"16,14-7-46-16,-14 7-104 0,0 0 2 0,0 0-79 16,0 0 16-16,9-9-66 0,-9 9 20 0,0 0-53 15,0 0 31-15,0 0-48 0,0 0 30 0,10 12-45 16,-10-12 32-16,6 12-39 0,-6-12 33 0,4 18-46 16,-4-18 45-16,9 22-47 0,-9-22 46 15,10 23-41-15,-4-9 41 0,1-4-40 0,1 1 26 16,-8-11-26-16,19 16 38 0,-9-9-48 0,-10-7 48 15,19 12-45-15,-19-12 38 0,21 5-36 16,-21-5 26-16,19 0-27 0,-19 0 39 0,21-5-38 16,-21 5 40-16,19-16-39 0,-11 5 40 0,0 0-42 15,-3-5 40-15,-1 0-39 0,0-1 43 0,-2 0-42 16,-1-1 54-16,-2 0-44 0,-1 1 57 0,2 17-45 16,-4-24 43-16,4 24-47 0,-7-21 39 0,7 21-46 15,-14-9 34-15,14 9-48 0,-23 0 52 0,4 7-46 16,-1 3 40-16,-2 7-37 0,-3 2 33 0,4 2-42 15,-1 2 42-15,2 1-39 0,2 1 52 16,5-1-60-16,1-3 38 0,5 1-49 0,5-5 37 16,4 1-54-16,3-3 24 0,6 0-42 15,3-1 9-15,8-3-54 0,3-3-86 0,2-3-32 16,3-4-5-16,10-3-310 0,-2-3-55 0</inkml:trace>
  <inkml:trace contextRef="#ctx0" brushRef="#br0" timeOffset="21202.12">27357 6660 588 0,'12'-17'433'0,"-12"17"-69"0,9-11-125 0,-9 11-8 16,0 0-90-16,8-13 14 0,-8 13-71 16,0 0 21-16,0 0-59 0,0 0 16 0,0 0-37 15,0 0 32-15,0 0-50 0,16 7 36 0,-16-7-45 16,3 17 34-16,-3-17-40 0,4 24 25 0,-4-24-28 16,2 28 40-16,-2-28-48 0,0 29 46 0,0-29-42 15,0 26 39-15,0-26-38 0,-2 22 38 16,2-22-39-16,-2 18 33 0,2-18-14 0,0 0 67 0,0 18-29 15,0-18 62-15,0 0-27 0,0 0 8 16,0 0-48-16,0 0 20 0,0 0-29 0,0 0 13 16,0 0-49-16,6-17 5 0,-1 3-72 15,6-6 17-15,0-5-54 0,3-2-29 0,2 0-33 16,2 2-75-16,2-2-40 0,0 5 34 0,1 3-282 16,0 2-29-16</inkml:trace>
  <inkml:trace contextRef="#ctx0" brushRef="#br0" timeOffset="21520.12">27714 6563 229 0,'15'15'363'0,"-15"-15"-87"0,13 17-47 0,-13-17-24 16,10 23-31-16,-10-23-41 0,7 23-8 0,-4-7-20 16,0-2-6-16,-3-14 13 15,3 28-46-15,-3-28 16 0,1 29-40 0,-1-29 10 16,0 29-25-16,0-29 27 0,-3 28-43 0,3-28 26 16,-4 23-33-16,4-23 27 0,-5 17-35 0,5-17 33 15,0 0-24-15,-4 20 72 0,4-20-43 0,0 0 54 16,0 0-68-16,0 0 42 0,0 0-53 0,0 0 50 15,0 0-37-15,0 0 37 0,-9-17-51 0,9 17 34 16,6-30-56-16,1 9 47 0,4-7-45 16,0 2 27-16,5-3-42 0,0 2 50 0,2 2-52 0,-2 3 41 15,2 1-33-15,-5 5 35 0,3 3-38 16,-1 2 47-16,-2 1-50 0,-1 3 49 16,2 2-47-16,-14 5 46 0,22-3-48 0,-22 3 48 15,23 7-57-15,-9 1 59 0,-3 2-46 0,-2 1 45 16,-1 4-46-16,1 2 46 0,-4 1-49 0,-1 0 9 15,-3 1-50-15,-1 0-9 0,-5 4-55 0,-1 1-103 16,-4-2-8-16,-1-3-373 0,0 1-150 0</inkml:trace>
  <inkml:trace contextRef="#ctx0" brushRef="#br0" timeOffset="21905.12">28220 6695 488 0,'15'-13'475'0,"-15"13"-75"0,10-12-144 16,-10 12-21-16,0 0-84 0,0 0 7 0,0 0-71 16,14 6 8-16,-14-6-52 0,0 0 29 0,5 19-45 15,-5-19 36-15,3 16-55 0,-3-16 36 0,7 18-45 16,-7-18 15-16,9 19-28 0,-9-19 39 16,9 14-41-16,-9-14 43 0,11 9-48 15,-11-9 35-15,14 6-37 0,-14-6 22 0,0 0-22 0,22-3 30 16,-22 3-39-16,16-10 30 0,-5 0-26 0,-1-1 3 15,-2-4 5-15,1-2-10 0,0-2 21 16,-4-2-1-16,1 0 6 0,-2 0 43 0,-1 4-29 16,-1 0 41-16,-2 17-40 0,0-25 5 0,0 25-10 15,-3-18 36-15,3 18-44 0,-10-10 38 0,10 10-40 16,-19 3 39-16,2 4-42 0,-2 6 40 0,-3 3-44 16,0 5 39-16,1 1-47 0,-1 2 46 15,5 0-50-15,0 3 51 0,3-1-44 0,2-1 43 16,5-3-45-16,2-1 25 0,4-4-21 15,1 1 18-15,4-3-20 0,3-1-23 0,6-2-45 0,2-1-57 16,4-4-39-16,4-2-9 0,2-5-75 16,3-2-260-16,6-3-9 0</inkml:trace>
  <inkml:trace contextRef="#ctx0" brushRef="#br0" timeOffset="22073.12">28834 6461 74 0,'0'0'630'16,"9"-20"-175"-16,-9 20-108 0,4-13-96 0,-4 13-50 15,0 0-55-15,0 0-14 0,0 0-76 0,-6-14 36 16,6 14-57-16,0 0 32 0,-12 11-54 0,12-11 37 16,-10 17-48-16,5-2 37 0,0 4-46 0,0 3 7 15,-1 0-12-15,2 3 44 0,-1 1-59 16,-1 5-5-16,-1 0-76 0,0-1-79 0,-3-1-53 0,2 0-338 16,-2-2-107-16</inkml:trace>
  <inkml:trace contextRef="#ctx0" brushRef="#br0" timeOffset="22222.12">28577 6844 577 0,'0'0'614'15,"0"0"-141"-15,0-23-149 0,0 23-39 0,11-15-97 16,-2 7-16-16,2-2-83 0,8 1 2 16,2 0-94-16,11-2 22 0,0 2-76 0,2 1-27 0,4 0-82 15,7-1-75-15,-6 3-428 0,10-2-197 0</inkml:trace>
  <inkml:trace contextRef="#ctx0" brushRef="#br0" timeOffset="25940.12">11074 8739 308 0,'-5'-13'454'0,"-3"-1"-138"0,-2 0-54 0,0 1-59 16,-4 1-51-16,0 0-31 0,-2 1-16 0,1 3-9 15,-3-1-6-15,0 3-9 32,-2-1-3-32,-1 2-1 0,-2 4-3 0,3 0 0 0,-6 3-10 0,-2 1-7 0,-6 4-7 0,-2 4 3 0,-1 3 4 15,-11 9-7-15,1 4-8 0,-1 5-4 0,-1 6 27 16,1 7-34-16,-1 5 33 0,0 6-9 0,-9 18 35 15,4 5-1-15,0 2 42 0,4 3-36 0,2 4 35 16,4 4-47-16,4 4-16 0,4-1-5 0,5 2-11 16,10-18-1-16,3 3-10 0,7 0 43 0,3 0-63 15,7 1-1-15,2 0-3 0,5 0-3 0,5-4-4 16,4 0-1-16,3-4-2 0,4-2 0 0,2-3 35 16,4-2-44-16,4-3 48 0,4-4-13 0,3 2-48 15,5-8 39-15,2 1-52 0,5-5-1 16,2-1-3-16,3-4-9 15,3-4-18-15,2-3-14 0,2-6 6 0,0-4 0 0,1-5 9 16,2-8 9-16,-1-4 10 0,1-8 2 0,3-6 12 16,-2-6 5-16,1-6 6 0,1-3-1 0,0-5 5 15,1-4 50-15,-3-3-53 0,1-4 49 0,0-2-4 16,1-2 6-16,-4-1-47 0,-2-4 54 0,0 0-51 16,-4-3 61-16,1-1-55 0,-4-4 6 0,-2 0 10 15,-2-3 5-15,-1-2 15 0,-3-3 44 0,-3 0-51 16,-2-2 48-16,-1-4 1 0,-4-1-3 0,-5-2-22 15,1-3-7-15,-4 0 25 0,-1-3-5 16,-2-2 20-16,-4-1-5 0,-1 1-13 0,-4 1 0 0,-2 4 33 16,-3 0-34-16,-1 4 45 0,-5 4-15 0,-1 1-3 15,-6 10-13-15,-2 0 6 0,-5-4-38 16,-5-3 14-16,1 3-32 0,-7 1 12 0,-4 1-19 16,-4 2 20-16,-4 1-22 0,-4 1 19 0,-3 3-25 15,-5 2-4-15,-2 3 0 0,-4 1 2 0,0 5-2 16,-3 3 0-16,-1 2-4 0,-2 4-3 0,-1 3-2 15,-1 5-4-15,-4 2 20 0,-1 4-54 0,-2 4 10 16,-4 1-51-16,0 5-12 0,1 2-35 0,0 5-30 16,-1 2-67-16,2 3 7 0,1 3-121 15,5 3 21-15,2 3-76 0,3 0-76 0,1 0-44 0,16-2-333 16,1 1-429-16</inkml:trace>
  <inkml:trace contextRef="#ctx0" brushRef="#br0" timeOffset="27265.12">18104 8606 472 0,'5'-24'446'0,"-3"-1"-124"16,-1 2-35-16,-3 0-95 0,-2 2-12 0,0 1-63 15,-3 3 3-15,-1 0-50 0,-1 3 11 16,-4 2-62-16,-1 2 35 0,-1 3-26 0,-1 2 26 0,-3 3-29 15,-2 2 24-15,-3 4-31 0,-10 6 42 16,0 5-41-16,-2 3 35 0,-7 10-1 16,-3 6 16-16,1 4-11 0,-3 6 16 15,-1 6 8-15,2 6 3 0,-9 17-22 0,3 3 17 0,12-10-8 16,-6 17 15-16,4 4 8 0,13-15-7 0,-4 23 46 16,11-15-62-16,4 6-8 0,3 2-7 0,6 1-9 15,3 1-9-15,6-1-9 0,6 0-3 0,5-2 39 16,4-1-53-16,11 17-4 0,0-23-1 0,12 15-3 15,6-6-1-15,5-6-1 0,4-3-3 0,6-6-2 16,4-5 46-16,4-5-46 0,5-5 35 0,6-6-4 16,-10-11-8-16,21 3-17 0,-15-15-65 0,4-5 37 15,0-5-64-15,1-6 40 0,1-6-60 0,-1-5 59 16,2-7-51-16,0-7 54 0,-1-4-42 16,3-4 71-16,-1-6-44 0,16-13 60 0,-5-3-46 15,-3-6 10-15,-5-6 18 0,-3-5 27 0,-2-5 20 16,-5-4 19-16,-1-4 69 0,-3-2-47 0,-4-3 62 15,-2-2-43-15,-3-3 43 0,-6-3-42 16,-7-2 6-16,-13 15 2 0,-5-2-8 0,-6-1 14 16,-5 1-18-16,-5-2-11 0,-8 2-12 0,-8-1-11 15,-10 3-11-15,-6-1-5 0,-10-1 0 0,-16-10-17 16,-8 4-3-16,-8 4-11 0,-9 5 3 0,-6 5-7 16,-9 4-16-16,-7 7-14 0,-8 2-9 15,-6 8-49-15,-2 2 12 0,-5 9-61 0,-4 4 6 0,-4 7-84 16,-2 5-15-16,20 10-18 0,-3 3 4 15,-2 4-35-15,2 5-23 0,-19 9-33 0,7 1-24 16,26 1-307-16,-17 10-195 0</inkml:trace>
  <inkml:trace contextRef="#ctx0" brushRef="#br0" timeOffset="29248.12">11932 9481 83 0,'0'0'398'16,"-27"-4"-140"-16,27 4-65 0,-27-2-46 15,27 2-28-15,-26-3-23 0,26 3-22 0,-24-3-11 0,24 3-1 16,-27 0 4-16,27 0 4 0,-21-2 3 0,21 2-4 15,-23-2 12-15,23 2-15 0,-19-1-9 16,19 1-7-16,0 0 5 0,-25-2-1 0,25 2-5 0,0 0-5 16,0 0-7-16,-21-1-7 0,21 1-5 15,0 0-3-15,0 0-10 0,0 0 8 0,0 0 9 16,0 0 69-16,0 0-82 0,12-6 44 16,3 1-39-16,4 0 28 0,4 0-35 0,2-2 6 15,9 0 1-15,1-1 0 0,2 1 1 0,1-1-3 16,2-1-1-16,4 2-1 0,-2 0 0 0,2-1-12 15,0 1 0-15,2-2 10 0,0 2-6 16,-1-2-4-16,0 1 1 0,2 0 4 0,0 1-1 0,1 0-2 16,-2-2-23-16,4 1 30 0,7-1-41 15,1-1 45-15,1 0-38 0,-1 0 41 0,-2 0-35 0,2-1 37 16,0 1-41-16,1-1 33 0,-3 0-29 16,1 1 40-16,-11 2-32 0,4-1 40 0,6 0-40 15,-9 1 37-15,1 1-41 0,1 0 34 0,-2 0-36 16,1 2 35-16,-1-2-37 0,2 1 35 0,-4 2-27 15,4 1 18-15,-3-1-29 0,0 1 36 0,0 0-44 16,-1 1 46-16,2 2-36 0,0-2 34 0,0 2-36 16,0-1 36-16,1-1-38 0,-2 2 40 0,6 0-37 15,-4 0 35-15,1 0-22 0,1 0 37 0,2 0-36 16,-1 0 26-16,1 2-26 0,-2-1 28 16,-2-1-42-16,2 2 34 0,-2-2-24 0,-1 2 30 15,-3-1-35-15,-1 1 34 0,0 0-33 16,-1 1 31-16,-1-1-32 0,-1 1 28 0,-1-1-29 15,3 1 30-15,-1 1-19 0,2-1 12 0,-1-1-25 16,2 2 25-16,0 0-26 0,1 0 28 0,-1-1-26 16,1 1 28-16,0 0-29 0,-1 0 30 0,2-1-32 15,-3 1 31-15,0 1-30 0,-2-1 26 0,0 0-22 16,-1 2 25-16,-1-3-33 0,-1 2 31 0,-2 0 5 16,1 0-32-16,-2-1 31 0,0 0-29 0,0 0 30 15,-1 0-22-15,1 1 19 0,0-1-33 0,-5-1 33 16,4 2-29-16,-4-2 23 0,-1-1-23 0,1 1 26 15,-1 0-25-15,-2-2 31 0,1 4-31 0,0-3 32 16,-2 0-32-16,0 1 36 0,-1 0-41 16,-1-1 35-16,-1 0-47 0,-3 0 51 0,-1 0-7 15,0 0-13-15,0 0 12 0,0 1-1 16,-1-1-4-16,0 0-1 0,0-2 1 0,0 3-4 16,2-2-1-16,-3 1-2 0,2 0 0 0,-1-2 4 15,1 2-7-15,-2 0 7 0,-17-2 1 0,30 3-2 16,-30-3-1-16,26 0-1 0,-26 0 1 0,24 2 0 15,-24-2 0-15,21 3-4 0,-21-3 5 0,18 1-1 16,-18-1-4-16,0 0-14 0,25 3 16 0,-25-3 1 16,0 0 6-16,23 2-4 0,-23-2 2 0,0 0 0 15,22 3-6-15,-22-3 1 0,0 0 5 16,20 1-3-16,-20-1 5 0,0 0 0 0,0 0-7 0,20 2 5 16,-20-2 3-16,0 0-3 0,0 0 7 15,0 0-9-15,0 0-4 0,18-2-4 0,-18 2-28 16,0 0-23-16,0 0-10 0,0 0-20 0,-9-13-1 15,9 13-13-15,0 0-13 0,-16-12-3 16,16 12-6-16,-14-10-14 0,14 10 30 0,-16-16 3 16,8 8 29-16,-2-4 4 0,2 1 31 0,0 0 2 15,-2-3 24-15,3 2 21 0,-1-2 29 0,-2-1 24 16,2 3 2-16,2 0 17 0,6 12-28 0,-11-21 32 16,11 21-28-16,-10-16 48 0,10 16-58 0,-8-14 58 15,8 14-44-15,-7-13 34 0,7 13-42 16,0 0 25-16,-7-12-42 0,7 12 20 0,0 0-35 0,0 0-18 15,0 0 34-15,0 0-6 0,0 0-17 16,0 0 8-16,20-4-27 0,-5 9 31 0,2 3-31 16,4 1 29-16,-1 2-32 0,-1-1 29 0,0 4-34 15,0-1 33-15,-4 3-29 0,1-1 26 0,-4 2-5 16,-2 1-6-16,-2 1 9 0,-3 1-2 16,-4-2-3-16,-3-1 0 0,-5 4 44 15,-8 4-62-15,-6-1 55 0,-2 0-63 0,-10-2 31 0,-11 4-104 16,-6-3 3-16,-4 2-107 0,-7-4-79 0,-6-2-139 15,-1 0-250-15,-3-2-190 0</inkml:trace>
  <inkml:trace contextRef="#ctx0" brushRef="#br0" timeOffset="31188.83">9586 8654 188 0,'0'0'241'0,"0"0"-79"15,-2-19-34-15,2 19-12 0,-2-20-19 16,2 20-3-16,0-21-7 0,0 21-14 0,-1-20 6 16,1 20 3-16,1-19-3 0,-1 19-2 15,0 0-8-15,0-23 0 0,0 23-8 0,0 0-7 16,0 0-8-16,1-21-6 0,-1 21-8 0,0 0-11 16,0 0-4-16,0 0 5 0,1-15-2 0,-1 15-6 15,0 0-4-15,0 0 27 0,0 0 22 0,0 0-17 16,0 0 9-16,14 10-14 0,-14-10 9 0,12 22-24 15,-6-10 14-15,1 8-17 0,0-1 2 0,0 3 5 16,1-1-4-16,-1 2-25 0,-1 1 18 0,0 0-20 16,1-1 16-16,-1 0-18 0,0-2 24 15,-1-1-27-15,-1-4 20 0,0-1-19 0,1 0 17 16,-5-15-20-16,6 21 9 0,-6-21-6 0,5 14 24 16,-5-14-26-16,0 0 18 0,0 0-18 0,0 0 18 15,0 0-11-15,0 0 6 0,0 0-7 16,-2-24 12-16,-2 7-18 0,0-4 20 0,-2-5 3 15,1-5-7-15,-1-1-16 0,2-4 26 0,0-2-31 16,1 0 41-16,1-3-33 0,2 0 6 0,1 2 8 16,2 0 3-16,2 2-1 0,1 2-2 0,1 4 1 15,2 3 24-15,-2 4-32 0,2 5 16 0,0 2-29 16,1 2 36-16,-1 3-32 0,-9 12 40 16,17-12-41-16,-17 12 28 0,0 0-30 0,20 0 5 15,-20 0 1-15,13 12 1 0,-13-12 3 0,7 22-1 16,-7-22 1-16,3 30 18 0,-3-12-30 0,-1-1 39 15,-1 3-35-15,-2 0 34 0,1 1-33 0,-1-1 28 16,-1-2-32-16,3-2 31 0,0-2-25 0,2-14 24 16,-2 25-31-16,2-25 31 0,3 21-30 0,-3-21-1 15,12 19-3-15,-1-9 39 0,0-2-2 16,6 1-3-16,2 1-5 0,1-3-2 0,2 1-31 16,1 0 35-16,0-1-4 0,-2-1-3 0,0 1 0 15,-1-2-5-15,-5 2 1 0,-1-1 0 0,-2 1-9 0,-12-7 8 16,15 12 4-16,-15-12 8 0,6 15-8 0,-6-15-4 15,-7 18 1-15,-1-5-1 0,-5 1 0 16,-3 0 1-16,-1 1 1 0,-5 0-28 16,-1-1 34-16,3-1-49 0,2-2-23 0,-1-3-48 15,2 1-73-15,1-4-36 0,1-1-94 16,15-4-177-16,-22 3 52 0</inkml:trace>
  <inkml:trace contextRef="#ctx0" brushRef="#br0" timeOffset="31828.83">9965 8311 55 0,'-4'-17'384'0,"-1"-1"-122"0,-1-1-45 0,0 0-31 16,-1 0-11-16,1 4-11 16,0 1-21-16,0 1-8 0,0 1-4 0,6 12-33 0,-13-18-7 0,13 18-26 15,-15-14 4-15,15 14-32 0,-16-4 14 16,16 4-24-16,-18 4 24 0,5 6-11 0,0 3 19 16,-1 3-47-16,-1 8 31 0,0 0-24 0,2 4 19 0,1 2-35 15,2 0 28-15,1 2-34 0,3 1 30 16,1-3-34-16,3-1 30 0,3-2-30 0,1 0 29 15,4 5 7-15,1-2 4 0,1-2-15 0,2-1-4 16,2-1 7-16,2-3-6 0,0-5-4 0,0-1 3 16,4-2-1-16,0-3-2 0,3-2 0 0,2-5 0 15,1 1-1-15,3-5 1 0,3-3-2 16,4-5-3-16,3-1-1 0,1-5 40 0,9-7-47 0,-1-1-10 16,-2-4 3-16,-3 0 8 0,-3-4-34 15,-3-3 43-15,-8 4-43 0,-4-4 48 16,-2-2-38-16,-5-2 39 0,-2-3-37 0,-4-1 45 15,-4-1-43-15,-2 1 27 0,-3 2-25 0,-2-1 43 0,-3 5-2 16,-1 0 27-16,-2 3-10 0,-3 1 0 16,-1 4-11-16,1 4-3 0,-2 4 4 0,0 0-6 15,0 4-5-15,-1 2-5 0,1 2-4 0,-1 3-1 16,13 7-1-16,-23-7-2 0,23 7-2 0,-24 4-1 16,9 1-1-16,1 5-1 0,0 4-27 0,1 6 29 15,1 3-24-15,0 4 31 0,3 2-39 0,2 3 33 16,2 4-20-16,2-2 33 0,3 3-33 15,1 1 29-15,4-1-28 0,1 0 32 0,1 1-31 0,3-1 30 16,2-2 1-16,0-1-7 0,3-3 0 0,1 1 44 16,3-3-59-16,-1-3-25 0,1-2-25 0,2-2-15 15,0-5-19-15,1-2-32 0,-2-4-29 16,0-4-66-16,2-1-18 0,-3-5-41 0,0-4 17 16,5-2-228-16,-1-3 65 0</inkml:trace>
  <inkml:trace contextRef="#ctx0" brushRef="#br0" timeOffset="32012.84">10680 8482 390 0,'7'-29'364'0,"-2"2"-59"0,0 1-24 0,-1 2-22 0,-1-1-60 16,-1 7 5-16,-1 0-38 16,-1 18 34-16,3-25-56 0,-3 25-12 0,1-19-63 0,-1 19 17 15,0 0-47-15,1-18 21 0,-1 18-42 0,0 0 28 16,0 0-41-16,0 0 29 0,3 16-40 0,-3-16 40 16,4 24-44-16,-2-7 34 0,-1 0-35 0,1 3 32 15,0 2-14-15,-1-3-34 0,1 3-34 0,-1-3-36 16,2 0-48-16,-2-2-45 0,-1-17-90 0,3 25-3 15,-3-25-287-15,3 17-91 0</inkml:trace>
  <inkml:trace contextRef="#ctx0" brushRef="#br0" timeOffset="32724.83">10793 8194 192 0,'-3'-17'392'0,"-1"2"-116"0,4 15-68 15,-7-21-55-15,7 21-27 0,-8-9-25 0,8 9-32 16,0 0-19-16,0 0-15 0,0 0-13 0,0 0-12 15,-13 9-15-15,13-9-12 0,5 20-13 16,-5-20-6-16,9 28-3 0,0-13 5 0,0 2 6 16,2 0 3-16,0-1 7 0,2 0 11 0,-1-1 31 15,1-1-3-15,0 1 5 0,-1-2 11 0,1-1 7 16,-2-2 1-16,-2-1-3 0,2-1-6 0,-11-8 10 16,16 15-12-16,-16-15 15 0,13 9-5 0,-13-9 7 15,11 8 1-15,-11-8-25 0,0 0 2 0,16 4-3 16,-16-4-2-16,0 0-9 0,19-7-12 0,-19 7-3 15,16-14-8-15,-7 2-5 0,-2 0 0 0,0-6-1 16,0-1 1-16,-4-2-1 0,0-1 3 16,-3 2-2-16,0 1 23 0,-1 0 17 0,-1 3 21 0,2 16-5 15,-5-25 14-15,5 25-20 16,-9-17 30-16,9 17-36 0,-12-5 26 0,12 5-28 16,-15 4 22-16,4 4-34 0,2 2 22 0,-3 4-44 15,3 2 28-15,1 2-22 0,2-1 28 0,0 0-39 16,4 0 33-16,2-17-32 0,1 31 29 0,3-16-30 15,1-1 31 1,3 0-34-16,1-4 23 0,3 2-42 0,0-6-5 0,3 0-20 0,0-3-27 16,-15-3-16-16,33 2-12 0,-15-6-13 0,2-3 12 15,1 1 8-15,-2-3 22 0,-2-1 21 0,-1 0 21 16,-1-2 62-16,-4 3 11 0,-2 1 20 0,-9 8 29 16,14-15 4-16,-14 15 19 0,12-10-23 0,-12 10 6 15,0 0-43-15,9-11 12 0,-9 11-27 0,0 0 9 16,0 0-25-16,0 0 15 0,7 12-24 0,-7-12 16 15,0 0-22-15,2 24 19 0,-2-24-22 0,3 21 11 16,-3-21-11-16,4 27 24 0,-4-27-29 0,5 23 22 16,-5-23-17-16,6 22 3 0,-6-22-5 15,8 18 15-15,-8-18-26 0,10 13 4 0,-10-13-39 16,0 0 29-16,18 5-14 0,-18-5 9 0,20-5 8 16,-9-2 7-16,3-1 1 0,-1-2 5 0,1-4 6 15,-2-1 12-15,0-1 10 0,2-2 8 0,-3 2 19 16,1-4-18-16,-1 5 24 0,-1-2-27 15,2 3 17-15,-1 1-33 0,-2 2 42 0,0 1-48 16,-9 10 35-16,16-12-39 0,-16 12 30 16,16-5-37-16,-16 5 31 0,0 0-31 0,22 5 27 0,-22-5-31 15,14 10 29-15,-14-10-27 0,13 16 29 0,-13-16-43 16,10 20 40-16,-10-20-31 0,6 22 31 0,-6-22-47 16,0 20-24-16,0-20-53 0,-2 21-71 0,2-21-28 15,-2 13-11-15,2-13-313 0,0 0-18 0</inkml:trace>
  <inkml:trace contextRef="#ctx0" brushRef="#br0" timeOffset="32917.83">11786 7885 46 0,'8'-17'652'0,"-4"2"-209"0,-4 15-85 0,7-21-97 16,-7 21-45-16,6-15-54 0,-6 15-32 0,0 0-27 15,0 0-13-15,11-10-7 0,-11 10-15 0,0 0-13 16,10 17-2-16,-6-5-12 0,1 5-19 0,-1 4-4 15,0 2 5-15,-1 2-10 0,2 7-41 0,-1 2 25 16,-3 1-49-16,0 0 4 0,-1-3-48 0,-1 2-67 16,0-5-38-16,-1 0-20 0,-2-3-88 0,-1-1-193 15,2-2 34-15</inkml:trace>
  <inkml:trace contextRef="#ctx0" brushRef="#br0" timeOffset="33063.83">11771 8296 37 0,'0'0'642'15,"-4"-18"-184"-15,4 18-104 0,0 0-129 0,0 0-15 16,0 0-42-16,2-21-32 0,-2 21-62 0,0 0 6 16,13-12-38-16,-13 12 24 0,25-12-53 0,-5 5 31 15,3 0-61-15,7-1-47 0,4 1-92 0,5-2-103 16,-1-1-332-16,4 0-125 0</inkml:trace>
  <inkml:trace contextRef="#ctx0" brushRef="#br0" timeOffset="34472.4">13249 8802 370 0,'0'0'431'15,"5"-17"-119"-15,-5 17-47 0,3-15-66 0,-3 15-47 0,0 0-26 16,8-14 17-16,-8 14-37 0,0 0-6 0,23-2 2 16,-23 2-16-16,27 9-15 0,-11 0-14 0,4 1-11 15,-3 2-13-15,4 4-6 0,2 0-32 0,-4 2 27 16,0 0-32-16,-3-2 27 0,-1 0-25 0,-4 0 13 15,1-1-22-15,-2-3 36 0,-3 0-35 16,-7-12 34-16,10 20-30 0,-10-20 31 0,0 0-31 16,4 20 30-16,-4-20-30 0,0 0 39 0,0 0-30 15,-8 10 41-15,8-10-32 0,0 0 33 0,0 0-35 16,-19-9 26-16,19 9-34 0,-9-18 44 0,9 18-59 16,-7-28 47-16,12 10-8 0,-3-4-2 0,5 0-7 15,2-4 0-15,5-2-5 0,1 2-4 0,3 0-5 16,2 1-9-16,3 3-13 0,2 3-19 0,-3-1-3 15,0 5-34-15,-2 4-12 16,-3 1-45-16,-4 5-23 0,-13 5 11 0,20-4-32 0,-20 4 34 16,0 0-23-16,18 8 52 0,-18-8-25 0,9 15 52 15,-9-15 19-15,5 21 22 0,-5-21 28 16,6 21 39-16,-6-21 25 0,5 22 22 0,-5-22 15 16,6 19 18-16,-6-19-1 0,7 17-8 0,-7-17 5 15,5 14 13-15,-5-14-4 0,7 17 15 0,-7-17-33 16,6 16 13-16,-6-16-40 0,6 13 23 0,-6-13-35 15,8 15 18-15,-8-15-41 0,6 14 29 16,-6-14-50-16,7 12 27 0,-7-12-23 0,9 9 26 16,-9-9-38-16,0 0 33 0,16 10-32 0,-16-10 28 15,0 0-31-15,21 0 30 0,-21 0-32 0,19-7 29 16,-7 0-32-16,-3-3 19 0,1-1-25 0,-3-2 31 16,3-3-4-16,-6 1 0 0,1 0-3 15,-3-1 0-15,-2 16 1 0,2-28-1 0,-2 28 1 0,-2-25-2 16,2 25-1-16,-5-18-1 0,5 18-9 15,-6-12 1-15,6 12 14 0,0 0-1 0,-19-5-1 16,19 5-2-16,-17 7 3 0,5 1-4 0,1 4 2 16,-3 2-26-16,3 0 29 0,1 4-25 0,0 1 19 15,3 0-17-15,3 0 31 0,0-1-40 0,4 0 40 16,0 0-29-16,2-3 17 0,4-1-39 16,1 0 0-16,5-1-23 0,3-3-12 0,-1-3-14 0,3-3-10 15,4-3-10-15,-1 1-6 0,2-6-3 0,3-2 4 16,0-1 17-16,2-4 20 0,-2-1 20 15,-3-3 35-15,-2 1 34 0,-3 1 39 0,-3-2 14 16,-1 1 16-16,-2-3 18 0,-1 2-6 0,-2 3 38 16,-2-2-10-16,-6 14-8 0,9-20-1 15,-9 20-7-15,8-16-17 0,-8 16-21 0,0 0-17 16,8-17-13-16,-8 17-7 0,0 0-6 0,0 0-6 16,13-8-12-16,-13 8-2 0,0 0 8 0,21 9-5 15,-21-9-7-15,17 13 4 0,-5-5-2 0,-1 3-5 16,-1 0-31-16,0 2 40 0,-3-2-40 0,0 3 43 15,-7-14-38-15,4 22 42 0,-4-22-40 0,0 24 33 16,0-24-32-16,-9 26 41 0,1-13-40 0,-3 1 33 16,-3-2-46-16,-2-1 28 0,0 0-41 15,-2-4 21-15,4 0-30 0,-1-4 9 0,15-3-30 16,-24 4 5-16,24-4-2 0,-19-4-6 0,19 4-12 16,-18-12-3-16,18 12-8 0,-13-20 3 0,9 5 14 15,1-1 16-15,0-1 13 0,1 0 17 0,2-2 15 16,0 2 38-16,0 17 18 0,2-29 37 15,-2 29 16-15,3-23-1 0,-3 23 6 0,0-18-14 16,0 18-15-16,0 0-12 0,0 0-7 0,-3-17-22 16,3 17-2-16,0 0 32 0,0 0-30 0,-11 12 24 15,11-12-35-15,-10 19 9 0,5-5-12 16,-3 4 17-16,2 1-22 0,0 2 18 0,1 1-22 16,-1 2 18-16,0 1-71 0,2-1-16 0,2 0-42 15,0 0-65-15,-1-2-66 0,1-5-266 0,2-17 14 16</inkml:trace>
  <inkml:trace contextRef="#ctx0" brushRef="#br0" timeOffset="35410.41">14288 8800 33 0,'0'0'470'16,"-11"-15"-154"-16,11 15-63 0,-14-15-39 0,14 15-29 15,-14-13-33-15,14 13-22 0,-17-11-1 0,17 11-11 16,-19-10-4-16,19 10-24 0,-19-2-22 0,19 2-6 15,-19 0 4-15,19 0 4 0,-24 10-18 16,9 2-9-16,0 0-10 0,0 5-35 0,-1 5 29 16,1 2-33-16,1 1 29 15,3 1-33-15,2-4 23 0,1 2-31 0,4-2 39 0,0 1-38 16,4-4 36-16,2-1-29 0,5 1 28 0,0-1-30 16,6-4 29-16,0-1-31 0,5-2 31 0,1-4-32 15,3-3 7-15,2-3-12 0,1-2 43 0,0-2-41 16,1-5 33-16,4-1-30 0,-2-3 28 0,-4-3-27 15,1-2 26-15,-5-1-27 0,-2-1 32 0,-5 2-28 16,-2 0 34-16,-1 0-18 0,-4 2 33 0,-6 15 22 16,7-23 1-16,-7 23 1 0,4-16-14 15,-4 16-9-15,0 0-9 0,0 0 0 0,-2-16-13 16,2 16 2-16,0 0-3 0,-13 8-3 0,13-8-2 16,-14 21-33-16,5-3 35 0,-1 2-34 0,2 3 33 15,-2 6-32-15,1 0 29 0,-1 2-28 16,2 2 32-16,1 3-8 0,0-1 5 0,0 0-34 15,3-1-18-15,1-8 1 0,1 0-64 0,2 0-37 16,0-6-47-16,2-1-60 0,0-4-1 16,-2-15-24-16,5 22-241 0,-5-22 12 0</inkml:trace>
  <inkml:trace contextRef="#ctx0" brushRef="#br0" timeOffset="35713.41">14569 8877 370 0,'4'-15'476'0,"-4"15"-137"0,9-22-40 0,-9 22-82 16,5-15-42-16,-5 15-33 0,0 0-46 0,6-14-40 16,-6 14 23-16,0 0-34 0,0 0 24 0,0 0-42 15,1 22 20-15,-1-22-34 0,0 28 23 16,0-8-33-16,0-1 23 0,0 0-30 16,2 4 28-16,0-1-40 0,2-1 28 0,-1-4-23 15,1 0 35-15,1-2-33 0,1 0 28 0,-1-3-29 16,-5-12 32-16,13 17-34 0,-13-17 29 15,19 11-30-15,-19-11 29 0,17 3-38 0,-17-3 40 0,27-7-31 16,-9-2 32-16,-2-2-33 0,0-3 27 0,-1-3-26 16,3-3 31-16,-2-4-44 0,-3 1 2 0,-3 0-32 15,-1 2-29-15,0-1-17 0,-2 0-21 0,-1 1 9 16,1 3-21-16,-3 4 25 0,-4 14-49 0,5-17 24 16,-5 17-24-16,0 0-30 0,0 0-147 0,4-15 255 15</inkml:trace>
  <inkml:trace contextRef="#ctx0" brushRef="#br0" timeOffset="36346.4">14930 8875 238 0,'13'19'332'0,"-13"-19"-88"16,12 20-55-16,-12-20-27 0,12 18-26 15,-12-18-8-15,10 19-22 0,-10-19-16 0,10 17-10 16,-10-17-12-16,11 14-12 0,-11-14-19 0,11 11-6 16,-11-11 5-16,16 4-9 0,-16-4-17 0,20 0 0 15,-20 0-19-15,29-9-6 0,-11 0-30 16,1-1 12-16,-2-3-25 0,2-3 17 0,0-3-10 0,-6 1 14 15,-2-1-4-15,-1-3 28 0,-3 2-13 16,-3-1 43-16,-3 3 13 0,0 1 14 0,-1 17 14 16,-3-26 11-16,3 26-2 0,-7-21-6 0,7 21-6 15,-12-12 5-15,12 12-2 0,-13-5-9 0,13 5-18 16,0 0-2-16,-25 7-16 0,25-7 9 16,-15 14-17-16,15-14 10 0,-10 18-14 0,10-18 12 15,-3 19-27-15,3-19 19 0,5 22-13 0,2-10 1 16,1 0-23-16,0-2-9 0,8 1-2 0,0-1-5 15,3-2 17-15,1-1-3 0,1-2 13 0,1-1 3 16,1-1-1-16,-3-3 8 0,2 0 2 0,-1-2 7 16,2 1-9-16,-2-3 9 0,-2 1 6 0,-1-2 9 15,-1 3 4-15,1-1 5 0,-2-1 4 16,-16 4-14-16,27-4 9 0,-27 4-5 0,24-2 6 0,-24 2-11 16,18 2 3-16,-18-2-2 0,17 6 4 0,-17-6-7 15,11 10 12-15,-11-10-42 0,9 14 42 0,-9-14-16 16,1 17 16-16,-1-17-22 15,-5 21 8-15,0-9-9 0,-3 1 8 0,-3 1-13 16,-2-1 3-16,-1 0-19 0,-3-2-13 0,2-1-4 16,0-3-7-16,0 0-4 0,-1-4-5 0,16-3-4 15,-26 4 2-15,26-4 1 0,-22-5 4 0,22 5 1 16,-21-12 6-16,13 1 1 0,0-2 6 0,2-1 5 16,1-5 2-16,2-3 5 0,1 1 11 0,1-3 3 15,1 3 39-15,1 2 9 0,1 1 30 0,-1 2 20 16,-1 16 6-16,2-24 4 0,-2 24-12 0,3-19-13 15,-3 19-19-15,0 0-10 0,0 0 8 0,0 0 6 16,0 0-6-16,0 0-5 0,0 0 0 0,-11 9-50 16,11-9 28-16,-8 25-22 0,2-9 29 15,1 4-37-15,-1 0 27 0,1 2-28 0,-2 1 25 16,0 1-29-16,0-2 1 0,1 0-62 16,-1-1-27-16,0-1-43 0,4-4-63 0,3-16-34 15,-4 20-276-15,4-20 8 0</inkml:trace>
  <inkml:trace contextRef="#ctx0" brushRef="#br0" timeOffset="36565.41">15833 8593 515 0,'10'-16'501'16,"-10"16"-127"-16,0 0-100 0,8-13-73 0,-8 13-29 15,0 0-34-15,0 0-30 0,0 0-17 0,0 0-8 16,0 0-17-16,2 19-55 0,-2-19 45 15,-4 32-6-15,2-10-19 0,-1 5-7 0,-1 6-4 16,-1 2-32-16,-1 1 27 0,0 0-36 0,-1 2 31 16,1-2-52-16,-2 1-6 0,0-3-51 0,1-2-66 15,0-2-25-15,1-5-8 0,-2-3-77 0,3-2-221 16,0-4 48-16</inkml:trace>
  <inkml:trace contextRef="#ctx0" brushRef="#br0" timeOffset="36707.4">15791 9019 133 0,'4'-21'611'0,"-3"2"-165"0,0 1-96 16,0 1-83-16,-1 17-44 0,3-26-41 0,-3 26-31 16,2-26-40-16,-2 26-23 0,2-18-9 0,-2 18-30 15,4-17-8-15,-4 17-9 0,9-10-29 16,-9 10-33-16,15-7-80 0,-15 7-67 0,19-5-118 16,-19 5-62-16,27-4-166 0,-9 2-5 0</inkml:trace>
  <inkml:trace contextRef="#ctx0" brushRef="#br0" timeOffset="38924.41">17293 9968 53 0,'0'0'344'0,"0"0"-89"15,0 0-44-15,0 0-43 0,0 0-19 0,0 0-28 16,0 0-13-16,0 0-16 0,10-8-3 16,-10 8-17-16,0 0-19 0,0 0 10 0,0 0 6 15,0 0-3-15,0 0-6 0,0 0 4 0,0 0-13 16,0 0 7-16,0 0-18 0,0 0-10 16,10-9 5-16,-10 9 22 0,0 0-33 0,0 0 30 15,0 0-24-15,0 0 22 0,0 0-42 0,0 0 40 0,-14 12-38 16,14-12 22-16,-13 7-31 0,13-7 30 15,-15 12-6-15,15-12-6 0,-21 12-3 0,9-3-3 16,-2-1-2-16,0 3-3 0,-4-1 0 0,1 1 0 16,-2-1-8-16,0 1 7 0,0-1 2 0,-3 2 2 15,2-2-1-15,-6 2 4 0,0 1 37 16,-1-2-47-16,-1 1 37 0,0 0-45 0,1-1 44 16,-2 0-51-16,0 0 47 0,-1-1-61 0,0 1 59 15,-1 1-52-15,0-3 47 0,-1 1-44 0,0 2 2 16,-1-2 4-16,1 0 7 0,-2-1-5 0,2 1 2 15,-1-1 16-15,0 0-28 0,0 0 3 0,-2-2 11 16,2 2-5-16,-1-1 7 0,0-1 1 16,1 0-1-16,0 0 1 0,0 1 0 0,-1-3 0 15,2 2 0-15,4-2 0 0,0-2-2 0,-1 2 2 16,1-1-2-16,0 0-8 0,-1-1 9 0,1 0-3 16,-1 1 4-16,0-2 2 0,-1-1-2 0,0 3 0 15,0-2-1-15,-2 0 2 0,-5 0-2 0,-1 0-2 16,2 0 2-16,-3 1-9 0,-3-1 11 0,2 1-6 15,-2-1 3-15,1 0 7 16,-2 1 7-16,1-1-1 0,1 0-2 0,-1 0-1 0,2 1-36 16,1-2 32-16,-1 1-26 0,3 0 40 0,-1 1-47 15,6-3 50-15,1 1-38 0,-1 0 39 16,-3 1-35-16,-2 0 35 0,5 0-38 0,-4-1 37 16,-1 1-41-16,0-1 39 0,-1 1-40 0,2 0 36 15,-4-1-36-15,2 1 32 0,-1 1 5 0,-1-1-9 16,2 0 2-16,-2 1 7 0,1 0-42 0,1-1 38 15,0 1-33-15,2-1 36 0,-1 0-34 0,1 0 24 16,-1-1-23-16,6 1 37 0,-1-2-42 0,2 0 42 16,-1 0-21-16,0 0 30 0,2 0-29 0,1 0 25 15,-1 0-35-15,2-2 31 0,0 1-36 0,2-1 30 16,-1 2-31-16,1-2 29 0,0 2-29 16,-2-1 32-16,2-1-10 0,0 1 6 0,1-1-2 15,-1 1-6-15,-1 0 6 0,0 0-6 0,0 0-1 16,1 1-8-16,1 0 2 0,-1-1 1 15,0-1 2-15,4 2-6 0,0 0-5 0,0-1 13 16,0 0-32-16,-1-1 30 0,2 1-34 0,0 0 47 16,-3-1-33-16,-1 1 33 0,1-2-32 0,0 1 33 15,-1 0-34-15,-1 1 33 0,1-3-33 0,-3 3 36 16,2-2-34-16,-2 2 27 0,0-2-4 0,-2 2 0 16,1-2-1-16,-1 2 5 0,-2-2-3 0,2 1-1 15,-1 0-1-15,1 0 0 0,0-1-7 0,1 3 4 16,1-3 2-16,1 1 0 0,1-2-5 0,1 2 7 15,-1-1-10-15,3 0 9 0,1 0-1 0,3 1-1 16,-2-2-2-16,2 3-6 0,1-2 2 0,-2-1 5 16,3 2 0-16,-1-1 2 0,-1-1-3 15,18 4-1-15,-27-3 0 0,27 3 5 0,-26-5-9 0,26 5-1 16,-24-4 12-16,24 4-2 16,-22-5 0-16,22 5 1 0,-18-3 3 0,18 3-38 15,0 0 51-15,-20-4-8 0,20 4 0 0,0 0-2 16,-17-3-6-16,17 3-1 0,0 0 3 15,0 0-14-15,-14-5-8 0,14 5 5 0,0 0-10 0,0 0-10 16,0 0-17-16,0 0-15 0,0 0-16 0,-15-3-26 16,15 3-28-16,0 0-18 0,0 0-64 0,0 0-16 15,0 0-66-15,0 0-244 0,0 0-36 16</inkml:trace>
  <inkml:trace contextRef="#ctx0" brushRef="#br0" timeOffset="39248.41">12669 10125 12 0,'0'0'721'0,"12"-14"-251"15,-12 14-113-15,0 0-101 0,7-15-53 0,-7 15-46 16,0 0-35-16,0 0-25 0,0 0-31 16,-13-7-1-16,13 7-11 0,-16 2-11 0,16-2-7 15,-23 10-5-15,10-3-5 0,-3 3-6 0,0 0-4 0,0 2-3 16,1 0-29-16,-1 3 66 0,1-1-45 15,1 2 36-15,1-3-58 0,-1 2 14 16,5-1-1-16,-2-2 0 0,3 0 4 0,8-12-3 0,-11 19 9 16,11-19-8-16,-8 19 0 0,8-19 8 0,-4 18-9 15,4-18 1-15,-1 19 0 0,1-19 1 0,2 22 0 16,-2-22-33-16,9 26 37 0,-4-11-29 0,3 2 36 16,4 0-41-16,1 2 45 0,4 3-36 0,2-1 35 15,2-1-39-15,4 2-1 0,4-4-52 0,2 0-61 16,5-1-68-16,2-1-86 0,5-3-273 0,9 1-86 15</inkml:trace>
  <inkml:trace contextRef="#ctx0" brushRef="#br0" timeOffset="40141.41">13575 11344 550 0,'-6'-14'440'0,"6"14"-128"16,0 0-22-16,-7-15-101 0,7 15-3 0,0 0-69 15,0 0 7-15,-6-14-58 0,6 14 16 0,0 0-43 16,0 0 21-16,0 0-49 0,11-5 35 16,-11 5-68-16,27 4 64 0,-8 0-39 0,4 2 29 15,2 1-35-15,-2 1 27 0,2-1-31 0,-2 3 27 16,-2-1-38-16,0 1 36 0,-4 1-33 0,-1-2 32 15,-5 0-28-15,1 0 29 0,-12-9-31 16,15 15 30-16,-15-15-30 0,9 11 33 0,-9-11-23 16,0 0 72-16,12 10-38 0,-12-10 35 15,0 0-55-15,0 0 40 0,0 0-45 0,0 0 34 16,0 0-46-16,-7-20 39 0,7 20-44 0,-7-26 36 16,5 10-39-16,2-2 36 0,0-2-42 0,2-2 33 15,2-1-68-15,4 1 51 0,0 1-14 0,1 0-17 0,5 3-21 16,-3 1-28-16,5 1-42 0,-1 4-42 15,-1 0-56-15,3 1 1 0,-3 4-30 0,-1 0-6 16,-13 7-168-16,23-8 171 0</inkml:trace>
  <inkml:trace contextRef="#ctx0" brushRef="#br0" timeOffset="40820.68">14126 11197 292 0,'7'11'416'0,"-7"-11"-102"0,0 0-55 15,9 10-58-15,-9-10-49 0,0 0-31 0,0 0-14 16,0 0-19-16,7 13-6 0,-7-13-45 0,0 0 38 15,0 0-21-15,0 0 16 0,15 8-39 0,-15-8 15 16,0 0-29-16,18 1 15 0,-18-1-26 0,18-2 10 16,-18 2-18-16,23-8 12 0,-10 1-31 15,-2 1 2-15,5-4-12 0,-1-3-7 16,-2 1 1-16,-5 2 6 0,1-4 2 0,-2 0 12 0,-2 1 4 16,-5 13 11-16,4-26 3 0,-4 26 15 15,-2-19 7-15,2 19 2 0,-5-15 4 0,5 15 2 16,-11-11 4-16,11 11-8 0,-14-4 14 0,14 4-4 15,-20 6-2-15,7 2-8 0,-3 5-5 0,2 4-29 16,-4 5 24-16,3 3-27 0,-1 2 26 0,3 0-38 16,3 2 38-16,3-4-32 0,3 0 31 0,2-1-38 15,2-5 17-15,5 2-22 0,1-1-10 0,4-4-21 16,3-3-16-16,3-4 0 0,1-4-12 0,2-2-9 16,4-6-11-16,2-3-9 0,5-5 13 15,-1-3 6-15,2-1 28 0,-2-4 7 0,-1-1 49 16,-3-1 21-16,0 0 24 0,-3-2 3 0,-4 4 32 15,-4 2 20-15,-1 2 17 0,-2 0 19 16,-4 4 5-16,-7 11-14 0,13-16-12 0,-13 16-10 16,9-13-21-16,-9 13-15 0,0 0-13 0,12-12-10 15,-12 12 0-15,0 0-15 0,0 0-5 16,0 0-9-16,23 1-3 0,-23-1 10 0,13 11-35 16,-13-11 37-16,14 14-31 0,-14-14 29 0,12 18-28 0,-12-18 27 15,7 19-33-15,-7-19 24 0,5 19-29 16,-5-19 13-16,-1 18-24 0,1-18 24 0,-8 18-30 15,8-18-2-15,-14 15-1 0,14-15-3 0,-14 12 1 16,14-12-4-16,-16 5-6 0,16-5-2 0,0 0-3 16,-21-7-1-16,21 7-3 0,-12-14-8 0,12 14-2 15,-9-25 5-15,7 8 11 0,0 1-8 16,0-1 57-16,2 17 25 0,-1-28 58 0,1 28 23 16,-1-22-3-16,1 22-14 0,-5-17-16 0,5 17-14 15,-8-11-1-15,8 11 4 0,0 0 15 0,-21 1-7 16,21-1 5-16,-21 13-10 0,5-2-32 0,3 4 19 15,0 1-28-15,-1 3 17 0,1 5-24 0,1 0 18 16,1 1-23-16,2-3 18 0,2 1-22 16,2-1-17-16,2-1-35 0,2-3-46 0,1-18-36 15,4 28-48-15,-4-28-30 0,11 18-275 0,-11-18 48 0</inkml:trace>
  <inkml:trace contextRef="#ctx0" brushRef="#br0" timeOffset="41235.68">14897 10871 391 0,'0'0'544'0,"8"-18"-134"0,-8 18-127 16,0 0-30-16,0 0-92 0,0 0 9 0,0 0-80 15,0 0 29-15,0 0-56 0,-8 16 28 0,6 1-22 16,-2 6-14-16,0 3-9 0,2 3-9 0,0 7-8 16,0 3-14-16,2 1-32 0,0 3 39 0,0 0-36 15,2 0 33-15,-2-1-42 0,0 0 41 16,2-4-45-16,-1-1 17 0,0-10-28 0,1 1 20 15,1-4-26-15,-3-6 12 0,1-2-24 16,-1-16 20-16,2 24-14 0,-2-24 9 16,0 0-17-16,4 15-3 0,-4-15 4 0,0 0 12 0,0 0 2 15,7-18 4-15,-5 2 11 0,2-4 6 0,-1-6 5 16,1-6 1-16,2-2 0 0,0-1 1 0,-2-2 12 16,5 2 16-16,-1 1 24 0,0 3 6 0,0 3 9 15,-1 6 0-15,1 4 3 0,-4 3-10 16,-4 15 1-16,8-22-22 0,-8 22-12 0,8-16 7 15,-8 16-2-15,0 0-5 0,14-8-6 0,-14 8 3 16,0 0-1-16,16 8-3 0,-16-8 0 0,11 17-2 16,-11-17-20-16,6 21 24 0,-6-21-27 0,0 27 36 15,-1-11-32-15,-3 1 27 0,-5 2-24 16,2 1 24-16,-3-1-18 0,-2 0 13 0,0-2-20 16,0 0 21-16,-1-5-40 0,3 0-33 0,10-12-35 15,-17 13-55-15,17-13-53 0,0 0 17 0,0 0-315 16,-18-4 24-16</inkml:trace>
  <inkml:trace contextRef="#ctx0" brushRef="#br0" timeOffset="41537.68">15108 11107 407 0,'0'0'407'0,"13"-11"-111"0,-13 11-49 0,10-10-54 16,-10 10-40-16,0 0-29 0,14-10-15 16,-14 10-17-16,0 0-26 0,0 0-12 15,0 0 4-15,0 0-7 0,0 0-8 0,16 5-9 16,-16-5-15-16,5 19 4 0,-5-19-33 0,3 26 38 15,-1-9-29-15,0 0 17 0,0 0-20 0,2 0 17 16,-3 0-23-16,3 1 18 0,0-4-27 0,2 0 36 16,0-2-27-16,-6-12 30 0,11 20-28 0,-11-20 27 15,13 12-28-15,-13-12 21 0,0 0-23 0,21 0 22 16,-21 0-21-16,22-9 13 0,-11-1-14 0,-1 0 25 16,-3-2-14-16,-1-2 7 0,-3-2 0 15,-3 16-2-15,-1-30 0 0,-5 15-3 0,-2-3-7 16,-4 2 8-16,-1 0 5 0,-4 3-8 0,0 4-6 15,-2 1-10-15,2 3-20 0,0 2-28 16,17 3-28-16,-29 0-60 0,29 0-12 0,-24 3-75 16,24-3-13-16,0 0-180 0,-17 3 165 15</inkml:trace>
  <inkml:trace contextRef="#ctx0" brushRef="#br0" timeOffset="42265.36">15364 11076 399 0,'22'4'388'0,"-22"-4"-98"15,14 4-57-15,-14-4-41 0,12 6-45 0,-12-6-33 16,9 10 2-16,-9-10-38 0,6 10 13 0,-6-10-37 16,7 13 0-16,-7-13-20 0,7 16 9 15,-7-16-26-15,7 14 10 0,-7-14-20 0,4 15 7 16,-4-15-12-16,8 17 8 0,-8-17-43 16,5 12-15-16,-5-12-1 0,0 0-9 0,10 14 9 0,-10-14-14 15,0 0 17-15,0 0 0 0,19 3 9 0,-19-3-15 16,19-9 25-16,-8 1-10 0,3-1 25 15,0-1-16-15,2-1 29 0,-2 0 0 0,3 0 24 0,-5 3 3 16,1 0 16-16,-13 8 0 16,17-12-1-16,-17 12-5 0,13-9-8 0,-13 9-7 0,0 0-4 15,15-7-10-15,-15 7 14 0,0 0-2 0,0 0-11 16,20-2-2-16,-20 2 0 0,0 0-3 16,19 6 9-16,-19-6-17 0,19 5-3 0,-19-5 17 15,24 6-9-15,-24-6 0 0,26 6-1 0,-26-6-1 16,24 5 1-16,-24-5 0 0,21 4-8 0,-21-4 12 15,17 3 12-15,-17-3 10 0,0 0-3 0,18-1 11 16,-18 1-2-16,0 0-3 0,14-7 0 0,-14 7-6 16,10-10-8-16,-10 10-2 0,12-14 21 0,-12 14-1 15,13-16 7-15,-13 16 3 0,15-17-2 0,-15 17-3 16,17-16-3-16,-17 16-4 0,16-13-6 0,-16 13-6 16,17-10-27-16,-17 10 23 0,16-8 3 15,-16 8-11-15,17-4 1 0,-17 4-3 16,18 3-1-16,-18-3 34 0,18 6-35 0,-18-6 28 15,18 13-41-15,-18-13-17 0,16 19 64 0,-16-19-48 16,9 21-1-16,-9-21 5 0,3 23 1 0,-3-23 1 16,-1 26 1-16,1-26-1 0,-6 24 2 0,6-24-28 15,-10 22 32-15,10-22-2 0,-12 19 0 0,12-19-47 16,-15 15 15-16,15-15-34 0,-15 9-13 0,15-9-27 16,0 0 5-16,-18-1 17 0,18 1-2 0,-8-13 13 15,8 13 11-15,-5-22 21 0,3 5 7 0,2 0 28 16,0-2 27-16,1 0 17 0,2-3 18 15,-2 2 7-15,0 2 33 0,1 3 9 0,-2 15-5 16,1-27-3-16,-1 27-5 0,2-19-15 16,-2 19-17-16,0 0-14 0,2-17-11 0,-2 17-7 15,0 0-3-15,0 0-13 0,0 0 6 0,0 0-24 16,0 0 17-16,-15 6 3 0,15-6-3 0,-14 20 27 16,7-8-36-16,-2 5-3 0,-2-1 2 0,0 3-2 15,-1 0-10-15,-4 5-4 0,1-1-62 0,-1 0 21 16,2 1-39-16,-3-1-25 0,2-1-45 0,2-3-51 15,1-3-24-15,-1-3-75 0,1 1-181 16,3-4 41-16</inkml:trace>
  <inkml:trace contextRef="#ctx0" brushRef="#br0" timeOffset="42505.37">14832 11630 386 0,'-46'14'385'0,"6"-2"-109"0,-3 0-27 15,-7 4-47-15,8-2-18 0,0-2-4 16,6 0-7-16,2 1-12 0,3-4-17 0,9-2-18 0,1 0-21 16,8-1-29-16,13-6-15 0,-17 8 19 0,17-8 12 15,0 0 43-15,13 8-56 0,4-8-10 0,14-3-6 16,15-1-6-16,17-1-3 0,8-5-13 0,8 0 3 16,7-1-8-16,2-1-3 0,3-2-9 15,3 3-12-15,-1 0-16 0,-3-2-13 16,-5 5-82-16,-8-1-20 0,-8 1-67 0,-18 4-78 15,-8 0-42-15,-14 1-122 0,-6 1-181 0,-23 2-140 16</inkml:trace>
  <inkml:trace contextRef="#ctx0" brushRef="#br0" timeOffset="42704.36">15006 11826 126 0,'-35'10'681'16,"2"0"-236"-16,3-1-109 0,7-1-75 15,3-3-50-15,4 2-41 0,2-2-27 0,14-5-36 0,-14 9-20 16,14-9-17-16,0 0-5 0,0 0-14 15,26 8 3-15,0-9-12 0,13-2 0 16,6-1-8-16,15-4 40 0,7-1-56 0,4-2-4 16,6 1-3-16,1-1-4 0,1 0-4 0,2 0-13 15,-8 2-20-15,-4 1-30 0,-6 1-41 0,-13 3-58 16,-7-1-53-16,-3 3-74 0,-12-1-40 0,-4 1-216 16,-6 1-38-16</inkml:trace>
  <inkml:trace contextRef="#ctx0" brushRef="#br0" timeOffset="43374.37">16366 11102 85 0,'0'0'523'0,"-10"-18"-166"15,10 18-65-15,-8-16-22 0,8 16-76 16,-8-12-14-16,8 12-14 0,0 0-21 0,-7-15-15 15,7 15-24-15,0 0-15 0,0 0-24 0,-5-13-17 16,5 13-9-16,0 0-9 0,0 0-7 0,0 0-3 16,11-7-17-16,-11 7-19 0,0 0 69 0,0 0-59 15,23-2 11-15,-23 2-1 0,0 0-1 16,21 3-1-16,-21-3 0 0,0 0-1 0,22 1-10 16,-22-1 0-16,0 0 12 0,21-2-7 0,-21 2-1 15,0 0-12-15,23-4-9 0,-23 4-2 0,15-7 2 16,-15 7-6-16,12-11 15 0,-12 11 6 0,8-14 1 15,-8 14 5-15,2-17 7 0,-2 17-29 0,-3-16 41 16,3 16-28-16,-8-16 28 0,8 16 0 16,-11-10-27-16,11 10 46 0,0 0-45 0,-24 0 49 15,10 5-2-15,-1 4 4 0,-1 4 3 0,1 3 46 16,-2 5-44-16,3 3 40 0,1 1-63 0,4-4 2 16,2 2 2-16,4-1 3 0,1-2-3 15,7 2-7-15,3-4-17 0,4 2-29 0,6-5-35 16,8-1-54-16,4-3-68 0,4-6-128 0,-3-5-113 15,11-4-191-15,4-2-150 0</inkml:trace>
  <inkml:trace contextRef="#ctx0" brushRef="#br0" timeOffset="44434.36">26332 7585 614 0,'0'0'425'0,"0"0"-52"0,0 0-139 0,12-11 6 16,-12 11-86-16,0 0 18 0,0 0-71 0,0 0 31 16,0 0-69-16,0 0 35 0,0 0-70 0,9-9 38 15,-9 9-65-15,0 0 49 0,0 0-51 16,0 0 41-16,8 11-49 0,-8-11 34 0,10 20-36 16,-4-5 35-16,-1 2 3 0,1 4-9 0,2 0 2 15,-4-1-2-15,3 2-4 0,-1-2-2 16,-1 1 43-16,4-1-55 0,-2-3-8 0,2 0 10 15,1 0-2-15,0-6 18 0,1 0 1 0,3-4 1 0,1 1-1 16,6-4-9-16,6-4 6 0,2-2-11 0,9-5 9 16,2-4-9-16,14-3 9 0,2-6-2 15,1-1 0-15,3-3-34 0,1-1 40 0,0-1-38 16,2-3 38-16,-3 3-22 0,-1-2 22 0,-3 3-20 16,-7 3 30-16,-13 5-34 15,-3 3 28-15,-5 3-31 0,-8 1 30 0,-1 2-35 0,-19 8 19 16,19-7-44-16,-19 7 37 0,0 0-70 0,0 0 34 15,-11 10-49-15,-5-2-16 0,-4 4-1 0,-9 3-3 16,-3 1-27-16,-6 1-40 0,-4 7 5 0,4-8-4 16,-8 5-9-16,8-4 3 15,-2-1 19-15,-1 0 5 0,3-2 1 0,-2-2-9 16,2-2-129-16,-1 1 84 0</inkml:trace>
  <inkml:trace contextRef="#ctx0" brushRef="#br0" timeOffset="44757.36">26512 7804 507 0,'0'0'396'0,"-20"-2"-45"0,20 2-49 0,-18-3-73 16,18 3-28-16,0 0-38 0,-18-4-33 0,18 4-26 16,0 0-14-16,0 0-27 0,-18 0-15 0,18 0-13 15,0 0-7-15,0 0-8 0,0 0-12 0,0 0 12 16,0 0-2-16,-4 16 3 0,4-16 3 0,6 22-2 16,-1-7-6-16,1 2 0 0,4 3 5 15,-2-1 3-15,1 1 16 0,3-1-38 16,1 1 51-16,5 0-26 0,0 0 36 0,7-3-25 15,2-5 24-15,6-4-26 0,5-3 17 0,6-4-32 16,2-5 10-16,15-6 2 0,2-2-5 0,3-5-5 16,3 0 43-16,1-4-63 0,-1-2 6 0,1-3 45 15,-2 0-54-15,-3 1-6 0,-5 1 9 0,-3 2-18 16,-11 2 20-16,-9 5-20 0,-5 4 21 0,-11 1-16 16,0 1 18-16,-5 4-38 0,-16 5 7 0,13-7-35 15,-13 7 11-15,0 0-67 0,0 0 30 0,-16 5-50 16,-2 3-20-16,-5 0-44 0,-6 3-103 0,-4 0 4 15,-1 3-288-15,1-1-119 0</inkml:trace>
  <inkml:trace contextRef="#ctx0" brushRef="#br0" timeOffset="50500.36">10178 7239 272 0,'0'0'303'16,"-15"9"-86"-16,15-9-59 0,-21 8-31 0,9-2-24 15,-2 2-15-15,-2 0-20 0,-1 0 11 0,-1 2-9 16,-3 1-10-16,-4 2-3 15,-1 3 5-15,-4-1-7 0,-2 3 5 0,-2-1-22 0,-9 7-1 16,-3 1-4-16,-4 1-4 0,0 0-6 0,-3 3-5 16,-1 1-2-16,-3 1-4 0,0 3-7 0,-3 2-4 15,-1 0 6-15,-2 6 13 0,-2-1-1 0,-13 14-4 16,-3 2 0-16,-1 2 0 0,2 3 8 0,-2 0-6 16,2 3-1-16,0 3 1 0,0-1 0 0,2 1 5 15,1 3-21-15,-1 0 26 0,4 3-7 0,-2 1 13 16,1 4-24-16,2 1-1 0,1 1-5 0,3-1 3 15,3 2-3-15,3-2 14 0,3 2-20 16,1-1 29-16,2 2-14 0,2 0 20 0,2 4-34 16,2 0 3-16,2 1 20 0,3 0-5 0,1 0 40 15,3 3-27-15,4 1 38 0,2 3-57 16,4 2 39-16,2 3-38 0,4 3 38 0,6-19-47 0,-4 22 38 16,7-19 6-16,-2 23 0 0,1-1-44 15,6-19 35-15,0 3-38 0,3 3 39 0,3-1-31 16,2-1 35-16,4 2 1 0,2-2-15 0,6 3-29 15,8 19 38-15,3-6-36 0,6-5 27 0,5-6-35 16,4-4 33-16,5-6-1 0,4-1 1 0,1-5-6 16,5-2-10-16,1-1-25 0,2-2 33 0,2-2-21 15,-7-16 20-15,14 12-29 0,1-5 33 0,-11-14-31 16,4-2 23-16,1-1-19 0,2-2 27 0,0-5-9 16,0-2-3-16,-1-2-2 0,-1-6-2 0,1-2 0 15,-1-4-1-15,0-5-32 0,-1-3 33 0,0-3-23 16,-11-7 20-16,2 1-20 0,-3-3 9 15,-2-4-15-15,-3 0 39 0,-8 0-30 16,-2-3 31-16,-5 3-30 0,-4-3 30 0,-19 0-28 16,28 4 29-16,-28-4-29 0,21 1 30 0,-21-1-27 15,0 0 16-15,18-1-42 0,-18 1 8 0,0 0-36 16,0 0 35-16,0 0-47 0,3-16 33 16,-3 16-4-16,-5-15-4 0,5 15-46 0,-7-17 22 0,7 17-4 15,-6-22-9-15,6 22-18 0,-3-26-10 0,3 26-9 16,2-32 2-16,1 13 4 0,1-3 5 15,0 1 21-15,1-1 11 0,0-1 28 0,3 0 26 0,-2 1 18 16,-1-2 26-16,0 3 19 0,-1-1 34 16,-1 2 4-16,-1 3 12 0,-2 17 7 0,2-28-3 15,-2 28-5-15,-1-25-12 0,1 25-9 0,-2-21-3 16,2 21-10-16,-4-18 7 0,4 18 30 0,0 0-52 16,-4-20 37-16,4 20-61 0,0 0 36 0,0 0-43 15,-3-16 31-15,3 16-41 0,0 0 35 16,0 0-39-16,0 0 33 0,0 0-37 0,0 0 38 15,15 16-46-15,-5-4 41 0,1 3-35 0,2 1 36 16,3 7-50-16,2-1 51 0,0 1-38 0,2 2 38 16,-1 1-40-16,-1 1 36 0,0-1-36 15,-2 0 27-15,-2 0 9 0,-2-1-15 0,-3-4 1 0,-1-1 10 16,-3 0-37-16,-2-3 38 0,-3 1-35 0,-2-1 35 16,-2-1-34-16,-3 3 37 0,-5 0-39 15,-4 2 23-15,-3 0-31 0,-4-1-12 0,-4-1-55 16,0 1-60-16,-1 0-53 0,-2-2-44 15,-1-1-76-15,2 1-157 0,2-1 69 0</inkml:trace>
  <inkml:trace contextRef="#ctx0" brushRef="#br0" timeOffset="51585.01">9655 13616 10 0,'0'0'568'0,"-3"-25"-187"0,-1 10-61 0,2-1-73 15,0 1-23-15,2 15-75 0,-5-26 22 0,5 26-68 16,-4-21 40-16,4 21-59 0,-2-15 20 16,2 15-66-16,0 0 29 0,-4-16-48 0,4 16 19 15,0 0-32-15,0 0 25 0,0 0-30 0,0 31 31 16,0-7-43-16,0 3 6 0,-2 8 1 0,1 3 0 16,-1 0 0-16,0 1 1 0,0-3-1 0,-1 1 1 15,0-1 2-15,1-7-6 0,-1-3 1 0,0-3 0 16,1-1 1-16,0-5 6 0,2-17-3 0,-1 23 6 15,1-23 0-15,0 0-1 0,0 19-15 16,0-19 18-16,0 0-6 0,0 0 5 0,5-19-2 16,0 0 0-16,0-6-2 0,2-11 1 15,0-2-1-15,2-8-2 0,1-9 33 0,2-5-32 0,2 0 34 16,0-2-43-16,2 2-1 0,1 3 4 0,3 2-4 16,1 6 10-16,-5 12-1 0,2 4 0 15,-3 6 1-15,0 3-1 0,-3 8-1 0,0 7 0 16,-12 9 1-16,19-6 1 0,-19 6-4 0,22 12 4 15,-9 2-7-15,0 5 40 0,0 8-34 16,-1 3 29-16,-1 3-40 0,-2 4 41 0,1 1-43 0,-2 3 34 16,-3 0-38-16,1 1 4 0,-2 1 2 0,-1-2-22 15,1-2-11-15,-2 0-9 0,0-4-36 0,-1-7-63 16,0 0-15-16,-1-5-42 0,1-3-40 16,-1-20-19-16,-1 26-169 0,1-26 153 0</inkml:trace>
  <inkml:trace contextRef="#ctx0" brushRef="#br0" timeOffset="52153.01">9866 13742 386 0,'-10'-10'511'0,"0"-1"-142"0,10 11-82 0,-15-15-75 15,15 15-49-15,-13-13-33 0,13 13-18 0,-10-9-29 16,10 9-16-16,0 0-9 0,-8-15-12 0,8 15-14 16,0 0-6-16,11-21-10 0,3 10-16 0,0-2-16 15,5-2-8-15,5 1-26 0,2-3-17 16,1-1-14-16,2 0-30 0,0-2 9 15,2 3-4-15,-3-4-1 0,0 1 13 16,-2-1 21-16,-1 0 10 0,-3 0 6 0,-2-1 35 0,-2 1 30 16,-3-2 26-16,-3 4 26 0,-3 1 50 0,-2 2 7 15,-1 2 5-15,0 0-2 0,-6 14-4 0,7-20-7 16,-7 20-21-16,6-15-19 0,-6 15-19 0,0 0-8 16,0 0-27-16,0 0 6 0,0 0 4 0,0 0 27 15,5 27-27-15,-5-2 3 0,0 4-32 0,-1 12 39 16,-1 2-43-16,0 6 15 0,-2 14-16 0,0-2 1 15,-1 2-6-15,0-1 8 0,1-3 8 0,1-9-8 16,-1-4 1-16,3-1 34 0,0-4-39 0,0-5 36 16,1-8-40-16,-1-2 39 0,1-7-39 0,0-19 38 15,0 29-40-15,0-29 37 0,1 18-35 16,-1-18 37-16,0 0-44 0,0 0 40 16,0 0-37-16,12-13 2 0,-5-6 3 0,-2-5-2 15,4-10 3-15,-1-5 5 0,3-3-3 0,2-12 6 16,2 0 2-16,0 1 34 0,3 4-40 0,0 2 48 15,-1 11-56-15,-2 4 43 0,2 3-38 0,-2 2 27 16,-3 8-30-16,0 2 34 0,-3 2-34 0,2 6 29 16,-11 9-31-16,17-11 34 0,-17 11-35 15,0 0 36-15,23 1-36 0,-23-1 42 0,17 10-44 0,-8-1 28 16,-1 3-26-16,-2 1 37 0,-1 3-42 0,-2 1 2 16,-2 3 10-16,-2 2-3 0,-3 2 7 15,-4 1 3-15,-1 3-2 0,-3-1 3 0,-3-3 0 16,2 1-5-16,0-7 7 0,0-1-7 0,1-2 1 0,3-3-3 15,9-12-20-15,-15 12-35 16,15-12-93-16,0 0-68 0,-17-6-33 0,17 6-14 16,-5-27-219-16,5 3 52 0</inkml:trace>
  <inkml:trace contextRef="#ctx0" brushRef="#br0" timeOffset="52874.17">10643 12995 215 0,'10'-21'568'0,"-3"5"-175"15,-1 5-54-15,-6 11-116 0,10-17-22 0,-10 17-71 16,0 0-36-16,0 0-19 0,0 0 3 0,0 0-29 15,11 7-4-15,-8 9 1 0,-1 7-15 0,2 10-3 16,1 6-4-16,-1 5-35 0,-1 5 29 16,-1 14 30-16,-1 4-37 0,-1 2 19 0,-1 4-30 15,-2 2-6-15,-1-2 0 0,-1-1 6 0,1-4 0 16,-1-3-1-16,1-6 0 0,1-12-1 16,1-4 2-16,0-5 29 0,0-4-36 0,0-7 20 15,2-8-37-15,-1-1 24 0,1-18-25 0,-1 25 28 16,1-25-33-16,0 0-2 0,0 0-15 0,0 0 4 15,0 0-8-15,0 0 19 0,0 0-31 0,0-36 40 16,0 10-31-16,2-11 35 0,0-2-29 0,1-5 31 16,1 0-21-16,3-3 32 0,1 2 0 15,2 3 16-15,1 1 15 0,3 4 8 0,-2 2 12 0,1 4-17 16,-1 5 13-16,-1 5-22 0,-1 4 11 0,1 0-24 16,-3 7 14-16,2 1-19 0,-10 9 8 15,15-10-11-15,-15 10 21 0,0 0-26 0,23 2 18 16,-23-2-15-16,12 12 16 15,-12-12-18-15,8 22 19 0,-7-5-25 0,-2 0 8 0,-1 5 2 16,-3-1 0-16,-2 1 2 0,-1 1-1 0,-1-2 8 16,-3 0 5-16,2-1 5 0,-2-1 2 0,0-2 1 15,0 0-10-15,0-1 6 0,1-1-7 0,1-5 3 16,2 3-3-16,8-13-1 0,-12 16-5 0,12-16 3 16,-10 11-3-16,10-11 0 0,0 0-3 0,0 0-15 15,0 0-1-15,0 0 10 0,0 0-6 0,0 0 3 16,21-6-3-16,-8-4-3 0,4-1 1 0,0-3 1 15,5-4-2-15,1-2-8 0,0-1 12 16,1-3-2-16,-2 0-6 0,1-3-3 0,0-2-4 16,1 0 2-16,-5-3-7 0,0-1-2 15,0-2-7-15,-4-2-1 0,3-10-1 0,-5 6-13 16,-2-2 37-16,0-1-14 0,-2 0 34 0,-2 2-9 16,-2 3 53-16,0 1 5 0,-3 3 10 0,-2 8-1 15,0 4 9-15,-2 4-19 0,0 2 28 0,-1 2-41 16,3 15 33-16,-7-21-44 0,7 21 27 15,-9-14-47-15,9 14 35 0,0 0-36 0,-17-3 33 0,17 3-35 16,-16 17 31-16,7 0-38 0,-4 10-3 16,3 3 7-16,0 3 29 0,0 6-39 0,3 2 37 15,-2 3-45-15,1 3 44 0,3 0-3 0,0 3-36 16,2-1 32-16,0-2-36 0,2 0 35 0,3-1-38 16,0-4 4-16,3-2-14 0,2-3 3 0,2-3-10 15,2-5-24-15,1-4-39 0,2-7-59 16,1-4-61-16,2-6-39 0,-17-8-46 0,33 0-151 15,-11-7 118-15</inkml:trace>
  <inkml:trace contextRef="#ctx0" brushRef="#br0" timeOffset="53024.16">11353 13491 432 0,'6'-15'524'15,"-2"1"-45"-15,-4 14-149 0,7-21-34 0,-7 21-83 16,3-16-11-16,-3 16-78 0,0 0-6 0,0 0-51 16,0 0 19-16,0 0-44 0,0 0 20 15,0 0-39-15,0 0 20 0,-14 14-30 0,10 2 15 16,-2 5-37-16,1 2 29 0,1 1-81 0,-3 2-19 15,3 1-18-15,1-1-31 0,-1 1-68 16,1-5-61-16,1-1-24 0,0-4-291 0,2-17-96 0</inkml:trace>
  <inkml:trace contextRef="#ctx0" brushRef="#br0" timeOffset="53188.17">11363 13338 472 0,'0'-18'452'0,"0"18"-122"16,0-27-76-16,0 27-79 0,-4-18-42 0,4 18-31 15,0 0-19-15,0 0-30 0,0 0-11 16,0 0-1-16,0 0-14 0,-13 13-39 0,13-13-36 16,-1 33-25-16,3-8-12 0,0 0-40 0,2 2-13 15,1 5-20-15,3 0 12 0,-1-3-263 0,2 1 185 16</inkml:trace>
  <inkml:trace contextRef="#ctx0" brushRef="#br0" timeOffset="53710.71">11484 13646 179 0,'24'-3'285'16,"-8"-1"-86"-16,-3-4-32 0,2-2-29 0,-1-4-9 0,0-1-5 15,1-2-5-15,-3-2-4 0,0 0-15 0,-1-1 1 16,-1-1 14-16,-2 1-8 0,-1 2 22 0,-3 3-44 16,0 1 23-16,-4 14-33 0,4-22 24 15,-4 22-48-15,0 0 28 0,-2-20-46 0,2 20 21 16,0 0-33-16,0 0 30 0,-18-3-38 0,18 3 39 16,-22 20-43-16,11-3 42 0,-5 5-42 0,2 4 40 15,-2 3-34-15,3 2 25 0,0 0-33 0,2 2 4 16,2-1-11-16,0-2-11 0,6-3 12 0,1-3 2 15,2-4-11-15,2 1-3 16,2-4-9-16,6-2-2 0,-2-3-13 0,4-3-15 0,2-4-3 16,-14-5-9-16,33 0-15 0,-10-8-26 0,3-4 0 15,0-4 13-15,1-3 18 0,-1-1 22 16,-3-6 22-16,-3 2 6 0,0-1 20 0,-4 1 52 16,-5 2 2-16,-2 5 47 0,-4 3-30 0,-5 14 43 15,7-23-7-15,-7 23-15 0,0 0-7 0,-1-19-12 16,1 19-9-16,0 0-5 0,0 0-11 0,-20-3-21 15,20 3 9-15,-15 8-42 0,15-8 37 0,-19 13-36 16,11-3 29-16,-1 0-35 0,9-10 31 0,-13 18-35 16,13-18 31-16,-7 15-65 0,7-15 36 0,0 0-52 15,-2 19 32-15,2-19-44 0,0 0 5 0,0 0-8 16,14 7-1-16,-14-7-3 16,19-7 11-16,-8-1 2 0,-1-1 27 0,5-3 13 0,-6 2 19 15,0-1 14-15,2 1 40 16,-3-2-4-16,-8 12 48 0,14-15-26 0,-14 15 48 0,9-13-58 15,-9 13 31-15,0 0-49 0,10-11 28 0,-10 11-39 16,0 0 25-16,0 0-35 0,0 0 25 0,8 10-42 16,-8-10 41-16,-2 19-37 0,2-19 31 0,-2 27-41 15,2-27 34-15,-1 26-58 0,1-26 0 0,1 27-40 16,-1-27-14-16,4 23-18 0,-4-23-34 0,8 18-48 16,-8-18-42-16,12 8-22 0,-12-8-267 0,17-1-9 15</inkml:trace>
  <inkml:trace contextRef="#ctx0" brushRef="#br0" timeOffset="54068.7">12148 13209 306 0,'5'-31'514'0,"2"5"-138"0,-3 4-52 0,1 6-71 15,-3 1-53-15,-2 15-41 0,4-20-22 16,-4 20-40-16,0 0-17 0,0 0-13 0,0 0-9 0,0 0-12 16,0 0-10-16,-6 24-15 0,-1-2 4 0,2 3 30 15,-1 6-51-15,1 4 40 0,-2 0-47 0,1 2 42 16,-1 1-42-16,2 0 22 0,-1-1-35 0,1-3 39 15,1 0-43-15,2-7 3 0,-1-2 3 0,1-4 1 16,-1-3 1-16,3-18 1 0,-2 27-3 0,2-27 5 16,0 18 5-16,0-18-1 0,0 0-2 0,0 0-3 15,0 0-26-15,0 0 30 0,0 0 34 16,19-2-40-16,-10-9 25 0,4-1-22 16,-2-2 29-16,3 2-38 0,-1-1 42 0,-2 4-43 15,1-1 45-15,-1 3-40 0,-11 7 39 0,19-10-38 16,-19 10 41-16,0 0-39 0,26 0 44 0,-26 0-43 15,13 7 40-15,-13-7-50 0,15 15 49 0,-15-15-43 16,10 20 39-16,-10-20-43 0,7 21 41 0,-7-21-43 16,4 24 2-16,-4-24-15 0,2 22-5 0,-2-22-15 15,-2 20-19-15,2-20-50 0,-2 17-67 0,2-17-57 16,0 0-33-16,-11 12-235 0,11-12 15 0</inkml:trace>
  <inkml:trace contextRef="#ctx0" brushRef="#br0" timeOffset="54218.7">12366 13209 527 0,'3'-13'431'0,"-3"13"-113"0,0 0-71 0,0 0-67 15,0 0-36-15,-10 6-35 0,10-6-30 0,-8 20-37 16,2-8-18-16,3 2-20 0,-2 2-34 0,2 0-38 16,2 1-50-16,2 0-52 0,2-1-30 15,-1 0-251-15,3-2 129 0</inkml:trace>
  <inkml:trace contextRef="#ctx0" brushRef="#br0" timeOffset="54488.23">12479 13446 431 0,'0'0'425'0,"0"0"-105"0,16 4-70 0,-16-4-42 15,0 0-50-15,0 0 5 0,4 15-48 0,-4-15 15 16,-2 18-56-16,2-18 28 0,-9 25-61 0,6-8 32 16,-1-2-54-16,-2 4 1 0,1 2-5 0,3-1-3 15,-3-1-1-15,2-2 3 0,1 0-12 0,2-17-8 16,0 26-4-16,0-26-5 0,5 22 5 0,-5-22 7 15,5 17-13-15,-5-17 5 0,11 9 1 0,-11-9 1 16,0 0 4-16,20 1-13 0,-20-1 19 0,14-7-4 16,-14 7 18-16,16-13 41 0,-16 13-38 15,11-16 37-15,-11 16-44 0,6-20 40 0,-6 20-45 16,0-21 26-16,0 21-33 0,-5-22 31 16,5 22-38-16,-12-22 36 0,12 22-44 0,-15-17 30 15,15 17-51-15,-15-14 9 0,15 14-54 0,-14-8-77 16,14 8-47-16,-11-9-74 0,11 9-287 0,0 0-87 15</inkml:trace>
  <inkml:trace contextRef="#ctx0" brushRef="#br0" timeOffset="54817.75">12726 13413 578 0,'0'0'458'0,"20"8"-127"0,-20-8-47 16,13 13-98-16,-5 0-1 0,-2-1-75 15,-1 5 22-15,-1-2-50 0,1 6 11 16,-3-3-39-16,0 1 27 0,-2 0-65 0,0 1 4 0,0-1-11 15,0 0 4-15,-2-2-5 0,2 0-17 0,0-17-2 16,-2 26-9-16,2-26 9 0,-1 18-1 16,1-18 2-16,0 0 0 0,0 0-1 0,0 0 0 15,0 0 2-15,0 0-10 0,13-13 14 0,-7-6 2 16,3-2 29-16,5-4-32 0,-1-3 39 0,3 2-32 16,-1 2 45-16,1 1-31 0,-3 6 35 15,0 2-43-15,1 3 33 0,-5 3-49 0,-9 9 41 0,18-10-47 16,-18 10 54-16,0 0-42 0,25 2 39 15,-25-2-43-15,16 12 41 0,-8-2-49 16,0 2 43-16,-2 2-46 0,-1 0 43 0,-1 3-50 0,0 2 56 16,-4 1-58-16,-2 3-9 0,-2 3-7 15,-3 5-11-15,-5-1-13 0,-1 2-39 0,-2-1-51 16,-5 2-55-16,-3-3-29 0,-2 0-309 0,-8 5-55 16</inkml:trace>
  <inkml:trace contextRef="#ctx0" brushRef="#br0" timeOffset="55038.75">11823 14333 245 0,'-14'7'658'15,"14"-7"-254"-15,-19 8-66 0,19-8-115 0,0 0-6 0,0 0-90 16,0 0 39-16,0 0-37 0,26-3 33 0,0-2-36 16,10-5 9-16,8 2-40 0,10-5 4 15,7 1-33-15,1-1 3 0,3-1-32 0,2 1 10 16,-1-1-28-16,-1 3-1 0,-3 1-53 0,-3 0 10 15,-9 2-51-15,-6-1 14 0,0 4-69 0,-8-2 11 16,-1 4-36-16,-10-1-32 0,-2 1-46 0,-6 1-3 16,-17 2-35-16,21-1-263 0,-21 1-28 0</inkml:trace>
  <inkml:trace contextRef="#ctx0" brushRef="#br0" timeOffset="56533.75">13355 13309 452 0,'0'-17'564'0,"0"17"-128"0,0-26-93 16,0 26-65-16,0-20-63 0,0 20-43 0,0 0-37 16,0-19-36-16,0 19-15 0,0 0 22 15,0 0 8-15,-2 22 6 0,2-3-30 0,0 6-5 16,-2 6-15-16,2 8-28 0,-2 4 5 15,-2 2-27-15,1 4-6 0,0 12-5 0,-3-1-48 16,1 1-84-16,-1-1-40 0,-1-1-48 0,0-1-96 16,-2-3-482-16,3-11-328 0</inkml:trace>
  <inkml:trace contextRef="#ctx0" brushRef="#br0" timeOffset="58549.9">13434 12739 219 0,'-16'-16'354'0,"-4"-2"-97"0,-2 0-67 0,-1 2-32 16,-2 0-15-16,-4 0-21 0,0 0-25 16,-1 1-10-16,-1-2-9 0,-3 2 7 0,1-2 1 15,-3 0-7-15,-3 0-9 0,-7-3-4 0,0-1-9 16,-1 0-11-16,-5 1-9 16,2 1-2-16,-7 0-19 0,-1 1-29 0,-5 2 38 15,-5-1-36-15,-2 2 32 0,-4 2-34 0,-2-1 34 0,0 4-35 0,-1 1 10 16,3 4 25-16,-1-2-1 0,4 1-43 15,-2 0 42-15,4 1-36 0,4 1 33 0,-2 0-33 0,4 0 34 16,-2 2-29-16,11 2 26 0,-2-2-33 16,0 4 24-16,-10-1-29 0,1 3 74 0,2 1-79 15,-2 2 43-15,-1 2-33 0,-1 3 33 0,1 0-33 16,1 2 35-16,-3 1-36 16,0 0 34-16,0 1-32 0,2 0 23 0,1 0-22 0,4-1 34 15,2-1-7-15,2 0 0 0,3 1-2 0,2-1-2 16,8-2 0-16,3 1-2 0,-9 4 0 15,2 0-4-15,-1 3 1 0,0 1-2 0,1 2 2 16,-3 2-15-16,0 2 19 0,1-1-2 0,-1 1-2 16,2 2-27-16,2-2 32 0,1 0-31 0,4 2 38 15,1-3-35-15,7-5 50 0,1 2-50 16,2-1 34-16,1-1-32 0,1 1 24 0,3 1-20 0,0-2 32 16,2 2-38-16,1 0 40 0,2 3-35 0,0 0 34 15,1 2-36-15,1 1 35 0,0 0-35 0,0 2 33 16,3 1-3-16,-2 1-3 0,4 1-9 0,-1-2 11 15,3 4-11-15,0 0-24 0,2 1 39 0,2 1-33 16,2 2 34-16,0 0-31 0,4 1 32 16,1 1-32-16,1 1 32 0,2 0-33 0,2-1 24 15,1 3-22-15,1-2 41 0,2 2-31 16,1-4 34-16,2 2-4 0,1-1-5 0,5 8 0 0,-4-11-2 16,5 9-4-16,1-2-10 0,2 2 1 0,1-4-22 15,2 3 30-15,0 0-26 0,3-1 36 16,1-2-34-16,3 0 35 0,2-1-37 0,1-2 32 15,5 0-31-15,1 0 31 0,1-2-34 0,3-2 34 16,1-1-25-16,4 0 23 0,0-4-1 0,1 0-2 16,4-3 18-16,2 0 28 0,4-6-41 0,1 2-3 15,2-4-6-15,3-1-2 0,1 0 3 0,2-3-8 16,1 0 6-16,1-1-3 0,1-2-1 16,-1-2-1-16,1-1 0 0,3-2-2 0,0 0 3 15,1-4-7-15,2 1 9 0,1-5 4 16,3 3-5-16,-4-4 14 0,2 0-18 0,-1-1 15 0,-1-2-2 15,1 2-5-15,-2-5 5 0,1 2-10 0,-1-1-7 16,0 0 9-16,-1-3-1 0,1 1-1 16,-1 2-1-16,-2-4 0 0,0 0-1 0,-3-1-1 15,0-3 2-15,-1 1 25 0,2-2-36 0,-4 1 8 16,1-3-2-16,-2-1 1 0,3-2 3 0,-3 1-6 16,-2 0 1-16,-1-2-2 0,0-1 5 0,-1 1-15 15,-4 0 23-15,-1-1-19 16,-1-1 21-16,-3 2-20 0,-3-2 16 0,-1 1-15 0,-1-1 14 15,-4-1-13-15,-2-1 6 0,-1-1-4 16,-1 0 14-16,0-3-12 0,-3 0 11 0,1-1-12 16,-2-1 13-16,1 1 0 0,-2-3-20 0,-2 0 12 15,1 1 11-15,-8 3-1 0,-1 1 33 0,1-1-28 16,-2 0 28-16,-2 0-24 0,0 2 10 0,0-3 6 16,-2 3-2-16,-4-1 8 0,1 1 2 0,-2-1-3 15,-1 0-6-15,-2 0-5 0,0-1-3 0,-2-1 0 16,-1-1 1-16,-2-1-9 0,2-3-4 0,-5-1-1 15,2-2-2-15,-3-1-4 0,1-4 0 16,-3 2-5-16,-1 0 14 0,-2-1-11 0,-4-1 16 16,1 2-22-16,-3-2 16 0,-4 4-19 0,-3-1 0 15,-6-5-1-15,-2 3 1 0,-5 1-3 16,0 2 3-16,-2 1 1 0,-3 1 4 0,0-2-3 0,-3 2-2 16,3-3 3-16,-3 3-1 0,-2-1 1 0,3 2 0 15,-1 0-2-15,-1 1-2 0,0 3 4 16,0 1 14-16,3 7-19 0,-8-2 12 0,7 7-12 15,-4 1 14-15,-3 2-19 0,-1 3 14 0,-13 0-39 16,7 5-19-16,-4 1-70 0,-2 4 12 0,-1 1-46 16,-12 4-31-16,0 3-56 0,2 1-77 0,4 4-337 15,0 0-188-15</inkml:trace>
  <inkml:trace contextRef="#ctx0" brushRef="#br0" timeOffset="59439.9">19223 13108 495 0,'1'-31'459'0,"-1"6"-90"0,-2 1-93 0,0 0-55 16,0 3-43-16,-1 2-30 0,-1 3-13 0,1 1-12 15,3 15-24-15,-5-24-12 0,5 24-25 16,-5-16-16-16,5 16-15 0,0 0 0 0,0 0-7 0,0 0-2 15,0 0 21-15,-8 25-2 0,6 1-15 16,0 10 10-16,-1 7-16 0,1 5-17 0,-2 13 5 16,3 4 25-16,-1 4-28 0,1 0-3 0,2 2-3 15,1-1-4-15,1-4 1 0,2-4 0 0,2-6-7 16,-1-12 6-16,3-7 7 0,-2-3 1 16,0-4-7-16,0-10 2 0,0-2 3 0,-7-18 3 15,11 18-10-15,-11-18 2 0,0 0 2 16,17-7 7-16,-10-10 3 0,1-5 1 0,0-10-7 0,-1-5 3 15,-1-5 1-15,-2-4 24 0,1-12-31 16,-1-6 29-16,-1-1-25 0,1-2-7 0,2 1 3 16,0 1-3-16,1 4 7 0,0 4 5 0,0 11 40 15,3 6-13-15,0 3 3 0,0 5 28 0,1 4-23 16,-4 7 4-16,1 4-29 0,0 5 13 0,-8 12-17 16,16-8 8-16,-16 8-19 0,22 11 1 0,-8 3-2 15,3 9-1-15,0 4 0 0,0 6-3 16,0 3 4-16,3 13 0 0,-1 3-3 0,-1-1 8 15,1 3-5-15,-1 0 14 0,-1 1-22 16,1 1-4-16,-3-4-11 0,0 0-43 16,-3-10-27-16,-1-2-24 0,-2-1-8 0,-4-4-35 15,-1-2 17-15,-3-7-47 0,-4-2-63 0,-2-3-13 0,-6-6-45 16,-1-1-199-16,-1-7 22 0</inkml:trace>
  <inkml:trace contextRef="#ctx0" brushRef="#br0" timeOffset="60036.9">19434 13591 483 0,'-11'-20'477'0,"-1"0"-66"0,2 3-121 0,0 4-10 16,3 0-93-16,7 13 3 0,-12-17-71 0,12 17-3 16,-7-15-54-16,7 15 9 0,0 0-43 0,-1-17 28 15,1 17-45-15,14-12 30 0,3 3-42 0,3 1 29 16,11-1-71-16,5-1 14 0,4 0-47 0,5-1-15 16,9-2-29-16,1-1-29 0,0 0-2 0,-2-1 0 15,-12 2 8-15,-2-3 27 0,-1 0 9 0,-4-2 30 16,-5-2 8-16,-3-1 33 15,-4-4 28-15,-4 1 40 0,-4-1 40 16,-2-1-3-16,-5 4 49 0,-2 1-31 0,-3 0 36 0,0 3-3 16,-2 18-14-16,-2-27-5 0,2 27-25 0,-3-21-6 15,3 21-17-15,-8-10-9 0,8 10-10 0,0 0-5 16,-19 7-4-16,10 8-2 0,-2 4 4 16,-2 10-3-16,2 7-11 0,0 5 5 0,1 13-5 0,0 4 34 15,2 5-41-15,4 3-4 0,1 3 6 0,2 2-11 16,2 1-3-16,1-2-18 0,1-1 20 15,3-7 19-15,0-2-23 0,0-13-1 16,1-4-12-16,0-3 4 0,2-5-7 0,-2-4 3 16,-2-10-6-16,1-1 1 0,-3-4 8 0,-3-16-1 0,7 16-20 15,-7-16 3-15,0 0 2 0,0 0 4 16,0 0-26-16,7-21 45 0,-5-2-31 0,0-5 41 16,0-12-41-16,1-5 40 0,1-16-28 0,2-2 36 15,0-3-6-15,2 1 20 0,0 3 31 0,4 4-14 16,-4 13 5-16,1 6 15 0,-1 2-23 0,2 5 3 15,-2 4-14-15,-2 8-5 0,2 1-4 16,-1 6-2-16,2 4-9 0,-9 9 4 0,20-8-7 16,-20 8 5-16,23 5 33 0,-6 3-42 0,0 3 33 15,2 9-38-15,-2 3 26 0,-2 5-28 0,-1 1 31 16,-4 2-33-16,-3 3 8 0,-2 0-7 16,-3-4-3-16,-6 4-1 0,-2-1-2 0,-3-4-5 15,-5 0-27-15,-1-2 35 0,-3-4-36 0,-1-3 37 16,-2-3-38-16,2-5 32 0,0-5-44 0,2-3 2 15,17-4-20-15,-31-4 2 0,16-5-22 0,0-5 3 16,5-5-4-16,2-4-22 0,3-10-13 16,3-7-49-16,4-3-34 0,7-15-116 0,3-5 253 15</inkml:trace>
  <inkml:trace contextRef="#ctx0" brushRef="#br0" timeOffset="60773.46">20327 12968 429 0,'18'-20'333'0,"-2"4"-49"0,-2 2-50 0,0 1-55 15,-2 4-41-15,0 2-28 0,-12 7-25 0,19-8-13 16,-19 8-13-16,19 1-30 0,-7 6 47 0,3 4-19 15,-2 6-32-15,2 8 39 0,0 5-40 16,-2 6 34-16,0 4-14 0,1 13-9 16,-2 5-4-16,-1 2-23 0,-3 4 44 15,-2 6-40-15,-3 3-2 16,-2 1-35-16,-1 2 36 0,-3-1-37 0,-2 0 39 16,1-4-42-16,-2-2 39 0,0-2-1 0,0-5 1 0,-1-3-7 0,3-13 4 15,0-3 0-15,1-3-1 0,0-3-15 0,1-10 6 16,0-2-39-16,1-8 44 0,1-17-34 0,-2 26 38 15,2-26-41-15,0 0 26 0,0 0-18 0,0 0-5 16,0 0 46-16,0 0 1 0,7-33 1 16,-4 5-4-16,1-10-1 0,0-6-43 0,2-15 54 15,-1-7-51-15,2-2 49 0,1-2-32 0,2 1 44 16,-1 3 12-16,0 5 53 0,3 3-49 0,-5 15 22 16,1 3-47-16,-1 2 35 0,1 5-54 0,-1 3 5 15,0 6-2-15,-1 3-2 0,1 3-1 0,2 1-6 16,-1 5 3-16,0 2 0 0,-8 10-1 0,20-11 0 15,-20 11 0-15,22 0-2 0,-9 7 34 16,2 5-40-16,-2 5 37 0,0 7-54 0,-3 6-3 16,-3 3-8-16,-5 4-3 0,-2 1-50 15,-5 3 27-15,-2-1-42 0,-4-2 47 0,-1 0-7 16,-2-4 24-16,1-2-12 0,0-3 36 0,-2-5-18 16,5-5 50-16,-1-2-24 0,3-5 67 0,1 0-23 0,7-12 32 15,-10 14-47-15,10-14 26 0,0 0-42 16,0 0 23-16,0 0-44 0,0 0 30 0,0 0-40 15,0 0 32-15,12-19-43 0,3 4 22 0,6-3-38 16,1-3 20-16,3 1-51 0,1-2 20 0,0-3-25 16,1 0-1-16,6-7 0 0,0-2-2 15,-2 0 8-15,1 0-11 0,-2-5 14 0,-2 0 5 16,-2-3-2-16,-1-2 30 0,-1-1 0 0,-4-3 51 16,-4-4 7-16,-1-4 6 0,-4-2-4 15,-2-1 36-15,-3 1 21 0,-1 9-1 0,-3 3 36 16,-3 4 12-16,-1 3 15 0,-3 4-25 0,-1 5 22 15,-1 8-44-15,-1 2 12 0,-4 4-40 0,2 7 20 16,10 9-32-16,-23-6 24 0,23 6-42 0,-30 11 15 16,13 2-32-16,-2 11 4 0,0 3-3 0,4 4-2 15,0 8 5-15,4 2-13 0,0 12 0 16,2 1-1-16,4-6-17 0,2 1 19 0,1 1 33 16,2-1-37-16,2 1 2 0,1-1-5 0,2-3-18 15,2-1-28-15,1-3-30 0,1-3 14 0,3-3-45 16,0-3-2-16,0-6-15 0,3-2-19 0,-3-9-2 15,3-4 19-15,-1-6-17 0,-14-6-76 16,30 1-113-16,-9-8 252 0</inkml:trace>
  <inkml:trace contextRef="#ctx0" brushRef="#br0" timeOffset="60905.47">21387 13443 37 0,'17'-18'490'16,"-2"2"-162"-16,-3 4-47 0,-2 2-44 0,-10 10-63 16,15-14-44-16,-15 14-23 0,0 0-25 0,13-5-13 15,-13 5-16-15,0 0-21 0,6 12 6 0,-6-12-12 16,1 18-4-16,-1-18-2 0,-2 31-4 0,1-13-3 15,-3 5-2-15,1 0-43 0,-1 1 24 0,-2 1-64 16,1-1-32-16,-3-2-34 0,2-1-33 0,0-1-41 16,1-6-215-16,5-14 171 0</inkml:trace>
  <inkml:trace contextRef="#ctx0" brushRef="#br0" timeOffset="61078.04">21550 13205 242 0,'4'-16'505'15,"-4"16"-219"-15,2-23-23 0,-2 23-88 0,0 0-21 16,-6-12-61-16,6 12 9 0,0 0-58 0,-14 11 18 16,14-11-60-16,-10 23 29 0,5-8-47 0,1 5-6 15,3 4-33-15,2 0-24 0,1 2-31 16,3 1-32-16,2 3-8 0,3-2-84 16,3 0-97-16,2-1 257 0</inkml:trace>
  <inkml:trace contextRef="#ctx0" brushRef="#br0" timeOffset="61906.08">21807 13568 213 0,'21'-6'228'0,"0"-5"-50"16,-3-1-31-16,0-1-17 0,1-5-21 0,-5 1-5 16,2-5 9-16,-5 3 6 0,-2-1 28 0,-2 0-7 15,0 2-3-15,-4 3-10 0,-3 15-18 16,0-22-17-16,0 22-22 0,-7-12 3 0,7 12-11 16,-17-5 8-16,17 5-19 0,-30 5-10 0,9 2 29 15,1 2-47-15,-5 7 18 0,1-2-31 0,1 5 28 16,3 0-37-16,0 1 31 0,3 0-37 0,6-1-2 15,2-1 2-15,1 0 1 0,3-3-4 16,5-15-5-16,-2 27 7 0,2-27 0 0,7 23-8 16,1-13-10-16,2 0-12 0,2-5-45 0,-12-5 12 15,32 5-29-15,-15-6 18 0,4-3-17 0,0-4 29 16,1-1 2-16,-1-3 25 16,5-5 9-16,-5 0 6 0,0-4 29 0,-2 0 13 0,-2 0 23 15,-4 4 16-15,-2 2 21 0,-2 3 11 0,0 2 25 16,-9 10-65-16,10-14 33 0,-10 14-47 0,0 0 35 15,0 0-42-15,0 0 30 0,0 0-51 0,-13 15 37 16,4-4-41-16,-1 4 29 0,0 2-42 0,-1 3 7 16,3-2 2-16,0 2-1 0,2-3 0 0,1 0-5 15,3-2-27-15,2-15 14 0,0 26-12 0,0-26-7 16,7 20-46-16,-7-20 14 0,10 12-44 16,-10-12-15-16,16 7-27 0,-16-7-7 15,22-5 19-15,-7 0 3 0,2-7 17 0,1-2 5 16,1-3 46-16,1-7-1 0,-1 0 42 0,-1-5-13 15,1 0 22-15,0-4-9 0,-2 0 30 0,0 1-5 16,-2-1 29-16,2 3 2 0,-3 0 2 0,0 3 1 16,-1 3-4-16,-2 4-1 0,0 2-1 0,-1 2-3 15,0-1-1-15,2 3 3 0,0-1 4 0,0 1 10 16,0 2 9-16,-1-2-2 0,2 1 18 0,-1 0 26 16,-2 3 3-16,-1-1 23 15,0 1-26-15,-9 10 56 0,14-15-38 0,-14 15 30 16,11-10-26-16,-11 10-23 0,0 0-8 0,0 0-11 0,0 0-14 15,0 0-15-15,12 11 18 0,-12-11-8 16,-2 29-8-16,-1-7-7 0,0 1-7 0,-1 4 22 16,-1 5-36-16,1 3 31 0,-3 0-45 0,2 1 42 15,-1 1-38-15,1 1 28 0,-1-1-43 0,1 0-5 16,-1-2-26-16,2-3 18 0,0-6 1 0,1-3 4 16,1-5 1-16,0-1-27 0,2-17 48 15,-2 22 1-15,2-22-10 0,0 0 12 0,-2 17 2 16,2-17-3-16,0 0 2 0,0 0-1 15,12-9 1-15,-12 9-1 0,18-25-10 0,-7 8 18 0,4-1 21 16,1-2-33-16,3 0 25 0,-3 4-28 16,1 2 1-16,-2 1 2 0,1 1-25 0,-4 5 30 15,2 1-3-15,-14 6 3 0,18-8 0 0,-18 8 24 16,17-3-28-16,-17 3 26 0,0 0-28 0,21 4 17 16,-21-4-21-16,12 10 30 0,-12-10-26 0,9 13 23 15,-9-13-27-15,8 15 3 0,-8-15 1 16,6 17-9-16,-6-17 9 0,4 18 5 0,-4-18-27 15,2 16 3-15,-2-16-19 0,0 0-26 0,-1 20-45 16,1-20-25-16,0 0-34 0,0 0-36 0,-4 15-276 16,4-15 66-16</inkml:trace>
  <inkml:trace contextRef="#ctx0" brushRef="#br0" timeOffset="62425.17">22784 13178 658 0,'5'-19'421'0,"-2"2"-105"0,-3 17-65 0,6-24-48 15,-6 24-47-15,2-19-35 0,-2 19-25 0,0 0-19 16,2-17-24-16,-2 17-5 0,0 0-12 0,0 0-2 16,-8 12-6-16,3 0-6 0,-1 4-7 0,0 5-14 15,0 2-19-15,3 2-7 0,0 0-13 0,1 0-15 16,1 0-13-16,2 1 1 0,1-3 0 0,1 0 17 16,2-3 2-16,-1-1 14 0,2-4 9 0,0-2-3 15,-6-13 14-15,11 19 5 16,-11-19 7-16,13 14-1 0,-13-14 7 0,16 6 12 0,-16-6 9 15,18 2-3-15,-18-2 20 0,21-4-11 16,-21 4 11-16,22-8-19 0,-22 8-6 0,20-10 4 16,-20 10 21-16,17-12-28 0,-17 12 18 15,14-15-26-15,-14 15 4 0,8-13-2 0,-8 13 0 0,0 0-12 16,6-16 6-16,-6 16 4 0,0 0 21 0,0 0-29 16,0 0 26-16,-16-3-29 0,16 3 25 0,-20 14-38 15,8-2 43-15,-2 1-38 0,2 1 29 0,0 2-27 16,2 1 1-16,2 0 3 0,2-2-3 15,1 0-7-15,5-15 11 0,-2 27-8 16,2-27-3-16,4 24-10 0,-4-24-10 0,12 22-17 16,-3-14-27-16,-9-8-22 0,21 11-13 0,-21-11-3 15,26 5 5-15,-26-5-11 0,29-2 30 0,-12-1 1 16,1-2 20-16,1 0 5 0,0-4 30 0,-2 0 8 16,-1-2 31-16,-2-3 12 0,-1 2 20 0,-2-5 4 15,-1 2 8-15,-3 1 9 0,-1-1 17 0,-1 2 5 16,-5 13-10-16,6-22-12 0,-6 22-10 15,1-18-9-15,-1 18-11 0,0 0-14 0,0-20-17 16,0 20-32-16,0 0-39 0,0 0-15 0,0 0-3 16,-3-18-14-16,3 18 0 0,0 0-1 0,0 0-1 15,0 0-66-15,15-4-99 0,-15 4 84 16</inkml:trace>
  <inkml:trace contextRef="#ctx0" brushRef="#br0" timeOffset="62721.17">23185 13384 648 0,'21'12'110'0,"-8"-4"-6"0,-2-1-3 15,3 3 6-15,-4-1 0 0,1 4-5 0,1 1-9 16,-1 0-22-16,-4-1-3 0,1 1-22 0,-2 0 9 15,1 0-23-15,-3 1 8 0,1-1-48 16,0 2 46-16,-5-16-21 0,5 21 13 0,-5-21-20 16,4 17 42-16,-4-17-16 0,0 0 54 0,4 17-49 15,-4-17 39-15,0 0-18 0,0 0-9 0,0 0-10 16,0 0-10-16,0 0-4 0,0 0-5 0,11-14-16 16,-4 2 10-16,2-4-7 0,3-2 23 15,4-3-21-15,1 1 25 0,2 0-24 0,-4 4 44 16,2 2-38-16,-4 1 48 0,-1 5-54 0,-2-1 35 0,-10 9-47 15,17-8 57-15,-17 8-34 16,0 0 40-16,18 0-38 0,-18 0 31 0,13 8-5 16,-13-8-34-16,12 14 21 0,-12-14-46 0,9 20 39 15,-9-20-37-15,10 25 29 0,-5-12-35 0,-1 2 10 16,0 0-68-16,0-1 11 0,-1 1-43 0,-3-15-29 16,3 26-43-16,-3-26-56 0,0 20-36 15,0-20-319-15,0 0-115 0</inkml:trace>
  <inkml:trace contextRef="#ctx0" brushRef="#br0" timeOffset="63376.17">23913 12983 306 0,'-14'-32'476'15,"-2"3"-128"-15,-5-4-89 0,-10-6-51 16,-4 0-63-16,-5 0-5 0,-6-4-39 15,-8 1 8-15,-4-2-45 0,-6 1 19 16,-19-10-7-16,-4 5 6 0,-4-1-13 0,-7 5 48 0,-3 2-51 16,-10 3-5-16,-5 3-8 0,-8 2-12 0,-6 3-2 15,-1 3-16-15,-9 2 32 0,-4 2-47 0,-6 4 6 16,-1 3-2-16,-1 4-3 0,-2 2 30 0,-3 5-38 16,-2 3 8-16,0 6 12 0,-1 6 38 0,-2 4 8 15,1 7-24-15,-2 3-8 0,0 6-6 0,5 5-5 16,3 6-7-16,5 4 15 0,6 4-18 0,7 4-1 15,5 5 13-15,10 4-11 0,9 6 10 0,8 8-20 16,10 7-3-16,8 4 3 0,11 5 37 0,9 3-7 16,10-2-9-16,11 1 12 0,19-16-21 0,9 3-4 15,9 0-4-15,12 2-4 0,11 0-7 16,11-2 6-16,17 14 1 0,13-4-4 0,13-4-2 16,13-5 20-16,7-4-19 0,8-2-3 0,5-1-1 15,7-1-2-15,5-2 8 0,5-2-7 0,3-3-9 16,1-3-38-16,0-2-45 0,0-4-26 0,0-5-5 15,2-3-16-15,0-4 13 0,-2-6 5 16,1-2 9-16,-1-7 18 0,-1-1 19 0,3-6 34 16,2-7 28-16,4-3 9 0,3-6 25 0,-1-4 2 15,-24-4 53-15,28-6-45 0,1-1 45 0,-3-3-42 16,-1-4 2-16,-3-5 4 0,-1-3-4 16,-3-4 3-16,-2-3-8 0,-1-6-12 0,1-2 9 15,-3-6-4-15,-3-5-3 0,-1-5 1 0,-4-4-2 16,-7-5 35-16,0-2-27 0,-5-3 36 0,-4-1-28 15,-5-5 33-15,-4 0-18 0,-6-5 8 0,-8-1 1 16,-8-5-5-16,-9-2-4 0,-7-1 10 0,-12-3-14 16,-11 14-1-16,-8-9-18 0,-8-4-8 15,-8-5-4-15,-7-5-4 0,-14-21 10 0,-13 4-5 16,-11 5 5-16,-13 3-19 0,-12 5-1 0,-12 2 3 16,-12 8-3-16,-15 4 10 0,-18 7-11 0,-13 9-2 15,-11 11 11-15,-15 8-20 0,-15 10-38 16,-11 10-90-16,-6 11-6 0,-11 8-33 0,-10 10-69 15,-3 8-89-15,2 9-413 0,-5 5-276 0</inkml:trace>
  <inkml:trace contextRef="#ctx0" brushRef="#br0" timeOffset="64222.17">14041 13144 74 0,'2'-17'514'15,"-2"17"-193"-15,3-16-47 0,-3 16-84 0,4-18-15 16,-4 18-64-16,7-18 4 0,-7 18-52 0,10-21 18 16,0 8-39-16,1 1 37 0,5-3-41 15,3 2 31-15,6-3-7 16,5 2-6-16,3-3-7 16,7 2-7-16,14-2-5 0,5 0-15 15,6 3 1-15,9-1-1 0,3 1-3 0,6-1 0 0,7 2-5 0,5 2 3 0,27-3 32 16,5 2-39-16,5-1 22 0,1 4-23 0,3 0 26 0,-3 2-33 0,-1 3 35 15,2 0-32-15,-26 3 33 0,26 1-41 16,-29 4 37-16,0 1-41 0,-2 3 35 0,20 2-41 16,-26 2 40-16,21 2-46 0,-22-1 9 0,21 5 1 15,-23-2 0-15,20 4 1 0,-23-2-2 0,19 6-2 16,-24-4 9-16,0 2-8 0,-2 0 2 0,0 2-1 16,-4-1 3-16,-2 1-6 0,-5 1-4 0,-3 0 9 15,-5-1-4-15,-5 2 7 0,-5-2-4 0,-4-2 3 16,-4 2-1-16,-11-7 32 0,0 3-42 15,-3-2 39-15,-1-1-37 0,-1-1 35 0,0 0-31 16,-1-3 31-16,1-1-34 0,0 0 32 16,-1-3-33-16,0-1 22 0,-3-3-47 0,-2-1 55 15,-1-1-31-15,-4 0 28 0,-3-2-33 0,-17-1 17 16,26 1-43-16,-26-1-12 0,18-2-30 0,-18 2-24 16,0 0-48-16,0 0-19 0,3-15-58 0,-3 15-264 15,-17-17 34-15</inkml:trace>
  <inkml:trace contextRef="#ctx0" brushRef="#br0" timeOffset="64508.17">18376 12834 543 0,'-11'-16'447'0,"1"2"-118"15,0 3-41-15,10 11-88 0,-12-17-16 0,12 17-65 16,-9-12 12-16,9 12-57 0,0 0 17 0,-10-11-42 15,10 11 30-15,0 0-46 0,0 0 29 0,12 9-44 16,-1 1 19-16,5 2-29 0,6 5 28 0,3 5-38 16,2 1 1-16,2 2 6 0,6 4-8 15,-1 3-2 1,0-1 3-16,-8-5-4 0,0 1 6 0,-3 0 0 0,-2 1-2 0,-5-2 2 16,-2 1 0-16,-8-4 24 0,-2 1-30 0,-4 1 33 15,-4-3-37-15,-8 6 37 0,-3-3-54 0,-6 1 62 16,-3-1-50-16,-4-1 13 0,-3 2-53 0,-6 1-32 15,-4 0-66-15,-3-2-90 0,0 0-71 0,1-1-240 16,-1-1-59-16</inkml:trace>
  <inkml:trace contextRef="#ctx0" brushRef="#br0" timeOffset="65064.17">18394 13971 338 0,'21'-9'398'0,"-21"9"-147"0,16-7-45 16,-16 7-54-16,19-3-12 0,-19 3-61 0,19 0 9 16,-19 0-36-16,20 3 17 0,-20-3-30 15,21 6 15-15,-21-6-31 0,18 11 51 0,-18-11-17 16,15 12-7-16,-15-12-1 0,9 20-2 0,-9-20 2 15,4 18-8-15,-4-18 13 0,-3 25-8 0,-2-11 2 16,-3 4 34-16,-3-1-46 0,-3 1 36 0,-5 2-26 16,-2 1 22-16,-4-1-45 0,-3 0 35 15,-4 2-25-15,-10 2 24 0,-4 2-20 0,-4-4 4 16,-3 2-1-16,-7-1 3 0,-4 0-4 0,-6 2 6 16,-5-1 14-16,-6 1-4 0,-24 6 12 0,-4-3-9 15,-1-1-1-15,-1-1-7 16,-1-1-5-16,-1 1-10 0,-2-2 2 0,0-2-17 0,0 0-4 15,21-7-15-15,-2-3-3 16,-1 1-5-16,2-4-2 0,-1-2-4 0,-1-5 7 0,-1 1-4 16,-2-8 12-16,0 2-11 0,-1-6 4 0,-1 0-2 15,4-1 6-15,1-3 2 0,1-1 2 0,2 2-1 16,2-4 12-16,2 2-6 0,4 1 5 0,3-3-4 16,5 0 2-16,3 3-4 0,8-1-1 0,5 0-3 15,6 3 1-15,12 0-1 0,3-1 3 0,5 1 1 16,3 1-2-16,5-3-2 0,6 4-2 0,4-2-1 15,2-1-1-15,8 3-4 0,8 9 0 0,-7-17 6 16,7 17-39-16,2-15-7 0,-2 15-60 0,13-14-18 16,-13 14-35-16,23-12-15 0,-10 7-32 0,3 2-50 15,-1 1-65-15,-15 2-332 0,30-2-181 16</inkml:trace>
  <inkml:trace contextRef="#ctx0" brushRef="#br0" timeOffset="65397.17">15191 14018 610 0,'-3'-17'420'0,"-5"0"-102"16,-1 4-74-16,-5 0-96 0,-3 3-7 16,-1 5-51-16,-5 1 4 0,-1 4-42 15,-5 2 21-15,-8 4-33 0,-1 2 30 0,0 3-37 0,-3 4 20 16,-10 3-5-16,-1 4-19 0,3 3 12 0,-1 0-9 15,1 2 27-15,1 2-45 0,-1 1 33 0,6 1-38 16,-2 0 43-16,5 0-45 0,2-1-2 0,9-6-2 16,4-2-6-16,2-1 11 0,3-2-6 15,7-2-1-15,2-4 1 0,7-1-1 0,4-12-2 16,-4 21 4-16,4-21-5 0,12 21 4 0,1-8-3 16,7 0 11-16,6 3 4 0,5 1-1 15,3 0-19-15,13 8 16 0,2-1-9 0,3 3 8 16,-1 3-22-16,3 0 21 0,3-1-18 0,-2 5 4 15,0 0-28-15,3 2-48 0,-4-2-35 0,0 2-83 16,2 0-74-16,-6-1-77 0,1 0-151 0,-1-2 34 16</inkml:trace>
  <inkml:trace contextRef="#ctx0" brushRef="#br0" timeOffset="68076.17">15421 14344 162 0,'0'0'517'0,"-8"-18"-161"15,8 18-79-15,-3-17-52 0,3 17-66 0,0 0-29 16,2-22-27-16,-2 22-18 0,9-12-15 0,-9 12-12 15,18-8-10-15,-18 8-16 0,25-3 20 16,-25 3-28-16,35 4-6 0,-15 3-1 0,2 0-3 16,1 1-1-16,-1 3-10 0,-1 0-4 15,0 2 15-15,-3 0-11 0,-1-1 2 0,-2 0-1 16,-2 2 1-16,-3-3-36 0,-1 0 41 0,-9-11 22 16,9 17-5-16,-9-17-29 0,3 16 39 0,-3-16 1 15,0 0 0-15,-4 18 1 0,4-18 10 0,0 0 11 16,-12 9 24-16,12-9-13 0,0 0-10 0,0 0-1 15,-16-7-17-15,16 7-5 0,-9-20-8 16,6 4-13-16,2-1 12 0,2-5-34 0,2-2 11 16,4-1-58-16,2-3 30 0,2 1-56 0,4 3-10 15,-1 2-15-15,0 5-22 0,1 3-40 0,1 2-22 16,-1 1-24-16,-1 5-29 0,-1-1-5 0,1 2-229 16,-14 5 86-16</inkml:trace>
  <inkml:trace contextRef="#ctx0" brushRef="#br0" timeOffset="68399.17">15992 14209 469 0,'0'0'451'0,"11"9"-75"0,-11-9-119 16,0 0-20-16,0 0-77 0,0 0 4 0,12 11-67 15,-12-11 17-15,0 0-55 0,0 0 24 0,0 0-50 16,0 0 27-16,11 10-50 0,-11-10 32 0,0 0-43 16,12 4 36-16,-12-4-37 0,0 0 29 0,22 4-35 15,-22-4 23-15,19-2-31 0,-19 2 40 0,17-4-40 16,-17 4 40-16,19-10-37 0,-19 10 24 15,12-15-33-15,-12 15 24 0,9-19-20 0,-9 19-1 0,1-19 8 16,-1 19 2-16,-5-20 2 0,5 20 1 16,-9-17 2-16,9 17-13 0,-14-12 18 15,14 12-3-15,-18-6 2 0,18 6-13 0,-22 3 17 16,10 4-1-16,-3 3 29 0,1 3-37 0,3 4 23 16,-1 2-29-16,2 3 36 0,2 0-34 0,2 3 0 15,4 1 2-15,0-2-11 0,4 0-12 0,4-1-25 16,1-2 7-16,3-2-57 0,3-4-1 0,1-3-28 15,3-3-23-15,-1-4-7 0,2-1-31 0,0-6-19 16,6-2-197-16,-2-6 186 0</inkml:trace>
  <inkml:trace contextRef="#ctx0" brushRef="#br0" timeOffset="68740.17">16333 14263 290 0,'12'-15'437'0,"0"-1"-96"0,-4 5-61 0,0-1-60 16,-8 12-28-16,12-17-46 0,-12 17-24 0,9-12-26 15,-9 12-19-15,0 0-16 0,9-9-7 0,-9 9-16 16,0 0-17-16,0 0 0 0,0 0 0 0,5 18 23 15,-5-18-34-15,-3 23 24 0,3-23-34 0,-3 29-1 16,0-12 1-16,0 0-6 0,-2 4 6 0,0-3 0 16,0 1-3-16,-2-5-2 15,2 1-2-15,-1-2-6 0,0 0-44 0,6-13 40 0,-12 17-33 16,12-17 26-16,-11 10-39 0,11-10 12 0,0 0-30 16,0 0 18-16,-16-2-13 0,16 2 29 0,-8-15-10 15,8 15 5-15,-4-25 2 0,4 8 24 16,0-2-4-16,0 0-2 0,2 0 26 0,0 2 11 15,0 0 39-15,-2 17-13 0,3-24 24 0,-3 24-8 16,3-17-9-16,-3 17-9 0,0 0 5 0,0 0 5 16,-7-15-3-16,7 15-8 0,0 0 0 0,-11 11 3 15,11-11-3-15,-12 19-13 0,4-5-12 16,0 3 12-16,0 0 2 0,-1 4-11 0,2 1-1 16,-2-1-31-16,2 2 45 0,-2 1-47 0,3-2 18 15,1 0-58-15,0-1-22 0,2-5-38 0,3-16-46 16,-1 22-16-16,1-22-263 0,5 13 125 0</inkml:trace>
  <inkml:trace contextRef="#ctx0" brushRef="#br0" timeOffset="69208.17">16507 13908 546 0,'4'-16'490'0,"-4"16"-128"0,4-21-93 15,-4 21-67-15,0 0-36 0,0 0-33 0,0 0-24 16,0 0-26-16,-11 12-12 0,4 7-10 0,2 5-16 15,-1 7-19-15,1 4 9 0,0 3 26 0,1 5-49 16,-1 3 38-16,1 3-47 0,1 13-2 16,-1 2 4-16,1 1-6 0,-1-2-8 0,1 2 7 15,1-6-1-15,0-10 2 0,0-2-1 16,2-4-2-16,0-2-7 0,0-4-8 0,0-9-11 16,0-3-1-16,0-6-3 0,0-19 3 0,1 28 3 15,-1-28 16-15,2 16-22 0,-2-16 6 0,0 0 4 16,0 0-2-16,0 0-29 0,12-18 46 0,-5-2-29 15,-4-5 45-15,4-8-33 0,-3-4 50 0,0-4-39 16,0-2 48-16,0-3-2 0,1-2 1 0,1 3 1 16,0 1 48-16,1-1-43 0,1 7 27 0,-1 1-37 15,4 4 37-15,-1 4-57 0,2 4 43 0,-3 4-48 16,2 3 1-16,2 2-3 0,0 5-4 16,2 0 5-16,-1 5-4 0,0 2 0 15,-14 4 35-15,29 0-40 0,-14 5 40 0,0 0-45 16,0 6 38-16,-3 0-45 0,0 3 40 0,-6 0-46 0,-2-1 46 15,-4-13-42-15,1 31 39 0,-6-13-40 16,-2 1 4-16,-5 0 0 0,-1-2 8 0,-5 5-6 16,-1-3 13-16,-2-2-12 0,2-4-4 0,1-2-10 15,0-1-8-15,4-5-58 0,-1 1 9 0,15-6-60 16,-19 0-36-16,19 0-20 0,-13-8-38 0,13 8-254 16,-4-16 48-16</inkml:trace>
  <inkml:trace contextRef="#ctx0" brushRef="#br0" timeOffset="69491.17">16812 14209 119 0,'0'0'493'0,"0"0"-171"0,14-7-59 0,-14 7-51 15,0 0-44-15,0 0-57 0,0 0 25 0,0 0-29 16,0 23 11-16,0-23-43 0,-7 23 10 0,3-7-38 16,-1-1-11-16,1 2-8 15,1 0-16-15,0-1 6 0,2 0-2 0,1-16-4 0,0 28-2 16,0-28-1-16,4 23-1 0,-4-23-4 0,7 19-2 15,-7-19-5-15,10 12 4 0,-10-12 0 0,0 0 0 16,19 5-2-16,-19-5 1 0,0 0 1 0,20-7 5 16,-20 7 2-16,13-12 1 0,-13 12-1 0,7-17 26 15,-7 17-33-15,2-17 27 0,-2 17-25 16,-5-20 8-16,5 20-25 0,-11-16 34 0,11 16-33 16,-18-13 17-16,18 13-33 0,-23-10-13 15,23 10-41-15,-21-5-49 0,21 5-48 0,-18-6-34 16,18 6-76-16,0 0-168 0,-15-8 116 0</inkml:trace>
  <inkml:trace contextRef="#ctx0" brushRef="#br0" timeOffset="69890.17">17032 14188 178 0,'0'0'544'0,"21"-4"-188"0,-21 4-77 0,0 0-59 16,21 3-49-16,-21-3-5 0,13 8-57 15,-13-8-6-15,8 14-30 0,-8-14 22 16,4 17-48-16,-4-17 19 0,0 24-44 0,0-24-3 0,0 25 3 15,0-25-23-15,-1 26 4 0,1-26-4 16,1 25 3-16,-1-25-10 0,0 19-13 0,0-19-5 16,2 17 2-16,-2-17-2 0,0 0 10 0,7 14 1 15,-7-14 2-15,0 0 3 0,0 0 0 0,18-3 4 16,-18 3 0-16,15-14-9 0,-7 2 17 0,0 0 8 16,0-3 7-16,1-1 7 0,-1-1 0 15,-1 5 9-15,0 0 4 0,-7 12-9 0,12-20 42 16,-12 20-42-16,9-16 26 0,-9 16-47 0,6-11 29 15,-6 11-38-15,0 0 30 0,12-9-37 16,-12 9 35-16,0 0-44 0,0 0 41 0,18 2-36 16,-18-2 34-16,12 12-36 0,-12-12 33 15,11 17-36-15,-11-17 32 16,10 17-61-16,-10-17 4 16,9 21-20-16,-9-21-24 15,7 22-30-15,-7-22-45 0,5 22-48 0,-5-22-31 16,3 18-266-1,-3-18 28 1</inkml:trace>
  <inkml:trace contextRef="#ctx0" brushRef="#br0" timeOffset="70586.19">17377 14193 60 0,'0'0'580'0,"0"0"-198"0,-9-13-93 15,9 13-53-15,0 0-48 0,0 0-34 0,-8-14-28 16,8 14-21-16,0 0-21 0,0 0-17 0,0 0-26 16,0 0-3-16,0 0-4 0,0 0-3 15,0 0-1-15,0 0-15 0,0 0 32 16,0 0-44-16,-1 19 19 0,1-19-29 0,5 24 36 0,-2-8-36 15,-1 0 2-15,-2-16 0 16,3 29-2-16,-3-29-5 0,3 26-4 0,-3-26 0 0,3 24 3 16,-3-24-2-16,3 18 5 0,-3-18 1 0,0 0 4 15,4 19 1-15,-4-19-10 0,0 0 11 0,0 0 4 16,0 0-10-16,9 9 10 0,-9-9-1 0,0 0 1 16,16-15-2-16,-16 15-11 0,14-21 41 0,-5 7-31 15,2-3 21-15,-1 0-25 0,0-1-3 16,1 0-5-16,0 1 1 0,0 0-16 0,1 2 8 15,-1 1-1-15,-2 2-7 0,1 3-5 16,-10 9-31-16,13-15 21 0,-13 15-20 0,11-13 12 0,-11 13 4 16,0 0 28-16,11-12-15 0,-11 12 34 15,0 0-12-15,0 0 23 0,7-13-34 0,-7 13 38 16,0 0-27-16,0 0 33 0,0 0-19 0,-10-12 36 16,10 12-29-16,0 0 36 0,-17-6-41 0,17 6 49 15,0 0-2-15,-19-5-3 0,19 5-1 16,0 0-6-16,-21-2-8 0,21 2-8 0,0 0-14 15,-19 0 8-15,19 0-6 0,0 0-2 0,-13 7 0 16,13-7-11-16,0 0 6 0,-5 14 1 16,5-14-14-16,0 0 12 0,4 23-4 0,-4-23 5 15,11 22-2-15,-2-9 20 0,-1-1-24 0,2 2 20 16,2-1-35-16,-1 1 40 0,-1-4-34 0,2 2 4 16,-2-4 3-16,0 3 1 0,1-3 4 0,-1-1-4 15,-10-7-12-15,15 15 14 0,-15-15-1 0,12 10 4 16,-12-10 4-16,9 10 4 0,-9-10 1 15,0 0 4-15,0 0-18 0,6 14 9 0,-6-14 19 16,0 0-24-16,-11 12 0 0,11-12-1 0,-15 9 6 16,15-9-14-16,-20 3-17 0,20-3 2 0,-22 3-13 15,22-3-37-15,-25-1-35 0,10-1-38 0,-1-3-53 16,3-2-4-16,-3-4-291 0,4-2 53 0</inkml:trace>
  <inkml:trace contextRef="#ctx0" brushRef="#br0" timeOffset="70725.17">17488 14129 135 0,'0'0'486'0,"0"0"-113"0,4-14-83 16,-4 14-54-16,0 0-63 0,0 0-23 0,0 0-25 16,-9 16-23-16,3-5-19 0,-4 5 23 0,1 1-46 15,-1 2 17-15,-1 1-47 0,0 1-7 0,0 4-4 16,0-3-4-16,2 0-25 0,0-1 20 0,0-1-21 16,3 1-67-16,1-2-18 0,3-3-38 0,2-16-60 15,-1 22-32-15,1-22-284 0,7 14 22 0</inkml:trace>
  <inkml:trace contextRef="#ctx0" brushRef="#br0" timeOffset="71064.17">17717 14178 67 0,'0'0'596'0,"14"-13"-207"0,-14 13-98 16,13-10-70-16,-13 10-54 0,0 0-34 0,15-5-26 15,-15 5-16-15,0 0-36 0,19 1 2 0,-19-1-16 16,14 6 12-16,-14-6-27 0,16 7 14 0,-16-7-30 15,16 6 10-15,-16-6-40 16,17 6 24-16,-17-6-15 0,18 4 4 0,-18-4-8 0,19-2 10 16,-19 2 3-16,21-5-8 0,-21 5-11 15,21-11 10-15,-9 0-2 0,-3 2 2 0,-1-1 4 16,-1-3 4-16,-1-1 13 0,-1-1 9 0,-3-1-7 16,1 0 25-16,-3 16 3 0,1-26 12 0,-1 26 1 15,0-22 2-15,0 22-2 0,-2-17-12 0,2 17-9 16,0 0-9-16,-6-11-3 0,6 11 3 0,0 0-15 15,-17 13 4-15,9-3 1 0,-2 6 33 16,0 0-49-16,1 1 40 0,1 1-45 0,2 1 30 16,-1 0-40-16,3-3 7 0,1 0-47 0,1 0-10 15,2-16-42-15,0 25-81 0,0-25-38 0,3 17-105 16,-3-17-192-16,12 9-12 0</inkml:trace>
  <inkml:trace contextRef="#ctx0" brushRef="#br0" timeOffset="71958.17">15140 12475 48 0,'0'0'537'15,"-4"-13"-151"-15,4 13-83 0,0 0-76 0,0 0-61 16,0 0-27-16,0 0-33 0,10-12-16 0,-10 12-20 15,21 1-28-15,-2 3 24 0,5 1-16 0,1 2-5 16,7 2 14-16,0 2-37 0,0 3 20 16,-1-1-32-16,1 3 20 0,-2-1-38 15,-3 0 34-15,0 1-32 0,-5 1 27 0,-6-5-27 16,-2 1 23-16,-3-2-18 0,-3-1 17 0,-8-10-25 16,6 15 14-16,-6-15-5 0,0 0 21 0,-7 17-27 15,7-17 35-15,-17 5-29 0,17-5 43 0,-22 1-32 16,22-1 31-16,-28-6 9 0,12 0-5 0,5-3-10 15,-2-3-39-15,-1-1 21 0,6-3-29 0,2-2 43 16,3 1-43-16,3-1 36 0,3-2-45 16,3-1 15-16,5 1-41 0,6-1 2 0,1 1-25 15,6 3-23-15,1 3-39 0,1 1-38 16,2 2-34-16,-4 4-17 0,-2 1-67 0,2 1-166 16,0 3 122-16</inkml:trace>
  <inkml:trace contextRef="#ctx0" brushRef="#br0" timeOffset="72644.17">15858 12414 178 0,'0'0'494'16,"0"0"-150"-16,9 15-72 0,-9-15-56 0,0 0-53 16,0 22-17-16,0-22-38 0,-3 20-6 0,3-20-42 15,-2 19 21-15,2-19-39 0,-2 21 11 16,2-21-22-16,3 22 5 0,-3-22-22 0,7 21 14 16,-7-21-22-16,15 19 8 0,-15-19 12 15,20 15-2-15,-20-15-14 0,23 8-5 0,-23-8 8 0,25 3-30 16,-25-3 16-16,26-3-16 0,-26 3 7 0,25-10-7 15,-12 0 15-15,-4 0-16 0,-1-2 12 16,-2-3-3-16,-1-2-2 0,-3 0 3 0,-2-2 0 16,-3-2-4-16,-2 2 19 0,-1-1 8 0,-1 6 2 15,0 2 0-15,-3 0 5 0,0 4-12 0,10 8 0 16,-21-12-4-16,21 12-11 0,-24 0 8 0,8 5 3 16,-2 2-2-16,2 5 1 0,-1 2-4 0,2 3 1 15,0 4 22-15,2 3-40 0,4-3 37 16,2 3-31-16,4-2 33 0,2 2-32 0,3-1 9 15,4 0-18-15,2-3 10 0,2-3-25 0,6-1-5 16,-1-2-22-16,5-3-9 0,2-3-22 16,0-2-18-16,3-3-14 0,2-3-21 0,1-3-9 15,5-3 12-15,1-2 23 0,-1-4 16 0,-1-1 37 16,0-3 47-16,-3-1 37 0,-3-3 39 0,-1-1 25 16,-4-1 17-16,-4-1 2 0,-1 0 16 0,-6 3 5 15,-2 1 3-15,-1 4-6 0,-4 0-6 0,-3 15-13 16,1-21 25-16,-1 21-57 15,-7-16 21-15,7 16-46 0,-13-8 26 0,13 8-43 16,-22 3 37-16,7 2-45 0,-4 4 28 0,2 2-43 16,-2 2 32-16,-2 4-41 0,7-2 34 0,-2 2-44 0,3 0 26 15,0 2 9-15,4-1 2 0,1 0-10 16,3-3-19-16,3-1-7 0,2-14-13 0,3 25-9 16,-3-25-13-16,12 18-30 0,-12-18 5 0,21 11-13 15,-21-11 5-15,26 2 2 0,-26-2 6 0,32-5 16 16,-13 0 16-16,0-4 22 0,-1-1 8 0,-2-2 15 15,0 1 34-15,-3 0 5 0,-2 1 48 16,-11 10-29-16,17-12 52 0,-17 12-53 0,13-12 23 16,-13 12-59-16,0 0 42 0,0 0-41 0,0 0 31 15,0 0-43-15,0 0 31 0,9 20-11 16,-13-6-2-16,-1 5-15 0,-1 5-30 0,-2 5 29 0,0 4-29 16,-2 2 34-16,0 2-38 0,0 1 33 0,-1 1-38 15,1 0 30-15,2-2-71 0,-1 0 21 0,3-5-40 16,3-5-17-16,0-2-32 0,2-7-53 15,2-1-26-15,-1-17-34 0,6 21-40 0,-6-21-193 16,14 10 79-16</inkml:trace>
  <inkml:trace contextRef="#ctx0" brushRef="#br0" timeOffset="72944.17">16575 12605 211 0,'0'0'585'0,"3"-22"-179"0,-3 22-113 16,0 0-48-16,1-22-83 0,-1 22-4 0,0 0-60 15,0 0 10-15,0 0-52 0,0 0 19 0,0 0-51 16,-13 8 32-16,13-8-14 0,-6 27-7 0,2-10-35 16,2 4 28-16,0-1-35 15,2 1 21-15,0-1-50 0,2 1 27 16,1 1-30-16,2-5 5 0,0-2 7 0,2-2 4 0,0-2 5 16,-7-11 3-16,18 14-7 0,-18-14 16 0,18 6-1 15,-18-6 0-15,22-4 16 0,-9-2-14 0,2-4 15 16,0-3-16-16,-2-2 18 0,0-3-24 0,2-5 42 15,-4-2-28-15,1-2 19 0,-3-2-26 0,-3 6 19 16,-1-2-19-16,-1 3 1 0,1 0 1 0,-2 7-17 16,-3 15 2-16,3-25-26 0,-3 25-50 15,0 0-43-15,-1-21-30 0,1 21-40 16,0 0-47-16,0 0-182 0,0 0 155 0</inkml:trace>
  <inkml:trace contextRef="#ctx0" brushRef="#br0" timeOffset="73232.17">16886 12706 299 0,'0'0'342'0,"9"13"-85"16,-9-13-85-16,0 0-13 0,12 12-42 0,-12-12-9 15,0 0-40-15,20 2-3 0,-20-2-29 0,20-5 4 16,-20 5-38-16,24-12-2 16,-8 1-41-16,-1-2 9 0,2-2-10 0,-4-3 3 15,-1 0 5-15,0-1 8 0,-4-2 16 16,-2 0 31-16,-2 1 31 0,-1 3 23 0,-3 17 11 0,-3-27 2 15,3 27-4-15,-7-22-5 0,7 22-6 0,-11-12-5 16,11 12-9-16,0 0 3 0,-26 0 18 0,26 0-38 16,-23 14 14-16,11-2-28 0,-1 1 9 0,4 1-5 15,2 1-7-15,2-1-15 0,2 2 7 0,3-16 0 16,1 27-21-16,3-12-37 0,2-3-12 0,2 1-33 16,5-1-38-16,0 0-8 0,4-3-28 15,-1-5-7-15,3-1-16 0,0-2-47 0,2-2-169 16,4-3 192-16</inkml:trace>
  <inkml:trace contextRef="#ctx0" brushRef="#br0" timeOffset="73581.17">17310 12608 402 0,'20'-15'313'0,"-1"4"-38"0,-2 0-23 0,-2-1-29 16,-2 3-30-16,-3 1-55 0,-10 8 4 15,18-12-50-15,-18 12 2 0,0 0-30 0,16-6 16 16,-16 6-39-16,0 0 16 0,0 0-47 0,14 11 33 16,-14-11-38-16,6 16 27 0,-6-16-32 0,4 22 24 15,-4-22-4-15,3 25-32 0,-3-25 17 16,0 27-36-16,0-27 36 0,-3 29-27 0,0-15 15 15,-2 1-14-15,-1-1 20 0,-2-2-19 16,-1 0 22-16,-1-1-27 0,0-2 6 0,-3 0 7 16,1-2-4-16,12-7-5 0,-24 7-3 0,24-7-12 15,-20 2-13-15,20-2-20 0,-17-7-8 0,17 7-8 16,-16-13-6-16,16 13 2 0,-10-24-10 0,8 9 47 16,-1-1 11-16,3 16 14 0,-1-30 22 0,1 30 26 15,3-27 9-15,-3 27 13 0,1-21 0 0,-1 21-16 16,0 0 6-16,1-20 26 0,-1 20-7 15,0 0 26-15,0 0-14 0,0 0-1 0,-14 5-16 16,14-5 6-16,-16 19-19 0,7-6 6 0,-3 4-34 16,2 0 27-16,-1 1-25 0,2 0 15 0,-1 1-21 15,2 1 18-15,-1 0-51 0,2-2-43 0,2-2-47 16,5-16-46-16,-4 23-42 0,4-23-299 0,4 14 24 16</inkml:trace>
  <inkml:trace contextRef="#ctx0" brushRef="#br0" timeOffset="73909.17">17724 12322 469 0,'9'-10'507'0,"-9"10"-99"0,13-12-143 16,-13 12-38-16,0 0-61 0,0 0-8 0,0 0-64 16,17 5 21-16,-17-5-58 0,5 20 24 0,-5-20-51 15,1 26 26-15,0-6-48 0,0-1 33 0,-2 5-46 16,0 3 39-16,0-1-10 0,-1 1-4 0,-2 1-19 15,1 5-19-15,-2 0-15 16,0-3-46-16,0 1 15 0,-1-6-30 0,-1 1-42 0,1-4 2 16,-1-1-7-16,-2 0-2 0,2-3 2 15,1-4 20-15,6-14 7 0,-10 18 24 0,10-18-4 16,0 0 31-16,-11 11 14 0,11-11 37 0,0 0 6 16,0 0 43-16,-7-11 21 0,7 11 26 0,1-20-4 15,-1 20 22-15,4-28-1 0,-1 12 3 0,2-1-10 16,2-2-15-16,1 2-20 0,1 0-14 15,2 2-2-15,0 1-29 0,1 0-24 0,2 2-24 0,0 2-56 16,0 3-7-16,-1 0-26 16,2 2-34-16,-15 5-41 0,22-3-223 0,-22 3 173 15</inkml:trace>
  <inkml:trace contextRef="#ctx0" brushRef="#br0" timeOffset="74113.17">17137 13210 286 0,'-28'15'559'0,"0"-3"-130"16,6-2-146-16,3-1-40 0,5-2-87 0,14-7 20 15,-20 8-63-15,20-8 21 0,0 0-63 0,0 0 28 16,0 0-64-16,0 0 28 0,33-5-54 16,1-5 36-16,7-3-57 0,12-3 27 0,3-1-47 0,1 0-10 15,0 0-28-15,0 0-55 0,-4 2-39 16,-11 4-53-16,-4 0-1 0,-6 3-316 0,-7 2-22 0</inkml:trace>
  <inkml:trace contextRef="#ctx0" brushRef="#br0" timeOffset="74249.17">17589 13138 395 0,'-24'14'355'16,"-4"2"-61"-16,-3 1-44 0,-2 3-28 15,1-3-20-15,-1 3-46 0,3 1 10 0,4-4-54 16,2 1 20-16,6-4-58 0,4 0 21 0,1-1 3 16,13-13-15-16,-11 19-25 0,11-19-3 0,0 0-11 15,12 17-4-15,4-13-11 0,4-3-32 0,9-2-40 16,9-3-69-16,4-4-48 0,3-1-78 0,1 0-59 15,10-4-281-15,-1 0-105 0</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3-11-04T19:02:16.166"/>
    </inkml:context>
    <inkml:brush xml:id="br0">
      <inkml:brushProperty name="width" value="0.05292" units="cm"/>
      <inkml:brushProperty name="height" value="0.05292" units="cm"/>
      <inkml:brushProperty name="color" value="#FF0000"/>
    </inkml:brush>
  </inkml:definitions>
  <inkml:trace contextRef="#ctx0" brushRef="#br0">4864 5070 26 0,'0'0'185'0,"0"0"-49"15,0 0-9-15,0 0-60 0,0 0 12 0,0 0-29 16,0 0 19-16,0 0-50 0,0 0-94 15,0 0 55-15,0 0 19 0,0 0-5 16,0 0 13-16,0 0-32 0,0 0 42 0,0 0-24 16,0 0 60-16,0 0-6 0,0 0 19 0,0 0-23 15,0 0 15-15,0 0-8 0,0 0 2 0,0 0-7 16,0 0 11-16,0 0-6 0,0 0 3 0,0 0 2 16,0 0 6-16,0 0-5 0,0 0-3 0,0 0-7 15,0 0-3-15,0 0-1 0,0 0-5 0,0 0-2 16,0 0 1-16,0 0 4 0,0 0-2 0,0 0-3 15,0 0-4-15,0 0 12 0,0 0-9 0,0 0-1 16,0 0 3-16,0 0-10 0,0 0 11 0,0 0 6 16,0 0-15-16,0 0-9 0,0 0 11 0,0 0-2 15,0 0-4-15,0 0-4 0,0 0 2 0,0 0 0 16,0 0 2-16,0 0-4 0,0 0 22 0,0 0-26 16,-16 1 16-16,16-1-26 0,0 0 10 15,0 0-16-15,0 0 26 0,0 0-34 16,0 0 4-16,0 0 21 0,0 0-25 0,0 0 25 15,0 0-21-15,0 0 36 0,0 0-40 0,0 0 30 16,1 19-31-16,-1-19 30 0,0 0-42 0,3 17 43 16,-3-17-35-16,0 0 38 0,3 24-36 15,-3-24 39-15,2 18-42 0,-2-18 34 0,3 21-33 0,-3-21 33 16,4 22-33-16,-4-22 33 0,4 25-31 0,-4-25 31 16,3 25-41-16,-3-25 44 0,5 27-4 0,-5-27-4 15,4 26-3-15,-4-26-2 0,4 26 5 16,-4-26-8-16,4 28-3 0,-2-14 2 0,1 1 0 15,-3-15-2-15,5 26-2 0,-5-26 3 0,5 28-14 16,-5-28 4-16,5 28 11 0,-5-28 0 0,5 26 0 16,-5-26 1-16,4 25 0 0,-4-25-3 0,5 26 0 15,-5-26 1-15,4 24-33 0,-4-24 38 0,5 23-32 16,-5-23 37-16,6 25-32 0,-6-25 26 0,4 23-29 16,-4-23 48-16,4 26-46 0,-4-26 42 15,4 24-36-15,-4-24 36 0,4 22-46 0,-4-22 45 16,4 23-39-16,-4-23 41 0,4 23-40 0,-4-23 39 15,4 20-41-15,-4-20 41 0,3 21-42 16,-3-21 29-16,3 19-27 0,-3-19 22 0,3 18-19 0,-3-18 38 16,3 22-57-16,-3-22 58 0,3 18-40 15,-3-18 37-15,3 18-38 0,-3-18 39 0,3 21-40 16,-3-21 40-16,2 18-42 0,-2-18 15 0,3 20-15 16,-3-20 45-16,4 18-41 0,-4-18 36 0,4 19-37 15,-4-19 42-15,3 20-50 0,-3-20 50 0,3 19-43 16,-3-19 44-16,3 20-6 0,-3-20 4 0,3 24-11 15,-3-24-3-15,3 22 0 0,-3-22 1 0,3 24-2 16,-3-24 1-16,4 24-1 0,-4-24-11 0,2 22 2 16,-2-22 54-16,4 25-51 0,-4-25-5 0,2 20 9 15,-2-20-3-15,2 20 5 0,-2-20-1 0,2 24-1 16,-2-24-5-16,2 21 1 0,-2-21 3 16,2 21-3-16,-2-21-3 0,2 23-2 15,-2-23 4-15,3 25-6 0,-3-25 4 0,2 24 6 16,-2-24-47-16,2 26 49 0,-2-26-33 0,3 28 43 15,-3-28-42-15,2 28 43 0,-2-28-40 0,2 34 43 16,-2-34-37-16,3 34 39 0,-3-17-39 0,0-17 37 16,2 32-34-16,-2-16 26 0,0-16-25 0,2 31 26 15,-2-31-29-15,1 29 29 0,-1-29-36 0,1 30 46 16,-1-30-45-16,2 30 49 0,-2-30-41 0,2 29 39 16,-1-11-6-16,-1-18-5 0,2 32 1 0,-2-32-6 15,3 32-4-15,-2-17 3 0,0 3-5 0,0 0-1 16,0-1 5-16,0-1 44 0,0 1-62 0,1 1 56 15,-2 0-53-15,2-1 48 0,-2 1-55 16,1 0 54-16,0-1-57 0,1 1 4 0,-1-2 2 16,-1-16 2-16,1 31-1 0,-1-31 2 0,2 29 4 15,-2-29 2-15,1 27-1 0,-1-27 1 0,1 26 5 16,-1-26-6-16,0 25 2 0,0-25 7 0,0 25 1 16,0-25 1-16,-1 23-2 0,1-23 5 0,-1 27-3 15,1-27-1-15,0 25 0 0,0-25-5 0,-2 28-1 16,2-28 2-16,-2 27 1 0,2-27 1 15,-3 26 0-15,3-26-2 0,-1 26-8 0,1-26 2 16,-2 25 6-16,2-25-1 0,-2 24 1 16,2-24-2-16,-1 23 0 0,1-23 0 0,-1 21 0 0,1-21 0 15,-1 22-5-15,1-22 2 0,-1 20 3 16,1-20 1-16,-3 20 0 0,3-20-1 0,-1 18 0 16,1-18-7-16,-1 17 1 0,1-17 7 0,0 0-2 15,-1 20 1-15,1-20-2 0,0 0-15 0,-1 16 18 16,1-16 46-16,0 0-57 0,0 0 48 0,-1 20-61 15,1-20 57-15,0 0-58 0,0 0 52 0,0 0-49 16,0 0 48-16,-1 19-57 0,1-19 54 0,0 0-49 16,0 0 51-16,0 0-53 0,0 0 52 0,0 0-56 15,0 0 50-15,0 0-61 0,0 0 38 0,0 0-65 16,0 0 36-16,0 0-79 0,0 0 8 16,0 0-73-16,0 0-43 0,0 0-74 0,0 0-59 15,0 0-333-15,0 0-211 0</inkml:trace>
  <inkml:trace contextRef="#ctx0" brushRef="#br0" timeOffset="3518.84">4896 5233 203 0,'0'0'319'0,"0"0"-100"0,0 0-45 16,0 0-227-16,0 0 18 0,0 0 135 16,5-12 43-16,-5 12 21 0,0 0-8 0,0 0-26 15,0 0-23-15,0 0-28 0,10-10-15 0,-10 10-4 16,0 0-9-16,0 0-14 0,0 0-7 0,0 0-9 16,12-9-3-16,-12 9-3 0,0 0-1 0,0 0 6 15,0 0-10-15,17-6 0 0,-17 6 1 16,0 0-7-16,16-4 15 0,-16 4 5 0,17-4-2 15,-17 4-3-15,23-2-2 0,-23 2-2 0,26-2 2 16,-26 2-3-16,33-5-4 0,-15 4 2 0,2 0 0 16,-1-2-1-16,4 2-14 0,1-2 3 0,1 3 10 15,-1-3-3-15,2 2-1 0,0-1 0 0,1 0-2 16,1 0 1-16,1 0-3 0,0 1 6 16,1-2-6-16,1 2-2 0,0 0 2 0,1-1-1 15,5 2 6-15,-5-2-7 0,6 0 11 0,-1 2-16 16,-4-1 21-16,5 1-24 0,0 0 5 0,2 0 1 15,-2 0 15-15,1 0-11 0,2 0-13 0,-1 0 8 16,1-1 0-16,1 1 2 0,1-1-5 0,1 1 8 16,-1-1-4-16,0 0 7 0,2 1-6 0,0 0-1 15,0-3 2-15,-1 3 12 0,2 0-13 0,-2-2 12 16,1 2-9-16,1-2-6 0,1 1 6 0,0 0-16 16,3-2 3-16,1 2 12 0,0-1-1 15,2 0 2-15,2-1 6 0,9 2 14 16,1-2 0-16,1 1 27 0,-1-2-35 0,3 2 29 15,0 0-36-15,2-2 26 0,2 1-33 0,0 1 20 16,1-1-35-16,3 0 46 0,-1 1-41 0,0-1 41 16,0 0-36-16,0 1 31 0,-1-2-33 0,2 1 35 15,0 2-35-15,1-3 32 0,1 1-34 0,0 2 30 16,0-2-32-16,0 0 21 0,-1 1-27 0,-2 0 38 16,1 0-39-16,-3 1 38 0,-1 1-32 0,1-2 33 15,-2 2-38-15,-2 1 36 0,1 0-32 0,-2-1 33 16,1 1-35-16,-14 1 35 0,1 0-35 0,-1-1 34 15,-2 1-35-15,1 0 26 0,-2-2-25 0,-1 3 35 16,-3-1-60-16,0 0 66 0,-3 0-43 16,0 1 43-16,-4-3-36 0,-1 2 34 0,-2-1-37 0,-7 0 42 15,-3 0-45-15,-4 0 35 0,-2 0-34 16,-3-1 23-16,-19 0-27 0,29 1 42 16,-29-1-39-16,21 1 47 0,-21-1-33 0,0 0 43 15,25 1-52-15,-25-1 47 0,0 0-43 0,18 0 39 16,-18 0-44-16,0 0 42 0,0 0-42 0,0 0 43 15,20 1-46-15,-20-1 44 0,0 0-40 0,0 0 41 16,0 0-37-16,0 0 25 0,21-1-34 0,-21 1 41 16,0 0-48-16,0 0 43 0,0 0-32 0,0 0 38 15,18-2-36-15,-18 2 35 0,0 0-37 0,0 0 35 16,0 0-36-16,0 0 35 0,0 0-39 16,0 0 39-16,0 0-40 0,18 0 34 0,-18 0-35 0,0 0 41 15,0 0-39-15,0 0 31 0,0 0-42 16,0 0 51-16,0 0-41 0,0 0 38 0,0 0-39 15,0 0 34-15,0 0-37 0,14 8 44 0,-14-8-40 16,0 0 46-16,5 13-46 0,-5-13 40 0,5 15-40 16,-5-15 36-16,6 19-23 0,-6-19 40 0,6 24-47 15,-2-9 36-15,0 1 10 0,-1 1-4 0,-1 1-3 16,1-1-5-16,-1 5-2 0,0 2-2 0,1-3-2 16,0 3 43-16,-1-1-56 0,0 2-1 0,2 0 3 15,-1-1 5-15,0 1 1 16,0 1-5-16,1 1 9 0,-1 0-9 0,2 6 0 0,-1-1 10 15,2 1 1-15,-1 0 3 0,-1 0-24 16,1 0 28-16,-1-1 0 0,1 0-4 0,1-1-2 16,-1 0-11-16,0 1 6 0,0-1 2 0,-1-4-2 15,1 0 3-15,0-2-5 0,0 0 46 0,0 0-58 16,-1 1 45-16,1-1-56 0,0 2 57 0,-1-1-51 16,2-1 47-16,-1-1-52 0,0 2 48 0,-1-2-53 15,1 1 2-15,-1 1 3 0,0 0-2 0,0-3 3 16,0 0 6-16,-2 2 2 0,1-1 2 0,1 1-1 15,-1 0 1-15,0-3-4 0,0 2-12 0,-1-2 21 16,2 0 0-16,-2 0-1 0,0-5-2 16,0 2 0-16,0 1 0 0,0-3 1 0,0 2 0 15,-1-2 0-15,1 2-6 0,-2-3 1 0,2 2 4 16,-2 0 2-16,0-18 45 0,1 29-54 0,-1-29 49 16,2 26-63-16,-2-26 53 0,0 27-50 0,0-27 50 15,2 25-55-15,-2-25 53 0,0 23-52 0,0-23 51 16,1 19-56-16,-1-19 54 0,1 19-52 0,-1-19 55 15,1 19-65-15,-1-19 62 0,1 17-54 16,-1-17 52-16,0 0-17 0,1 22-40 0,-1-22 52 16,0 0-47-16,3 19 53 0,-3-19-55 0,0 0 54 15,0 0-50-15,2 20 48 0,-2-20-50 16,0 0 50-16,0 0-55 0,0 0 55 0,1 17-49 0,-1-17 51 16,0 0-52-16,0 0 51 0,0 0-51 15,0 0 51-15,1 18-55 0,-1-18 53 0,0 0-48 16,0 0 51-16,0 0-52 0,0 0 51 0,2 16-50 15,-2-16 50-15,0 0-50 0,0 0 50 0,0 0-51 16,0 0 48-16,2 17-53 0,-2-17 58 0,0 0-52 16,0 0 50-16,2 17-52 0,-2-17 53 0,0 0-56 15,3 16 55-15,-3-16-50 0,0 0 52 0,4 18-51 16,-4-18 51-16,2 15-51 0,-2-15 66 0,4 15-54 16,-4-15 51-16,0 0-56 0,4 22 47 0,-4-22-54 15,5 15 58-15,-5-15-55 0,3 15 53 16,-3-15-53-16,4 17-2 0,-4-17 6 0,4 18 3 15,-4-18 6-15,6 21 2 0,-6-21 2 0,4 19-1 16,-4-19 2-16,6 20 0 0,-6-20 1 0,5 21 1 16,-5-21-1-16,3 19-3 0,-3-19-1 15,3 19 8-15,-3-19 0 0,3 17-1 0,-3-17 0 16,2 20 1-16,-2-20 42 0,3 18-54 0,-3-18 55 16,1 16-58-16,-1-16 52 0,2 18-58 0,-2-18 54 15,1 18-55-15,-1-18 51 0,1 18-54 0,-1-18 36 16,0 0-41-16,0 21 59 0,0-21-53 0,0 0 55 15,-1 21-56-15,1-21 51 0,0 0-54 16,0 18 50-16,0-18-54 0,0 0 60 0,0 0-56 0,0 20 54 16,0-20-56-16,0 0 56 0,0 0-55 15,0 0 54-15,-2 19-54 0,2-19 54 0,0 0-61 16,0 0 57-16,0 0-48 0,0 0 56 0,-3 17-57 16,3-17 54-16,0 0-54 0,0 0 49 0,0 0-51 15,0 0 56-15,0 0-55 0,-6 11 56 0,6-11-56 16,0 0 54-16,0 0-54 0,0 0 54 0,0 0-55 15,-16 7 54-15,16-7-60 0,0 0 57 0,0 0-49 16,-21 4 55-16,21-4-55 0,0 0 53 0,-26 4-54 16,26-4 49-16,-25 0-53 0,25 0 58 0,-32 4-54 15,13-3 56-15,0 1-58 0,-5 1 55 0,1-1-55 16,-1 0 54-16,0 1-53 0,0 0 55 16,-1-1-61-16,1 2 57 0,-1-1-49 15,1 0 52-15,-1-1-52 0,-1 0 52 0,0 2-54 16,0-1 53-16,-1 0-8 0,-2 0-50 0,2-1 57 15,-2 1-52-15,-6 1 51 0,0 1-53 0,-2-1 54 16,-1 0-54-16,-3 0 54 0,0 1-53 0,-3 0 52 16,-2 0-57-16,-2 1 54 0,0-1-47 0,-1 2 53 15,-11 1-6-15,11-3-4 0,-1 2-6 0,-9 1-11 16,9-1 7-16,1 0-2 0,-9 1 3 0,9-2-1 16,1 1-3-16,-1 0 0 0,0-1-3 0,1 2-46 15,-2-1 56-15,1-2-50 0,0 2 54 0,-1-1-55 16,-5 5 56-16,7-7-47 0,0 1 55 0,1 0-51 15,1-2 51-15,0 2-5 0,-2-1-55 16,3-1 54-16,-2-1-47 0,2 1 52 0,-1-1-50 16,2 1 50-16,-2-2-51 0,3 2 52 0,-2-2-52 15,1 1 50-15,0-1-49 0,1 0 49 0,2 0-52 16,-1 0 57-16,1-1-53 0,1 1 54 0,1-1-51 16,1-1 51-16,0 1-57 0,0-2 50 0,-2 2-54 15,2-2 55-15,-1 2-51 0,-1-3 54 0,3 3-53 16,-1-3 52-16,-1 1-51 0,-1 0 49 0,-1 0-53 15,1 1 51-15,-2 1-53 0,0-2 59 16,-2 1-53-16,1 0 51 0,-1 2-52 0,0-1 50 16,1 1-57-16,0-1 57 0,0 2-53 15,0-2 58-15,0 1-54 0,1-1 52 0,-1 3-59 16,2-1 63-16,0-1-55 0,-1 2 52 0,0-3-52 16,0 1 48-16,1 1-54 0,1-1 60 0,0-1-53 15,0 1 51-15,1-1-52 0,1 0 52 0,1 2-52 16,5-2 48-16,2 0-51 0,0-2 57 0,-1 3-55 15,2-1 53-15,-1 1-53 0,2-1 54 0,2 0-51 16,1 1 53-16,3-2-52 0,2 1 49 0,1 0-56 16,1-1 57-16,0 0-52 0,0 0 52 0,-1 0-55 15,3-1 51-15,16 2-51 0,-30-1 52 0,30 1-51 16,-27-3 59-16,27 3-54 0,-21-1 51 0,21 1-52 16,-19-2 53-16,19 2-56 0,-17-3 52 15,17 3-52-15,-19-1 52 0,19 1-58 0,0 0 56 16,-21-3-49-16,21 3 52 0,0 0-52 0,-20-1 50 15,20 1-52-15,0 0 49 0,-20 0-53 0,20 0 59 16,0 0-54-16,-20 0 50 0,20 0-65 0,0 0 70 16,-23 2-53-16,23-2 53 0,-17 3-54 0,17-3 52 15,-17 5-58-15,17-5 57 0,-18 4-50 16,18-4 48-16,-18 3-46 0,18-3 49 0,-19 4-52 16,19-4 49-16,-18 2-52 0,18-2 57 0,-19 3-52 15,19-3 50-15,-20 3-52 0,20-3 52 16,-19 2-52-16,19-2 51 0,-21 4-52 0,21-4 52 15,-23 0-58-15,23 0 57 0,-21 1-51 0,21-1 52 16,-22 0-51-16,22 0 50 0,-21 0-51 0,21 0 48 16,-21 0-53-16,21 0 58 0,-20 0-52 0,20 0 53 15,-19-1-53-15,19 1 52 0,0 0-52 0,-26-2 53 16,26 2-53-16,0 0 44 0,-20-2-46 0,20 2 56 16,0 0-65-16,-22-2 69 0,22 2-52 0,0 0 49 15,-22-1-50-15,22 1 47 0,0 0-52 0,-19-2 60 16,19 2-54-16,0 0 51 0,-18 0-51 0,18 0 51 15,0 0-53-15,0 0 49 0,-23 0-51 0,23 0 50 16,0 0-56-16,0 0 52 0,-19 2-45 0,19-2 49 16,0 0-50-16,0 0 50 0,-17 1-51 15,17-1 47-15,0 0-51 0,0 0 57 0,0 0-53 16,0 0 52-16,-19 2-51 0,19-2 51 0,0 0-49 16,0 0 53-16,0 0-49 0,0 0 51 0,0 0-56 15,-16 4 53-15,16-4-43 0,0 0 50 16,0 0-47-16,0 0 55 0,-16 4-47 0,16-4 52 15,0 0-47-15,0 0 47 0,0 0-47 0,0 0 47 16,-14 4-44-16,14-4 50 0,0 0-39 0,0 0 47 16,0 0-31-16,0 0 38 0,0 0-29 0,0 0 12 15,0 0-6-15,0 0-7 0,-18-1-16 16,18 1 0-16,0 0-5 0,0 0-5 0,-11-16-4 16,11 16-5-16,-5-16-8 0,5 16-17 0,-7-25-28 0,4 8-94 15,1-5-27-15,-2-3-120 0,3-3-71 16,-1-6-70-16,0-3-519 0,0-1-621 0</inkml:trace>
  <inkml:trace contextRef="#ctx0" brushRef="#br0" timeOffset="5235.85">5738 5852 178 0,'0'0'379'0,"0"0"-81"0,0 0-59 15,0 0-27-15,0 0-54 0,0 0-45 0,0 0-21 16,15-5-17-16,-15 5-11 0,0 0-6 0,0 0 0 16,0 0-4-16,7-15 3 0,-7 15-7 0,0 0 6 15,4-16-7-15,-4 16 27 0,0 0-40 0,4-20 38 16,-4 20-42-16,0-19 34 0,0 19-41 0,-2-19 39 16,2 19-41-16,-2-20 37 0,2 20-46 15,-5-22 40-15,5 22-46 0,-8-21 42 0,8 21-41 16,-8-17 43-16,8 17-44 0,-9-15 27 15,9 15-32-15,-11-12 34 0,11 12-47 0,-13-8 37 16,13 8-32-16,-15-4 36 0,15 4-42 0,-17 2 42 16,17-2-38-16,-25 10 34 0,10 0-37 0,-1 4 35 15,0 1-36-15,-3 5 33 0,0 4-35 0,2 0 36 16,-1 4-33-16,1 2 35 0,1-1-25 0,2 3 25 16,1 1-14-16,1 3 33 0,2-2-15 0,0 3 14 15,4-1-6-15,1 1-4 0,2-2-7 0,1 0-5 16,3-4-26-16,2 3 19 0,1-1-23 0,4-1 23 15,2-3-18-15,1-3 18 0,3-1-24 16,3-2 19-16,3-5-42 0,0-1 18 0,1-4-43 16,1-5 20-16,1-3-58 0,3-2 26 0,2-3-33 15,1-3 10-15,5-2-28 0,1-4-16 0,0-3-20 16,-1 0-16-16,0-4 38 0,-2 0-26 0,-2-1 38 16,-3 0-1-16,-1-2 48 0,-3 0-6 0,-2-1 52 15,-5 3 28-15,-3 2 27 0,-1-2 30 0,-2 0 21 16,-3 3 18-16,-2 1 12 0,-5 13 18 15,5-25-30-15,-5 25-22 0,1-20 15 0,-1 20 26 16,-3-16-53-16,3 16 32 0,-5-14-53 0,5 14 31 16,-7-13-50-16,7 13 34 0,-9-8-48 15,9 8 28-15,0 0-34 0,-18-3 36 0,18 3-48 16,0 0 39-16,-23 10-39 0,23-10 39 0,-17 17-48 0,8-6 55 16,1 1-9-16,0 5-7 0,0 0 1 15,1-1 0-15,3 1 1 0,0 0 0 0,2 0-1 16,2 2-8-16,0-2-34 0,2 3 43 0,3-1-37 15,1 0 37-15,2-1-29 0,0-2 37 0,2-1-48 16,2-1 40-16,-2-4-26 0,2 0 34 0,1-5-37 16,0 0 35-16,-13-5-32 0,29 4 35 0,-29-4-36 15,31-4 33-15,-14-1-37 0,1-3 36 0,0-1-34 16,-2-3 29-16,-1 0 0 0,-2-1 1 0,0-1 7 16,-3-3 2-16,-2 0-2 0,-1 0 1 0,-3 2-4 15,-1-1-3-15,-3 16-4 0,1-29-2 16,-1 29-24-16,-6-27 24 0,1 13-27 0,-3 1 21 0,-1 2-25 15,-2 1 26-15,-4 0-21 16,-1 1 18-16,1 3-26 0,-1 1 2 0,-1 1-21 16,1 2 22-16,16 2-64 0,-30-1 21 0,30 1-52 15,-26 3 7-15,26-3-39 0,-22 5-45 0,22-5-38 16,-16 7 0-16,16-7-47 0,0 0-263 0,-12 12-26 16</inkml:trace>
  <inkml:trace contextRef="#ctx0" brushRef="#br0" timeOffset="5602.44">6232 6116 247 0,'0'0'454'0,"14"-7"-120"0,-14 7-73 0,0 0-40 15,14-8-62-15,-14 8-8 0,0 0-39 16,0 0 8-16,14-5-43 0,-14 5 16 0,0 0-42 16,0 0 25-16,0 0-40 0,0 0 12 0,14 4-43 15,-14-4 48-15,0 0-47 0,7 19 39 16,-7-19-10-16,6 22-7 0,-2-9-3 0,-1 4-8 15,1-2-2-15,0 2-3 0,2 3-3 0,-1-1 0 16,2 0-4-16,0-2-11 0,0 0-27 0,2-1 47 16,0-3-41-16,0-1 42 0,2-2-34 15,1-2 38-15,-1 0 1 0,-11-8-34 0,25 5 31 16,-25-5 9-16,29 0-2 0,-14-4-2 0,4-2-3 16,0-1 2-16,-1-2 1 0,-1-3 50 0,-2 1-53 15,1-3 49-15,-3 0-57 0,-2-1-1 0,-2-2 10 16,-1-1 0-16,-4 3-14 0,-1-1 2 0,-3 16 4 15,0-25 0-15,0 25-2 0,-6-25-38 0,0 14 37 16,-2 0-37-16,-2 2 30 0,10 9-48 0,-19-12 32 16,19 12-46-16,-23-5 14 0,23 5-44 0,-22-2 10 15,22 2-47-15,-18 0-73 0,18 0-17 0,-16 4-3 16,16-4-55-16,0 0-216 0,0 0 56 0</inkml:trace>
  <inkml:trace contextRef="#ctx0" brushRef="#br0" timeOffset="6252.91">6588 6079 350 0,'0'0'384'0,"17"-6"-117"0,-17 6-41 0,16-6-34 16,-16 6-42-16,17-2-11 0,-17 2-27 0,0 0-1 15,23 0-24-15,-23 0 9 0,18 5-36 0,-18-5 24 16,20 9-41-16,-10-1 13 0,1 1-28 0,-1 0 26 16,0 2-11-16,1 2-11 0,0 3-4 0,-1-2 2 15,0 1-14-15,-1 2-5 0,-2-5-1 0,-1 2-1 16,-1 1-1-16,0-1 0 0,-5-14-8 0,6 22 4 15,-6-22 13-15,4 22-1 0,-4-22-2 0,0 17 5 16,0-17-40-16,0 0 59 0,1 21-30 16,-1-21 67-16,0 0 0 0,0 0-4 0,0 0-13 15,-4 14-17-15,4-14-2 0,0 0-3 0,0 0-8 16,-8-16-3-16,8 16-4 0,-3-22-3 16,3 22-8-16,0-31-6 0,0 11 3 0,2-1-9 15,3-2-29-15,-2 0 39 0,3 3-36 0,-1-1 32 16,2 1-44-16,-1 3 25 0,3 0-56 0,-2 3 38 15,2 3-43-15,0-2 24 0,0 4-36 0,1 1 29 16,-10 8-28-16,19-12-8 0,-19 12-24 0,21-8-24 16,-21 8-6-16,20-3-3 0,-20 3-14 15,24 0 24-15,-24 0-12 0,27 2 16 0,-27-2-19 16,26 1 55-16,-26-1 8 0,21 1 66 0,-21-1 21 16,0 0 47-16,24 2 30 0,-24-2 31 0,0 0 25 15,0 0 7-15,23 0-7 0,-23 0-1 0,0 0 7 16,0 0-28-16,0 0 16 0,18-4-41 0,-18 4 37 15,0 0-53-15,0 0 41 0,0 0-66 0,0 0 28 16,0 0-50-16,0 0 27 0,0 0-42 0,15-4 31 16,-15 4-37-16,0 0 39 0,0 0-45 0,0 0 33 15,11 14-37-15,-11-14 39 0,8 11-41 16,-8-11 37-16,10 17-35 0,-10-17 36 0,14 19-42 16,-5-7 42-16,-1 0-4 0,0-1 0 0,2-1-5 15,-2 1 0-15,1 1-3 0,-2-1-2 0,2-1 0 16,-1 0 0-16,-8-10-2 0,13 18 1 15,-13-18-1-15,10 15-7 0,-10-15 10 0,7 14 17 16,-7-14 6-16,0 0-9 0,6 18-5 0,-6-18 5 16,0 0-3-16,-6 16-4 0,6-16-5 0,-12 11-3 15,12-11-7-15,-21 12-13 0,21-12-24 0,-29 4-22 16,29-4-40-16,-30 2-27 0,11-5-29 0,-1 0-68 16,0-4 5-16,1-3-38 0,2-2 22 0,1-3-230 15,3-3 102-15</inkml:trace>
  <inkml:trace contextRef="#ctx0" brushRef="#br0" timeOffset="6435.92">7033 6036 195 0,'0'0'523'0,"0"0"-148"0,0 0-91 16,0-19-55-16,0 19-77 0,0 0 8 0,0 0-40 15,0 0 16-15,0 0-59 0,0 0 29 0,0 0-57 16,-9 17 39-16,9-17-45 0,-4 19 21 16,4-19-44-16,-6 29 26 0,2-14-1 0,-1 5-17 15,1 1-5-15,-2 1-3 0,1 1-3 0,1-2-4 16,1 2-4-16,-1-1-22 0,1-2-14 0,1-3-13 15,1-1-55-15,1-16-65 0,-1 27-45 0,1-27-47 16,3 20-40-16,-3-20-216 0,8 11 24 16</inkml:trace>
  <inkml:trace contextRef="#ctx0" brushRef="#br0" timeOffset="6836.53">7302 6157 535 0,'11'-9'471'15,"-11"9"-118"-15,0 0-104 0,0 0-51 16,12-8-66-16,-12 8 1 0,0 0-36 0,0 0-9 16,0 0-20-16,15 5-10 0,-15-5-14 0,0 0-9 15,13 14-6-15,-13-14-6 0,12 15-4 0,-12-15-5 16,13 12-47-16,-13-12 42 0,16 14 36 0,-16-14-31 16,17 10 27-16,-17-10-32 0,17 7 36 0,-17-7-29 15,19 3 41-15,-19-3-49 0,21 0 30 0,-21 0-41 16,25-4 1-16,-25 4 0 0,26-9 1 15,-13 2-5-15,1-2 7 0,-1-3 0 0,-1 1 0 16,0-3-32-16,-2 0 34 0,-4-1-37 0,0-1 46 16,-2 0-48-16,-3-2 54 0,-1 18-32 0,0-29 41 15,-3 15-37-15,3 14 46 0,-9-23-62 0,9 23 66 16,-15-14-45-16,15 14 41 0,-23-7-43 0,23 7 43 16,-28 4-34-16,10 4 29 0,0 2-34 0,-1 2 39 15,3 2-27-15,-1 3 6 0,2 3 11 0,1-1-4 16,4 0-6-16,1 0-1 0,2 1 45 0,2 0-59 15,3-4 0-15,2-16 1 0,3 31-2 0,6-14 3 16,1 0-4-16,2-2-3 16,6-3-51-16,3 0-17 0,5-2-34 0,5-1-80 15,3-2-94-15,-4-6-416 0,9 1-223 0</inkml:trace>
  <inkml:trace contextRef="#ctx0" brushRef="#br0" timeOffset="7469.79">5946 6950 42 0,'0'0'538'0,"0"0"-162"16,-10-12-53-16,10 12-80 16,0 0-22-16,-10-9-63 0,10 9 18 0,0 0-59 15,0 0 29-15,-11-9-62 0,11 9 34 0,0 0-66 16,0 0 21-16,0 0-50 0,0 0 34 0,0 0-48 16,0 0 40-16,-16 10-7 0,16-10-4 0,-5 26 13 15,3-7-2-15,0 5-11 0,-1 0-6 0,1 2-3 16,1 3 1-16,-1 6-37 0,1 1 30 0,-1 2-34 15,0-1 29-15,1-1-31 0,0 0 37 0,-1 0-42 16,2-7 34-16,0 0-36 0,0-4 5 0,0 1-62 16,0-7 22-16,0-1-66 0,2-1-13 0,-2-17-68 15,2 24-80-15,-2-24 0 0,0 0-283 16,5 17-82-16</inkml:trace>
  <inkml:trace contextRef="#ctx0" brushRef="#br0" timeOffset="7870.31">5867 7169 342 0,'-4'-15'520'0,"-1"2"-148"0,5 13-79 0,-8-21-72 16,8 21-38-16,-6-16-28 0,6 16-25 0,0 0-27 15,-8-18-18-15,8 18-31 0,0 0 1 0,0 0-3 16,-4-14-31-16,4 14 3 0,0 0-1 0,0 0-9 16,0 0-1-16,0 0-3 0,24 3-1 0,-24-3-2 15,22 11-2-15,-9-6-1 0,2 3 0 0,1 1-29 16,3 0 23-16,-3 1-22 0,3 0 36 15,-2-1-39-15,2 2 29 0,-1-2-41 0,-1 0 0 0,1-1-31 16,-3-1-15-16,1-2-6 0,-1-1-11 16,1 0-7-16,-16-4-13 0,28 0-4 0,-28 0-2 15,30-5 16-15,-15-1 6 0,0 1 13 0,0-5 10 16,0-1 21-16,-2-1 15 0,-1-2 17 0,-2-1 4 16,-2-2 74-16,-3 2 8 0,-1-1 54 0,-1-1 10 15,-3 17 2-15,1-28 27 0,-1 28-25 16,-6-25 17-16,6 25-44 0,-8-20 17 0,8 20-49 15,-13-14 26-15,13 14-53 0,-17-8 31 0,17 8-49 16,-21 0 32-16,21 0-48 0,-29 9 32 16,12-1-7-16,-1 3 2 0,-2 0-13 0,4 2-3 15,-1 1-15-15,1 0 8 0,1 1 0 0,2 0-18 16,1-1-25-16,2-3-35 0,3 2-34 0,7-13-33 16,-10 19-53-16,10-19 4 0,0 0-1 0,-4 17-20 15,4-17-266-15,0 0 88 0</inkml:trace>
  <inkml:trace contextRef="#ctx0" brushRef="#br0" timeOffset="8104.26">6211 6991 486 0,'8'-12'413'15,"-8"12"-69"-15,13-15-84 0,-13 15-40 0,10-11-70 16,-10 11-3-16,0 0-66 0,10-13 22 0,-10 13-30 16,0 0 25-16,0 0-35 0,0 0 28 15,18 5-59-15,-18-5 43 0,9 15-10 0,-9-15-8 16,9 26-5-16,-5-10-5 0,-1 6-4 0,-1 0-11 15,1 3-30-15,-2 2 20 0,-2 2-39 0,-1 5 40 16,-1 2-38-16,0-1 29 0,-1 1-32 0,-1-1 25 16,1-2-68-16,0-6 25 0,1 0-48 0,0-3-20 15,0-2-41-15,1-5-49 0,2-17-32 0,0 25-5 16,0-25-58-16,0 0-177 0,6 17 98 0</inkml:trace>
  <inkml:trace contextRef="#ctx0" brushRef="#br0" timeOffset="8320.26">6446 7184 474 0,'0'0'502'0,"9"-19"-115"16,-9 19-92-16,6-13-64 0,-6 13-47 0,0 0-37 15,6-16-27-15,-6 16-39 0,0 0-3 16,0 0 4-16,0 0-16 0,0 0-17 0,0 0-27 16,0 0 20-16,16 9-10 0,-16-9-5 0,5 18-5 15,-5-18-45-15,3 27 45 0,-1-10-44 0,-1 0 35 16,0 2-34-16,-1 0 42 0,0 1-50 15,0-2 27-15,0 1-51 0,-1-1-5 0,1-18-42 16,-1 29-71-16,1-29-29 0,0 24-40 0,0-24-7 16,0 0-260-16,0 19 29 0</inkml:trace>
  <inkml:trace contextRef="#ctx0" brushRef="#br0" timeOffset="8506.26">6548 7127 479 0,'0'-19'398'0,"0"19"-113"0,0-26-34 0,0 26-76 15,0-22-24-15,0 22-45 0,0 0-7 0,-1-22-43 16,1 22 5-16,0 0-20 0,0 0 11 16,0 0-31-16,-2-17-9 0,2 17-35 15,0 0-41-15,0 0-26 0,0 0-78 0,2 18-8 0,-2-18-78 16,5 18-167-16,-5-18 176 0</inkml:trace>
  <inkml:trace contextRef="#ctx0" brushRef="#br0" timeOffset="8771.26">6853 7147 460 0,'0'0'332'0,"7"-19"-57"16,-7 19-25-16,3-16-22 0,-3 16-27 0,0 0-21 16,2-21-25-16,-2 21-26 0,0 0-18 0,0 0-19 15,-7-13-22-15,7 13 4 0,0 0-15 0,-15 5-17 16,15-5-2-16,-15 16 1 0,6-3-6 15,-2 3-13-15,1 2-3 0,-1 2-39 16,1 2 45-16,1-3-45 0,1 10 45 0,0-8-46 16,4 1 44-16,0 1-44 0,1-6 35 0,3 1-34 15,0-18 44-15,2 29-50 0,2-14 41 0,-4-15-47 16,10 21 24-16,-10-21-51 0,15 15 15 0,-15-15-27 16,22 8-26-16,-22-8-37 0,27-1-30 0,-10-3-25 15,3-5 4-15,0 1 19 0,-1-5-58 0,-2 0-206 16,0-2 166-16</inkml:trace>
  <inkml:trace contextRef="#ctx0" brushRef="#br0" timeOffset="9387.19">7006 7224 534 0,'0'0'314'0,"6"-25"-30"16,-6 25-28-16,3-18-16 0,-3 18-38 0,0 0-25 0,2-21-27 15,-2 21-23-15,0 0-26 0,0 0-23 16,2-19-16-16,-2 19-13 0,0 0-6 0,0 0-17 16,0 0-5-16,0 0-5 0,0 0-13 0,0 0 10 15,0 0-42-15,21 8 44 0,-21-8-1 16,13 14-42-16,-4-3 44 0,0 0-36 0,-1 1 37 15,2 1-36-15,-1 1 38 0,0 2-38 0,-2-3 37 16,1 1-37-16,-2 1 28 0,-1-3-32 0,-5-12 44 16,7 25-43-16,-7-25 43 0,3 21-34 15,-3-21 38-15,0 20-48 0,0-20 47 0,-2 17-39 0,2-17 39 16,0 0-38-16,-5 18 41 0,5-18-39 16,0 0 43-16,0 0-45 0,-10 12 27 0,10-12-26 15,0 0 34-15,0 0-44 0,-11-12 45 0,11 12-48 16,-1-18 37-16,1 18-45 0,3-29 25 0,0 12-34 15,4-3 16-15,-1-1-28 0,2-1-20 0,2 2-37 16,-1-1 25-16,2 1 10 0,1 2-17 0,1-1 18 16,-1 2-22-16,2 1 27 0,-2 3-6 0,1 0 32 15,-3 4-13-15,0 0 34 0,-10 9-17 0,17-11 11 16,-17 11 20-16,13-7 42 0,-13 7-15 0,0 0 19 16,17-1-4-16,-17 1 20 0,0 0-6 15,11 9-1-15,-11-9 0 0,5 15 5 0,-5-15-4 16,3 19-4-16,-3-19 3 0,0 27-9 0,0-27 2 15,0 31-55-15,0-14 51 0,-1 1-10 16,1 0 14-16,0 0-23 0,0 1 17 0,0-2-17 16,0 1 22-16,1-2-24 0,-1-16 22 0,2 29-26 15,-2-29 21-15,4 26-24 0,-4-26 32 0,5 23-39 16,-5-23 42-16,9 21-1 0,-9-21 37 0,13 17-56 16,-13-17 42-16,16 10-68 0,-16-10 57 0,17 4-9 15,-17-4-10-15,18 0 6 0,-18 0 6 0,28-10-4 16,-14 3-49-16,2-2 43 0,0-2-22 0,-3-2 46 15,0-1 19-15,-2-1 8 0,-1-1 6 16,-2-1-4-16,-1-1-3 0,-3 2-8 0,-2 1-11 0,-2 15-9 16,0-29-6-16,-3 12-11 0,-2 2 34 15,-2-2-58-15,-5 2 40 0,-1 1-60 0,-2 2 43 16,-2 2-60-16,-2 0 29 0,-2 4-89 0,1-2-41 16,-2 3-37-16,-1 1-32 0,-1 1-83 15,-1 0-73-15,-3 1-466 0,1 2-370 0</inkml:trace>
  <inkml:trace contextRef="#ctx0" brushRef="#br0" timeOffset="10188.04">7874 7067 614 0,'0'0'434'0,"0"0"-101"0,0-22-79 0,0 22-62 16,0 0-27-16,-6-14-30 0,6 14-20 0,0 0-16 15,-10-11-16-15,10 11-14 0,0 0-12 0,0 0-13 16,-20-2-11-16,20 2-8 0,0 0-5 16,-14 10-4-16,14-10-4 0,-8 14-3 0,8-14-10 15,-3 18 0-15,3-18 8 0,2 23-1 0,3-8-38 16,1-2 45-16,1 4-40 0,2 0 43 0,3 1-35 15,-1 0 35-15,2-2-36 0,1 1 36 0,0-2-34 16,0 3 35-16,0-2-34 0,0 0 25 0,-1 0-25 16,0 0 29-16,-2-3-33 0,0 1 46 0,-1-1-39 15,-3-2 48-15,0 1-39 0,-7-12 43 0,10 20-41 16,-10-20 43-16,4 20-44 0,-4-20 42 0,-2 18-48 16,2-18 33-16,-10 21-35 0,2-10 43 0,-2 0-47 15,-5-1 33-15,-1-2-46 16,-2-1 31-16,-1 0-55 0,1-4 15 0,-1-2-41 15,0-1-32-15,-1-1-29 0,-2-5-31 0,0-1-17 16,3-4 5-16,-2-7 28 0,3-1-44 0,1-6-56 16,4 0-103-16,3-3 232 0</inkml:trace>
  <inkml:trace contextRef="#ctx0" brushRef="#br0" timeOffset="10371.85">7715 7197 265 0,'0'0'361'0,"5"-26"-84"16,-5 26-26-16,5-19-22 0,-5 19-55 0,5-16-24 15,-5 16-18-15,0 0-24 0,4-16-13 0,-4 16-11 16,0 0 6-16,0 0-5 0,0 0-9 0,0 0-35 15,0 0 14-15,0 0 2 0,0 0-12 0,11 14-48 16,-11-14 38-16,1 27-45 0,-1-10 32 16,-1 3-29-16,-1 3 34 0,0 4-37 0,-2 0 33 15,-1 6-36-15,-4 1 32 0,2-2-58 0,0 0 30 16,0-2-35-16,1-5-17 0,0 0-47 16,1-4-63-16,2 1-20 0,0-5-35 0,3-17-70 15,-2 24-154-15,2-24 133 0</inkml:trace>
  <inkml:trace contextRef="#ctx0" brushRef="#br0" timeOffset="11354.9">8069 7249 475 0,'0'0'473'0,"0"0"-155"0,12-13-52 0,-12 13-91 0,0 0-16 16,0 0-52-16,0 0 0 0,0 0-36 15,17 9 0-15,-17-9-41 0,7 12 24 0,-7-12-44 16,8 19 30-16,-8-19-41 0,11 21 40 16,-5-7-37-16,1-3 23 0,-1 1-28 0,1-1 23 15,-7-11-24-15,14 17 23 0,-14-17-24 0,12 15 26 16,-12-15-27-16,10 9 38 0,-10-9-39 0,0 0 44 16,17 7-52-16,-17-7 52 0,0 0-41 0,18-3 33 15,-18 3-39-15,13-12 34 0,-13 12-36 0,14-20 32 16,-8 7-3-16,-1 1-6 0,-1-5 0 15,-1 1-4-15,-2-1-10 0,-2-1 7 0,-1 1 2 16,-1 0 3-16,-1 0 5 0,-1 2 5 0,1 3 0 16,4 12-1-16,-13-21-3 0,13 21 6 0,-13-14-13 15,13 14-2-15,-17-3-1 0,17 3-2 0,-16 3 0 16,16-3-2-16,-18 11-32 0,8 0 28 0,2 0-23 16,-1 3 36-16,2 3-38 0,2-4 43 0,0 4-41 15,2-1 44-15,2 1-30 0,1-17 29 0,3 29-38 16,0-10 38-16,3-6-36 0,0 1 34 0,3-2-41 15,1-1 14-15,1-2-37 0,2-2 31 16,0-1-34-16,-13-6 2 0,27 4-30 16,-27-4-27-16,31-3-5 0,-16-2-38 0,4-2 10 15,0-2 2-15,-3 0 18 0,0-3 13 0,-2-1 20 16,-1 1 25-16,-2-1 31 0,-1-1 24 0,-1 1 29 16,-3-1 6-16,0 2 49 0,-6 12 8 0,8-22 25 15,-8 22 21-15,5-18 2 0,-5 18-2 0,6-16-6 16,-6 16-15-16,0 0-21 0,5-16-28 0,-5 16-5 15,0 0-10-15,0 0-13 0,6-13-8 0,-6 13-4 16,0 0-4-16,0 0-4 0,0 0-2 0,19 2-2 16,-19-2 6-16,14 8-11 0,-14-8-1 0,19 18-1 15,-8-9 0-15,-2 1-38 0,3 3 36 0,-3-2-22 16,0 3 36-16,-1-2-34 0,0 1 38 16,-1-1-36-16,-2 0 39 0,-5-12-35 0,9 22 47 15,-9-22-44-15,4 19 50 0,-4-19-43 0,0 0 46 16,1 21-45-16,-1-21 32 0,-5 14-34 0,5-14 44 15,0 0-51-15,-11 14 39 0,11-14-38 16,0 0 39-16,-15 3-51 0,15-3 55 0,0 0-47 16,-18-11 42-16,18 11-45 0,-13-20 40 0,6 7-6 15,3-3-9-15,1 0-10 0,0-2-5 0,1 0-4 16,3 0-12-16,0 1-34 0,2 0 35 0,0-1-12 16,1 2-6-16,3 0-6 0,-2 2-12 0,3-2-18 15,-1 3-15-15,2-2-21 0,-2 4-2 0,1 0-31 16,-8 11 10-16,15-16-17 0,-15 16 36 15,16-13-20-15,-16 13 44 0,13-11-16 0,-13 11 54 16,13-7-17-16,-13 7 46 0,0 0-16 0,17-8 53 16,-17 8-7-16,0 0 58 0,15-6-23 0,-15 6 45 15,0 0-1-15,0 0 21 0,19-1 2 0,-19 1-12 16,0 0 10-16,0 0 6 0,19 6-21 0,-19-6 0 16,11 10-6-16,-11-10-16 0,12 15-6 0,-12-15-5 15,13 19-7-15,-7-7-2 0,0 1-20 0,1 1-3 16,-1 0-24-16,1 1 33 0,0 2-40 15,-1 1 34-15,0-3-37 0,0 0 34 0,1-1-36 16,-2 0 33-16,1-2-36 0,1-1 28 0,-7-11-44 16,11 21-11-16,-11-21-52 0,10 14-16 15,-10-14-17-15,11 10-33 0,-11-10-33 0,0 0-6 16,19 0-10-16,-19 0-212 0,16-8 172 0</inkml:trace>
  <inkml:trace contextRef="#ctx0" brushRef="#br0" timeOffset="11555.61">8958 7125 329 0,'2'-17'432'15,"-2"17"-105"-15,0-22-33 0,0 22-54 0,-1-19-47 16,1 19-22-16,0 0-11 0,-3-22-52 0,3 22 10 16,0 0-21-16,-5-12-14 0,5 12-20 0,0 0-12 15,0 0 3-15,0 0-21 0,-19 7 41 0,19-7-54 16,-11 17-5-16,4-4-2 0,-1 0-3 16,1 4-2-16,0 3-2 0,0 1 0 0,-1 1-42 15,1 0 42-15,0 3-39 0,0-1 47 16,1-1-50-16,0 2 21 0,2-4-50 0,0 0-30 15,2-3-59-15,2-18-47 0,-1 30-39 0,1-30-3 16,2 19-283-16,-2-19-9 0</inkml:trace>
  <inkml:trace contextRef="#ctx0" brushRef="#br0" timeOffset="11772.21">9009 7134 347 0,'6'-14'495'0,"-6"14"-131"16,7-20-65-16,-7 20-73 0,5-14-55 0,-5 14-35 15,0 0-18-15,9-15-21 0,-9 15-4 0,0 0 31 16,0 0-61-16,0 0 50 0,11 7-71 0,-11-7-4 16,5 15-6-16,-5-15-7 0,5 25-4 0,-3-9-4 15,-1 2-3-15,1 1-3 0,-1 0-4 0,0 1 1 16,-1 1-2-16,0-2 0 0,0 2-17 16,0-1-15-16,-1-3-9 0,0 3-42 0,1-20-17 15,0 26-48-15,0-26-75 0,0 20-14 0,0-20-9 16,0 0-284-16,0 0-6 0</inkml:trace>
  <inkml:trace contextRef="#ctx0" brushRef="#br0" timeOffset="12126.71">9119 7069 267 0,'0'0'442'0,"0"-27"-141"16,0 27-82-16,0-18-46 0,0 18-60 0,0 0-21 15,-2-17-33-15,2 17-13 0,0 0-20 0,0 0 2 16,0 0-49-16,0 0-9 0,0 0-57 0,0 0-6 15,4 14-66-15,-4-14-4 0,10 16-189 16,-10-16 237-16</inkml:trace>
  <inkml:trace contextRef="#ctx0" brushRef="#br0" timeOffset="12189.31">9373 7137 272 0,'0'0'373'16,"9"-10"-79"-16,-9 10-53 0,0 0-19 0,9-10-29 15,-9 10 0-15,0 0 24 0,0 0-67 0,8-10 31 16,-8 10-68-16,0 0 25 0,0 0-84 0,0 0 39 16,0 0-60-16,0 0 43 0,0 0-57 0,0 0 38 15,-17 11-60-15,17-11 11 0,-13 21 2 0,5-8-1 16,0 3 0-16,2-1 2 0,-1 2 13 0,0 1-24 16,2-1-1-16,2-2 1 0,0 2-19 0,3-17 14 15,-2 28 10-15,2-28-6 0,2 27-15 0,-2-27-6 16,7 23-13-16,-7-23-25 0,14 17-27 15,-14-17-17-15,21 10-33 0,-21-10-26 0,29 2-60 16,-7-6 19-16,1-2 0 0,-1-4-43 16,6-1-190-16,-4-3 156 0</inkml:trace>
  <inkml:trace contextRef="#ctx0" brushRef="#br0" timeOffset="12522.31">9684 7174 472 0,'0'0'394'0,"11"-15"-68"0,-11 15-47 0,8-12-63 15,-8 12-38-15,0 0-35 0,0 0-26 0,7-11-22 16,-7 11-13-16,0 0-15 0,0 0-10 0,0 0-9 15,0 0-22-15,-4 17 11 0,4-17-10 0,0 0-5 16,-3 22-8-16,3-22-2 0,0 0-3 0,0 25 0 16,0-25 2-16,3 17-6 0,-3-17-2 0,5 15 4 15,-5-15-1-15,6 11 4 0,-6-11 0 16,0 0 4-16,11 10 14 0,-11-10-5 0,0 0-16 16,0 0 0-16,23-3 8 0,-23 3-6 0,16-9-1 15,-16 9 0-15,17-17 0 0,-8 5-3 0,-2 0 32 16,0-3-43-16,-1 0 31 0,-1-3-39 0,0-2 33 15,-2 3-40-15,-2-2-38 0,0 1 45 0,-1 18 11 16,-2-28-6-16,2 28 12 16,-5-22-1-16,5 22-2 0,-9-17 1 0,9 17 2 0,0 0 0 15,-20-2-2-15,20 2 3 0,-23 11 34 16,8 0-40-16,1 3 37 0,0 1-44 0,2 3 2 16,-2 6 1-16,3-3 1 0,2 1 2 0,1 1-10 15,1 1-8-15,3 0-24 0,2-4-61 0,2 1-89 16,2-2-137-16,2 0-280 0,4-1-145 0</inkml:trace>
  <inkml:trace contextRef="#ctx0" brushRef="#br0" timeOffset="13239.47">12839 5484 206 0,'0'0'594'0,"0"0"-207"16,2-17-105-16,-2 17-70 0,0 0-31 0,0 0-39 15,0 0-31-15,0 0-20 0,0 0-15 0,-17 15-10 16,9 4-30-16,1 4 28 0,-2 7-39 0,0 9 37 16,2 4-34-16,-1 14 29 0,1 6-38 15,-1 5 38-15,2 4 14 0,2 5-11 0,-1 5 51 16,1 5-60-16,0 3 0 0,-1 3-3 0,2 2-23 15,1-3 11-15,0 0-3 0,0 0 50 0,2-3-60 16,-4-1 40-16,3-3-60 0,-3-3 1 0,2-4 1 16,-2-4-2-16,3-5 0 0,-4-6-10 0,3-13-25 15,0-4 35-15,2-2-77 0,-2-7 20 16,2-9-67-16,0-3-33 0,0-5-63 0,0-3-57 16,0-17-59-16,4 19-276 0,-4-19-142 0</inkml:trace>
  <inkml:trace contextRef="#ctx0" brushRef="#br0" timeOffset="15023.7">13016 5577 238 0,'-4'-18'457'0,"4"18"-145"0,0 0-74 0,-2-19-52 15,2 19-50-15,0 0-29 0,0-19-18 0,0 19-22 16,6-12-10-16,-6 12-6 0,13-14 1 0,-1 5 7 15,1 2-24-15,5-2 24 0,4 1-24 0,5-2 18 16,5-1-25-16,3 2 10 0,4-2-17 0,2 1 7 16,6 1-14-16,12-3 12 0,4-3-23 0,6 3 18 15,3-2-23-15,4 1 18 0,5 0-32 0,4-1 33 16,3 0-33-16,2-1 36 0,6 2-24 0,25-5 0 16,-1 2 1-16,4-1 1 0,-1 0 1 15,3 2 0-15,-2 1 17 0,1-2-16 0,3 3-2 0,1-3 0 16,3 0-10-16,-3 0 12 0,0 0 20 0,0-1-19 15,4-1 41-15,1 0-30 16,4-3 32-16,-2 2-35 0,0 1 31 0,-2-2-34 16,0 4 31-16,1-3-40 0,-1 4 31 0,-2-1-34 15,-3 3 19-15,-4-1-23 0,-2 3 38 0,-24 3-42 16,3 0 39-16,0 2-36 0,-1 0 33 0,-1 2-34 16,-3-1 35-16,-5 1-35 0,-3 1 34 0,-4 0-3 15,-7 0-35-15,-2 3 35 0,-7-2-37 0,-13 0 27 16,-6 2-26-16,0-1 37 0,-6 1-36 0,-3 0 35 15,-8-1-34-15,-2 1 35 0,-2-1-42 0,-1 1 48 16,-3 0-36-16,-5 0 39 0,1 0-37 0,-1 1 40 16,-1 0-37-16,-1 0 46 0,1-1-35 15,-1 2 40-15,-1 0-33 0,1-1 23 0,0 1-28 16,1 1 33-16,-1-1-50 0,0 0 39 0,0 1-30 16,-1 1 35-16,0-2-35 0,0 3 29 0,-2-2-33 15,0 2 29-15,-1 0-29 0,2 2 30 0,-4 0-24 16,1 2 30-16,0 2-17 0,0 3 17 15,-3 1-20-15,-1 2 26 0,0 2-25 0,-3 4 23 16,-1 1-20-16,0 1 14 0,-2 9-24 0,0 0 15 16,-3 2-18-16,0 5 20 0,0 0-6 0,-3 2-5 15,1 2 53-15,-1 2-53 0,0 3-3 0,0 9 2 16,1 2-4-16,-2 1 2 0,2 1 4 0,1-1 8 16,-1 1-4-16,4-11-4 0,-1 12-3 15,1-1 46-15,0-1-67 0,2 0 61 0,-1 1-54 16,1-1 50-16,1 0-58 0,0-1 5 0,1 1 0 15,0 0 0-15,0 0-2 0,1-3 8 0,-1 0 49 16,1-2-53-16,-2-8 49 0,0-2-57 0,1-2 59 16,-1 1-2-16,-1 0 1 0,0-2 3 0,0 0-48 15,-2-2 49-15,-2-1-53 0,0-3 41 0,0-1-51 16,-3-3 56-16,0-5-57 0,-1-3 48 16,-1 2-51-16,-1-5 53 0,0 0-51 0,0-2 54 15,-2 0-52-15,-1-1 50 0,0-3-55 0,-2 1 65 16,1-2-28-16,-1 0-9 0,-2-3 46 15,0 2-48-15,-1-3 41 0,-2-1-46 0,-1 1 42 16,0-2-45-16,-2 0 44 0,-1 0-50 0,-2-2 27 16,-1 0-32-16,-1-1 41 0,-2 0-47 0,1-1 45 15,-7 0-43-15,4 0 41 0,-7-4-14 0,1 3 6 16,-2-3-40-16,-1 0 42 0,-2 0-40 0,-3-1 32 16,-1-1-2-16,-4 2-33 0,-1-1 44 0,-3-1-41 15,-4 0 41-15,-11 0-42 0,-3 0 44 0,-3 1-43 16,0 1 43-16,-2-1-42 0,-2 0 42 0,-2 2-45 15,-1-1 46-15,-4 2-45 0,0-1 44 0,-1 0-41 16,-3 1 38-16,-2 1-39 16,-1-1 42-16,-1 1-38 0,1-1 38 0,-4 0-3 0,0 2-40 15,-2 0 42-15,-4-1-41 0,0 2 40 16,-2-2-39-16,-2 2 31 0,3-1-28 0,-3 1 41 16,1-1-40-16,1 0 36 0,-1 0-39 0,2-1 41 15,1 2-39-15,1-2 39 0,3 1-37 0,3 0 37 16,1-1-3-16,2 1-36 0,3 0 35 0,2 0-36 15,-1 0 34-15,3-1-34 0,1 2 34 0,3-1-34 16,1 0 26-16,3 0 6 0,0-1-2 0,6 2-6 16,0-3-14-16,0 1 13 0,2 1-2 0,4-2-1 15,9 1 2-15,5-3-1 0,0 1 1 0,2 0-2 16,4 1-2-16,0-3 1 0,2 2-2 0,-1-2 0 16,2 3-2-16,-1-4-7 0,2 3 0 15,2 3 11-15,-1-2 1 0,1 0-3 0,3 2-2 16,3-1 4-16,-1 2 0 0,3-3-2 0,-2 4 0 15,-3 0 0-15,3 0 2 0,-1 0-1 0,1 0-36 16,0 1 43-16,3-2-37 0,-3 0 40 0,0 0-37 16,1 1 41-16,3-4-38 0,0 1 35 0,0 1-29 15,0-1 34-15,-2-3-41 0,0 2 42 16,2-1-37-16,-2 1 35 0,0-1-35 0,-2-1 38 16,1 1-40-16,1-1 39 0,-7 4-40 0,4-5 41 15,4 2-39-15,-2 0 38 0,1 1-39 0,0-1 36 16,0 0-35-16,1 1 39 0,-1 0-39 15,2 0 38-15,0-2-40 0,2 3 42 0,0-2-39 16,1 1 37-16,1-2-35 0,3 0 34 0,3 1-35 16,-1-2 38-16,18-1-39 0,-28 3 39 0,28-3-40 15,-27 1 4-15,27-1 3 0,-23 3 2 0,23-3 2 16,-21 1 2-16,21-1 2 0,-18 1 0 0,18-1 0 16,0 0 4-16,-18 2 35 0,18-2-41 0,0 0 38 15,0 0-43-15,-19 1 37 0,19-1-37 0,0 0 35 16,0 0-36-16,0 0 37 0,0 0-38 0,-18 0 40 15,18 0-38-15,0 0 30 0,0 0-27 16,0 0 34-16,0 0-39 0,0 0 35 0,0 0-32 0,0 0 30 16,0 0-31-16,0 0 33 0,0 0-37 15,-17 2 34-15,17-2-37 0,0 0 37 0,0 0-35 16,0 0 37-16,0 0-36 0,0 0 39 0,0 0-39 16,0 0 29-16,0 0-27 0,0 0 35 0,0 0-37 15,0 0 35-15,0 0-27 0,0 0 29 16,0 0-32-16,0 0 38 0,0 0-25 0,0 0 28 15,0 0-16-15,0 0 21 0,0 0-18 0,0 0 7 16,0 0-7-16,0 0 3 0,0 0-14 0,7-15 8 16,-7 15-11-16,10-12 14 0,-10 12-4 0,17-19-3 15,-5 5-2-15,0-1-1 0,1-2-12 0,5-5 11 16,2-4 30-16,1-5-39 0,4-9-6 16,4-6-15-16,0-3-69 0,3-6-55 0,3-5-63 15,1-1-51-15,7-1-30 0,2 0-65 0,11-11-55 16,-11 16-482-16,3 4-523 0</inkml:trace>
  <inkml:trace contextRef="#ctx0" brushRef="#br0" timeOffset="16023.6">13619 6384 393 0,'11'-18'245'0,"-11"18"-30"0,12-22-67 16,-6 9-5-16,0-1-38 0,1-1 2 15,-3-4-20-15,1 2 10 0,-1 0-4 0,-1 0 16 16,-1 1 17-16,-2 16-11 0,2-28 16 0,-2 28-47 16,-2-24 22-16,2 24-59 0,-7-21 21 0,7 21-34 15,-9-15 27-15,9 15-9 0,-17-7-41 16,17 7 30-16,-21-3-8 0,21 3-1 0,-31 6-4 16,12-1-5-16,0 4-2 0,-2 2-4 0,1 1-3 15,-3 4-3-15,3 1 38 0,2 2-48 0,3-3-1 16,1 2-1-16,3 1 1 0,4 0-11 0,-2 0 2 15,6 1 14-15,1-2-6 0,2 2 2 16,2 0 1-16,6 0 2 0,-1-1-3 0,5 1 2 16,5 1 0-16,2 1-1 0,2-3-36 0,4-2 42 0,2 1-37 15,0 0 31-15,2-3-24 0,0 2 37 16,-2-2-42-16,0 0 46 0,-2 0-60 0,-5-3 63 16,0-1-46-16,-2 1 47 0,-4-1-40 0,-1 2 39 15,-4-1-39-15,0-1 40 0,-9-11-38 0,5 22 50 16,-5-22-33-16,-2 22 44 0,-4-7 9 0,-3-1 5 15,-3 1-4-15,-7 2-5 0,-1-2 1 0,-4 0-12 16,-3-1-6-16,0-1 6 0,-3-1 38 0,-1-2-61 16,-1-2 44-16,-1-3-58 0,-1 0-2 0,5-2 0 15,0-3 0-15,2-1-1 0,0-2-4 16,2-2-11-16,0-3-16 0,0-5-30 0,3-2-19 16,2-3-34-16,4-4 21 0,7 2-34 15,4-4-17-15,3-2-17 0,4-2-40 0,5-3-13 16,5-1 3-16,3-1-36 0,5 1-246 0,3 1 48 15</inkml:trace>
  <inkml:trace contextRef="#ctx0" brushRef="#br0" timeOffset="16241.05">13791 6244 438 0,'14'-7'347'0,"-14"7"-95"0,20-8-40 0,-20 8-32 0,16-5-23 16,-16 5-9-16,0 0-12 0,18 1-11 15,-18-1-11-15,11 9-22 0,-11-9 38 0,11 15-55 0,-11-15-8 16,10 24-11-16,-6-10-11 0,2 6-13 15,-1-1-6-15,-1 5-6 0,2-1-3 0,-2 3-35 16,0 3 36-16,1 2-35 0,-1 3 33 0,-2 0-33 16,0-5 27-16,-2 0-26 0,2 2 29 0,-4-4-10 15,2 2-14-15,0-2-42 0,-2 1-19 16,-2-3-40-16,2 0-61 0,-1-6-19 0,-1-2-64 16,4-17 30-16,-5 24-237 0,5-24 106 0</inkml:trace>
  <inkml:trace contextRef="#ctx0" brushRef="#br0" timeOffset="16658.14">13917 6667 409 0,'5'-18'377'0,"-3"3"-91"0,2 0-51 15,-4 15-51-15,3-24-47 0,-3 24-40 16,6-20-9-16,-6 20-17 0,5-14-7 0,-5 14-16 16,6-14-6-16,-6 14-12 0,10-10 0 0,-10 10-8 15,0 0-1-15,15-8-8 0,-15 8 9 0,0 0-2 16,21 2 6-16,-21-2-23 0,14 6 22 0,-14-6-3 15,15 15 24-15,-6-6-37 0,0 3 24 16,-2-1-27-16,-1 0 26 0,1 4-24 0,-1-1 25 16,0-2-30-16,-2 5 22 0,2-5-27 15,-3 5 25-15,3-5-42 0,-2 2 42 0,-4-14-31 16,8 21 32-16,-8-21-34 0,9 21 31 0,-9-21-35 16,6 14 30-16,-6-14-28 0,9 13 29 0,-9-13-28 0,0 0 39 15,14 11 3-15,-14-11-2 0,0 0-12 16,18 2-9-16,-18-2 16 0,15-7-6 0,-15 7 13 15,19-16-29-15,-11 6 53 0,1-2-55 0,0-5 53 16,-1 0-12-16,-2-2-5 0,1-3-8 0,-3 2-3 16,0-2-7-16,2 1-3 0,-4-1-2 0,0 3-2 15,-2 2-3-15,0 17-2 0,0-29-17 0,0 29 8 16,-2-24-7-16,2 24 1 0,-4-17-18 0,4 17-9 16,0 0-12-16,-12-12-12 0,12 12-15 0,0 0-21 15,0 0-23-15,-18 4-21 0,18-4-38 16,-8 12 18-16,8-12-10 0,0 0 3 0,-2 22-6 15,2-22-74-15,7 20-129 0,-7-20 215 16</inkml:trace>
  <inkml:trace contextRef="#ctx0" brushRef="#br0" timeOffset="17942.04">14369 6585 242 0,'26'-7'346'16,"-12"3"-84"-16,-2-3-58 0,0 1-13 0,0-3-27 16,-3 1-30-16,0-4-21 0,0 2-4 0,-2-3-5 15,-1 0-15-15,-2 0 14 0,-1-3-2 16,-3 16-14-16,2-27-4 0,-2 27 3 0,-4-29 35 0,4 29-57 15,-5-23 27-15,5 23-54 0,-8-18 33 0,8 18-52 16,-11-12 40-16,11 12-54 0,0 0 37 0,-23-3-46 16,23 3 3-16,-22 12 0 0,8 2 2 0,0 0-11 15,1 5 2-15,-1 5 13 0,1 2-18 16,-1 0 13-16,6 1 5 0,-1 1 0 0,2-5-2 16,2 1 1-16,2-4-1 0,2 0 0 0,1-3 0 15,2-1-1-15,0-2 0 0,6-1 0 0,-8-13 0 16,13 17-3-16,-13-17-4 0,18 9-14 15,-18-9-8-15,22 0 4 0,-8-5-7 0,3-2-27 16,1-4 27-16,-1-2-25 0,0-7 25 0,2-2-16 16,-3-2 20-16,-2-4-23 0,-3-1 30 0,-2-4-5 15,1-2 23-15,-4-2-1 0,-1-1 3 16,-3-3-2-16,2 1 1 0,-1 0-11 0,-2 1 33 16,0 3-10-16,-1 8 37 0,0 2-27 0,0 5 43 0,0 4-41 15,-1 0 25-15,1 17-35 0,-3-25 33 16,3 25-51-16,-5-16 50 0,5 16-60 0,0 0 47 15,-7-12-45-15,7 12 40 0,0 0-42 0,-12 7 39 16,12-7-4-16,-12 17-2 0,8-4-6 0,-1 2 0 16,0 4 4-16,1 3 35 0,-1 2-52 0,5 1-20 15,-2 4 14-15,2 1 2 0,-1 1 11 0,2 5-7 16,1 3 1-16,0-3-38 0,3 0 49 0,-1-2-39 16,1-2 34-16,0-4-42 0,1-3 26 0,1-3-32 15,0-1 26-15,0-2-25 0,2-4-20 16,0-3 12-16,-1-3-29 0,-8-9-27 15,18 11 2-15,-18-11-20 0,21 5 16 0,-21-5-2 0,26-5 14 16,-12 1 17-16,-1-3 16 0,0-1 15 16,-1-2 13-16,-1 0 12 0,-1 0 16 0,-1-3 14 15,-1 0 20-15,-1 1 3 0,-1-1 31 0,0 0 6 16,-6 13 1-16,10-20 17 0,-10 20-19 0,7-15 19 16,-7 15-33-16,5-12 5 0,-5 12-36 0,0 0 27 15,8-12-34-15,-8 12 26 0,0 0-29 0,0 0 28 16,0 0-31-16,0 0 25 0,0 0-32 0,13 7 29 15,-13-7-33-15,5 15 27 0,-5-15-62 0,5 14 60 16,-5-14-34-16,10 20 39 0,-10-20-41 0,9 19 41 16,-9-19-37-16,11 19 31 0,-11-19-33 15,14 16 42-15,-14-16-43 0,14 13 33 0,-14-13-29 16,15 8 32-16,-15-8-35 0,15 2 35 0,-15-2-45 16,16-2 45-16,-16 2-51 0,20-8 50 15,-8-1-3-15,-2-1-6 0,-1 0-4 0,1-6-2 16,-3-1-1-16,-2 2-3 0,0-1-8 0,-3-2 8 15,0 1-10-15,-2 17 1 0,0-29 14 0,0 29 4 16,-4-24 3-16,4 24-1 0,-7-19-4 0,7 19-2 16,-10-13 2-16,10 13-1 0,-15-4 0 0,15 4 20 15,-19 4-22-15,19-4-1 0,-23 13-1 0,11-1 1 16,0 0-36-16,1 2 33 0,-1 3-27 16,3 1 25-16,2 1-24 0,1 0 44 0,-1 0-39 0,3-2 38 15,1 1-46-15,3-2 49 0,0-16-46 16,0 28 45-16,0-28-39 0,8 25 37 0,-2-12-44 15,3-1 32-15,-9-12-41 0,15 12 13 0,-15-12-10 16,25 8-32-16,-25-8-17 0,31-2-33 0,-14-1-36 16,2-5 9-16,3 0-24 0,-2-3 42 0,-1-2 7 15,3-3 20-15,-1-1 15 0,-2-4 30 0,-4 5-1 16,-2-1 63-16,1 0 4 0,-3 0 41 16,0 3 11-16,-4 1 24 0,0 1 22 0,-7 12 7 15,11-18 4-15,-11 18-11 0,7-13-12 16,-7 13-11-16,0 0-24 0,9-12-13 0,-9 12-14 15,0 0-8-15,0 0-5 0,0 0-13 0,0 0 7 16,0 0-1-16,1 22-4 0,-1-22 2 0,-4 21-5 16,4-21-3-16,-4 25-1 0,0-9-2 0,0-2-3 15,4-14-1-15,-4 25-1 0,4-25 0 0,-4 22 0 16,4-22-2-16,-1 18 0 0,1-18-10 0,0 0 12 16,-3 19-13-16,3-19 11 0,0 0 5 0,0 0-2 15,0 0 6-15,3 16-3 0,-3-16 0 0,0 0-3 16,0 0 0-16,17-12-1 0,-17 12 0 0,16-21-3 15,-5 7-1-15,0-2-1 0,2-1 0 0,-1 1-11 16,1-2 2-16,1 2 11 0,-3 1-3 0,2-1 0 16,-2 6 2-16,-2-2 2 0,-9 12-1 0,15-15-2 15,-15 15 0-15,11-9-1 0,-11 9 0 16,0 0 2-16,0 0 0 0,0 0 3 0,23 4-3 16,-23-4 3-16,5 15-10 0,-5-15 1 15,5 21 12-15,-5-21-8 0,0 25 3 0,0-25 5 16,0 28-2-16,0-28 0 0,-3 28-2 0,3-28-3 15,-3 25-9-15,3-25-16 0,-4 22-35 0,4-22-21 16,0 0-33-16,-3 20-99 0,3-20-61 0,0 0-326 16,0 0-134-16</inkml:trace>
  <inkml:trace contextRef="#ctx0" brushRef="#br0" timeOffset="18159.5">15568 6007 438 0,'0'0'501'0,"4"-15"-99"0,-4 15-136 16,0 0-33-16,0 0-79 0,0 0 1 0,0 0-62 16,0 0 18-16,0 0-51 0,0 0 20 0,7 15 4 15,-7-15-22-15,1 32-5 0,0-12-19 0,-1 5-7 16,0 2 43-16,0 3-57 0,-1 7 4 16,0 1-7-16,-1-1-1 0,-2 2-6 0,0 0-4 15,1-3-11-15,0 0-14 0,-1-1-13 16,-1-3-33-16,0-4-31 0,0-3-43 0,0-3-36 15,-3-1-80-15,1-4 8 0,0-5-288 0,7-12-32 16</inkml:trace>
  <inkml:trace contextRef="#ctx0" brushRef="#br0" timeOffset="18429.9">15481 6457 439 0,'0'0'434'0,"-2"-21"-75"0,2 21-64 0,-2-19-58 15,2 19-16-15,-1-17-84 0,1 17 3 0,0 0-58 16,3-21 10-16,-3 21-48 0,6-13 18 0,-6 13-54 15,16-14-48-15,-4 7-75 0,5-2-102 0,1 1-78 16,5-1-251-16,1 1-45 0</inkml:trace>
  <inkml:trace contextRef="#ctx0" brushRef="#br0" timeOffset="18808.82">13937 7261 397 0,'-2'-19'604'0,"2"19"-149"0,0 0-111 0,-4-18-55 16,4 18-56-16,0 0-45 0,0 0-46 0,-2-20-38 15,2 20-22-15,0 0-11 0,0 0-17 0,0 0-5 16,0 0 2-16,0 0-5 0,-3 17-11 0,3-17-17 16,2 29 5-16,0-11-3 0,-1 5-4 0,1 1-2 15,2 3-3-15,-2 0-5 0,1 0-4 0,-1 1-4 16,0-2-20-16,3 2-31 0,-2-3-12 0,1 0-19 15,-2-3-31-15,0-2-47 0,0-1-40 0,-2-19-105 16,4 25 19-16,-4-25-276 0,1 17-80 16</inkml:trace>
  <inkml:trace contextRef="#ctx0" brushRef="#br0" timeOffset="19374.7">13912 7319 497 0,'-2'-24'519'0,"2"5"-120"16,-2 1-101-16,2 18-63 0,0-26 1 0,0 26-97 15,0-22 14-15,0 22-74 0,0 0-21 16,4-20-14-16,-4 20-6 0,0 0-10 0,14-6-2 0,-14 6-6 16,16 6-14-16,-4-1-2 0,2 3-9 0,3 1 17 15,0 3 1-15,4-1-1 0,-1 1-3 16,2 2-2-16,3 0-3 0,0 0-5 0,-4-3-6 16,0 0-7-16,2-3 2 0,0 0-16 0,0-2-19 15,-2-3 6-15,0-1 4 0,-3 0-1 0,2-5-2 16,-2 0-11-16,2-3 27 0,-4-2-9 0,2-1 25 15,-5 0 6-15,1-3 9 0,-3-2 8 0,-3 0-1 16,-3 1 9-16,1-3 19 0,-2 1 44 0,-4 15-54 16,0-26 50-16,0 26-45 0,-4-22 45 15,4 22-59-15,-12-18 38 0,12 18-50 0,-15-7 40 16,15 7-49-16,-23 0 41 0,23 0-51 0,-27 10 3 16,8 0-2-16,0 2 2 0,-4 3 0 0,2 3-8 15,1-1 3-15,0 1 9 0,4-2-1 0,1 0-7 16,4 0-11-16,-1-1-13 0,5-3-12 15,7-12-12-15,-10 20-28 0,10-20 5 0,0 0-11 16,-1 18-4-16,1-18-5 0,0 0 2 0,0 0 16 16,16 6-16-16,-16-6 26 0,18-10-1 0,-9 1 31 15,4-2-7-15,1-4 37 0,-1 0 1 0,-1-3 39 16,-1 0 10-16,3 0 28 0,-3 0-12 0,-1 0 45 16,0 2 48-16,-1 3-63 0,-2 2 77 0,-7 11-83 15,11-17 43-15,-11 17-68 0,9-12 40 0,-9 12-64 16,0 0 37-16,0 0-49 0,9-8 48 0,-9 8-60 15,0 0 53-15,9 17-52 0,-9-17-6 0,3 24 3 16,-1-7-3-16,2 0 0 0,0 6 1 0,-2 0-6 16,-1 4 1-16,1-1 1 15,0 3-4-15,0 0 12 0,2 4-5 0,-2-4-17 0,1-2-26 16,-1 2-27-16,3-2-39 0,-1-2-51 16,-1 1-49-16,-1-6-49 0,2-3-47 0,0-1-255 15,-4-16-72-15</inkml:trace>
  <inkml:trace contextRef="#ctx0" brushRef="#br0" timeOffset="19709.93">14645 7306 438 0,'0'0'600'0,"0"-16"-131"0,0 16-123 0,0 0-71 16,0-18-49-16,0 18-43 0,0 0-49 0,0 0-33 16,0 0-23-16,3-19-14 0,-3 19-13 0,0 0-9 15,0 0-1-15,0 0-6 0,7 21-4 0,-7-21-3 16,6 26-5-16,-2-10-10 0,0 6-4 15,-1 0 5-15,1 0-9 0,2 2 7 0,-2-1-2 16,0 1-7-16,-1 1-15 0,0-3-29 0,-2-4-35 16,3 0-39-16,-2-4-64 0,-2-14-59 0,5 24-123 15,-5-24-283-15,0 0-175 0</inkml:trace>
  <inkml:trace contextRef="#ctx0" brushRef="#br0" timeOffset="19893.93">14759 7099 507 0,'0'0'523'0,"-6"-16"-163"0,6 16-73 0,0 0-92 15,-9-14-15-15,9 14-66 0,0 0 2 0,0 0-52 16,0 0 5-16,0 0-74 0,-16 5 30 0,16-5-52 16,0 0-12-16,5 19-57 0,-5-19-22 0,12 24-66 15,-4-7-6-15,3-2-59 0,1 2-205 0,0 1 122 16</inkml:trace>
  <inkml:trace contextRef="#ctx0" brushRef="#br0" timeOffset="20726.16">15029 7302 496 0,'0'0'345'0,"11"-9"-85"16,-11 9-46-16,9-11-38 0,-9 11-23 16,0 0-27-16,8-17 28 0,-8 17-8 0,0 0-12 15,0 0-30-15,1-15-17 0,-1 15 39 0,0 0-73 0,0 0-13 16,0 0-11-16,0 0 9 0,-15-2-2 15,15 2-4-15,-13 9-7 0,13-9-4 0,-14 18-3 16,5-8-2-16,2 2-3 0,2 2-5 16,1-1 1-16,0 3-3 0,1-3-1 0,3-13-26 0,-2 26 21 15,2-26-2-15,2 27 10 0,-2-27-6 0,7 25 4 16,0-13-8-16,1-2-4 0,-8-10-7 16,17 15-11-16,-17-15-10 0,23 7-32 0,-23-7 14 0,25 3 5 15,-25-3 5-15,29-7-12 0,-12 1-1 0,0-3 10 16,-1-1 3-16,0-1 15 0,-3-4 7 15,-2 1 6-15,0-2 7 0,-2-3 6 0,-2 0-7 16,0 1 28-16,-1-2 20 0,-1 1 9 0,-1 3 42 16,0-1-42-16,-2 3 29 0,-2 14-48 15,7-24 35-15,-7 24-46 0,5-21 30 0,-5 21-44 16,6-16 33-16,-6 16-43 0,6-13 35 0,-6 13-41 16,0 0 39-16,13-11-33 0,-13 11 28 0,0 0-51 15,21 0 52-15,-21 0-41 0,18 7 6 0,-18-7 6 16,19 15 2-16,-10-5 1 0,1 2 2 0,-1 2 0 15,-1 0-2-15,0 0 3 0,-3 0-1 0,1 0 8 16,-1 0-9-16,-1 0 0 0,-4-14-25 16,6 23 29-16,-6-23 2 0,4 17 0 0,-4-17-6 15,0 0 4-15,4 20 0 0,-4-20 0 0,0 0-1 16,0 0-6-16,5 16-11 0,-5-16-4 0,0 0-19 16,0 0-12-16,0 0-5 0,0 0-8 0,14-11-25 15,-14 11-35-15,13-21-11 0,-5 9-40 0,3-2 9 16,-1-1-33-16,1 0 54 0,3 0-12 0,-1 1 50 15,0 0-26-15,0 0 63 0,-1 2-11 0,1 2 66 16,-3 0-4-16,1 1 69 0,-11 9-19 16,16-12 49-16,-16 12-14 0,12-10 37 0,-12 10-15 15,0 0 0-15,15-12 7 0,-15 12 6 0,0 0 5 16,0 0-12-16,0 0-15 0,0 0-7 16,0 0-3-16,15 5-12 0,-15-5-14 0,0 0-4 15,0 22-6-15,0-22-4 0,-1 22-13 0,1-22-1 16,-1 26 3-16,1-26 1 0,0 31-2 0,0-13-10 15,1-1-2-15,0 0 1 0,3 0-4 0,-1-1 1 16,-1-1 0-16,3-1-1 0,-1 0-10 0,2-2 3 16,-6-12 10-16,13 20 6 0,-13-20 1 0,14 14-2 15,-14-14-1-15,17 8-2 0,-17-8-1 0,18 0-2 16,-18 0-1-16,24-3 1 0,-9-2-2 0,-1-1-1 16,3-5 22-16,-4 1 8 0,4-2 4 15,-5-2 14-15,0-2 7 0,-1-2-9 16,-3 1 6-16,0-2 60 0,-2 0-56 0,-1 2 50 0,-3 0-49 15,-2 17 56-15,-1-32-60 0,-2 16 41 16,-3 1-68-16,-2 0 41 0,-3-1-59 0,-3 2 43 16,-2 2-57-16,-3 1 38 0,-2 3-84 0,-2 2 36 15,-2-1-97-15,-3 3-3 0,0 2-85 0,-2-1-104 16,-1 2-72-16,-1 1-363 0,-5 1-262 0</inkml:trace>
  <inkml:trace contextRef="#ctx0" brushRef="#br0" timeOffset="21460.1">16453 7175 674 0,'0'0'432'0,"5"-12"-69"16,-5 12-144-16,6-11-3 0,-6 11-76 0,6-16 5 15,-6 16-60-15,5-16 7 0,-5 16-42 16,6-22 14-16,-6 22-35 0,4-23 22 15,-4 23-37-15,1-25 24 0,-1 25-27 0,-3-25 6 16,3 25-8-16,-6-23 23 0,0 10-23 0,-3 2 11 16,0 3-1-16,-2 0 3 0,-3 2 8 0,-1 2-9 15,15 4 6-15,-30-3-4 0,11 4 46 0,-4 2-55 16,1 4 39-16,0 3-52 0,1-1 46 0,2 4-58 16,2 2 48-16,3 2-58 0,0-1 49 0,5 4-50 15,4 1 53-15,1-4-54 0,4 0 54 0,5 5-50 16,2-2 5-16,3 1 3 0,7 1 2 0,1-2 0 15,5 0 3-15,2-2 0 0,3 0 2 0,0 0 1 16,2-1-10-16,-1 0 4 0,-1 0 5 0,-1-1 8 16,-4 0-6-16,0-1 7 0,-5-1-4 15,-3 0 1-15,-2-2-2 0,-3-1 2 0,-3 0 2 16,-7-11-1-16,6 19-14 0,-6-19 20 0,-2 20 9 16,2-20-2-16,-13 23-9 0,1-10 6 15,-2-1-2-15,-3 0-2 0,-2-2-1 0,-2-1-2 16,-1-2-4-16,1 0 1 0,-2-1 1 0,1-2-10 15,4-1-10-15,18-3-7 0,-35-3-21 0,20-1-19 16,2-1-35-16,0-4-29 0,5-2-15 0,2-2-46 16,6 13 2-16,-2-26-31 0,6 8 32 0,3-2 14 15,3 1-47-15,2 0-201 0,4-2 175 0</inkml:trace>
  <inkml:trace contextRef="#ctx0" brushRef="#br0" timeOffset="22460.73">16618 7246 268 0,'0'0'289'15,"22"-1"-95"-15,-22 1-5 0,22 1-32 0,-22-1 4 16,23 4-11-16,-23-4-23 0,21 7-16 16,-21-7-7-16,23 13-7 0,-13-5-8 0,1 0-7 15,-2 3-12-15,1-1-12 0,1-1-16 0,-2 3-6 16,-1-3 0-16,1 2-2 0,-9-11-8 0,15 15-5 16,-15-15-2-16,14 14 3 0,-14-14 15 15,12 11 0-15,-12-11-6 0,12 6-14 0,-12-6 10 0,0 0-3 16,20 2-6-16,-20-2-6 0,16-5-5 15,-16 5 2-15,15-13-4 0,-15 13-1 0,15-16 1 16,-10 4-3-16,1-2 24 0,-3-1-39 0,-1-1 36 16,-1-2-24-16,-2 1 28 0,-1 0-22 0,-1 0 39 15,-3 2-22-15,1 1 30 0,-3 2-42 0,0 1 37 16,8 11-43-16,-17-15 39 0,17 15-48 0,-18-8 27 16,18 8-39-16,-23 2 56 0,23-2-49 15,-25 12 47-15,10 1-50 0,0 1-5 0,2 2 9 16,3 2 4-16,-2 3 1 0,3 0 1 0,2 0-1 15,2 1 3-15,1-1-10 0,3-3 2 0,2-1 17 16,3 0-14-16,4-1 2 0,1-1-8 0,0-4-8 16,5-1-17-16,-1-3-13 0,3 0-3 15,0-6-31-15,3 2 21 0,1-6-7 0,1 2 17 16,1-5 4-16,-1 1 7 0,-2-2 8 0,-1-3 10 16,-1 2 4-16,-1-1 12 0,-2-3 3 0,1 1 8 15,-2 0 19-15,-1 1 16 0,-3 0-1 0,1 0 8 16,0-1-1-16,-1 2-4 0,0-1-1 0,-9 10-6 15,16-14-5-15,-16 14 24 0,14-13-35 0,-14 13 27 16,16-11-48-16,-16 11 51 0,16-5-50 16,-16 5 33-16,17-3-37 0,-17 3 3 0,18 2 1 15,-18-2-1-15,22 6 4 0,-22-6 6 0,22 12-8 16,-12-3-11-16,0 1 14 0,-2-1-1 0,-8-9 3 16,12 19 1-16,-12-19 1 0,9 20 0 15,-9-20 1-15,1 19 0 0,-1-19 3 0,-4 18 0 16,4-18 0-16,-7 16-1 0,7-16-13 0,-10 14 2 15,10-14 10-15,-13 12 2 0,13-12-5 0,-12 5 1 16,12-5 0-16,0 0-2 0,-16 3 0 0,16-3-3 16,0 0-4-16,-15-11-7 0,15 11-6 0,-5-16-8 15,5 16-5-15,0-26-1 0,3 9-10 0,1-2-4 16,3-1 1-16,2 0-1 0,0 0 2 0,2 2 8 16,1 0 5-16,1 1 7 0,0 2 3 0,0 0 0 15,0 1 3-15,1 3 16 0,-2 2-1 16,0 0-7-16,-12 9 5 0,20-11 1 15,-20 11 3-15,16-6 4 0,-16 6 1 0,0 0 3 16,25 2-3-16,-25-2 7 0,17 6-1 0,-17-6 3 16,18 10-7-16,-18-10-3 0,17 14 0 0,-6-6 4 15,-2-1-7-15,2 2 1 0,1-1-2 0,-3 0-8 16,2-1-10-16,-11-7-14 0,21 13-21 0,-21-13-26 16,22 7-18-16,-22-7 9 0,22 2-43 0,-22-2 11 15,22-2-25-15,-22 2 38 0,24-6-23 0,-24 6 49 16,23-8-20-16,-23 8 57 0,18-13-20 0,-18 13 56 15,16-15-5-15,-16 15 26 0,11-22 31 0,-11 22 10 16,7-23 27-16,-7 23 27 0,1-28-6 0,-1 28 26 16,0-26 20-16,0 26-17 0,-5-26 36 0,5 26-29 15,-5-21 13-15,5 21-56 16,-6-15 39-16,6 15-67 0,-9-13 32 0,9 13-57 16,0 0 45-16,-12-9-64 0,12 9 45 0,0 0-56 15,0 0 46-15,-18 8-56 0,18-8 47 0,-12 18-48 16,5-7 45-16,1 2-62 0,1 2 56 0,1 0-53 15,-2 3 46-15,1 2-51 0,1 1 49 0,0-1-52 16,2-3-5-16,1 3-21 0,1-4-21 0,0-16-18 16,0 31-48-16,0-31-57 0,2 25-43 0,-2-25-58 15,4 16 35-15,-4-16-283 0,7 12-36 16</inkml:trace>
  <inkml:trace contextRef="#ctx0" brushRef="#br0" timeOffset="22660.53">17811 7115 112 0,'0'0'613'0,"12"-16"-162"16,-12 16-119-16,8-13-59 0,-8 13-81 0,0 0 4 16,11-8-55-16,-11 8 30 0,0 0-63 0,0 0 22 15,9 10-64-15,-9-10 34 0,5 15-62 0,-5-15 33 16,3 23-60-16,-3-23 48 0,1 27-64 0,-1-27 57 16,0 34-57-16,-2-17 43 0,0 7-60 15,0-2 34-15,-1-2-68 0,1-3 10 0,-1 0-63 16,0-1-37-16,3-16-43 0,-4 23-77 0,4-23-27 15,-7 15-290-15,7-15-117 0</inkml:trace>
  <inkml:trace contextRef="#ctx0" brushRef="#br0" timeOffset="22812.17">17916 7025 192 0,'2'-26'554'0,"-2"26"-181"15,0-21-79-15,0 21-83 0,-4-16-45 0,4 16-33 16,0 0-36-16,-6-14-22 0,6 14-9 0,0 0-17 15,0 0-23-15,0 0-41 0,0 0-34 0,0 0-53 16,0 0-52-16,-6 14-54 0,6-14-41 0,3 17-187 16,-3-17 159-16</inkml:trace>
  <inkml:trace contextRef="#ctx0" brushRef="#br0" timeOffset="23095.07">18078 7174 12 0,'0'0'374'16,"20"0"-122"-16,-20 0-29 0,21-8-61 0,-21 8-7 15,23-9-3-15,-23 9-5 0,20-12-10 16,-20 12 18-16,18-13 0 0,-18 13 25 0,13-12-28 16,-13 12 18-16,11-8-50 0,-11 8 25 15,0 0-71-15,7-9 27 0,-7 9-58 0,0 0 46 0,0 0-63 16,0 0 52-16,0 0-51 0,0 0 47 16,-22 7-51-16,13 3 46 0,-1-1-59 0,-3 4 47 15,2 2-62-15,-1 2 52 0,2-1-60 0,1 1 50 16,0 0-52-16,4-2 50 0,0-1-54 0,2 1 5 15,3-15-6-15,-4 26-1 0,4-26-13 0,5 24 8 16,2-13 2-16,4 0-5 0,0-4-36 0,5-1-42 16,0-2-1-16,3-1-29 0,0-3-18 0,5-2-29 15,1-2-55-15,0-1 10 0,4-4-17 0,-1-3 76 16,-1-2-307-16,-3-1 79 0</inkml:trace>
  <inkml:trace contextRef="#ctx0" brushRef="#br0" timeOffset="23427.12">18494 7178 588 0,'11'-17'274'0,"-2"2"26"0,-3 3-27 16,-6 12-20-16,9-22-45 0,-9 22 11 15,7-14-71-15,-7 14 20 0,0 0-69 0,0 0 14 16,0 0-62-16,0 0 33 0,0 0-52 0,0 0 42 16,0 0-48-16,0 0 45 0,-13 10-61 0,13-10 48 15,-4 19-57-15,4-19 38 0,-3 25-46 0,3-25 49 16,-1 25-64-16,1-25 59 0,2 25-48 0,-2-25 47 16,6 22-37-16,-6-22 57 0,8 18-52 0,-8-18 56 15,13 12-57-15,-13-12 49 0,13 7-56 0,-13-7 46 16,0 0-53-16,29-4 48 0,-29 4-59 0,25-11 55 15,-9 1-52-15,-1-1 50 0,2-1-53 0,-3-2 50 16,2-2-48-16,-3-1 48 0,2-5-54 16,0-2 53-16,-4 3-55 0,0 1 51 0,-3 1-47 15,-1 1 46-15,-2 4-54 0,-5 14 61 16,7-18-54-16,-7 18 51 0,0 0-52 0,0 0 51 16,-5-15-52-16,5 15 55 0,-16 4-54 0,5 1 48 15,-5 5-5-15,0 4 4 0,-2 0-60 0,-1 4 62 16,1 3-49-16,0 0 49 0,3 2-62 0,-1-2 13 15,5-2-88-15,1-1-31 0,3 1-100 0,1-5-120 16,0-2-382-16,6-12-272 0</inkml:trace>
  <inkml:trace contextRef="#ctx0" brushRef="#br0" timeOffset="24043.97">21697 5450 201 0,'-2'-26'641'0,"2"2"-147"0,-2 5-148 0,1 4-41 16,1 15-92-16,-1-25-23 0,1 25-67 0,0 0 1 15,-1-19-67-15,1 19 25 0,0 0-46 0,0 0 25 16,2 24-41-16,-1 0 28 0,1 13-6 0,0 6-38 16,0 7 32-16,0 19-37 0,0 8 29 15,-1 9-28-15,0 7 52 0,-1 5 17 16,-2 29 1-16,1 4-11 0,-2-1-24 0,-1-1 8 16,1-4-6-16,-2-25 41 0,3-1-56 0,-1 0-11 15,0-2-14-15,0-4-18 0,0-5-26 0,1-5-23 16,0-8-19-16,0-7-6 0,0-7-13 0,2-16-20 15,0-6-46-15,0-10-57 0,0-5-48 0,2-6-63 16,-2-18-218-16,5 16-73 0</inkml:trace>
  <inkml:trace contextRef="#ctx0" brushRef="#br0" timeOffset="25245.81">22087 5450 681 0,'9'-22'407'15,"4"-2"-64"-15,2-1-133 0,2 3-10 0,5-1-73 16,4-1 6-16,4 0-56 0,11-3-13 0,5 0-15 16,7-1-11-16,2 3-9 0,6-1-5 0,5-1-8 15,5 3-11-15,4 0 36 0,7-1-36 0,24-2 4 16,5 1-2-16,4 0 26 0,5 3-32 15,2 2 26-15,4 0-29 0,8 3 20 0,4-6-26 16,5 9 35-16,2-1-38 0,3 0 31 0,3 1-3 16,7 1-30-16,1-2 29 0,2 2-33 15,0-1 24-15,1 3 10 0,1-2 1 0,0-1-2 16,0 3 1-16,-4 0 4 0,-6-1 2 0,0 2-1 16,-2 0-37-16,-3 1 41 0,-8 1-37 0,-4 0 48 15,-8 2-45-15,-26 1 56 0,-2 1-40 0,-1 0 45 16,-4 0-44-16,-3 0 36 0,-5 2-35 0,-3-1 41 15,-1 0-24-15,-9 0 12 0,-1 1-30 0,-5-2 29 16,-3 1-36-16,-12 1 35 0,-1-2-12 16,-2 2 25-16,-4-1-23 0,-1 2 20 0,-4-3-20 15,-3 3-8-15,-7 0-2 0,-4 0 15 0,-5 1-23 16,-1 1 16-16,-3 1-18 0,0 2 18 16,-1 0-16-16,-2 2 19 0,0 2-9 0,0 2 13 15,1 2-17-15,-4 3 26 0,1 3-4 0,-2 2-9 16,0 6 10-16,1 6-15 0,-5 4 8 0,-1 6-15 15,-4 5 0-15,0 4-1 0,-4 17-2 0,-1 4-1 16,-3 3 7-16,-3 4-15 0,-2 3 17 0,0 2-4 16,0 4-17-16,-1 0 4 0,1-1-6 0,2 0 11 15,0-4-11-15,4 0 8 0,-1-6 1 0,4 1 51 16,1-4-58-16,1-4-2 0,1 0-6 0,1-3 9 16,2-2 0-16,0-2-11 0,-1-3 10 15,1-10-7-15,0 0 11 0,-1-2 0 0,-2 1-1 16,-1-3-6-16,0-1 8 0,-2-2 0 15,-2-1 49-15,-2-3-61 0,1-3 51 0,-3-1-7 16,0-2-55-16,-3-2 51 0,0-3-59 0,-2-2 59 16,-2-1-55-16,0-2 55 0,0-5-57 0,-3-2 56 15,3-2-54-15,-4-2 53 0,0 0-53 0,-4-3 54 16,0 0-56-16,-4-2 56 0,-4 0-62 0,-3-1 60 16,-4-1-56-16,-3-2 54 0,-3 1-54 0,-4-2 4 15,-5 0 50-15,0-1-53 0,-15-1 55 0,-3 1-55 16,0-1 54-16,-6 1-53 0,-1-1 54 0,-6-3-56 15,-2 4 52-15,-4-2-53 0,-4 2 55 0,-2-3-62 16,-3 3 55-16,-3 0-46 0,-1 1 53 16,-7-1-54-16,3 2 53 0,-29 0-53 15,27 0 48-15,-21 1-50 0,22 0 53 0,-22 2-47 16,23-1 49-16,-21 0-53 0,23 1 53 0,-24 0-53 16,26 1 52-16,-1 0-62 0,1 0 58 0,0 1-50 15,-22 3 58-15,23-4-54 0,0 2 3 0,-22 8 7 16,27-8 0-16,-4 2 45 0,2 0-48 0,0-1 51 15,0 3-54-15,2-2 4 0,1 2 4 0,0-2 2 16,3 2-1-16,3-1 2 0,5 2 2 0,2-4 1 16,6 2 40-16,2-2-61 0,4-2 0 0,1 3-7 15,2-3 2-15,3-2 4 0,14 0 5 0,-13 2 3 16,3-2 4-16,10 0-4 0,1 1 11 16,0-1 1-16,1 1 1 0,1 1-4 0,2-2-13 15,-2 2 2-15,1 2 3 0,0-1-11 0,2 1 21 16,0 0-4-16,1-1 6 0,2 2 3 0,1 0 0 15,2-1-5-15,0-1 7 0,4-1-25 16,1-1 29-16,1 2-1 0,1-3-14 0,5 1 5 16,1-1-2-16,-1-1 2 0,2 2-2 0,-1 0-15 15,1-4 20-15,1 4 2 0,0-2-1 0,2 1 2 16,0 0-5-16,0-1 7 0,1 1-2 0,0-2 1 16,0 3-8-16,1-1-2 0,3-2-2 0,-1 1 6 15,2-1 2-15,-1 1 2 0,2 0-5 0,15-4 6 16,-26 4 45-16,26-4-59 0,-25 5 59 15,25-5-55-15,-18 3 50 0,18-3-55 0,0 0 51 16,-20 2-53-16,20-2 47 0,0 0-58 0,0 0 41 16,-19 4-61-16,19-4 47 0,0 0-62 15,0 0 34-15,0 0-60 0,0 0-9 0,-15 3-8 16,15-3-36-16,0 0-48 0,0 0-63 0,0 0-103 16,0 0-265-16,0 0-155 0</inkml:trace>
  <inkml:trace contextRef="#ctx0" brushRef="#br0" timeOffset="26611.82">22550 5867 297 0,'0'0'566'0,"0"0"-200"15,-4-21-38-15,4 21-117 0,0 0 0 16,-4-14-78-16,4 14 8 0,0 0-64 0,0 0 20 16,0 0-44-16,0 0 20 0,0 0-49 0,0 0 34 15,-17 11-46-15,13 5 34 0,-1 3-50 0,0 3 33 16,-2 10-8-16,2 2-2 0,0 4 6 0,1 2-9 15,-2 3 45-15,2 2-53 0,-2 1-1 0,2 3-1 16,0-1 5-16,0-1-50 0,0 1 32 0,1-1-38 16,2-3 23-16,0-2-48 0,0-1-13 15,1-4-42-15,1-8-44 0,-1-3-2 0,1-2-40 16,1-6 1-16,-2-18-42 0,1 26-190 0,-1-26 142 16</inkml:trace>
  <inkml:trace contextRef="#ctx0" brushRef="#br0" timeOffset="27595.37">22172 6018 500 0,'0'0'450'16,"-12"-11"-84"-16,12 11-102 0,0 0-27 0,-12-12-49 15,12 12-37-15,0 0-67 0,0 0 21 16,0 0-56-16,0 0 30 0,0 0-34 16,0 0 44-16,0 0 9 0,16 12-9 0,-2 2 4 0,0 1-12 15,6 8-3-15,0 2-15 0,3 2-10 16,1 4 40-16,6 6-61 0,1 1-20 0,1 3 10 15,1-1-5-15,1 3-1 0,-1-5-10 0,1 3 6 16,2-1-1-16,-2 0-4 0,0-3-2 0,0 0-17 16,-1-2-39-16,-6-8-35 0,0-1-49 0,-1-2-68 15,-2-2-88-15,-3-3-132 0,-2-6-216 0,-3-3-170 16</inkml:trace>
  <inkml:trace contextRef="#ctx0" brushRef="#br0" timeOffset="27979.16">23318 5955 566 0,'9'-23'519'16,"-9"23"-68"-16,5-21-147 0,-5 21-25 0,4-16-84 16,-4 16 0-16,0 0-78 0,3-17 0 0,-3 17-44 15,0 0 25-15,0 0-34 0,0 0 18 0,0 0-32 16,-2 29 4-16,1-11-4 0,-1 6-10 0,1 5-4 15,0 0-7-15,-1 7 39 0,1 0-66 16,-1 3 54-16,1 0-59 0,0-2-7 0,0 1-37 16,-1-2-14-16,1 0-24 0,0-7-21 0,-1 0-29 15,2-2-43-15,-2-3-55 0,0-1-60 0,0-6-21 16,2-17-257-16,-5 23-92 0</inkml:trace>
  <inkml:trace contextRef="#ctx0" brushRef="#br0" timeOffset="28579.37">23212 6058 499 0,'-3'-24'441'0,"0"-1"-40"16,0 4-131-16,1 3-20 0,0 2-86 15,2 16 7-15,-3-25-73 0,3 25 22 0,-3-19-65 16,3 19 10-16,0 0-47 0,-1-18 40 0,1 18-48 16,0 0 33-16,0 0-44 0,0 0 35 15,26 8-40-15,-14 0 24 0,5 4-27 0,-1 2 37 0,7 3-48 16,0 0 44-16,1 2-5 0,0-2-6 0,0 0-13 15,1-2-7-15,0 2-15 0,0-4-5 16,-5-4-1-16,1 0-4 0,0-1 2 0,-1-4 3 16,-3 0 4-16,1-3 1 0,-18-1 0 0,31-1 14 15,-14-3 5-15,-2-1-4 0,1-4 11 16,0-3-8-16,-2 0-11 0,0-5 26 0,-3 0-33 16,-1-4 44-16,2-4-28 0,-5 1 53 0,0 2 5 15,-2 0 7-15,-1 3-1 0,0 2 3 0,-4 17-4 16,2-25-7-16,-2 25-8 0,-2-17-16 0,2 17 1 15,0 0-7-15,-15-9-38 0,15 9 38 0,-21 9-33 16,7 1 26-16,-3 5-34 0,1 0 40 0,-3 4-39 16,1 2 37-16,0-1-37 0,4-3 32 15,1 2 5-15,2-1-21 0,0 0-15 0,3-2-52 16,2-3 15-16,6-13 10 0,-6 20-24 0,6-20-22 16,-2 17-8-16,2-17-10 0,0 0 12 15,5 14-14-15,-5-14 26 0,0 0 4 0,0 0 33 16,24-5-12-16,-13-4 28 0,-2 0 1 0,4-6 37 15,-2-2 5-15,2-1 27 0,0-5 15 0,-5 1 11 16,6-1 26-16,-3 2-24 0,0 2 35 0,-1 2-6 16,-1 3-8-16,-1 2-11 0,-8 12-18 15,12-18-17-15,-12 18-7 0,10-12-17 0,-10 12-2 0,0 0 31 16,0 0 7-16,18 10 1 0,-18-10-3 0,10 23-8 16,-6-6-10-16,0 6-3 0,0-1-10 15,-1 3 1-15,0 3-10 0,-2 1 5 16,-1 0 45-16,-1 7-59 0,1-6 48 0,-4 6-56 15,1 0 45-15,2-2-76 0,-1-6 33 0,0 0-71 16,0-1-12-16,2-3-25 0,-2-3-43 0,2-3-14 16,0-18-61-16,2 28-2 0,-2-28-79 0,4 17-211 15,-4-17-9-15</inkml:trace>
  <inkml:trace contextRef="#ctx0" brushRef="#br0" timeOffset="28779.45">23952 6195 297 0,'12'-21'442'0,"-2"1"-88"16,-1 2-74-16,-1 2-32 0,0 4-58 15,-8 12-1-15,9-20-31 0,-9 20-68 16,7-13 7-16,-7 13-3 0,0 0-17 0,0 0 4 16,0 0-19-16,0 0 5 0,11 11-17 0,-11-11-10 15,0 23-7-15,0-23 36 0,0 29-57 0,0-10 42 16,0-2-61-16,-1 2 55 0,0 1-60 0,0-1 7 16,0-2-1-16,0 2-7 0,1-19-27 0,-2 27-23 15,2-27-40-15,0 24-34 0,0-24-46 0,0 0-62 16,0 22-21-16,0-22-298 0,0 0-78 0</inkml:trace>
  <inkml:trace contextRef="#ctx0" brushRef="#br0" timeOffset="28916.34">24069 5944 374 0,'0'0'339'16,"-1"-24"-84"-16,1 24-64 0,-5-15-49 0,5 15-40 15,0 0-41-15,0 0-31 0,-14-7-28 0,14 7-18 16,0 0-15-16,-7 14-29 0,7-14-30 0,-2 22-33 15,2-22-77-15,0 29-85 0,4-12 83 0</inkml:trace>
  <inkml:trace contextRef="#ctx0" brushRef="#br0" timeOffset="29412.94">24338 6182 244 0,'0'0'414'0,"20"-11"-114"0,-20 11-45 16,17-14-25-16,-17 14-57 0,11-15 12 0,-11 15-57 15,8-11 43-15,-8 11-23 0,0 0-24 0,6-13-23 16,-6 13-30-16,0 0-9 0,0 0-11 16,0 0-7-16,-20 0-11 0,20 0-60 0,-21 13 60 15,7-2-3-15,2 1-8 0,-2 2 33 0,2 1-63 16,-1 0 59-16,2-1-52 0,1 2 37 16,1 0-44-1,3-3 3-15,6-13-1 0,-6 22 1 0,6-22-12 0,-2 19 4 0,2-19-8 0,5 16-10 16,-5-16-6-16,10 12-5 0,-10-12-13 0,18 8-15 15,-18-8-3-15,23 0-39 0,-8-3-16 0,3-3-7 16,0 0 8-16,1-2 14 0,1-4 24 0,-1 0 30 16,-2-2 20-16,-1-1-8 0,1-2 40 15,-4 0-10-15,-2-2 40 0,-2 0 6 0,0 3 32 16,1-2 20-16,-4 4-7 0,-1 1 48 0,-5 13-12 16,8-21-5-16,-8 21-13 0,5-16-16 0,-5 16-16 15,0 0-12-15,8-18-24 0,-8 18 3 0,0 0-6 16,8-10-4-16,-8 10-4 0,0 0-3 0,14-3-2 15,-14 3-1-15,0 0-11 0,24 8 8 0,-24-8 2 16,18 11-5-16,-8-3 3 0,0 2-1 16,1 0 24-16,-1 2-30 0,-1-1 27 0,0 0-32 15,0 1 29-15,-2-1-42 0,1 2 43 16,-1-2-32-16,-7-11 27 0,9 18-27 0,-9-18 33 16,8 17-37-16,-8-17 31 0,6 14-35 0,-6-14 25 15,0 0-41-15,6 15 3 0,-6-15-29 0,0 0-35 16,0 0-56-16,0 0-43 0,0 0-22 0,0 0-3 15,0 0-70-15,0 0-150 0,0 0 148 0</inkml:trace>
  <inkml:trace contextRef="#ctx0" brushRef="#br0" timeOffset="29797.12">24949 6017 103 0,'0'0'414'15,"0"0"-144"-15,0 0-49 0,15 4-56 0,-15-4-11 16,0 0-36-16,10 13-15 0,-10-13-22 0,5 12-9 15,-5-12-8-15,7 17 7 0,-7-17-16 0,3 22-11 16,-3-22-8-16,3 26 1 0,-3-26-12 0,3 29-4 16,-3-12-4-16,2 0 6 0,-2 0-11 0,0-17 2 15,0 34-4-15,0-34-2 0,2 31-3 0,-2-31 4 16,2 27-17-16,-2-27 30 0,4 24-2 0,-4-24-2 16,6 20 31-16,-6-20-5 0,7 17-7 15,-7-17 3-15,12 10-12 0,-12-10 8 16,15 8 2-16,-15-8-7 0,20 1-2 0,-20-1 1 15,26-5 1-15,-12 0 4 0,1-2 5 0,0-3 44 16,3-1-58-16,-5-2 57 0,2-2-53 0,-3-1 50 16,-1-1-48-16,1-1 10 0,-5 1 7 0,-1-1 7 15,-1 2 7-15,-3 0 5 0,-2 16-8 0,0-27-21 16,-3 12-1-16,-1 1-3 0,-3 0-9 0,-5-1-3 16,1 0-7-16,-3 3-8 0,-2 1 3 0,0 1-12 15,-4 0-22-15,-1 2-45 0,1 1-16 16,-2 3-61-16,-1-1 17 0,0 3-45 15,4 1-57-15,0 1-77 0,-2 0-11 0,3 1-276 16,1 1-130-16</inkml:trace>
  <inkml:trace contextRef="#ctx0" brushRef="#br0" timeOffset="30513.34">25971 6038 365 0,'-10'-17'507'0,"10"17"-119"0,-12-17-123 16,12 17-41-16,-17-13-84 0,17 13 11 0,-22-13-64 15,8 9 21-15,-1 0-53 0,-1 1 28 16,16 3-48-16,-31-1 24 0,31 1-1 0,-29 2-25 0,15 1 5 16,14-3-11-16,-27 11-5 15,15-3-5-15,1 0-2 0,11-8-4 0,-12 18-3 16,12-18 1-16,-6 19-14 0,6-19 13 0,6 21-4 16,2-9 1-16,3 2-2 0,5 0 2 0,0 1-3 15,6-1 30-15,1 2-35 0,-1-3 28 0,2 2-46 16,-3-2 43-16,-1-2-30 0,-2 0 29 0,0 1-26 15,-5-4 21-15,-1 0-30 0,-1 0 31 0,-11-8-31 16,13 13 60-16,-13-13-35 0,10 13 1 0,-10-13 12 16,0 0 1-16,-6 17-3 0,6-17-1 0,-17 13-9 15,4-5 3-15,-3-3-9 0,-4 3 4 0,0-4-9 16,-5 1 4-16,2 0 17 0,-2-2-34 16,0-2-26-16,4-1-26 0,0-1-43 15,2-2-47-15,-2-2-88 0,3-1-33 0,3-1-5 16,0-2-258-16,5-3-33 0</inkml:trace>
  <inkml:trace contextRef="#ctx0" brushRef="#br0" timeOffset="30697.65">25780 6041 472 0,'0'0'425'0,"0"0"-68"16,13-8-102-16,-13 8-53 0,0 0-55 16,0 0-14-16,0 0-42 0,0 0 1 15,-7 13-56-15,7-13 43 0,-9 17-24 0,1-6-4 16,-1 4-9-16,-1 1-8 0,0 2-5 0,-1 1 16 15,-4 6-39-15,2 1 30 0,-3 1-28 0,1 2-12 16,-1-3-29-16,1 3-58 0,2 0-54 0,1-4-93 16,5-4-12-16,-3-1-283 0,6-3-22 0</inkml:trace>
  <inkml:trace contextRef="#ctx0" brushRef="#br0" timeOffset="31714.35">26118 6166 628 0,'0'0'485'0,"17"-13"-118"0,-17 13-107 0,11-10-52 15,-11 10-44-15,0 0-37 0,14-8-24 0,-14 8-21 16,0 0-16-16,0 0-12 0,0 0-13 0,13 7-23 16,-13-7 8-16,0 0 31 0,6 15-47 0,-6-15 26 15,8 12-34-15,-8-12 27 0,6 13-34 16,-6-13 28-16,0 0-40 0,9 13 35 0,-9-13-37 15,0 0 38-15,9 9-26 0,-9-9 25 0,0 0-27 16,0 0 26-16,0 0-32 0,0 0 26 0,16-4-29 16,-16 4 34-16,0 0-35 0,7-19 2 0,-7 19 3 15,4-19 0-15,-4 19 1 0,2-25 1 0,-2 25-10 16,-4-28 17-16,4 28-28 0,-3-25 40 0,3 25-29 16,-6-18 37-16,6 18-37 0,-5-13 35 15,5 13-44-15,0 0 47 0,-16-5-39 0,16 5 40 16,-17 9-2-16,5 1-4 0,1 2 0 15,-2 2-4-15,1 2-12 0,2 0 13 0,3 0 31 16,-1-3-41-16,4 4 25 0,0-2-29 0,4-15 25 16,0 26-31-16,0-26-9 0,4 22-18 0,-4-22 10 15,12 19 2-15,-12-19-8 0,15 13-6 0,-15-13-1 16,23 9 4-16,-23-9 4 0,25 3-7 0,-25-3 10 16,27-3 33-16,-12-2-32 0,1 1 12 0,-1-3 8 15,2-1 3-15,0-1 8 0,-3 1 19 16,1-1-5-16,-1 1 20 0,-3 0 1 0,2-1 2 15,-13 9 7-15,19-11 2 0,-19 11-4 16,16-10-9-16,-16 10-21 0,13-5 14 0,-13 5-4 16,0 0 0-16,0 0-3 0,25 2-2 0,-25-2-1 15,13 10-6-15,-13-10 1 0,12 14 31 0,-12-14-41 16,10 20 30-16,-10-20-37 0,9 24-6 0,-9-24 9 16,5 23 1-16,-5-23 0 0,3 25 1 0,-3-25 0 15,-3 20 1-15,3-20-11 0,-5 17 14 0,5-17-4 16,-6 15 4-16,6-15-1 0,-9 13 1 15,9-13-1-15,-12 8-1 0,12-8-1 0,0 0-12 16,-17 2 14-16,17-2-5 0,0 0-4 16,-17-9-9-16,17 9 15 0,-6-14-38 0,6 14 8 15,-4-22-16-15,4 22-4 0,4-31-11 0,2 10-15 16,1 0 8-16,1 1 7 0,2-1 10 0,-1 1 5 16,3 1 2-16,1 2 23 0,-1 1 0 0,-3 3 1 15,1 1 7-15,-3 2 0 0,-7 10 5 0,18-13 0 16,-18 13-1-16,13-6 31 0,-13 6 7 0,0 0-1 15,0 0-4-15,21 0 15 0,-21 0-24 0,0 0 22 16,16 14-40-16,-16-14 37 0,9 15-1 0,-9-15-12 16,13 17-6-16,-5-5 0 0,0-2-3 15,1 1-2-15,1-1-3 0,0 2-11 0,1-2 16 16,1 0-7-16,1-2 1 0,-2-1-4 16,1 0-6-16,1 0-9 0,-13-7-10 0,23 6-13 15,-23-6-4-15,22 3 1 0,-22-3-6 0,20-1 3 16,-20 1 1-16,20-6 4 0,-20 6-16 0,19-14 12 15,-19 14 1-15,15-17 24 0,-8 5-11 0,0-3 20 16,-2 0 0-16,-1-1 20 0,0-4 3 0,0 3 8 16,-3 0 39-16,1 0-7 0,-2 17 39 15,2-28-35-15,-2 28 36 0,2-22-52 0,-2 22 40 16,-2-20-57-16,2 20 35 0,0 0-58 0,-2-16 43 16,2 16-54-16,0 0 45 0,0 0-46 0,0 0 41 15,0 0-46-15,0 0 29 0,-22 7-35 16,22-7 45-16,-10 18-59 0,4-5 72 0,-1 2-53 15,1-2 41-15,-2 6-5 0,2-1-4 0,1 0-2 16,1-2-5-16,0 0-27 0,-1 0 12 0,0-1-64 16,5-15-44-16,-4 24-64 0,4-24-27 0,-3 20-58 15,3-20-17-15,0 0-217 0,3 16 48 16</inkml:trace>
  <inkml:trace contextRef="#ctx0" brushRef="#br0" timeOffset="31914.4">26934 6089 338 0,'8'-11'438'0,"-8"11"-103"0,13-17-36 0,-13 17-109 16,9-12-3-16,-9 12-68 0,0 0 5 0,12-10-39 16,-12 10 29-16,0 0-45 0,0 0 21 15,0 0-22-15,6 16 8 0,-6-16-25 0,0 20 1 16,0-20-13-16,0 27 2 0,0-10-13 16,-2 1 30-16,0-1-44 0,0 3-5 0,-1-3-8 15,0 1-10-15,1 0-1 0,-2-1-12 0,2 0-25 16,2-17-44-16,-5 24-53 0,5-24-86 0,-4 17-23 15,4-17-327-15,0 0-113 0</inkml:trace>
  <inkml:trace contextRef="#ctx0" brushRef="#br0" timeOffset="32081.21">27063 5975 502 0,'0'0'353'0,"2"-19"-103"0,-2 19-55 16,0 0-36-16,0 0-58 0,-2-20-15 0,2 20-25 15,0 0-5-15,0 0-10 0,0 0-31 0,0 0-26 16,0 0-35-16,0 0-33 0,0 0-44 0,-12 10-44 16,12-10-72-16,0 0-95 0,0 0 255 0</inkml:trace>
  <inkml:trace contextRef="#ctx0" brushRef="#br0" timeOffset="32314.8">27200 6004 94 0,'0'0'615'0,"0"0"-205"15,18 3-58-15,-18-3-78 0,0 0-92 0,0 0 10 16,0 0-85-16,0 0 25 0,0 0-24 0,0 0-12 16,0 0-21-16,-7 24-11 0,7-24-13 0,-14 22-4 15,6-9-14-15,-2 0 0 0,1 5-8 0,-1 1-3 16,2-3 36-16,0 1-52 0,1-3 43 0,3 1-52 16,-1 1 35-16,1-2-49 0,4-14 4 15,-5 24 5-15,5-24-4 0,2 21-9 0,-2-21-19 16,7 18-14-16,-7-18-15 0,11 15-18 0,-11-15-33 15,19 9-37-15,-19-9-8 0,21 2-47 16,-21-2 22-16,27-2-40 0,-10-2 72 0,2-5-63 0,2 2-155 16,4-7 218-16</inkml:trace>
  <inkml:trace contextRef="#ctx0" brushRef="#br0" timeOffset="32647.8">27445 6150 556 0,'14'-12'281'0,"-3"2"-19"0,-3 2-2 0,-8 8-47 16,16-12-4-16,-16 12-88 0,0 0 21 0,12-9-60 15,-12 9 30-15,0 0-56 0,0 0 34 16,0 0-14-16,-5 17-11 0,5-17-10 0,-8 20-16 15,8-20-19-15,-8 23 40 0,8-23-44 0,-7 20 29 16,7-20-38-16,-2 24-2 0,2-24-1 0,0 20 1 16,0-20 0-16,4 18-6 0,-4-18 16 0,8 12-4 15,-8-12 0-15,11 8-1 0,-11-8-2 0,17 6-2 16,-17-6-2-16,21-1 2 0,-21 1 19 16,27-8-37-16,-11-1 11 0,-1-2 3 0,0 0 5 0,-3-3-6 15,-3-1 0-15,3-4-1 0,-4 1-41 16,-3-2 36-16,0 4-16 0,-3-1 75 15,-2 17-43-15,0-26 43 0,0 26-37 0,-9-24 32 16,9 24-34-16,-14-16 26 0,14 16-30 0,-24-8 26 16,24 8-48-16,-29 2 41 0,8 5-37 0,2 3 31 15,0 2 2-15,-4 2-14 0,3 6-2 0,3 0-1 16,0 2 45-16,4 1-58 0,-1 1 54 0,3-2-56 16,2 5-32-16,-2 2-30 0,6-5-23 0,-1-2-50 15,1 2-43-15,-1 2-85 0,2-3-1 0,-2 0-26 16,2-2-262-16,2-1-69 0</inkml:trace>
  <inkml:trace contextRef="#ctx0" brushRef="#br0" timeOffset="33681.94">8439 8078 633 0,'20'5'472'15,"-20"-5"-113"-15,0 0-104 0,0 0-63 16,16 5-36-16,-16-5-22 0,14 7-25 0,-14-7-21 16,22 13-16-16,-5-4-10 0,1 2-8 0,1 1-45 15,6 4 39-15,1 1-45 0,1 2 37 0,3 0-43 16,2 3 38-16,1-1-44 0,8 7 27 0,2 0 11 15,-1 1-4-15,4 0-34 0,-1 3 72 0,2 0-82 16,2 1 70-16,3 1-50 0,2 3 50 0,1 1-52 16,4-1 40-16,1 3-48 0,6 4 7 0,14 10 19 15,1 1 9-15,1-1 1 0,-1 3-2 16,4-3 45-16,-2 4-63 0,2 0 51 0,2-1-50 0,5 0 45 16,1 0-47-16,1 1 65 0,5-2-54 15,-2 2 48-15,2 0-53 0,4 0 61 0,2 0-58 16,4 0 55-16,1-1-56 0,3 0 51 0,0-1-54 15,0-1 56-15,0 0-4 0,2-1-10 0,2-1-5 16,1 1 9-16,0-2 5 0,-2 1-17 0,-1-2-9 16,-2 2 0-16,2-1-3 0,0 1-9 0,-2-3-27 15,0 0 26-15,-2-3-49 0,-4-1 54 16,-3-2-7-16,-5-3 1 0,-1-2-9 0,-21-7-24 16,-1-4 16-16,-1-1 7 0,-4-2 2 0,-1-1-3 15,-5 0-9-15,-5-6 8 0,-5 0-28 0,-12-6-10 16,-5 1-46-16,-5-3-48 0,-8-4-38 15,-2 1-35-15,-6-1-45 0,0-3-42 0,-17-3-24 16,17 4-46-16,-17-4 5 0,0 0-20 0,14-8-159 16,-14 8-12-16</inkml:trace>
  <inkml:trace contextRef="#ctx0" brushRef="#br0" timeOffset="34231.91">15348 7914 397 0,'4'-15'646'0,"-1"-2"-94"15,-3 17-181-15,6-21-23 0,-6 21-121 0,4-18-21 16,-4 18-87-16,0 0 18 0,3-15-82 0,-3 15 42 15,0 0-67-15,0 0 41 0,0 0-53 0,-6 30 48 16,2-6-50-16,-2 12 42 0,-2 6-59 0,-1 16-1 16,0 6 9-16,1 7 15 0,-2 4 40 0,3 5-48 15,-1 5 60-15,-2 4-51 0,3 4 45 0,-3 25-50 16,0-3 46-16,-1 0-55 0,-2 0 45 16,1-1 4-16,-1 1-9 0,0 1-10 0,-3 0-53 15,-1-3 58-15,1-2-57 0,2-23 48 16,0-1-8-16,-2 0 10 0,2-3-21 0,-2-4 2 15,2-2-6-15,1-3-4 0,3-5-1 0,-4-6-52 16,1-3 46-16,2-7-5 0,2-11-3 0,1-2-10 16,2-7-21-16,0 0-22 0,2-10-22 0,-1-2-73 15,2-7 10-15,3-15-53 0,-1 22-12 0,1-22-67 16,0 0-63-16,0 0-53 0,6 13-241 0,-6-13-165 16</inkml:trace>
  <inkml:trace contextRef="#ctx0" brushRef="#br0" timeOffset="35316.31">24624 7625 35 0,'0'0'598'0,"9"-21"-185"0,-9 21-116 15,7-21-50-15,-7 21-72 0,7-16-1 0,-7 16-64 16,0 0 11-16,4-19-51 0,-4 19 29 0,0 0-52 16,4-15 33-16,-4 15-54 0,0 0 34 0,0 0-45 15,0 0 35-15,0 0-43 0,0 0 39 0,-22 3-45 16,4 7 42-16,-8 5-49 0,-4 3 41 0,-4 2-48 15,-11 6 49-15,-4 3-13 0,-4 3 2 16,-4 0-4-16,-3 4 37 0,-2 2-43 0,-4 1-10 0,-15 9 0 16,0 4-10-16,-3-2 10 0,-1 1-48 15,-2 0 56-15,-4-1-46 0,-1 3 49 0,-3-5-43 16,-5 1 35-16,-2 0 10 0,-4-5-11 0,-8 2 10 16,-6-3-5-16,-7 3 14 0,-1-4 49 15,-4 3-50-15,-4-3 45 0,-2 0-57 0,-3 0-6 16,-2-1 3-16,0 1-14 0,1 0 11 0,-3-1-23 15,-1 1 26-15,0-1-37 0,1-2 40 0,1 0-3 16,2-3-2-16,1 1-3 0,1-1 1 0,-2-3-6 16,2-1 4-16,0 0 1 0,1 1 43 0,0-1-51 15,-1-1 43-15,-3 1-51 0,1 2 46 0,-1-1-51 16,3 1 45-16,1-1-49 0,-4 2 5 0,0 1-3 16,0-2 8-16,2 0-8 0,4 2 13 15,1-2 1-15,4 0 2 0,1-2-1 0,4-1-8 16,4-2 8-16,5-2 3 0,7-2-8 15,22-7-16-15,1 0 55 0,2-2-52 0,2-1-4 16,4 0 7-16,0-3 7 0,3-1-1 0,4 1 5 16,2-3 0-16,2-1 0 0,6 2-7 0,1-2 12 15,4 1-7-15,11-2 55 0,0 0-56 0,3 1 46 16,0-1-51-16,3 0 3 0,3 0 3 0,3 1-2 16,3-3 4-16,8 0 2 0,2-1-8 0,3-1 45 15,19-3-78-15,-26 5 7 0,26-5-12 0,-20 4-30 16,20-4 8-16,0 0-13 0,-22 5-14 0,22-5-25 15,0 0-8-15,0 0 20 0,-14 3 5 0,14-3 27 16,0 0-43-16,0 0 5 16,0 0-52-16,0 0 6 0,0 0-268 0,0 0 163 15</inkml:trace>
  <inkml:trace contextRef="#ctx0" brushRef="#br0" timeOffset="35983.33">12447 11255 567 0,'0'0'542'0,"-10"-13"-135"0,10 13-102 15,-8-12-63-15,8 12-45 0,0 0-50 16,0 0-31-16,-11-7-27 0,11 7-23 0,0 0-14 16,-6 24-20-16,5-2-8 0,0 7 6 0,3 10-48 15,0 7 44-15,2 14-4 0,-1 8-5 0,1 5-5 16,3 5 46-16,-2 7-55 0,3 2 0 0,-1 4-2 15,-1 0 0-15,2-1-2 0,-1-2-3 0,1-1 44 16,-2-3-67-16,2-3 53 0,-3-2-64 16,1-3-14-16,-2-2-19 0,-1-5-17 0,1-6-19 15,-2-15-36-15,0-3-23 0,1-6-55 16,-1-7-4-16,-2-7-60 0,1-7-181 0,-1-18 99 0</inkml:trace>
  <inkml:trace contextRef="#ctx0" brushRef="#br0" timeOffset="37318.33">12355 11693 368 0,'4'-25'394'0,"1"-6"-133"0,4-1-57 0,3 2-41 16,4-2-38-16,1 0-39 0,6 1-11 0,6-2-28 0,5 1-5 15,3 1-12-15,5 4 3 0,0 2-12 16,5 0 3-16,3 3-13 0,4 2-1 0,4 1-1 16,3-1 6-16,4 3-9 0,4-2-7 0,2 1-1 15,2-1-1-15,8 0 6 0,2-1 1 0,25-6-1 16,3-1 3-16,3 1 8 0,5-1 1 0,2-1 14 16,5-1 9-16,5-1-6 0,5-1 8 0,4-1-10 15,6 1 16-15,0 0-16 0,7-1 25 0,5 0-28 16,1 1 27-16,4 2-45 0,0 0 34 0,4 0 13 15,2 3-6-15,0-1-10 0,1 2-9 16,0 1-7-16,2 1 25 0,3 0-38 0,2 1-3 16,-1 1-12-16,-1-1 40 0,2 1-44 15,1-2 37-15,1 2-21 0,3-1 32 0,-7 2-31 16,1 3 40-16,-1-2-36 0,-2 2 46 0,-5 2-40 16,-6 2 52-16,-5 1-51 0,-3 1-4 0,-6 4 11 15,-6 0 2-15,-9 4 7 0,-30 3 44 0,-2 0-53 16,-4 1 40-16,-3 1-63 0,-4 3 62 0,-4 1-74 15,-4 0 54-15,-4 4-59 0,-4-2 42 0,-4 3-52 16,-2 0 61-16,-4 1-54 0,-4 2 50 0,-2-1-53 16,-1 1 50-16,-4 1-51 0,-2 0 46 0,0 2-48 15,-11-2-1-15,7 5 9 0,-3 1 0 16,-1 2 7-16,-3 2 0 0,-1 2-1 0,0 3 1 16,-2 2 5-16,0 1 2 0,-1 2-8 15,-2 2 10-15,2 1-1 0,-2 4 1 0,-1-1 0 16,0 4 1-16,-1 0 50 0,0 1-48 0,-2 1 48 15,0 2-57-15,0 2 11 0,-2-1 5 0,0 1 5 16,-1 2 4-16,1-2 6 0,-3 2-7 0,1-2 7 16,0 1 1-16,-1-2-3 0,-1 0-5 0,-2-3 57 15,0 2-53-15,-1-2 47 0,-3-2-7 0,-3-7-64 16,-3 1 55-16,0 0-58 0,-3-3 1 0,-2 3-2 16,-1-3 3-16,-3 0 2 0,-3-4 1 15,-3 2 2-15,-1 1 1 0,-3 0-5 16,-2-3 5-16,-3 0 1 0,-1-2-2 0,-4-1 2 0,0-2-2 15,-4-1-1-15,0-3-1 0,-2 0 2 16,-4-3-6-16,-1-1 5 0,-2 0 0 0,-2-4 0 16,-3 0-2-16,-4-3 0 0,0 0 0 0,-4-1 0 15,-4-1 0-15,-10-1-6 0,-2-1 6 0,-3 0 50 16,-2 1-60-16,-3-5 46 0,-3 1-53 0,-4-1 53 16,-3-2-57-16,-6 1 5 0,-1-2-3 0,-4 0 10 15,-1-1 48-15,-3 0-55 0,-3-2 48 0,-2 1-51 16,-2-1 2-16,-5-1 4 0,-1 0 1 15,-3-1-8-15,-22 2 54 0,0-2-46 0,23 0 49 16,-26-1-58-16,-1 0 5 0,0-1 1 0,0 1 2 16,0 2 3-16,-3-1 52 0,-2-1-62 15,-2 2 2-15,-6 1 9 0,1-1 1 0,-1 2 0 16,-3 1 50-16,-4-2-55 0,-2 1 2 0,-2 2 0 16,2 0-2-16,-2 0 50 0,0-1-69 0,-1 1 10 15,0-1 7-15,2 0 2 0,1 3 52 0,3-3-58 16,0 4 1-16,0-5 5 0,2 0 2 0,3 3 4 15,1-2 50-15,4 1-58 0,0 1 1 0,1 0-3 16,3 1 4-16,1-1 8 0,4 3 1 0,1 1 51 16,1 0-61-16,1-1-3 0,0 2 1 15,24-4-2-15,-19 4 50 0,22-2-55 0,-1 1 54 16,1 0-56-16,1-1 49 0,2 0-50 16,-2 1 55-16,6-2-57 0,3 1 56 0,2 1-56 15,6-1 51-15,-1-2-49 0,6 2 54 0,0 0-54 16,4 1 53-16,1-1-55 0,5 0 53 0,-2 0-54 15,2 1 50-15,2-1-55 0,2 2 64 0,2-1-56 16,2-1 52-16,2 2-5 0,13-3-9 0,-4 1-2 16,2-1 0-16,1 1 0 0,2 1-5 0,0-1-47 15,2 0 54-15,2-1-50 0,0 0 55 0,1 0-56 16,4 0 62-16,-2-1-55 0,5 1 56 0,5-1-54 16,3 0 53-16,1-2-57 0,2 2 55 0,1 0-47 15,4-1 52-15,2 1-53 0,17-3 52 0,-27 3-53 16,27-3 53-16,-20 1-52 0,20-1 47 15,0 0-54-15,-23 3 60 0,23-3-53 0,0 0 51 16,0 0-51-16,-19 2 52 0,19-2-54 16,0 0 54-16,0 0-50 0,0 0 50 0,0 0-52 15,-14 6 52-15,14-6-59 0,0 0 56 0,0 0-48 16,0 0 52-16,0 0-52 0,0 0 51 0,0 0-55 16,0 0 52-16,0 0-46 0,0 0 51 0,0 0-55 15,0 0 53-15,0 0-54 0,0 0 43 0,0 0-64 16,0 0 43-16,-6 12-66 0,6-12 48 0,0 0-60 15,0 0 36-15,0 0-54 0,0 0 39 0,0 0-65 16,0 0 23-16,0 0-46 0,0 0-40 0,0 0-23 16,0 0-58-16,0 0-9 0,0 0-334 0,0 0-150 15</inkml:trace>
  <inkml:trace contextRef="#ctx0" brushRef="#br0" timeOffset="38517.28">12935 11889 112 0,'0'0'473'0,"0"0"-149"16,11-11-71-16,-11 11-51 0,0 0-48 0,12-13-38 16,-12 13-18-16,8-10-11 0,-8 10-6 0,12-12-2 15,-12 12-8-15,9-12-12 0,-9 12-14 0,13-17-3 16,-13 17-5-16,10-18 10 0,-10 18-3 0,10-23-4 16,-10 23 0-16,3-25 4 0,-3 25 5 15,2-25 1-15,-2 25-14 0,-2-26 7 0,2 26-36 16,-7-25 40-16,7 25-39 0,-10-22 42 0,10 22-52 15,-12-17 52-15,12 17-43 0,-14-14 40 16,14 14-49-16,-18-8 41 0,18 8-8 0,0 0-7 16,-25 0-13-16,25 0 5 0,-22 10-9 0,13-3 4 15,0 4-2-15,0 0-2 0,4 1-2 0,1 2-3 16,4-14 2-16,-3 29 41 0,6-13-53 0,3 2 45 16,4 2-59-16,1 1 55 0,5 1-72 0,3 1 18 15,2-1 4-15,0-1-2 0,0 1-3 0,2 1-6 16,0-1-4-16,-1-2 0 0,-2 1 4 0,-2 0 6 15,-4-5 2-15,-1 3 4 0,-4-3 4 0,0 2 3 16,-4-4 2-16,-3 3 5 0,-2-17-31 16,-2 29 45-16,-3-15-35 0,-2 0 31 0,-1-1-25 15,-1 0 38-15,-5-1-42 0,1 0 44 16,-3-2-46-16,3-3 47 0,-4-2-43 0,2-1 40 0,-1-1-48 16,16-3 22-16,-31 0-45 0,15-3 2 15,-4-5-48-15,2-3-37 0,4-3-34 0,-4-7-80 16,3-4-28-16,1-4-220 0,5-1 48 0</inkml:trace>
  <inkml:trace contextRef="#ctx0" brushRef="#br0" timeOffset="39184.01">13194 11532 101 0,'0'0'561'0,"17"-9"-191"0,-17 9-95 15,0 0-39-15,23 0-63 0,-23 0 5 16,18 8-51-16,-9 1 18 0,0 2-26 0,3 5-5 15,-1 1-27-15,-1 2-55 0,2 1 67 0,-1 5-55 16,-2 3 21-16,1-1-50 0,-2 1 32 0,-1-3-51 16,-1 1 47-16,-1-1-47 0,0 1 2 0,-3-1 1 15,0 0 1-15,-2 0-2 0,0 0 2 0,-2-4 0 16,0-2 0-16,0-1 0 0,-4-1 1 0,2 0-2 16,0-3-2-16,4-14 4 0,-9 20-1 0,9-20 0 15,-7 16 4-15,7-16-2 0,0 0-1 0,0 0 0 16,-14 5-1-16,14-5-1 0,0 0 7 0,-10-22-9 15,10 22-12-15,-3-31 3 0,3 12 61 0,0-5-59 16,2-1 40-16,1-1-41 16,1 1 4-16,1 0 4 0,3 2 6 0,0-1 9 15,-2 5 1-15,3-1 5 0,-3 3 4 0,0 2 8 16,2 4-10-16,-8 11 1 0,11-19-4 0,-11 19-5 16,14-13-2-16,-14 13-2 0,15-5-3 0,-15 5 1 15,0 0 0-15,25 5 40 0,-25-5-51 0,21 15 53 16,-14-5-47-16,1 1 48 0,-3 3-58 0,-1-1 53 15,1 2-53-15,-5-15 46 0,0 29-50 0,0-29 47 16,-5 31-53-16,1-16 51 0,-1-1-55 0,1 1 9 16,-3-3-6-16,7-12 5 0,-8 19 12 0,8-19 2 15,-10 12 1-15,10-12 0 0,0 0-2 0,-13 7-2 16,13-7 1-16,0 0 42 0,-12-11-49 16,12 11 39-16,-6-20-65 0,6 20 61 15,-1-29-52-15,2 11 47 0,1-3-49 0,2-3 5 16,4 0 3-16,-2 2 5 0,5-5-11 0,1 2 19 15,-1 0-6-15,2 6 10 0,3-3-1 0,-3 3 3 16,1 3 0-16,1-1 0 0,1 3 2 0,0 2-3 16,0 0 0-16,-1 4 0 0,1 3 0 0,-16 5-6 15,25-4 1-15,-25 4 7 0,25 5 13 0,-12 2 6 16,-2 1-6-16,-1 1 0 0,0 3-1 0,-3 2-1 16,0 3-2-16,0-2 1 0,-5 2-1 0,0 0 43 15,-2 1-62-15,-2 0 57 0,-2 4-58 0,-1-2 50 16,-2 1-57-16,0-1 29 0,-1-2-71 15,-2-2 32-15,2 0-64 0,1-3-9 0,-2-3-55 16,9-10-56-16,-16 14-49 0,16-14-86 16,-13 6-227-16,13-6-99 0</inkml:trace>
  <inkml:trace contextRef="#ctx0" brushRef="#br0" timeOffset="39368.25">13755 11442 529 0,'9'-12'414'15,"-9"12"-92"-15,14-16-90 0,-14 16-45 0,9-12-55 16,-9 12-4-16,0 0-44 0,16-9 15 16,-16 9-50-16,0 0 27 0,0 0-41 0,19 3 21 15,-19-3-36-15,10 9 20 0,-10-9-45 16,7 13-9-16,-7-13-40 0,6 16-61 0,-6-16-40 16,0 19-68-16,0-19-310 0,-6 20-25 0</inkml:trace>
  <inkml:trace contextRef="#ctx0" brushRef="#br0" timeOffset="40318.25">13625 11716 438 0,'0'0'309'0,"-9"-8"-38"0,9 8-39 0,0 0-25 15,-14-14-30-15,14 14-4 0,0 0-16 0,-10-14-59 16,10 14 46-16,0 0 2 0,-5-12-25 0,5 12-22 15,0 0-11-15,0 0-14 0,-5-16-9 0,5 16-15 16,0 0-10-16,0 0-8 0,0 0-5 0,0 0-7 16,0 0 3-16,14-4 5 0,-14 4-1 0,17 11-10 15,-5-3 2-15,-1 1-9 0,3 5 5 16,-1 1 42-16,-2 1-61 0,3 0 49 0,-3 1-51 16,1 1 48-16,-2 0-56 0,-1-1 47 0,-1 2-55 15,-2-2 56-15,-2 0-67 0,-1-2 13 0,-3-15 11 16,2 25 6-16,-2-25-2 0,2 22 4 15,-2-22 6-15,-2 18 6 0,2-18 11 0,0 0 18 16,-2 20-4-16,2-20-18 0,0 0 6 0,0 0-2 16,0 0-5-16,0 0-2 0,-18-2 46 0,18 2-70 15,-9-18 65-15,4 3-54 0,1-5 44 0,0 0-54 16,1-2 38-16,0-1-49 0,3 2 8 0,0-1 2 16,4-2 0-16,-2 2 0 0,4 1 2 0,-1-1-5 15,3 3 1-15,2-1-1 0,1 2 1 16,0 2-5-16,1-1-16 0,1 4 0 0,0 1-11 0,-2 4-19 15,-11 8-6-15,19-13-5 0,-19 13-5 0,19-4 1 16,-19 4 11-16,17 1-8 0,-17-1-19 16,17 12 24-16,-17-12-7 0,16 17 14 15,-9-4-7-15,1-1 9 0,-2 1 8 0,0 2 20 16,-1-2-1-16,1 3 4 0,-1-2 7 0,-1 0 6 16,1 0 3-16,-1 1 2 0,-4-15-1 0,5 27 7 15,-5-27 8-15,7 23-6 0,-7-23-2 0,2 21 4 16,-2-21-1-16,4 18 2 0,-4-18 0 0,2 18-2 15,-2-18-1-15,0 0 2 0,2 23-17 0,-2-23-41 16,0 0-19-16,3 17-43 0,-3-17 5 16,0 0-58-16,0 0 2 0,0 0-262 0,-5 17 162 15</inkml:trace>
  <inkml:trace contextRef="#ctx0" brushRef="#br0" timeOffset="40569.1">13839 11341 638 0,'0'0'486'0,"-5"-18"-104"16,5 18-96-16,0 0-53 0,-6-18-48 0,6 18-35 15,0 0-32-15,0 0-29 0,-4-16-21 0,4 16-22 16,0 0-6-16,0 0-5 0,0 0-10 15,0 0-22-15,0 0-24 0,0 0-39 0,17 12-51 16,-17-12-43-16,13 20-25 0,-6-9-73 0,-2 4-9 16,1-2-248-16,3 3 18 0</inkml:trace>
  <inkml:trace contextRef="#ctx0" brushRef="#br0" timeOffset="41335.33">14029 11562 329 0,'0'0'425'0,"21"2"-97"15,-21-2-67-15,0 0-53 0,0 0-66 0,0 0 5 0,17 4-27 16,-17-4 22-16,12 8-18 16,-12-8-10-16,11 13-16 0,-11-13-16 0,16 20-26 15,-9-7-15-15,-1 0-14 0,1 2 3 0,0 2 43 16,-2-1-51-16,-1-1 33 0,0 2-48 0,1-2 32 16,-3 1-31-16,-2-16 29 0,4 26-48 0,-4-26 42 15,5 22-42-15,-5-22 45 0,2 18-50 0,-2-18 42 16,0 0-43-16,1 19 45 0,-1-19-38 15,0 0 44-15,0 0-46 0,0 0 42 0,0 0-46 16,0 0 40-16,0 0-41 0,12-5 49 0,-12 5-53 16,10-26 5-16,-3 6 3 0,-1-1 2 0,3 1 3 15,-2-1 0-15,3 1-7 0,-2 1 15 0,1 1 6 16,-1 4-5-16,0 0 1 0,-8 14 6 16,11-18-2-16,-11 18-1 0,11-10-1 0,-11 10 1 15,0 0 6-15,22-1 10 0,-22 1-2 0,17 7-6 16,-17-7-2-16,17 15-4 0,-5-5 7 0,-3 1-3 15,1 1 44-15,0-2-57 0,1 1 45 0,-2-1-59 16,4 0 33-16,-3 0-64 0,2-3 29 0,-12-7-46 16,21 9 32-16,-21-9-51 0,25 4-1 15,-25-4-29-15,24-3-6 0,-10-2-7 0,0 0 5 16,1-4 15-16,2-3 36 0,-4-1 4 0,2-2 21 16,-4-2 6-16,0-1 30 0,1-2 11 0,-3-1 19 15,-2-2 18-15,0 1 2 0,1 1 37 0,-3 1-22 16,0 4 52-16,-1 1 16 0,-4 15 3 15,4-20-8-15,-4 20-15 0,5-13-17 0,-5 13-19 16,0 0-11-16,0 0-12 0,0 0 1 0,0 0-13 16,0 0 6-16,0 0-6 0,1 26-3 0,-1-26-7 15,-1 34-7-15,3-10-3 0,-2 3 4 0,1 2-7 16,0 0 44-16,0 10-55 0,1 1 50 0,0 4-57 16,0 4 50-16,3 10-57 0,1 3 4 0,1 2-5 15,0-2 8-15,1-3 1 0,0 0 2 0,1-3-5 16,-1-11 8-16,-1-1 0 0,0-4 50 0,0-1-59 15,-2-1 52-15,-1-5-60 0,-2-6 56 16,1-1-60-16,-1-4 61 0,-1-1-64 0,-1-20 61 16,-1 29-43-16,1-29 66 0,-3 23-42 15,3-23 59-15,-7 18-53 0,7-18 64 0,-13 16-49 16,13-16 49-16,-13 10-14 0,13-10-1 0,-19 5 6 16,19-5-6-16,-24 0-3 0,8-4-10 0,0-1-2 15,-2-3-7-15,-2-1-9 0,-3-7 0 0,1 0-39 16,0-5 29-16,-1-1-28 0,6-2 24 0,-2-1-33 15,3-4 28-15,1 2-33 0,4 0 28 0,2-1-39 16,2 4 11-16,4 0-59 0,0-1-29 16,3-1-29-16,1 0-39 0,2-1-46 0,6-5-22 0,0 1-58 15,4-1-81-15,3-2-13 0,1 1-390 16,2-1-306-16</inkml:trace>
  <inkml:trace contextRef="#ctx0" brushRef="#br0" timeOffset="44720.96">15564 11180 251 0,'0'0'309'0,"0"0"-49"16,0 0-65-16,0 0-11 0,0 0-37 16,0 0-13-16,0 0-35 0,0 0-9 0,0 0-14 15,0 0-11-15,0 0-11 0,0 0 3 0,0 0-18 16,0 0-10-16,0 0 0 0,0 0-7 0,0 0-5 16,0 0-12-16,0 0 10 0,0 0-2 15,0 0 0-15,0 0-3 0,0 0 5 0,0 0 3 16,0 0-2-16,0 0-2 0,0 0-3 0,0 0 3 15,0 0 5-15,0 0-11 0,0 0 1 0,0 0-3 16,0 0 1-16,0 0-3 0,0 0 6 0,0 0-12 16,0 0 4-16,0 0 6 0,0 0-7 0,0 0-2 15,0 0 1-15,0 0 1 0,0 0-1 16,0 0 0-16,0 0-3 0,0 0 3 0,0 0 8 16,0 0-6-16,0 0-4 0,0 0-1 0,0 0-2 15,0 0 5-15,0 0-4 0,0 0 5 0,0 0 4 16,0 0-6-16,0 0-2 0,0 0 3 15,0 0 0-15,0 0 2 0,0 0-3 0,0 0-5 16,0 0 6-16,0 0 9 0,0 0-12 0,0 0 2 16,0 0-1-16,0 0 0 0,0 0-16 0,0 0-33 15,0 0-32-15,0 0-37 0,0 0-88 0,0 0-61 16,0 0-180-16,0 0 129 0</inkml:trace>
  <inkml:trace contextRef="#ctx0" brushRef="#br0" timeOffset="67980.55">15642 11531 543 0,'0'0'298'0,"0"0"-73"0,0 0-46 0,5-14-34 15,-5 14-32-15,0 0-21 0,0 0-8 0,0 0-13 16,0-20 5-16,0 20-6 0,0 0-8 16,3-19 0-16,-3 19 0 0,0 0 17 0,-3-20-14 15,3 20 30-15,0 0-59 0,-1-19 36 0,1 19-45 16,-5-17 31-16,5 17-37 0,-5-17 39 0,5 17-41 16,-8-20 33-16,8 20-41 0,-9-18 39 0,9 18-48 15,-13-17 47-15,13 17-50 0,-12-15 51 0,12 15-43 16,-13-14 34-16,13 14-39 0,-13-10 20 15,13 10-26-15,-14-10 21 0,14 10-21 0,-14-5 35 16,14 5-30-16,-15-4 21 0,15 4-36 0,0 0 37 16,-23 0-41-16,23 0 39 0,-18 4-38 0,18-4 25 15,-21 12-30-15,10-5 45 0,0 4-50 0,0 2 51 16,0 1-46-16,2 2 44 0,-2 1-38 0,1 2 37 16,2 1-37-16,-1 1 41 0,2 1-25 15,0 0 35-15,1 2-24 0,-2 1 30 0,3 1-7 16,1 1 1-16,0-1-4 0,2 0-2 0,0 1 0 15,2 0 43-15,0 0-58 0,3-1-6 0,0 1 7 16,-1 0-4-16,5-2 0 0,0 5 6 0,0-6 0 16,1 0-23-16,1 3 26 0,4-2-21 15,-1-2 23-15,0-2-18 0,1-3 17 0,1-1-13 16,0 0 11-16,4-2-16 0,-2-1 17 16,3-2-18-16,-1-4 17 0,4-1-20 0,0-2 11 15,1-3-12-15,-2-2 18 0,3 0-18 0,4-5 9 16,3-1-12-16,0-5 20 0,-1-1-6 0,1-1-2 15,0-3-6-15,-1-1 3 0,0-4 1 0,-2 0-1 16,0-3 40-16,-2-1-46 0,-1-1 44 0,-4-2-53 16,1-1 2-16,-3-2 2 0,-2-1 0 0,-1-1-4 15,-3 0 8-15,-2-2-17 0,-1 1 17 0,-2-1-9 16,-3 0 17-16,-2 0-13 0,-2 6 15 16,-2 1 1-16,-1 1-2 0,0 0 7 0,-4 2-2 15,1 0-1-15,-1 3 0 0,-3 1 3 0,1 1 0 16,0 0 0-16,0 3-1 0,-2 2-5 0,3 4 2 15,0-1-2-15,7 12-2 0,-14-17-4 16,14 17-4-16,-12-12 3 0,12 12 8 0,-13-6-12 16,13 6 1-16,0 0 1 0,-19 3-5 0,19-3 6 15,-17 17 1-15,8-5-13 0,1 5 16 0,-1 3-14 16,1 1 22-16,3 3-9 0,0 1 13 0,1 0-13 16,1 2 11-16,2 2-13 0,-2 6 7 0,3-4 4 15,0 4-1-15,1 1-4 0,3 0 2 0,-2-1-2 16,3-1 47-16,1 1-56 0,-1-2 1 15,2-1-5-15,2-1 5 0,-1-2 2 0,1 0-6 16,0-7-24-16,0 1 2 0,0-1-4 0,0-4-18 16,2-1-28-16,-1 0-27 0,2-4-26 0,-1 1-13 15,0-5-43-15,2-4-51 0,-13-5-38 0,23 7-89 16,-23-7-262-16,33-6-156 0</inkml:trace>
  <inkml:trace contextRef="#ctx0" brushRef="#br0" timeOffset="68364.42">16353 11809 270 0,'0'0'477'16,"1"-17"-137"-16,-1 17-84 0,-3-16-20 16,3 16-66-16,-6-13 7 0,6 13-50 0,0 0 32 15,-7-16-18-15,7 16-25 0,0 0-25 0,-8-10-23 16,8 10-17-16,0 0-19 0,0 0-8 0,0 0 1 16,-17 10-1-16,17-10-4 0,-10 18 3 15,5-3 40-15,0 1-43 0,-1 2-1 0,0 2-2 16,3 1-9-16,-1 0 10 0,0 0-7 0,3-2 6 0,0-2-36 15,1 2 39-15,1-2-38 0,0 0 38 16,2-1-34-16,1-2 30 0,-4-14-26 0,10 23 30 16,-10-23-28-16,13 15 36 0,-13-15-38 0,15 9 36 15,-15-9-34-15,20 1 30 0,-20-1-33 16,27-8 34-16,-14 3-9 0,4-5 9 0,-3-1 12 16,0-1 9-16,-3-1 1 0,0-3-7 0,-2-1-4 15,-2 0-3-15,-2 1 50 0,-2-1-55 0,1 1 1 16,-4 16 5-16,-3-31-5 0,0 16-4 0,-1-1-3 15,-3 3-6-15,-1 0-8 0,-5 1 8 0,2 3-6 16,-2 1-9-16,-1 2 3 0,-1 0-2 0,-2 2-7 16,17 4-15-16,-30-1-29 0,30 1-31 0,-30 2-27 15,30-2-28-15,-26 6-17 0,26-6-43 16,-23 10-59-16,23-10-16 0,-15 8-98 0,15-8-196 16,-10 11-85-16</inkml:trace>
  <inkml:trace contextRef="#ctx0" brushRef="#br0" timeOffset="68747.98">16508 11730 488 0,'0'0'390'16,"0"0"-57"-16,14-5-80 0,-14 5-45 0,0 0-63 16,0 0-24-16,0 0-37 0,0 0 15 15,0 0-34-15,17 4-19 0,-17-4 30 16,0 0-13-16,4 22-15 0,-4-22-9 0,2 27-7 15,-2-27-4-15,1 33-6 0,0-14-4 0,-1-1-14 16,1 1-24-16,1-2 38 0,0 0-33 0,0-2 31 16,1-1-30-16,-3-14 33 0,9 24-23 0,-9-24 32 15,11 18 12-15,-11-18-44 0,17 12 51 0,-17-12-48 16,16 5 57-16,-16-5-6 0,21-1-8 0,-21 1-6 16,27-9-3-16,-11-1-3 0,0 1-1 0,-1-4 54 15,0-1-52-15,-2-1 58 0,0-3-52 0,-2-1 48 16,0-2-55-16,-1 1-1 0,-3 2-4 15,-1-2 6-15,-1 3 0 0,-3 0-5 16,-2 17-10-16,2-26 3 0,-2 26-4 0,-5-24-5 16,5 24-5-16,-10-19-4 0,10 19-14 0,-15-14-12 15,15 14-21-15,-17-9-25 0,17 9-29 0,-18-3-14 16,18 3-28-16,-17 3-40 0,17-3-66 0,-14 4-51 16,14-4-2-16,0 0-266 0,-16 9-90 0</inkml:trace>
  <inkml:trace contextRef="#ctx0" brushRef="#br0" timeOffset="69231.35">17024 11630 295 0,'0'0'520'0,"0"0"-133"0,9-15-111 15,-9 15-30-15,0 0-45 0,0 0-38 0,0 0-29 16,0 0-20-16,0 0-16 0,0 0-20 0,0 0-16 15,0 0-15-15,-23 9-10 0,16 4-18 0,0 3 7 16,-2 3-7-16,0 1-6 0,2 1 35 16,-1 1-40-16,1 0 32 0,0 1-44 0,3-3 1 15,2-2-1-15,0-2-10 0,2-16 13 16,2 28-2-16,-2-28 1 0,5 22-1 0,-5-22 7 0,10 14-8 16,-10-14 1-16,14 7-8 0,-14-7-8 15,19-2-6-15,-7-4 11 0,2-2-29 0,1-5 10 16,1-2-11-16,1-5 2 0,0-3-8 0,-2-3-4 15,1-3 6-15,-3-4-5 0,-1-1-3 0,-3-5 12 16,-1-1 3-16,-4-4 13 0,-1-3 14 0,-2-1-3 16,-3 0 34-16,0-1 1 0,-2 3 35 0,-1 4 20 15,1 2 52-15,-2 5-47 0,0 3 42 0,-1 9-46 16,2 0 6-16,1 6 54 0,1 4-55 16,3 13 39-16,-5-24-60 0,5 24 29 15,-5-15-59-15,5 15 39 0,0 0-56 0,0 0 49 16,0 0-46-16,0 0 42 0,-10 21-50 0,10-3 8 15,1 5 6-15,0 5-1 0,2 8 4 0,-1 3 8 16,3 3-2-16,-1 3-10 0,0 1-2 0,1 3-4 16,-1 1-8-16,0-1 11 0,0 0-9 0,1 0 42 15,-1 0-56-15,-1-3 4 0,-1 0-116 0,-4-1-50 16,4 1-57-16,-1-2-81 0,-1-2-103 0,-1-2-345 16,-1-5-279-16</inkml:trace>
  <inkml:trace contextRef="#ctx0" brushRef="#br0" timeOffset="70331.58">17695 11180 261 0,'0'0'526'0,"-2"-20"-147"15,2 20-78-15,-3-18-78 0,3 18-12 0,-5-15-64 16,5 15 9-16,-9-12-60 0,9 12 23 16,-11-8-50-16,11 8 26 0,0 0-54 0,-22-4-7 15,22 4-2-15,-19 7 0 0,5 0-9 0,-1 6 23 16,-2 3-3-16,-2 6 22 0,2 7-22 0,0 0 38 16,1 7-17-16,0 3 20 0,0 10-14 0,0 1 13 15,2 3-20-15,4-9 4 0,3-1-12 0,4 2-9 16,0 0-5-16,2-2 42 0,4 0-60 0,3-2-2 15,4-1-9-15,4-4 1 0,2-1-6 16,4-5-10-16,4-2-16 0,2-3-5 0,3-5-11 16,3-5-12-16,3-4-18 0,3-4-22 0,2-6-8 15,3-5-14-15,-1-3 9 0,2-3 0 16,5-6 8-16,0-2-2 0,-12 0 4 0,5-7 24 0,-10 3 6 16,-4-3-3-16,-5 0 18 0,-3-2 31 15,-4-1-13-15,-4-1 42 0,-4 0-15 0,-3 3 47 16,-2-1-31-16,-3 2 47 0,-2 2-41 0,-2-1 53 15,-1 2-34-15,-1 2 38 0,-1 3-32 0,-2 1 26 16,1 3-31-16,-1 1 16 0,-1 4-30 16,10 8 19-16,-20-9-34 0,20 9 15 0,-21-2-20 15,21 2 19-15,-26 10-26 0,11 2 18 0,-2 2-27 16,0 5 25-16,1 3-3 0,1 3-3 0,0 0-6 16,3 5 5-16,0-1-1 0,3 0 47 0,2 0-52 15,2-3 47-15,2 2-56 0,2-3 2 16,2 0 7-16,2 0-2 0,3-3 7 0,1-1 0 15,4 0 2-15,1-3-1 0,2-4-10 0,2-1 6 16,1-5 6-16,3-1-3 0,0-6-7 0,0-1 4 16,5-4 2-16,5-4-2 0,0-4 0 15,-2-1 0-15,-1-3 46 0,-1-2-46 0,-3-2 6 16,-3-1 0-16,-2-3 6 0,-4 1 2 0,-4 0-1 16,-3 1-3-16,-2-2-4 0,-4 2-17 0,-2 4 16 15,-4-4-12-15,-2 3 6 0,-4 2-11 0,-3 0 12 16,-3 3-14-16,-3 3 12 0,-2 3-17 0,-2 1 7 15,-2 3-28-15,1 1-7 0,0 2-69 0,0 1 8 16,2 2-53-16,1 1 7 0,2 3-46 0,3-1-58 16,2 0-70-16,1 0-10 0,2 2-244 15,12-7-102-15</inkml:trace>
  <inkml:trace contextRef="#ctx0" brushRef="#br0" timeOffset="71382.35">18218 11625 154 0,'0'0'532'0,"23"-6"-183"0,-23 6-88 16,20-4-52-16,-20 4-72 0,17-1 6 0,-17 1-33 15,0 0 3-15,25 1-19 0,-25-1 8 16,20 8-47-16,-20-8 20 0,18 13-52 0,-7-2 45 16,-1 0-12-16,-1 3-11 0,1 2 4 15,-1 1-17-15,-3 0-3 0,1 1-3 0,-2 1 36 16,0-2-47-16,-3-1-12 0,0 1 11 0,-1 0-3 15,-1-17-40-15,1 29 50 0,-1-29-2 0,-1 27 3 16,1-27 0-16,0 19-2 0,0-19-10 0,0 0 17 16,-2 21 7-16,2-21 20 0,0 0-7 0,0 0-8 15,0 0-7-15,0 0-9 0,0 0-5 0,0 0-2 16,12-12 41-16,-5-4-59 0,3-3 5 0,-1-3 5 16,4-5-15-16,0-2 9 15,1 0 0-15,1 1-2 0,-1 0-2 0,2 2 3 16,-2 1 14-16,1 4-35 0,-3 3 36 0,0 3-30 15,1 1 30-15,-3 5-30 0,-10 9 26 0,19-12-28 16,-19 12 28-16,18-3-6 0,-18 3-22 0,22 6 30 16,-22-6-30-16,22 14 29 0,-12-5 0 0,3 4-6 15,1 0 3-15,-1 0-8 0,-1 0-13 0,0 1 11 16,2-2 10-16,-2 1-2 0,1-4-3 0,-1 0 0 16,1-2-4-16,1-2-2 0,1-1-4 0,-15-4 6 15,30 2-8-15,-11-4-8 0,1-3 17 0,-1-3-7 16,2-1 3-16,-1-3-3 0,1-5-25 15,-1-3 29-15,-1-2-26 0,-4-3 26 16,0-2-20-16,-3-3 31 0,-3-1-30 0,0-3 31 16,-4-3-30-16,-2-2 36 0,-2 1-8 0,-1-1 4 15,-1 4-8-15,-2 1 9 0,0 8 47 0,-1 1-53 16,-2 4 48-16,0 0-50 0,-1 4 45 0,1 3-51 16,-3 3 48-16,1 2-58 0,8 9 56 0,-18-12-53 15,18 12 44-15,-19 0-51 0,19 0 2 0,-23 10-2 16,12 0 7-16,-2 4-1 0,3 2-3 0,0 2 0 15,2 3-15-15,2 3 29 0,1 4-24 0,2 3 26 16,1 0-27-16,2 0 32 0,2 5-24 16,2 0 16-16,1 1-18 0,4 0 27 0,0 1-2 15,3-1 0-15,0 1-6 0,1-1-1 0,1 1 50 16,0-1-56-16,-1 0 3 0,2-1-12 0,-2 0 15 16,1 2-4-16,-2-3 0 0,1 1 1 15,-3 0-26-15,-1-1 33 0,0 0-23 0,-3-1 24 16,0-2-30-16,-2-1 33 0,-1-4-26 0,-2-1 29 15,0-2-29-15,-1-4 25 0,-1 2-35 0,-1-4 18 16,-2 0-7-16,1-3-2 0,-1 0 1 0,-1-2-6 16,5-13-4-16,-12 19-34 0,12-19 44 15,-12 13-29-15,12-13 33 0,-16 7-28 0,16-7 38 16,0 0-29-16,-30-3 43 0,17-3-38 0,-3-3 43 16,0-2-45-16,-1-3 47 0,2-3-37 0,-2-3 42 15,0-2-43-15,2-1 48 0,0 1-36 0,3 2 39 16,3-2-7-16,2 1-3 0,1-3-4 0,1 4-9 15,3-4-9-15,1 5 9 0,3-4 0 16,3 1-2-16,1 1 2 0,2 0-12 0,2 1 37 16,5-4-69-16,1 2-17 0,3 0 10 0,1 1-5 15,-1-1 8-15,4 2-1 0,0 1 2 0,0-2 1 16,1 3-7-16,0-1 20 0,-1 0-29 16,0 1 44-16,-1 1-29 0,-1 1 39 0,-3 2-27 15,-2 2 39-15,1-1-36 0,-4 4 57 0,-1 1-39 16,-12 8 45-16,17-12-51 0,-17 12 43 0,13-9-39 15,-13 9 64-15,0 0 5 0,16 2 6 0,-16-2-2 16,10 11-12-16,-10-11-7 0,9 18-15 0,-9-18 2 16,5 28-6-16,-3-12-7 0,0 1 43 15,-2 0-60-15,1 2 49 0,-1-1-59 0,-1 1 47 16,0 0-76-16,-1-2-10 0,0-1-32 0,0 1-28 16,2-17-48-16,-6 25-65 0,6-25-74 15,-6 18-40-15,6-18-273 0,0 0-136 0</inkml:trace>
  <inkml:trace contextRef="#ctx0" brushRef="#br0" timeOffset="71515.35">19339 11661 74 0,'1'-24'479'0,"0"5"-135"0,0 2-81 15,-1 17-46-15,2-28-55 0,-2 28-39 0,1-20-22 16,-1 20-30-16,0 0-21 0,2-20-14 16,-2 20-30-16,0 0-18 0,0 0-62 15,0 0-7-15,0 0-54 0,16-4-41 0,-16 4-257 16,0 0 164-16</inkml:trace>
  <inkml:trace contextRef="#ctx0" brushRef="#br0" timeOffset="71983.05">19581 11557 452 0,'0'0'374'0,"12"-6"-65"0,-12 6-42 16,0 0-65-16,13-9-4 0,-13 9-55 0,0 0 18 16,0 0-46-16,9-12 16 0,-9 12-66 15,0 0 16-15,0 0-47 0,0 0 29 16,0 0-49-16,0 0 33 0,0 0-47 0,0 0 36 0,-15 13-44 15,15-13 38-15,-8 17-6 0,8-17-6 16,-7 20-18-16,7-20 4 0,-4 23-12 0,4-23-10 16,-3 25-9-16,3-25-8 0,-1 28-3 0,1-28-8 15,1 27 7-15,-1-27 10 0,3 27-1 0,-1-11 6 16,1 0 5-16,0 1 7 0,4 4 11 0,1-1 7 16,1 1 13-16,6 1 2 0,-2 2-9 0,3-2 4 15,-1 3-30-15,1-4 27 0,-1 5-17 16,2-1 21-16,-2 0-29 0,2 4 35 0,-2-3-36 15,2 0 30-15,-2-1-31 0,-1 1 32 0,-2-1-31 16,-3-4 31-16,0-2-32 0,-3 1 34 16,-2-4-36-16,-2 0 34 0,-2-16-28 0,0 29 49 0,0-29-1 15,-6 27-35-15,1-14 37 0,-2-1-7 16,-1 1 23-16,0-2 8 0,-2-1 7 0,-3 0 8 16,0-2-1-16,-1-1 1 0,-1-2 9 0,-2-1-3 15,0-1 0-15,17-3 15 0,-33-1-3 0,12-3-10 16,0-3-9-16,0-3-7 0,-3-5-6 0,2-3-6 15,0-2-13-15,4-3-5 0,1-2-7 16,4 0-6-16,0-2-6 0,5 4-8 0,1-2-14 16,3 1-14-16,0 2 28 0,2-2-90 0,2 3 15 15,2-1-112-15,1 0-3 0,3 0-93 0,1 0-124 16,2-6-42-16,5 2-322 0,1 3-279 0</inkml:trace>
  <inkml:trace contextRef="#ctx0" brushRef="#br0" timeOffset="72735.05">19955 11585 395 0,'0'0'424'0,"0"0"-122"15,0 0-76-15,0 0-47 0,1-19-47 0,-1 19-21 16,10-15-22-16,-2 4-6 0,1 1-17 15,3-5 17-15,-1 0-30 0,1 0 14 16,2-2-31-16,-1-3 16 0,1-2-23 0,-3 1 20 16,0 2-21-16,-2-2 40 0,-1 0-1 0,-2 3-44 0,-2 2 58 15,0 1-6-15,-4 15-4 0,1-23-3 0,-1 23-10 16,-3-17-5-16,3 17-10 0,-9-12-3 0,9 12-11 16,-14-4-1-16,14 4-3 0,-22 4-29 15,9 3 26-15,-2 3-36 0,1 5 32 0,1 0-30 16,2 5 29-16,2 0-40 0,1 1 40 0,3 4-33 15,2-1 33-15,3 1-42 0,2 1 41 16,3 0-31-16,4 4 30 0,1-1-30 0,1 0 25 16,3-1 4-16,0-2 0 0,0 2-5 0,2-4-2 15,0 1-3-15,-1-3 47 0,0 2-59 0,-3-6 50 16,0 2-60-16,-1-3 8 0,-1 0 5 0,-1 0 0 16,-2-4 2-16,-1 1 0 0,-2 0-1 0,-4-14 0 15,6 21 6-15,-6-21-7 0,0 20 10 16,0-20 0-16,-9 20-1 0,1-10-2 0,-2-1 2 15,-1-1-31-15,-3-1 33 0,0-1-5 0,-3-3 3 16,0 0 3-16,17-3 4 0,-33-3-84 0,12-1 35 16,1-4-14-16,2-1-20 0,2-4-21 15,2-2-35-15,4-2-26 0,1-1-16 0,6 2-37 16,2-2 18-16,4 1-5 0,3-1 24 0,4-2-2 16,0 2-58-16,4 1-152 0,4-3 211 0</inkml:trace>
  <inkml:trace contextRef="#ctx0" brushRef="#br0" timeOffset="73134.86">20190 11627 206 0,'0'0'270'0,"21"-6"-76"16,-21 6-22-16,16-6-34 0,-16 6-7 0,0 0 1 0,22 0-13 16,-22 0 5-16,0 0-21 0,23 6 3 15,-23-6-6-15,17 9-24 0,-17-9-2 16,17 13-23-16,-7-4 2 0,0 3-17 0,-2-3-1 16,1 3-11-16,1 0 10 0,-1-1-13 0,-1 0-5 15,1 0-2-15,0-1 0 0,0 1-5 0,-9-11-2 16,13 14-6-16,-13-14 12 0,13 11-6 0,-13-11 8 15,10 9 20-15,-10-9 8 0,0 0-10 0,14 8 9 16,-14-8-16-16,0 0 7 0,0 0-9 0,17-8-2 16,-17 8-1-16,6-12-7 0,-6 12-3 0,4-22-30 15,-4 22 22-15,0-26-19 16,-1 9 33-16,-2-1-34 0,0 1 33 0,-2 1-27 16,1 1 39-16,-1 3-33 0,5 12 27 0,-11-21-24 15,11 21 36-15,-12-12-37 0,12 12 34 0,-14-5-37 16,14 5 38-16,-18 2-41 0,18-2 37 0,-22 15-4 15,10-2-5-15,0 1-15 0,1 2 9 0,2 3-3 16,-1 0 0-16,2 1-2 0,2 2 34 0,1-3-42 16,2 1-1-16,2-2 0 0,1-1-9 0,2 0 12 15,1-1-5-15,3-2 2 0,1 0-4 0,4 0-8 16,1-2-16-16,1-4-24 0,2-2-5 16,3-2-15-16,0-2-43 0,1-2-57 0,4-4-11 15,0-1-46-15,0-2 28 0,0-3-48 0,2-2-184 16,-5-1 162-16</inkml:trace>
  <inkml:trace contextRef="#ctx0" brushRef="#br0" timeOffset="73450.25">20641 11796 821 0,'9'-13'182'16,"-1"2"13"-16,-8 11 14 0,10-18-17 0,-10 18-28 16,7-15 21-16,-7 15-63 0,0 0 24 0,6-17-63 15,-6 17 10-15,0 0-12 0,6-14-51 0,-6 14 31 16,0 0-51-16,0 0 31 0,0 0-43 0,0 0 35 16,16-3-40-16,-16 3 33 0,0 0-14 15,18 9 7-15,-18-9-4 0,16 12-2 0,-16-12-2 16,17 13-4-16,-8-4 1 0,0 1-2 15,-9-10-2-15,16 16-11 0,-16-16 45 0,12 17-41 16,-12-17 5-16,8 14 4 0,-8-14 9 0,5 14 9 16,-5-14 11-16,0 0 13 0,2 16 9 0,-2-16 17 0,0 0 2 15,-7 12 14-15,7-12-7 0,0 0-10 16,0 0-6-16,-17 4 37 0,17-4-57 0,-14-5 36 16,14 5-62-16,-14-13-8 0,14 13-1 0,-12-18 1 15,12 18-12-15,-11-21-10 0,11 21-15 16,-5-26-17-16,5 26-14 0,0-26-18 0,3 10-60 15,1 0 39-15,1 0-44 0,3 0 33 0,1 0-34 16,1 1-9-16,1 1-26 0,-1 3-49 0,0 2-43 16,1-3 28-16,-2 4-28 0,1-1-208 0,-10 9 88 15</inkml:trace>
  <inkml:trace contextRef="#ctx0" brushRef="#br0" timeOffset="73667.16">20947 11518 117 0,'0'0'481'16,"0"0"-136"-16,0 0-63 0,0 0-43 15,0 0-84-15,0 0-14 0,0 0-30 0,0 0-16 16,0 0-23-16,16 5 4 0,-16-5-16 0,0 0 28 16,4 15-30-16,-4-15 14 0,4 13-41 0,-4-13 35 15,6 21-45-15,-6-21 29 0,6 25-20 0,-3-11 17 16,1 1-12-16,0 2-3 0,-1 0-6 0,0-1-5 16,1 1-3-16,-1 0-4 0,1-2 36 0,0 2-48 15,0-3 32-15,1 1-54 0,-5-15 34 0,8 21-77 16,-8-21-59-16,7 20-54 0,-7-20-23 15,11 11-67-15,-11-11 25 0,0 0-282 16,17 3-4-16</inkml:trace>
  <inkml:trace contextRef="#ctx0" brushRef="#br0" timeOffset="73866.3">21145 11597 188 0,'0'0'525'0,"-5"-25"-160"0,5 25-41 0,-3-19-105 15,3 19-23-15,-5-14-60 0,5 14 18 0,0 0-53 16,-7-16 12-16,7 16-59 0,0 0 29 0,0 0-52 15,0 0 22-15,-18 3-38 16,18-3 30-16,-9 17-49 0,9-17 43 0,-10 24-43 16,5-9 34-16,-2 4-5 0,2-2-4 0,1 4-6 15,-1 0-13-15,2-1 33 0,0-2-55 0,1 1-33 16,1-2-58-16,-1 0-87 0,2-17-36 0,3 29-77 16,-3-29 9-16,5 20-152 0,-5-20 122 0</inkml:trace>
  <inkml:trace contextRef="#ctx0" brushRef="#br0" timeOffset="74284.45">21315 11564 591 0,'0'0'404'0,"3"-18"-78"0,-3 18-100 0,0 0-62 16,0 0-28-16,0 0-3 0,0 0-49 0,0 0 5 15,0 0-58-15,0 0 35 0,-4 20-34 0,4-20 20 16,1 20-50-16,-1-20 38 0,4 24-32 0,-4-24 18 15,4 25-2-15,-4-25-3 0,8 22 8 0,-8-22-2 16,7 19-14-16,-7-19 13 0,9 16 2 16,-9-16-1-16,10 11 0 0,-10-11-1 0,0 0-3 15,13 10-2-15,-13-10-6 0,0 0 3 0,19-3-20 16,-19 3 12-16,17-8-4 0,-17 8-35 0,19-16 44 16,-10 6-47-16,-1-4 30 0,1-1-45 0,-3 0 42 15,-1-2-30-15,-1 2 36 0,-2 0-24 16,-2 15 34-16,1-25-25 0,-1 25 37 0,-3-18-41 0,3 18 51 15,-7-16-47-15,7 16 50 0,-11-7-44 16,11 7 47-16,0 0-42 0,-25 4 36 0,25-4-40 16,-22 16 27-16,10-5-29 0,1-1 37 15,1 6-48-15,1 0 50 0,2-3-6 0,1 1-7 16,2 2-1-16,1-1-4 0,3-15-1 0,-1 26-29 16,1-26 74-16,5 29-58 0,1-16 4 0,1 1-6 15,1-3 27-15,3-3-55 0,1 2 11 0,2-3-57 16,2-2-24-16,0-1-74 0,2-1-40 0,-18-3-65 15,34-3 9-15,-16-1-230 0,3-1 39 0</inkml:trace>
  <inkml:trace contextRef="#ctx0" brushRef="#br0" timeOffset="74634.62">21679 11633 686 0,'0'0'360'0,"0"0"-22"0,0 0-119 0,0 0-23 15,9-10-67-15,-9 10 0 0,0 0-52 0,0 0 9 16,0 0-54-16,0 0 37 0,0 0-42 0,15 7 22 15,-15-7-35-15,9 10 32 0,-9-10-35 0,13 16 34 16,-5-5-17-16,1 0 20 0,1 0-13 0,-3 1-7 16,2 1 21-16,-1 1 9 0,1 0-10 0,-3-1 56 15,0 0-38-15,0-1 50 0,-6-12-52 16,9 22 62-16,-9-22-48 0,5 20 3 0,-5-20 1 16,3 17 1-16,-3-17 6 0,0 0 5 15,-2 19-2-15,2-19 2 0,0 0-11 0,-11 14-8 16,11-14 20-16,-13 4-50 0,13-4 25 0,0 0-45 15,-29-3 27-15,16-1-36 0,-3-2 14 0,-1-4-32 16,1-3 33-16,-2-1-47 0,1-4-22 0,0-5-7 16,3-1-6-16,1-1-9 0,4 2-8 0,2 0-14 15,2 1 9-15,2 1-13 0,0 2 1 0,1 0-36 16,3 2 1-16,0 1-54 0,2 0 40 0,1 2-30 16,1-1 14-16,0 3-20 0,2 1-37 15,0 0-29-15,-7 11-11 0,14-17-27 16,-14 17-274-16,12-12-53 0</inkml:trace>
  <inkml:trace contextRef="#ctx0" brushRef="#br0" timeOffset="75401.5">16584 12618 580 0,'0'0'410'0,"0"-22"-75"0,0 22-96 0,-2-18-24 15,2 18-50-15,0 0 18 0,-1-21-58 0,1 21 25 16,0 0-69-16,0 0 24 0,-1-17-68 0,1 17 30 16,0 0-50-16,0 0 52 0,0 0-19 0,4 22 52 15,-1-1 9-15,4 11-10 0,0 7-2 0,0 5-11 16,4 16 12-16,1 4-21 0,-1 5-6 15,1 2-16-15,-1 1 1 0,0 2-11 16,0 0 0-16,0 1 0 0,-1-1-1 0,1-1-14 0,-2-1 1 16,-1 0-12-16,1-5 4 0,-1-3-11 15,-1-4 4-15,0-3-9 0,0-14 5 0,-2 0-9 16,0-4 5-16,-1-5-2 0,0 0-5 0,-2-10-17 16,2-4-39-16,-2-3-41 0,-2-17-21 0,4 25-26 15,-4-25-23-15,2 18-45 0,-2-18-71 0,0 0-92 16,0 0-33-16,0 0-246 0,0 0-180 0</inkml:trace>
  <inkml:trace contextRef="#ctx0" brushRef="#br0" timeOffset="76534.42">18363 14222 585 0,'-1'-22'356'0,"1"22"-88"0,-3-20-42 0,3 20-68 16,-5-24-40-16,5 24-7 16,-10-23-15-16,10 23 2 0,-10-25-14 0,4 14-14 15,-3-2 3-15,1 2-16 0,-2 0-17 0,-4-1 6 16,0-1-11-16,-2 2 4 0,-1 1 34 0,-3 0-48 16,-1 3 34-16,-2-3-48 0,-6 2 27 0,-1 0-31 15,-1 1 32-15,-3 2-40 0,-3-1 39 0,0 1-46 16,-2 1 44-16,-2 1-48 0,-3 1 44 0,0 1-42 15,-5 0 43-15,-3 2-49 0,-1 0 49 0,-17 1-57 16,-1 2 53-16,-3 1-51 0,-5 2 49 0,-2 1-45 16,0 1 46-16,-5 2-50 0,-2-1 47 15,-4 3-53-15,-3 1 54 0,-23 2-46 16,3 2 46-16,20-3-47 0,-21 3 47 0,-1 3-45 16,1 0 35-16,-1 0-34 0,0 0 40 0,-1 2 8 15,3 1-3-15,1 2-2 0,-2 1-2 0,6-1-50 16,-3 3 51-16,2 3-41 0,1-1 36 0,0 1-34 15,4 2-5-15,2 4 13 0,3-3 38 0,5 3-35 16,1 0-3-16,17-7-3 0,-14 9 9 0,20-7 2 16,1 1 1-16,4 0 29 0,6 1-31 0,3-1 34 15,4-1-40-15,9 1 39 0,3 0-43 16,6-1 34-16,11-5-36 0,3 1 33 0,6-1-47 16,3 1 2-16,6-4 10 0,5 0 12 0,4 3-5 15,2 1 2-15,7 1-1 0,7-1 3 16,2 1-1-16,5-3-8 0,9 7 10 0,7-5 0 15,3 0 0-15,4-3 2 0,3-1-2 0,5-1 0 0,5-3 4 16,4 0 0-16,5-3-9 0,4-3 10 16,10 0 3-16,1-4-1 0,10-1-5 0,3 0 7 15,3-5 0-15,27 0 7 0,4-3-1 0,4 1-7 16,2-7 8-16,2 0 2 0,1 0 1 0,2-4 4 16,2-1-2-16,3-2 0 0,2 0 1 15,-1-3-3-15,2-1-6 0,3-2 9 0,1-1-2 16,3-2-4-16,-1-2 1 0,-1 0-5 0,1-2 5 15,5-1 0-15,-4-4-9 0,0 3 1 0,-3-6-1 16,2 1 21-16,-6-1-24 0,-2-2 10 0,-2-2-18 16,-4-1 30-16,-6 1-27 0,-4-3 15 15,-7 1-17-15,-4 1 1 0,-6-1 0 0,-7-3 1 16,-7 2-3-16,-8-1 5 0,-23 8 4 0,-4-1-4 16,-6-2-3-16,-6 1 5 0,-6 0 5 0,-8-1 5 15,-6 2 12-15,-10 4 8 0,-5-2-11 16,-6 1 24-16,-5-1-8 0,-3 5 3 0,-6-1-2 15,-1-2-2-15,-8-7-19 0,-4 1 8 0,-4-1-19 16,-9-5 13-16,0 0-16 0,-6 1-1 0,-5-2-3 16,-1 1 2-16,-5 1-1 0,-3 1 1 0,-2 2 2 15,-4 0-2-15,-4 5 16 0,-3 2-14 0,-4 0 9 16,-5 4-13-16,-5 1 12 0,-5 1 2 0,-5 6-10 16,-5 2-23-16,-5 2-12 0,-2 2-39 15,-28 2-4-15,18 5-64 0,-30 3 20 0,-2 4-41 16,-2 7-18-16,-2 3-59 0,-2 4-79 15,-6 1-47-15,-1 4-231 0,1 4-127 0</inkml:trace>
  <inkml:trace contextRef="#ctx0" brushRef="#br0" timeOffset="78869.58">13558 15211 297 0,'9'-10'475'16,"-9"10"-148"-16,0 0-70 0,10-9-76 0,-10 9-32 16,0 0-30-16,0 0-28 0,0 0-16 0,10-9-14 15,-10 9-11-15,0 0-8 0,0 0-8 0,0 0 26 16,0 0 14-16,13 4 0 0,-13-4-12 0,16 17 8 15,-5-2 17-15,0 0 12 16,1 6 2-16,1 3 14 0,3 5-3 0,-1 4-8 16,0 3-12-16,0 2-4 0,3 12-6 0,-1 1-3 15,-2 3 0-15,0 2-2 0,1 2 6 0,-1 3-3 16,-1 2-7-16,-3 0-10 0,3 3-5 0,-5 0 8 16,2 1-25-16,1 2-1 0,-2 0-12 0,-1-1-4 15,1 1 0-15,-1 0 6 0,-1-1 18 0,-1 4 27 16,3-4 2-16,-4 0-8 0,3-1-10 0,-3-2-5 15,2-1-13-15,-2-3-6 0,1-2-7 0,1-3-4 16,-2-10 17-16,2-3-31 0,-3-2-2 0,1-2-15 16,1-1 18-16,0-3-17 0,0-2 14 15,1-3-1-15,-3-6-1 0,-1 0-2 0,4-2-1 0,-4-4-1 16,0-2 0-16,-4-16-1 0,5 24 0 16,-5-24 23-16,4 17-30 0,-4-17 2 0,0 0-2 15,5 19 5-15,-5-19 2 0,0 0 1 0,2 14 0 16,-2-14 0-16,0 0 2 0,0 0-1 0,0 0-1 15,0 0-1-15,3 16 1 0,-3-16 18 0,0 0-15 16,0 0-2-16,0 0 2 0,0 0-4 0,0 0 3 16,0 0-1-16,0 0-3 0,0 0-3 0,0 0-13 15,0 0-2-15,0 0 0 0,0 0-2 0,-18-3-1 16,18 3 0-16,0 0 8 0,0 0-4 0,0 0 2 16,0 0 1-16,0 0 1 0,-3-16 1 0,3 16 2 15,0 0 0-15,0 0 1 0,0 0 32 0,0 0-36 16,9-9 4-16,-9 9 0 0,0 0 2 15,19-2 2-15,-19 2 2 0,19 0-1 0,-19 0-3 16,35 1 3-16,-16 1 1 0,6 0-2 0,4 0 4 16,2 0 1-16,9-1 0 0,2-1-2 0,5 3-1 15,3-3 1-15,4 0 0 0,13 0-1 0,2-2 1 16,4 1 1-16,2 0 1 0,3-1 0 0,2 0 0 16,5-2 2-16,3 1 0 0,2 1-1 0,6-2-1 15,2 0 0-15,3 0 0 0,1-1 0 0,1 0-6 16,25-1 9-16,0 0 30 0,-2-1-37 0,1 1 2 15,0-1-9-15,1 0 12 0,0 0-4 0,2 0 10 16,3 1-11-16,3-2 11 0,-1 1-9 16,4-1 9-16,-2 2-7 0,4 0 11 0,2-1-3 0,-1-1-2 15,2 1 3-15,-1 0 1 0,-3 2-6 16,3-2 32-16,0 2-20 0,0-2-1 16,-3 0 6-16,0 1 15 0,-5-1-18 0,1-1 27 15,-3 0-6-15,-1 0 0 0,-3-1-3 0,-4 2-3 16,-24 0 7-16,0 2-30 0,0-3 25 0,-1 3-6 15,-3-3-6-15,0 1-5 0,-3 2 21 0,-4-2-34 16,-5 2 1-16,-3 0-2 0,-4-1 0 0,-6 0-2 16,-4 4 1-16,-4-3-1 0,-13 3 0 0,-3-1-2 15,-3 0 0-15,-3 0 0 0,-3 0 0 0,-2 1-1 16,-8 0 0-16,-5 1-3 0,-5 0 36 0,-19 1-29 16,30-2 0-16,-30 2 2 0,21-1-5 15,-21 1 0-15,0 0 0 0,21-2 2 0,-21 2 0 16,0 0-1-16,0 0-1 0,0 0 0 0,0 0 0 15,0 0 0-15,0 0-1 0,0 0 1 0,0 0-1 16,0 0 1-16,0 0 0 0,0 0 1 0,0 0 2 16,0 0-1-16,0 0-1 0,0 0-1 0,0 0 0 15,0 0 1-15,0 0-1 0,0 0 0 0,0 0 1 16,0 0-3-16,0 0 3 0,0 0 0 0,0 0 0 16,0 0 0-16,0 0-1 0,0 0 2 0,0 0 0 15,0 0-1-15,0 0 0 0,0 0 0 0,0 0 2 16,0 0 0-16,0 0 1 0,0 0 4 0,0 0-1 15,0 0 0-15,0 0-3 0,0 0 1 0,0 0-1 16,-18-2-2-16,18 2 0 0,0 0-6 16,0 0 2-16,0 0 0 0,-6-15 1 0,6 15 0 15,0 0-1-15,-5-14 2 0,5 14-1 0,-5-16 4 16,5 16-7-16,-8-20 4 0,8 20 0 0,-10-25-2 16,5 9 2-16,-1-2-1 0,-2-1-1 0,1-2 1 15,-1-1-1-15,0 0 3 0,-1-2-1 0,0-3-1 16,0-1-26-16,2 4 34 0,-1 0-32 0,-1-3 34 15,1 4-32-15,-2-5 8 0,2 0 5 0,0 4 1 16,-1-2-1-16,1 1 30 0,1 2-30 16,1 1 28-16,-1-4-23 0,-2-3 20 0,0 0 0 0,2-1-12 15,-2-1-3-15,0-1-1 0,0 0-2 16,-1-1 1-16,0 0 0 0,0-1-8 0,1 0-8 16,-3 0 21-16,3-1-26 0,-2 1 29 0,0-1-27 15,0 0 34-15,1 3-31 0,-2-1 36 0,2 0-36 16,1 1 7-16,-2 3 0 0,1-3 28 0,1 1-1 15,-1-1-6-15,0 2-27 0,1-1 34 16,0-1-8-16,1 1-3 0,1-1 4 0,-1 0-8 16,-1 1 7-16,3-1-8 0,-1-1 1 0,1 1-1 15,-1 1-1-15,0 0 1 0,2 0-26 0,-2 1 35 16,0 0-33-16,-2 1 29 0,2 0-28 0,-1 1 27 16,-1 3-25-16,2 2 22 0,0 0-15 15,-1 0 12-15,2 0-11 0,-3 1 4 0,2-2 1 16,0 4 0-16,-1-4 3 0,0 3 0 0,0 2 26 15,1-5-29-15,-2 4 30 0,2-2-34 0,0 0 32 16,0 3-33-16,-2-2 27 0,1 0-30 0,0 0 30 16,1 2-28-16,-2 0 28 0,2-1-29 15,-1 3 29-15,1-3-21 0,-2 3 19 0,2-1-28 16,1 5 29-16,-1-1-29 0,1 1 29 0,0-1-29 16,-1 1 34-16,1 2-34 0,6 11 32 0,-9-20-32 15,9 20 27-15,-11-16-28 0,11 16 30 0,-8-14-29 16,8 14 28-16,-8-11-26 0,8 11 32 15,0 0-16-15,-10-18 12 0,10 18-26 0,0 0 18 16,-8-13-23-16,8 13 26 0,0 0-26 0,-7-14 30 16,7 14-29-16,0 0 29 0,0 0-21 0,-7-11 19 15,7 11-25-15,0 0 24 0,0 0-25 0,0 0 27 16,0 0-28-16,-8-12 34 0,8 12-34 16,0 0 33-16,0 0-33 0,0 0 29 0,0 0-28 15,0 0 25-15,0 0-24 0,0 0 26 0,0 0-26 16,-7-12 28-16,7 12-30 0,0 0 31 0,0 0-27 15,0 0 21-15,0 0-27 0,-14-8 27 0,14 8-26 16,0 0 27-16,-22-1-28 0,22 1 31 0,-25 1-22 16,7 2 18-16,-8 2-27 0,-7 0 11 15,-6 3-36-15,-4 0-10 0,-14 3-73 0,-7 1-84 16,-8 1-106-16,-6 1-71 0,-7 0-62 0,-7-1-61 16,-26 4-394-16,-1 0-537 0</inkml:trace>
  <inkml:trace contextRef="#ctx0" brushRef="#br0" timeOffset="79819.92">16310 16061 325 0,'-5'-15'453'0,"0"1"-102"16,0 2-91-16,5 12-33 0,-12-20-44 16,12 20-27-16,-13-19-21 0,13 19-21 0,-13-12 2 0,13 12-40 15,-15-7-12-15,15 7-12 0,0 0-11 16,-24 4-9-16,13 7-7 0,-3 4-6 0,-1 8-15 15,2 6 15-15,-2 3-16 0,2 5 12 0,0 4-6 16,0 13 18-16,1 1-19 0,2 1 16 0,2 1-4 16,4-9 8-16,1 2 2 0,1-2-20 0,4-1 1 15,2-1-14-15,3-5 11 0,2 0-12 0,3-4 11 16,2-2-16-16,5-5-9 0,0-3-7 0,4-4-9 16,1-6-1-16,2-2-6 0,-2-9 2 0,0-3 4 15,2-4 6-15,0-5-1 0,4-5 8 0,-2-4 5 16,0-2 32-16,-2-6-30 0,-3 0 30 15,-1-4-29-15,-1-1 42 0,-4-2-19 16,0 1 25-16,-4 2 17 0,-2-2 31 0,-3 8 35 16,-1 1 6-16,-2 0 4 0,0 5 9 0,-5 15 23 15,6-23-22-15,-6 23-5 0,3-17-39 0,-3 17-12 16,0 0-20-16,4-14-14 0,-4 14-19 0,0 0 7 16,0 0-22-16,0 0 7 0,2 21-13 0,-2-21 5 15,-1 28-10-15,1-8 1 0,0 3 6 0,1 3-12 16,-1-1 8-16,1 1-14 0,0 1-2 0,1 2-22 15,1-3-38-15,-1-1-48 0,1 0-47 16,2 0-34-16,-1-5-10 0,0 2-1 0,1-3-22 0,-2-3-25 16,2-3-113-16,-5-13 52 0,9 14-218 15,-9-14-29-15</inkml:trace>
  <inkml:trace contextRef="#ctx0" brushRef="#br0" timeOffset="80036.69">16837 16568 560 0,'0'0'447'0,"0"0"-88"16,3-19-126-16,-3 19-23 0,0 0-64 0,0 0-2 16,0 0-47-16,0 0 6 0,0 0-20 0,0 0-15 15,-5 15-10-15,5-15-11 0,1 28-10 0,-1-10-11 16,2 2-5-16,-1 4-21 0,1 0 15 16,0 0-21-16,0 2 19 0,0-1-28 0,0 1 10 15,2-4-48-15,-2 0-23 0,0 0-22 0,1-5-32 16,-1 0-49-16,-2-17-111 0,3 21 76 0,-3-21-258 15,0 0 89-15</inkml:trace>
  <inkml:trace contextRef="#ctx0" brushRef="#br0" timeOffset="80203.31">16871 16208 279 0,'-1'-20'461'0,"-1"6"-111"16,2 14-131-16,-4-24-25 0,4 24-89 0,-8-14 8 0,8 14-78 15,0 0 17-15,-11-7-17 0,11 7-28 16,0 0-35-16,-10 8-61 0,10-8-17 0,-5 17-108 16,5-17 41-16,1 23-189 0,-1-23 230 0</inkml:trace>
  <inkml:trace contextRef="#ctx0" brushRef="#br0" timeOffset="80439.31">17054 16264 197 0,'0'0'539'0,"11"-10"-161"0,-11 10-71 16,0 0-44-16,12-9-76 0,-12 9-28 16,0 0-46-16,0 0-3 0,0 0-40 0,16-4 14 15,-16 4-19-15,11 13 6 0,-4-1-30 16,2 3-6-16,0 4-12 0,1 1 10 0,1 6-21 16,1 1 13-16,-1 2-20 0,-1 0 13 0,-1 2-2 15,0 1 7-15,-1-1-12 0,-1 2-21 0,0 0 1 16,-1-1 10-16,-2 1-1 0,-1-6 2 0,1-1-17 15,-2 1-10-15,-1-1-43 0,0-1-11 0,-1-6-30 16,0 0-28-16,0-2-36 0,0-17-126 0,-3 27 86 16,3-27-59-16,-5 15-137 0,5-15 185 15</inkml:trace>
  <inkml:trace contextRef="#ctx0" brushRef="#br0" timeOffset="80571.33">17148 16809 288 0,'0'0'488'15,"-9"-18"-181"-15,9 18-13 0,-10-18-114 0,10 18-2 16,-6-13-71-16,6 13 16 0,0 0-56 0,-5-15 23 15,5 15-48-15,0 0 16 0,0 0-43 0,4-24 36 16,-4 24-51-16,12-14 30 0,0 6-25 0,3-4-70 16,4 0-42-16,5-1-105 0,5-4-73 0,2 1-201 15,-2-1 64-15</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3-11-05T06:28:02.748"/>
    </inkml:context>
    <inkml:brush xml:id="br0">
      <inkml:brushProperty name="width" value="0.05292" units="cm"/>
      <inkml:brushProperty name="height" value="0.05292" units="cm"/>
      <inkml:brushProperty name="color" value="#FF0000"/>
    </inkml:brush>
  </inkml:definitions>
  <inkml:trace contextRef="#ctx0" brushRef="#br0">11227 12031 126 0,'0'0'608'0,"0"0"-161"0,0 0-130 15,0 0-42-15,-13 6-89 0,13-6 13 16,0 0-67-16,0 0 31 0,0 0-70 0,-14 3 39 0,14-3-49 16,0 0 12-16,0 0-45 0,0 0 25 0,0 0-46 15,0 0 19-15,0 0-48 0,0 0 29 16,-12 7-27-16,12-7 29 0,0 0-29 0,14 8 32 16,-14-8-25-16,28 8 27 0,-5-5-21 0,3 2 19 15,8-2-27-15,4 0 36 0,4-2-22 0,2 1 7 16,2-2-17-16,2-1 17 0,0 0-4 15,2 0-25-15,0-1 20 0,-4 0-21 0,0 1 17 0,-3-2-25 16,-2 2 21-16,-5-1-19 0,-7 1 21 16,-3 0-24-16,-6 0 8 0,-2-1-23 0,-18 2 11 15,28-2-38-15,-28 2 24 0,19-3-60 0,-19 3 16 16,13-5-47-16,-13 5 14 0,0 0-9 0,5-17 17 16,-5 17-9-16,-3-19-9 0,3 19 18 15,-12-24 6-15,5 11 26 0,-1 0 7 0,-2-1 28 16,-1-1 27-16,2 3 0 0,0 1 15 0,-1-1 22 15,2 1 6-15,-1 1 12 0,-2 1 16 0,2-1 14 16,9 10 8-16,-15-14 12 0,15 14-3 0,-13-13 12 16,13 13 4-16,-10-8 7 0,10 8-8 15,0 0-6-15,-12-12-8 0,12 12-18 0,0 0-11 16,0 0-14-16,-9-9-11 0,9 9-10 0,0 0-10 0,0 0-16 16,0 0 4-16,0 0 2 15,0 0-3-15,0 0 0 0,0 0 37 0,9 10-48 0,-9-10 47 16,16 18-52-16,-3-5-1 0,-1-1 1 0,1 2 1 15,-1-1 1-15,-2 0-6 0,0 3 7 16,-1-5 1-16,-3 2-9 0,1 0 11 0,-3 1-10 16,-4-14 11-16,5 26-11 0,-5-26 7 0,-2 27-62 15,-1-12-43-15,-1 0-85 0,0 0-25 0,-3-1-86 16,-2-1-108-16,0 1-334 0,0-4-269 0</inkml:trace>
  <inkml:trace contextRef="#ctx0" brushRef="#br0" timeOffset="2067">7188 4630 527 0,'-3'-17'422'0,"3"17"-106"16,0 0-36-16,-5-17-98 0,5 17 7 0,0 0-75 16,0 0 25-16,-5-18-56 0,5 18 16 0,0 0-52 15,0 0 22-15,0 0-39 0,0 0 18 16,-2-16-31-16,2 16 17 0,0 0-35 0,0 0 34 15,0 0-30-15,22 1 42 0,-22-1-47 16,22 11 36-16,-8-4-15 0,2 4 16 0,-2 1-11 16,3 2-1-16,-3 1 6 0,1 2-2 0,-2 0 0 15,1-1-3-15,-2 1-4 0,0-3 6 16,0 1-6-16,-3-4 2 0,1-1-3 0,0 0 6 0,-10-10 4 16,18 14 0-16,-18-14 6 0,21 6 8 0,-21-6-1 15,28-5-7-15,-7-2-4 0,6-8 1 16,3-3-2-16,2-4 1 0,9-8-1 0,1-6-22 0,4-2 18 15,1-4-22-15,1 0 15 0,1-3-16 16,-1 3 12-16,-1 2 10 0,-1 1 5 0,-2 5 12 16,-5 5-18-16,-7 5 6 0,-4 5-18 0,-3 2 2 15,-7 5-11-15,0 2 11 0,-4 3-16 0,-1 1 12 16,-13 6-13-16,20-6 12 0,-20 6-14 0,0 0 14 16,22 5-15-16,-22-5 9 0,12 9-8 0,-12-9 13 15,9 15-21-15,-9-15-20 0,6 17-53 0,-6-17-20 16,5 18-48-16,-5-18 38 0,2 20-56 0,-2-20-30 15,2 20-44-15,-2-20-81 0,-1 18-330 0,1-18-187 16</inkml:trace>
  <inkml:trace contextRef="#ctx0" brushRef="#br0" timeOffset="3721">15365 4620 23 0,'0'0'434'0,"0"0"-143"15,5-16-55-15,-5 16-52 0,0 0-33 16,0 0-26-16,0 0-36 0,0 0-20 0,0 0-15 0,0 0-9 15,0 0-11-15,0 0-4 0,0 0-5 16,0 0 5-16,0 0 5 0,0 0 5 0,0 0-18 16,0 0 9-16,0 0 17 0,0 0-6 0,0 0 6 15,6 23-6-15,-6-23 10 0,2 23-11 16,-2-23 6-16,2 32-21 0,0-14 10 0,-1 6-29 0,0-2 34 16,1 4-31-16,-1-1-2 0,1-1 1 0,2 2-3 15,-1-2-1-15,1-1 2 0,0-1-4 16,2-3 7-16,0-4-4 0,-1 0 9 0,1-3-3 15,-6-12-3-15,14 19 16 0,-14-19 52 0,18 12-52 0,-18-12 28 16,26 2-39-16,-5-7 29 0,7-5-47 16,4-6 41-16,9-8-40 0,6-6 36 0,3-3-40 0,5-4 42 15,4-5 11-15,4-1 2 0,17-13-32 16,-1 1 43-16,0 3-30 0,-16 10 8 0,-1 1 18 16,-3 5 1-16,-5 1-10 0,-8 5-10 15,-5 3-5-15,-13 8 1 0,-3 3-9 0,-7 4-7 16,-2 1-4-16,-5 3-3 0,-11 8-3 0,14-8-4 15,-14 8-29-15,0 0-28 0,0 0-20 0,0 0-20 16,0 0 25-16,0 0-32 0,-5 27-15 0,5-27-23 16,-10 25-35-16,5-11-52 0,1 1-13 0,4-15-54 15,-8 23-216-15,8-23 18 0</inkml:trace>
  <inkml:trace contextRef="#ctx0" brushRef="#br0" timeOffset="5300">23759 4296 349 0,'0'0'265'0,"0"0"-52"16,0 0-53-16,0 0-7 0,10-9-39 0,-10 9-1 0,0 0-21 16,0 0-6-16,11-7-4 0,-11 7 4 15,0 0-13-15,0 0-10 0,15-5 6 0,-15 5-19 16,0 0 2-16,0 0 1 0,14 5 11 0,-14-5-27 16,8 12 29-16,-8-12-8 0,7 21 0 0,-4-6 24 15,-1 2-44-15,0-1 28 0,-1 2-45 16,0 2 28-16,1-2-41 0,-2 0 39 0,2 1-42 0,0-2 45 15,0 0-14-15,1-2 12 0,-3-15 12 16,7 24 16-16,-7-24 5 16,10 21 4-16,-10-21 1 0,19 14-2 0,-5-10-25 0,4-3 4 0,8-4-28 15,7-4 9-15,6-4-22 0,11-7 3 0,3-3-17 16,6-6 9-16,3-4-17 0,3-6 11 0,17-12-27 16,2-3-11-16,0-2-45 0,3-1 4 0,0 1-61 15,0 2 32-15,0 1-28 0,-2 5 0 16,-20 10-37-16,0 1-51 0,0 4-55 0,-7 2-69 15,-2 4-219-15,-3 3-65 0</inkml:trace>
  <inkml:trace contextRef="#ctx0" brushRef="#br0" timeOffset="6117">27398 4334 23 0,'0'0'685'0,"18"-4"-252"0,-18 4-108 16,15-5-87-16,-15 5-78 0,0 0-64 0,16-7-80 16,-16 7-72-16,0 0-32 0,18-1-17 15,-18 1-16-15,23 1-13 0,-23-1-115 0,38 5-107 16,-11 0 235-16</inkml:trace>
  <inkml:trace contextRef="#ctx0" brushRef="#br0" timeOffset="6284.99">28718 4642 577 0,'0'0'440'0,"0"0"-137"0,19 7-74 16,-19-7-122-16,0 0-77 0,22 3-47 0,-22-3-64 16,25 2-2-16,-25-2-24 0,34 3-33 0,-14-1-229 15,5-1 226-15</inkml:trace>
  <inkml:trace contextRef="#ctx0" brushRef="#br0" timeOffset="6435">29707 4805 147 0,'0'0'575'0,"0"0"-184"0,19 4-95 0,-19-4-76 0,0 0-89 15,21 3-60-15,-21-3-27 0,21 4-18 0,-21-4-44 16,30 5-34-16,-13-2-36 0,6-1-53 0,1 1-46 15,4 0-234-15,1 0 173 16</inkml:trace>
  <inkml:trace contextRef="#ctx0" brushRef="#br0" timeOffset="6604">30755 4931 19 0,'0'0'591'0,"19"1"-215"16,-19-1-93-16,0 0-64 0,26 1-58 0,-26-1-34 15,21 0-37-15,-21 0-7 0,29 2-14 16,-9-1-20-16,4 1-14 0,2 1-60 16,1-1 9-16,10 2-47 0,0 1-14 0,2 0-83 15,3-1 22-15,1 1-4 0,2-1-55 0,3 0-180 16,2-2 216-16</inkml:trace>
  <inkml:trace contextRef="#ctx0" brushRef="#br0" timeOffset="6735.99">31789 5010 8 0,'26'0'450'0,"-5"-1"-89"16,-2 0-113-16,0-1 31 0,-1 0-92 0,-1 0 7 15,0 0-28-15,-1-2-31 0,0 1-17 0,0 1-16 16,1-3-18-16,0 2-16 0,1-1-15 16,5 0-3-16,1 3-9 0,0-2-21 0,5 2-23 0,0 0-43 15,3-1-83-15,8 1-119 0,-1-1-372 0,1-1-152 16</inkml:trace>
  <inkml:trace contextRef="#ctx0" brushRef="#br0" timeOffset="13988.87">12308 11215 213 0,'0'0'494'16,"0"0"-131"-16,-1-24-71 0,1 24-40 0,0 0-74 15,-1-18-12-15,1 18-52 0,0 0 8 0,0 0-60 16,-2-17 19-16,2 17-44 0,0 0 21 0,0 0-27 16,0 0 41-16,0 0-37 0,-1 22 28 0,1-2-46 15,0 8 35-15,0 11-46 0,0 4 31 0,0 6-52 16,0 2 56-16,0 14-49 0,0 2 46 0,0 2 4 16,0 2-40-16,0 3 34 0,1 3-26 0,1 0 22 15,0-1-10-15,1-1 26 0,-1-1-32 16,2-2 26-16,-1-4-43 0,1-2 33 0,2-3-10 15,-3-2-7-15,1-3-33 0,1-10 33 0,-1-1-62 16,-1 0 28-16,1-3-42 0,-2-1 20 0,-1-1-43 16,0-1 21-16,0-5-35 0,-1-6-20 15,0-2-46-15,-1-4-45 0,1-4-9 0,0-20-76 16,0 24-204-16,0-24 42 0</inkml:trace>
  <inkml:trace contextRef="#ctx0" brushRef="#br0" timeOffset="16723.88">12347 11483 400 0,'0'0'376'0,"-2"-29"-104"16,2 29-57-16,-1-21-42 0,1 21-49 16,-1-16-26-16,1 16-21 0,0 0-15 0,-1-19-12 0,1 19-19 15,0 0 2-15,9-18-2 0,-9 18-7 0,20-13-7 16,-2 3 11-16,1 1-13 0,5 1-3 16,7-2-2-16,5 1-2 0,2-2-2 0,4 1 1 0,6 0 4 15,11-2-1-15,2 1-10 0,3-1 3 16,1 0 3-16,3 1-3 0,0 1-2 0,1-1-4 15,3 1-11-15,0 1 1 0,0-1 1 0,2 0-13 16,0-1 9-16,2 1-18 0,1-2 3 16,2 0-20-16,-3 2 21 0,3-2-20 0,-1 0 18 15,1-2-12-15,-3 0 21 0,3 0-16 0,2-2 11 16,-1 3 4-16,2-3-1 0,-1 2 2 0,0-2 4 16,0 2 1-16,-1 0 3 0,-2 1 0 0,0 0 0 15,-1 0 6-15,1 1 4 0,-1 0 0 16,2-1-2-16,1 1 5 0,1 1 1 0,3-2 0 15,-2 1 1-15,4 0 1 0,-3 0-7 0,2 1 8 0,0-2 0 16,0 1-1-16,-1 1 3 0,1 0 0 16,-2-1-2-16,0 4-1 0,-5-3 0 0,1 3-4 15,-5-1 5-15,-2 1 0 0,-3 2 9 16,-2-2-4-16,-3 3-7 0,0-2 0 0,-3 2 1 16,-8 2-2-16,8-2-6 0,-8 1 10 15,9-2-2-15,-9 2-2 0,8-1-3 0,-9 1 3 0,9-2 1 16,0-1-1-16,-9 4 1 0,-1-3-2 0,1 1 6 15,10 0 3-15,-11 0-7 0,0 0-1 16,9-1 1-16,-9 1 8 0,-1 2-8 0,1-2 2 16,-2 1 8-16,0 1 3 0,0 0 0 0,-3 1-2 0,2 0-2 15,-4 1-1-15,2 0 1 0,-2 1 0 16,0-1-25-16,-1 0 27 0,2 0 3 0,-2 1 2 16,1 0-3-16,-1 0 2 0,0 0 10 15,2 0-7-15,-2 1-4 0,3 0 0 0,-2-1-5 16,2 2 3-16,-1-2 2 0,0 1-9 0,0 0 4 15,2 0 0-15,-3 1 1 0,1 0-1 0,0-1-5 16,0 1 4-16,-1 1-14 0,2-2 15 16,-2 2-3-16,2-1 1 0,0-1-2 0,0 3 0 15,1-3 0-15,0 2 3 0,1 1 6 0,0-2-2 16,-2 1 0-16,2-1 4 0,0 1-2 0,-2 1 0 16,2-1-1-16,-2-3-9 0,2 2 13 0,-2 0-7 15,1-1 0-15,-3 0 6 0,2 1 0 16,-2-1-2-16,1 0-1 0,-1 0-12 0,0 0 12 15,0-1-2-15,-1 0-9 0,1 1 3 0,-1-1 0 16,-1 0-2-16,0 0 0 0,2 0-9 0,-3 0 9 16,0 0 5-16,-1 0-5 0,-1 0 8 0,-7 0-1 15,0 0-1-15,-1 1 2 0,0-1-10 0,-1 0 12 16,0 0-2-16,-1 0-2 0,-2 0 5 0,0 3-8 16,-2-3 0-16,-3 0 7 0,-1 0-31 0,0 0 39 15,0 0-3-15,0 0-3 16,-1 1 0-16,-2-1-3 0,-18 0-4 0,31 2 4 0,-31-2-2 15,27 0-12-15,-27 0 9 0,25 1 2 0,-25-1-1 16,19 1 0-16,-19-1-1 0,0 0-2 16,23 4 1-16,-23-4-13 0,0 0 11 0,20 3 2 15,-20-3-3-15,0 0 1 0,19 8 0 0,-19-8-1 16,11 9-2-16,-11-9-9 0,12 14 10 0,-12-14 2 16,12 17-2-16,-12-17 0 0,12 22-1 0,-6-10 20 15,0 2-23-15,0-1-11 0,0 2 43 16,-1-1-36-16,0 2 21 0,2 2-23 0,-1 1 20 15,-1-1-20-15,1 2 19 0,-1-1-32 16,2 1 53-16,-2 0-36 0,1 2 39 0,0 0 0 16,0 2-33-16,-2-1 32 0,2 2-33 0,-2 1 24 15,0 0-24-15,0 2 34 0,0 4-36 0,0 1 39 16,0 1-39-16,0 1 33 0,-1 0-36 0,0 0 7 16,-1-2-8-16,1 1 32 0,-1 3-36 0,1-8 35 15,0 4-39-15,-1-4 37 0,0 0-40 0,0-2 38 16,1 0-37-16,0-1 37 0,0-1-45 15,-1-1 47-15,2 1-4 0,-1-1-3 0,0-1 4 16,0 2-9-16,1-2-33 0,1 1 30 0,0-2-33 16,-2 2 47-16,2-2-43 0,-1 0 48 0,1 0-42 15,-1-1 42-15,0-1-44 0,2 0 33 0,-2-3-32 16,0 0 36-16,-1-1-37 0,1 1 43 0,0-2-45 16,-1 2 43-16,1-3-44 0,0 1 42 15,0-1-45-15,0 1 47 0,-4-15-49 0,6 27 50 16,-6-27-46-16,6 23 47 0,-6-23-35 0,6 25 44 15,-6-25-44-15,7 24 38 0,-7-24-43 0,5 24 41 16,-5-24-54-16,5 22 54 0,-5-22-44 16,5 22 41-16,-5-22-42 0,4 18 34 0,-4-18-34 15,3 18 35-15,-3-18-34 0,4 16 34 0,-4-16-33 16,3 15 38-16,-3-15-41 0,0 0 42 0,3 19-43 16,-3-19 42-16,0 0-44 0,3 16 44 0,-3-16-53 15,0 0 55-15,3 16-45 0,-3-16 43 0,0 0-43 16,0 0 44-16,2 20-33 0,-2-20 31 15,0 0-33-15,0 0 30 0,0 0-33 0,2 17 37 0,-2-17-39 16,0 0 39-16,0 0-40 0,0 0 40 16,0 0-41-16,0 0 45 0,2 18-55 15,-2-18 50-15,0 0-40 0,0 0 39 0,0 0-39 16,0 0 37-16,0 0-36 0,0 0 32 0,0 0-30 16,0 0 32-16,0 0-30 0,0 0 39 0,0 0-41 15,0 0 37-15,0 0-46 0,0 0 46 16,-10 9-40-16,10-9 39 0,0 0-49 0,-19-6 49 0,19 6-39 15,-17-4 38-15,17 4-40 0,-25-4 36 16,25 4-37-16,-28-4 32 0,10 4-33 0,0-4 31 0,-3 3-31 16,-3-1 40-16,-1 0-40 0,0 1 40 15,-2-1-43-15,-1 2 44 0,0 0-42 0,-2 0 43 16,-1 0-51-16,1 0 51 0,-7 0-45 16,-2 2 48-16,0 0-44 0,2 0 44 15,-2 0-45-15,-1 2 35 0,-1-1-32 0,0 1 35 0,-1-1-36 16,-1 2 37-16,-2-1-38 0,0 1 45 0,-1 0-48 15,0-1 45-15,-2-1-42 0,1 2 42 0,-2 0-52 16,-1-2 54-16,0 1-42 0,-2 1 43 0,-2-2-43 16,0-1 42-16,-11 1-44 0,2 1 36 15,-3-2-34-15,1 1 34 0,1-2-33 16,-2 2 42-16,-1 0-44 0,2-2 43 0,-1 1-43 0,1 0 45 16,-1 1-15-16,0-1 5 0,0-1-44 0,0 1 45 15,1 2-40-15,0-2 42 0,1 1-41 16,0 0 42-16,10-2-42 0,-1 2 34 0,-10 0 6 15,0 0-11-15,-1-1 3 0,-2 0-3 0,0 1-6 16,-1-2-1-16,-2 0-3 0,-2-1-2 0,-1 0-43 16,-3 1 46-16,0-1-31 0,-2-1 33 0,-1 1 1 15,1-1-2-15,-2 0 0 0,2 1-1 0,-1-2-34 16,1 1 42-16,3 1-42 0,-1-2 47 0,5 1-43 16,1 0 46-16,4 0-35 0,13 1 37 0,0-2-37 15,2 1 30-15,1 0 6 0,3 1-11 16,0-1 11-16,0 1-42 0,1 1 43 0,1-1-37 15,-1 1 37-15,0 1-12 0,-1 0 8 0,0 0-34 16,0 0 35-16,-1 1-39 0,1 1 37 16,0 1-37-16,-2-2 34 0,2 2-36 0,-1-1 40 15,1 1-11-15,1 0-1 0,2 0-11 0,1 0 12 16,4-1 0-16,2 1 0 0,0 0 0 0,4-2-1 16,4 1-4-16,0-4-37 0,-5 6 25 0,-1-2-6 15,1 3-10-15,-3-2 32 0,2 2-27 16,0-1 30-16,0 1-27 0,1-2 29 0,-1 1-23 0,0 0-23 15,-1 0-12-15,0 1-18 0,-2 0 11 16,-2-1 8-16,1 1 43 0,2 1-29 0,0-3 8 16,3 0 7-16,2 0-19 0,6-2 24 15,-1 1 9-15,-1 0-21 0,2-1-13 0,-3 0 9 16,-5 1 6-16,1 1 7 0,5-1 4 0,0-2 9 16,1 1-26-16,3-1 34 0,-2 1-4 0,0 0-16 15,0-1 14-15,0 1-6 0,-1-1-14 0,-6 4-22 16,-2-2 6-16,-1 2 2 0,0 0 16 0,2-1 7 15,1-1-2-15,5 0 11 0,1 0 6 0,1-1-2 16,1 1 5-16,-1 0-3 0,0-1 5 0,0 0-3 16,-2 1-24-16,-5 2-18 0,-1-2 1 15,-3 3 13-15,1-2 8 0,1 0 24 16,2 0 12-16,7-2 8 0,-2 1 0 0,2-3-9 16,0 1 3-16,0 2-4 0,-1-1-3 0,-3-1-11 0,-3 3-11 15,-3 2 2-15,-1-2 0 0,0 2 13 16,-1-1 4-16,3-2 6 0,2 1 5 0,5-1-3 15,0-1 8-15,2 1-20 0,2 0 15 0,-2 0-8 16,1 1 2-16,-6-1-12 0,-4 4 7 0,2-1-1 16,2 1-1-16,-1-2-2 0,6-1 6 0,0 1-4 15,0-1 11-15,5-3-10 0,-3 3 6 16,2-1-11-16,-1-1 5 0,2 1-6 0,-1 0 8 16,0 0-11-16,-2 0 10 0,1 1-38 0,4-2 44 15,-3 2-10-15,1-2 8 0,4 1-16 16,0-2 14-16,0 1-10 0,0 0 11 0,-2-1-11 0,4 1 13 15,-2 0-24-15,18-3 24 0,-29 3-13 0,29-3 8 16,-28 3-13-16,11-3 14 0,-3 3-9 16,4-2 11-16,-2 0-10 0,-2 1 2 0,2-1-3 15,0 2 31-15,2-2-18 0,-2 1 15 0,-1-1-10 16,2 1 23-16,-1 1-29 0,1-1 15 16,0 0-18-16,2 0 15 0,-1 1-21 0,-1 0 27 15,2-1-32-15,15-2 27 0,-33 7-28 16,16-4 25-16,2 0-28 0,15-3 19 0,-27 7-26 0,27-7 45 15,-27 6-33-15,27-6 35 0,-25 5-35 16,25-5 35-16,-25 6-31 0,25-6 27 0,-23 7 4 16,23-7 1-16,-23 5-25 0,23-5 34 0,-21 6-14 15,21-6 0-15,-19 5-4 0,19-5-2 0,-18 4-3 16,18-4 0-16,0 0-2 0,-19 5-1 0,19-5-14 16,0 0 10-16,-16 4-6 0,16-4 3 0,0 0-5 15,0 0-1-15,-15 4 1 0,15-4-1 0,0 0-1 16,0 0-1-16,0 0-1 0,0 0-11 0,-14 3 12 15,14-3-12-15,0 0 10 0,0 0 6 16,0 0-5-16,0 0-3 0,0 0-15 16,0 0-21-16,0 0-20 0,0 0-78 0,0 0-6 15,0 0-49-15,0 0-97 0,0 0-181 0,0 0 99 0</inkml:trace>
  <inkml:trace contextRef="#ctx0" brushRef="#br0" timeOffset="20944.89">16670 12688 89 0,'0'0'233'16,"0"0"-51"-16,-7-10-34 0,7 10-15 0,0 0-16 16,-8-14-12-16,8 14 9 0,0 0-6 0,-9-15-14 15,9 15-8-15,-6-12-14 0,6 12-3 0,0 0 8 16,-9-15-3-16,9 15-12 0,0 0-3 0,-7-15-1 15,7 15-4-15,0 0-15 0,-8-13 13 0,8 13-4 16,0 0-9-16,0 0-7 0,-7-11-7 16,7 11-4-16,0 0-4 0,0 0-27 15,0 0 23-15,0 0-1 0,-7-11-4 0,7 11-2 16,0 0 29-16,0 0-36 0,0 0-1 0,0 0 1 16,0 0 0-16,0 0 1 0,0 0 0 0,0 0 6 15,0 0 21-15,0 0 16 0,-6 19-24 0,6-19 26 16,-1 31-31-16,0-12 35 0,0 8-39 0,0 2 13 15,-3 5-10-15,2 3-2 0,0 2-1 16,0 1 5-16,0 3 1 0,0-1 9 0,1 1-23 16,-1 0 10-16,0 1 0 0,0 0 1 15,-1 0 13-15,2 2 35 0,0-1-35 0,-1 2 27 16,1 0-36-16,0 0 12 0,0 1-11 0,0-2 5 0,1 1-3 16,0 1-4-16,0-5-2 0,1 1-1 15,0-1 17-15,0-1-1 0,0-1-8 16,1-3-10-16,-1-1 2 0,1 0 0 0,-1-3-2 0,0-5-2 15,0-1-1-15,0-1 14 0,-1-1-16 0,0-1 14 16,1 0-20-16,-1-6 24 0,0 2-28 0,0-2 22 16,-1-2-30-16,1-17 30 0,0 29-27 0,0-29 0 15,-1 22-5-15,1-22 8 0,-1 18 3 16,1-18 2-16,0 0-3 0,0 19-7 0,0-19 0 16,0 0-14-16,0 0-7 0,-2 15-54 15,2-15 28-15,0 0-42 0,0 0-16 0,0 0-13 16,-15-5-20-16,15 5-2 0,-8-11-2 0,8 11 3 15,-9-14-5-15,9 14 10 0,-10-18-19 0,10 18 13 16,-9-21-33-16,9 21-153 0,-9-20 252 0</inkml:trace>
  <inkml:trace contextRef="#ctx0" brushRef="#br0" timeOffset="21380.4">16385 13976 55 0,'-10'-17'410'0,"10"17"-132"0,-7-13-35 0,7 13-36 15,0 0-19-15,-9-15-72 0,9 15 11 0,0 0-51 16,-6-11 5-16,6 11-35 0,0 0 13 0,0 0-35 16,0 0 23-16,0 0-48 0,0 0 42 0,0 0-36 15,0 0 32-15,0 0-33 16,19 9 32-16,-7-3-37 0,0 5 23 0,4-2-38 16,0 3 41-16,3-1-32 0,-1 0 29 0,2 0-34 15,1-1 34-15,-1 1-35 0,2-3 32 0,0 0-43 16,0-3 54-16,0 1-44 0,0-1 27 0,0-2-30 15,-4-1 30-15,2-1-38 0,-1-1 21 0,-2-2-20 16,2-1 29-16,-2-1-31 0,0 1 26 0,-1-4-25 16,2 0 40-16,-1-1-34 0,-4-1 17 15,0-1-15-15,2 0 31 0,-5-2-32 16,1 3 30-16,-2-3-25 0,-1 2 26 0,1-2-23 16,-3 1 28-16,-6 11-12 0,11-18 39 0,-11 18-29 15,8-17 45-15,-8 17-31 0,8-15 39 0,-8 15-9 16,0 0-16-16,6-14-2 0,-6 14-12 0,0 0 5 15,0 0-15-15,0 0-3 0,0 0-5 0,0 0-2 16,0 0-10-16,0 0 9 0,-15 7 0 0,4 6-6 16,-2 1 1-16,-3 3-1 0,-3 4-3 15,0 0 1-15,-2 3-26 0,2-1-8 0,-2 1-18 0,-1-3-29 16,1 3-32-16,2-3-37 0,0 0-28 16,5-4-32-16,-1-2-295 0,4 0 29 15</inkml:trace>
  <inkml:trace contextRef="#ctx0" brushRef="#br0" timeOffset="21754.4">16759 12936 65 0,'1'-28'508'0,"0"3"-153"16,0 1-74-16,-1 7-35 0,0 17-79 16,1-28-24-1,-1 28-40-15,1-18-6 0,-1 18-33 0,0 0-12 0,0 0-8 0,0 0 0 0,0 0 3 16,0 0-27-16,4 32 24 0,-3-6-9 0,0 9-2 16,0 3 2-16,1 6-14 0,-4 2-2 15,1 4 5-15,-1 1 5 0,0 12 7 0,-2 1-25 16,1 0 41-16,-1 0-47 0,0 1 3 0,0-2-1 15,1-1-3-15,-1-3 2 0,0-9-10 0,2-1-5 16,-1-3 6-16,0 0 1 0,0-2-8 16,-1-4-5-16,1 0-10 0,-1-4-11 0,0-3-20 15,1-6-4-15,0-3-25 0,0-2-31 0,0 0-28 0,1-6-1 16,2-16-58-16,-5 23-6 0,5-23-233 16,-5 14 147-16</inkml:trace>
  <inkml:trace contextRef="#ctx0" brushRef="#br0" timeOffset="22205.4">16403 13976 274 0,'-11'-5'407'0,"11"5"-168"0,0 0 6 15,0 0-72-15,-13-8-13 0,13 8-68 0,0 0 9 16,0 0-49-16,0 0 15 0,0 0-33 0,0 0 33 16,0 0-41-16,0 0 38 0,0 0-39 0,4 13 23 15,-4-13-36-15,15 21 29 0,-3-7-40 0,-1 1 32 16,1 1-48-16,1 1 43 0,1-1-7 16,1 0-6-16,0 0-1 0,2-1-6 0,0 0-8 15,2-3-31-15,1-2-28 0,0 0-19 0,1-3-19 16,1-3-25-16,-3-1-7 0,2-3-40 0,2-3 27 15,0-6-16-15,-1 1 10 0,3-7-8 16,-2-3 28-16,-2-4 59 0,-3 1 96 0,-3-4 51 0,-2-4 14 16,-4 2 26-16,-2 4 25 0,-3-1 30 15,-1 3-36-15,-3 2 21 0,0 19-50 0,-2-29 6 16,2 29-41-16,-8-22 8 0,8 22-38 0,-12-17 22 16,12 17-45-16,-14-5 30 0,14 5-41 15,-15 3 31-15,15-3-41 0,-21 16 22 0,8-2-27 16,1 3 31-16,-1 2-37 0,1 6 34 15,-2 1-6-15,3 0-40 0,0 3-32 0,1-2-63 0,3-3-24 16,1 0-33-16,0-1-42 0,-1-3-255 0,1-1 88 16</inkml:trace>
  <inkml:trace contextRef="#ctx0" brushRef="#br0" timeOffset="22507.05">16695 12787 548 0,'0'0'393'16,"0"-24"-90"-16,0 24-86 0,0 0-40 0,-5-15-45 16,5 15-30-16,0 0-14 0,-16 20-4 15,9 1-14-15,-2 6-8 0,-1 7-50 0,1 4 41 16,0 4-44-16,1 13 33 0,0 3-8 0,3 3-8 15,1 3-7-15,0 2 31 0,2 5-46 16,1 3 7-16,-1 2-3 0,1 1-36 0,0-1 10 16,1-2-29-16,0-1 37 0,0-3-49 0,0-3 6 15,0-4-8-15,0-14-15 0,0 1-28 0,0-3-12 16,-1-2-29-16,0-4-5 0,1-4-25 16,-2-10-70-16,-1-1-88 0,2-6 255 0</inkml:trace>
  <inkml:trace contextRef="#ctx0" brushRef="#br0" timeOffset="22880.03">16313 14149 197 0,'0'0'451'0,"-9"-21"-156"0,9 21-32 15,-7-17-90-15,7 17-22 0,0 0-71 0,-3-18 19 16,3 18-45-16,0 0 13 0,0 0-37 0,14-10 18 15,-14 10-35-15,18 5 23 0,-18-5-44 0,28 9 39 16,-10-1-33-16,3 0 21 0,0 1-33 0,0 2 7 16,2-3-32-16,1 0 1 0,0-1-28 15,1-1 6-15,-1-3-7 0,0-2-5 0,-2-1 34 16,2 0-39-16,-2-6 28 0,1 0 2 0,-2-5 14 16,3-2 5-16,-3-5 17 0,-2-1 33 15,-1-3 20-15,-4-2 21 0,-1 0-1 0,-2 2 27 16,-3 1-6-16,-1-1 36 0,-2 4-32 0,-1 3 34 15,-4 15-8-15,5-24-22 0,-5 24-16 0,0 0-25 16,0-21-2-16,0 21-16 0,0 0 0 0,0 0-7 16,-19 8-5-16,10 4-5 0,-3 4-5 0,-1 9-9 15,-1 0 6-15,-1 5-8 0,1 0-22 0,0 5-28 16,1 0-34-16,0 2-45 0,2 0-60 0,0 2-54 16,-2-3-289-16,5 1-22 0</inkml:trace>
  <inkml:trace contextRef="#ctx0" brushRef="#br0" timeOffset="24638.02">12625 15313 247 0,'-11'-9'225'15,"11"9"-76"-15,0 0-30 0,-12-13-62 16,12 13 18-16,0 0-15 0,-8-12-15 0,8 12-2 15,0 0-6-15,-3-17 1 0,3 17 13 0,0 0-7 16,0-21-2-16,0 21 4 0,0 0-1 0,3-18 11 16,-3 18-11-16,0 0 16 0,2-16-9 0,-2 16 22 15,0 0-13-15,0 0 20 0,0 0 15 0,2-17-7 16,-2 17-4-16,0 0-4 0,0 0-7 0,0 0-7 16,0 0-10-16,0 0-5 0,2-15-22 15,-2 15-3-15,0 0-1 0,0 0-6 16,0 0-5-16,0 0-17 0,0 0 32 0,0 0 5 15,0 0-8-15,11 7 3 0,-11-7-1 0,14 17-4 16,-5-4-4-16,3 1-2 0,1 2 0 0,0 0-19 16,3 2 13-16,-3-1-16 0,6 2 8 0,-3-3-5 15,1-1 13-15,-3-1-15 0,3 0 34 0,2-2-2 16,-2-2 13-16,4-3-2 0,-3-3 0 0,2-4-6 16,4-4-9-16,8-6 0 0,-1-7-3 0,1-2-6 15,9-9-1-15,-1-3-3 0,0-5 0 0,1-2-1 16,-1-1 19-16,-2-2-23 0,0 0 0 15,-1-2-2-15,-1 2-1 0,-3 4 0 16,-8 8-3-16,-3 2 3 0,-1 5-3 0,-5 4-7 0,-5 3-1 16,0 2-26-16,0 4-30 0,-11 9-17 15,11-10-5-15,-11 10-6 0,0 0-43 0,0 0 10 16,0 0-56-16,-9 27-25 0,-2-10-14 0,-4 7-33 16,-4-3-248-16,2 4 39 0</inkml:trace>
  <inkml:trace contextRef="#ctx0" brushRef="#br0" timeOffset="25055.02">12562 15557 80 0,'0'0'435'0,"-24"-4"-139"15,24 4-75-15,-17-5-30 0,17 5-26 16,-15-5-59-16,15 5-8 0,0 0-46 0,-13-7 2 15,13 7 22-15,0 0-35 0,0 0 27 16,0 0-27-16,0 0 31 0,0 0-42 0,15-8 21 16,-15 8-29-16,19 8 32 0,-6-1-43 0,3 4 37 15,-1 0-38-15,3 4 34 0,2 3-38 0,0 1 32 16,-1 1 3-16,-2 1-14 0,2 0 4 0,0 0-4 16,0-3 3-16,1 1-6 0,-5-2-2 15,-1-3-4-15,1 0 2 0,0-1 7 0,0-3 1 16,-3-2 2-16,1 0 6 0,0-3 6 0,-13-5-6 15,27 5 3-15,-27-5 4 0,34-8-4 0,-12 0-16 16,5-6 5-16,2-4-2 0,1-4-6 16,-1-2 5-16,7-8 3 0,2-3 5 0,-1-4 8 15,0-1-9-15,1-4 4 0,0 1-6 0,3-3-2 16,-3 0 0-16,0 3 2 0,0 0-7 0,-1 5-4 16,-1 3 3-16,-7 8-9 0,-4 2 17 0,-1 5-34 15,-2 2-19-15,-5 5-72 0,-2 1 3 0,-3 6-34 16,-12 6 25-16,17-9-36 0,-17 9-32 0,0 0-50 15,23 3-39-15,-23-3-8 0,13 11-282 0,-13-11-53 16</inkml:trace>
  <inkml:trace contextRef="#ctx0" brushRef="#br0" timeOffset="28313.03">13437 15078 119 0,'0'0'151'0,"0"0"4"16,0 0-60-16,0-21 2 0,0 21-30 0,0 0 27 16,0-19-37-16,0 19 10 0,0 0-13 15,0 0 8-15,-1-20-10 0,1 20 15 0,0 0-18 16,0 0 0-16,1-16 4 0,-1 16-1 0,0 0-8 15,0 0 3-15,0 0-6 0,0-18-10 0,0 18 1 16,0 0-17-16,0 0 10 0,0 0-8 16,0 0-1-16,0 0-10 0,0 0 5 0,0 0-5 15,4-13 17-15,-4 13-11 0,0 0 25 0,0 0 0 0,11 12-9 16,-11-12-2-16,8 13-5 0,-8-13-2 16,12 22-4-16,-5-10-9 0,1 2 1 0,0 0 5 0,-1-1-22 15,1 5 20-15,-1-2-19 16,3 3 4-16,-4-3-32 0,1 2-8 0,-1-1-30 15,1 0-24-15,0-1-30 0,-3-1-39 16,-4-15-216-16,7 25 207 0</inkml:trace>
  <inkml:trace contextRef="#ctx0" brushRef="#br0" timeOffset="28769.04">12789 15291 12 0,'0'0'455'0,"0"0"-139"0,-3-17-97 0,3 17-27 16,0 0-56-16,0 0-13 0,0 0-50 0,-4-15 4 16,4 15-34-16,0 0 14 0,0 0-22 0,0 0 12 15,-13 13-26-15,5-2 7 0,-2 4-18 16,-1 2 19-16,-5 8-33 0,-2 1 15 0,-2 3-53 16,-1 5-38-16,-4 5-47 0,-4 3-60 0,3 1-245 0,-5-2 166 15</inkml:trace>
  <inkml:trace contextRef="#ctx0" brushRef="#br0" timeOffset="33414.5">9884 5400 226 0,'0'0'377'15,"0"0"-132"-15,0 0-50 0,0 0-56 0,0 0-12 16,-2-16-43-16,2 16-3 0,0 0-38 0,0 0 5 16,0 0-26-16,0 0 12 0,0 0-18 0,0 0 8 15,0 0-20-15,0 0 12 0,0 0-16 0,0 0 15 16,0 0-19-16,-2-16 16 0,2 16-15 0,0 0 16 16,0 0 18-16,0 0-11 0,0 0 9 15,0 0 18-15,0 0 9 0,0 0-1 0,0 0 7 16,0 0-11-16,0 0 14 0,0 0-18 15,0 0 18-15,0 0-5 0,0 0-7 0,0 0-12 16,0 0 0-16,0 0-18 0,0 0-4 0,0 0 5 16,0 0-1-16,0 0-2 0,0 0-12 0,0 0-2 15,0 0-3-15,0 0 3 0,0 0 0 16,0 0 16-16,0 0 1 0,0 0-3 0,0 0 1 0,0 0-2 16,0 0 1-16,0 0 5 0,0 0-1 0,16 4-12 15,-16-4-1-15,0 0 13 0,0 0 0 16,0 0-5-16,0 0-1 0,13 6 6 0,-13-6-2 0,0 0 2 15,0 0-1-15,0 0 0 0,0 0 7 16,0 0-2-16,0 0 2 0,0 0-3 0,0 0 1 16,0 0 3-16,12 9-2 0,-12-9-2 0,0 0-5 15,0 0 3-15,0 0-12 0,0 0-1 0,0 0-3 16,0 0 6-16,0 0-3 0,0 0-2 0,0 0-3 16,0 0-7-16,0 0 6 0,0 0-2 0,0 0-2 15,0 0-4-15,0 0 1 0,0 0 2 0,0 0 0 16,0 0-3-16,0 0 3 0,0 0-1 0,0 0-7 15,0 0 2-15,0 0 6 0,0 0 0 16,0 0 0-16,0 0 0 0,0 0-1 16,0 0-3-16,0 0 3 0,0 0-1 0,0 0-2 15,0 0 0-15,0 0 4 0,0 0-1 0,0 0-2 16,0 0 1-16,0 0 0 0,0 0-5 0,0 0 1 16,0 0 6-16,0 0 0 0,0 0-1 0,0 0 0 15,0 0 0-15,0 0-1 0,0 0 0 0,0 0-1 16,0 0 0-16,0 0-2 0,0 0 1 0,0 0 3 15,0 0-2-15,0 0 0 0,0 0 2 0,0 0-1 16,0 0-7-16,0 0 2 0,0 0-6 0,0 0 15 16,0 0-1-16,0 0 0 0,0 0-1 0,0 0 0 15,0 0 2-15,0 0-4 0,0 0-4 16,0 0 2-16,0 0 3 0,0 0 1 0,0 0-3 0,0 0 2 16,10 8 4-16,-10-8 49 0,0 0-27 15,0 0 64-15,0 0-49 0,25-2 40 0,-10-3-53 0,7-4 38 16,9-4-54-16,6-4-4 0,15-9-2 15,7-5-2-15,7-4-16 0,20-12 11 0,3-5-6 16,3-2 12-16,2-4 3 0,1 0-7 0,4-2-3 16,-1-1-2-16,0 3 46 0,-2-1-52 15,-4 4-1-15,-5 2-12 0,-20 14 12 0,-4 3-22 16,-6 3 12-16,-6 4-28 0,-7 4-4 16,-12 8-53-16,-4 3-3 0,-7 3-47 0,-2 5 39 0,-6 1-27 15,-13 5 8-15,20-1-19 0,-20 1-23 16,0 0-35-16,9 11-8 0,-9-11-37 0,0 0-281 15,-4 26-33-15</inkml:trace>
  <inkml:trace contextRef="#ctx0" brushRef="#br0" timeOffset="35811.71">15490 4603 60 0,'0'0'342'0,"0"0"-117"0,0 0-55 16,0 0-43-16,0 0-30 0,0 0-20 0,0 0-15 15,17-4-3-15,-17 4-9 0,0 0 8 0,0 0 7 16,0 0 2-16,0 0-9 0,0 0-1 0,0 0-9 16,0 0-6-16,0 0-8 0,0 0-7 0,0 0 3 15,0 0 15-15,0 0 9 0,0 0-6 0,14 5 4 16,-14-5 4-16,0 0-13 0,3 15 20 15,-3-15-21-15,2 18 12 0,-2-18-21 16,0 22 3-16,0-22-25 0,0 27 26 0,0-27-27 16,-2 30 17-16,2-30-22 0,-1 29 14 0,1-29-17 15,0 28 14-15,0-28-13 0,1 26 12 0,-1-26-22 16,2 22 26-16,-2-22-27 0,3 17 12 0,-3-17-21 16,5 18 34-16,-5-18-11 0,7 11 34 0,-7-11-27 15,10 8 34-15,-10-8-36 0,0 0 26 0,26-1-59 16,-11-6 59-16,4-2-35 0,6-6 29 0,2-3-34 15,2-3 17-15,3-3 11 0,7-7-7 0,3-2-3 16,0-4-23-16,1 0 32 0,3-1-40 0,-1-1 37 16,2 0-33-16,0 1 29 0,-3 1-31 0,0 2 2 15,-2 2 1-15,-3 4 2 0,-9 7-9 16,-3 3 3-16,-3 2-7 0,-6 5-14 0,-1 3-23 16,-5 1-16-16,-12 8-11 0,19-9-1 15,-19 9-10-15,0 0-16 0,17-1-10 0,-17 1-3 0,0 0-11 16,0 0-15-16,9 13-45 0,-9-13-200 15,0 0 198-15</inkml:trace>
  <inkml:trace contextRef="#ctx0" brushRef="#br0" timeOffset="41756.04">8878 15963 222 0,'0'0'549'0,"-21"-2"-196"0,21 2-62 15,-19-1-84-15,19 1-74 0,0 0 4 0,-22 0-51 16,22 0 6-16,0 0-51 0,0 0 24 16,-18 2-46-16,18-2 39 0,0 0-45 0,0 0 37 15,0 0-37-15,3 19 30 0,-3-19-39 0,14 14 31 16,-2-6-36-16,-1 1 23 0,4-2-18 0,0-1 28 15,5-1-19-15,-2-2 27 0,2-2-1 0,3-5-7 16,2-1-5-16,4-5-5 0,0-5-9 0,-1-5 38 16,1-4-48-16,6-10 43 0,-3-4-64 0,-2-3 21 15,-2-4 3-15,-2-6-4 0,-3-3 1 16,-1-5-2-16,-5-3 1 0,-3-3 8 0,-5-4-10 16,-2 1 40-16,-3-2-37 0,-4 3 55 15,-4-1-36-15,-3 3-3 0,-2 5 4 0,0 6 8 0,-2 13-2 16,1 3 5-16,-1 6 2 0,-3 5-4 15,3 6-19-15,-1 3-4 0,-1 6 1 0,2 3-4 16,11 9-3-16,-21-4-1 0,21 4-1 0,-25 17-2 16,10 5 3-16,1 6-4 0,1 7 2 0,1 5 27 15,1 16-39-15,4 4 5 0,0 5-3 0,6 0-3 16,1 3-17-16,1-3-31 0,7-1 2 0,1-3-2 16,3-4-12-16,3-5 6 0,3-4-10 15,3-4-24-15,-1-12 6 0,2-2-17 0,1-4-12 16,2-5 0-16,1-3-14 0,0-6-11 0,-2-4 6 15,-2-6-21-15,-1-3 17 0,2-3-47 0,0-6 16 16,1-4 27-16,0-2 21 0,-3-3 3 0,-2-2 24 16,-2-1 47-16,0-1 62 0,-7 3 80 15,-2-2 31-15,-1 2 19 0,-1 1 0 0,-4 4 8 16,-2 15 6-16,3-24 15 0,-3 24-65 0,-1-19 18 16,1 19-40-16,-5-14 17 0,5 14-44 0,0 0 24 15,-10-10-40-15,10 10 29 0,0 0-43 0,-11 8 20 16,11-8-42-16,-12 18 44 0,8-2-36 0,-1 3 30 15,1 2-37-15,2 1 38 0,0 2-40 0,2 1 24 16,1-2 10-16,2-2-8 0,1 0-3 0,1-1-2 16,3-4-5-16,0 1-1 15,1-6-2-15,0-2-16 0,-9-9 15 0,20 9-3 16,-20-9 3-16,20 0-1 0,-20 0 2 0,25-11 0 16,-11-1 0-16,0-3-33 0,-3-1 28 0,-1-2-26 15,-2-4 44-15,0 0-45 0,-4 0 43 0,-2-1-37 16,-1 2 36-16,-2 3-36 0,-2-4 35 0,-1 2-38 15,-3 4 28-15,0 2-30 0,-2 3 29 0,-2 3-52 16,11 8 35-16,-26-5-42 0,8 9 23 0,-3 5-46 16,-4 3-8-16,-1 5-36 47,1 1-24-47,2 3-13 0,3-2-27 0,1 3-66 0,5-7-127 0,3 2 221 0</inkml:trace>
  <inkml:trace contextRef="#ctx0" brushRef="#br0" timeOffset="42534.75">9830 15417 386 0,'11'-15'429'0,"-11"15"-178"0,0 0-7 16,0 0-79-16,0 0-21 0,0 0-58 16,0 0 16-16,0 0-46 0,0 0 13 0,-11 10-38 15,6 2 26-15,-3 5-51 0,2 4 28 16,0 0-21-16,1 3 20 0,1 2-39 0,0 0 37 0,0 1-36 15,3 0 23-15,2 0-4 0,0-4-6 16,3 1-13-16,0-3 0 0,2 0-5 0,2-4-4 16,3-2-14-16,-1-6-7 0,2-3-2 0,-12-6-11 15,27 5-7-15,-10-8-5 0,2-2 4 0,1-6 8 16,2-4 9-16,0-3 6 0,-1-3 16 0,-2 0 14 16,-2-3 21-16,-2 1 2 0,-2-2 28 0,-3 4-22 15,-2 0 53-15,-2 1-30 0,-2 4 45 0,-1 1-34 16,-3 15 31-16,4-21-11 0,-4 21-17 15,4-17-12-15,-4 17-20 0,0 0 4 0,0 0-9 16,0 0-5-16,0 0-7 0,0 0-1 0,0 0-3 16,-14 13-2-16,11 1-13 0,0 3 4 15,1 0 1-15,-1 5 3 0,2-2-1 0,1-2-9 16,1 2-6-16,2-1-3 0,0-2-11 0,2-2-8 16,1-2 2-16,3-2 7 0,0-2-4 0,-9-9-2 15,20 9-8-15,-20-9-21 0,20-1 30 0,-20 1-18 16,26-10 31-16,-14 1-13 0,2-2 30 0,-3-2-19 15,-1 1 39-15,-3 0 19 0,0 0 9 16,-7 12-36-16,8-20 43 0,-8 20-40 0,6-17 47 16,-6 17-44-16,0 0 35 0,5-17-42 0,-5 17 26 15,0 0-38-15,0 0 32 0,0 0-40 0,8-10 39 16,-8 10-47-16,0 0 40 0,5 17-37 0,-5-17 33 16,8 24-2-16,-2-9-5 0,-1 0-12 15,3 2-6-15,-1-3-4 0,3 1-3 0,0-1-4 16,0-3-2-16,1 0 0 0,0-3 0 0,1-2-13 15,-12-6 7-15,24 7-13 0,-24-7-27 0,25-1 42 16,-11-5-24-16,6-2 32 0,-3-3-18 16,0-3 30-16,3-6-21 0,-3-2 30 0,0-4-48 15,-3-5 51-15,1-1-9 0,-4-5 28 0,0-3-36 16,-3-3 33-16,-3-5-31 0,-1 1 31 16,-3-4-5-16,-2-10-4 0,-3 1 12 0,-2-1-27 0,-1 15 54 15,-3-8-28-15,1 12 42 0,0 5-29 16,-3 3 28-16,0 5-15 0,-1 5-2 0,0 6-28 15,2 2-13-15,-1 8 24 0,12 8-8 0,-21-6-5 16,21 6-4-16,-25 9-2 0,10 4 0 0,-1 8-3 16,2 7 2-16,1 2 36 0,4 8-42 0,1 2 13 15,2 6-11-15,4 3 10 0,3 2-3 16,3 10-10-16,5-3 9 0,2-1-23 0,2-3-2 16,4-5-16-16,3-3-8 0,-3-11-11 0,3-3-18 15,1-2-55-15,1-4-12 0,2-2-57 0,0-4-70 16,-3-3-303-16,-3-4-72 0</inkml:trace>
  <inkml:trace contextRef="#ctx0" brushRef="#br0" timeOffset="42816.75">9520 16520 53 0,'-15'11'722'16,"5"-4"-253"-16,10-7-124 0,-16 11-89 0,16-11-63 15,0 0-27-15,0 0-34 0,0 0-24 0,0 0-30 16,29-18 14-16,0 0 4 0,15-7 9 0,4-3-7 16,7-2-20-16,5-2-5 15,4-1-16-15,3 0-6 0,5 1-15 0,-1 0-20 16,0 1-41-16,-2 5-55 0,-4 2-16 0,-4 2-52 15,-6 5-6-15,-15 5-77 0,-5 5-59 0,-8 1-44 16,-6 3-207-16,-21 3-38 0</inkml:trace>
  <inkml:trace contextRef="#ctx0" brushRef="#br0" timeOffset="42988.75">9951 16501 709 0,'-20'10'516'0,"5"-5"-137"0,15-5-89 16,-21 9-62-16,21-9-49 0,0 0-36 15,-16 7-30-15,16-7-31 0,0 0-7 0,0 0-33 0,24-12-8 16,1-2-4-16,7-1 0 0,5-2-12 16,14-8 3-16,3 0-12 0,3 0-19 15,3-2-32-15,-1 0-10 0,0-1-57 0,-3 2-27 0,0 1-110 16,-3-3-61-16,-3 3-268 0,-4 2-100 0</inkml:trace>
  <inkml:trace contextRef="#ctx0" brushRef="#br0" timeOffset="47107.53">10853 14826 51 0,'0'0'856'0,"0"-17"-297"0,0 17-155 0,0 0-84 15,0-17-84-15,0 17-59 0,0 0-52 0,0 0-24 16,0 0-24-16,-8 13-23 0,5 3 20 0,-1 4-39 16,0 6 14-16,0 4-32 0,-1 6 25 15,-2 2-35-15,3 3 22 0,1 1-26 0,0 4-4 0,0 0-8 16,2 0 6-16,-1 2 0 15,2-2 0-15,-1-2 0 0,0-2-4 0,2-2 3 16,0-2 6-16,0-8-6 0,1-3-2 0,0-4 2 16,1 0-2-16,0-7-46 0,-1-2 41 0,-2-14-44 15,8 22 51-15,-8-22-41 0,7 10 41 0,-7-10-44 16,0 0 49-16,17-6-43 0,-8-4 46 0,2-3-43 16,0-4 56-16,3-7-49 0,-1 0 7 0,0-2-3 15,0-1-8-15,1 3 29 0,-2-1 39 0,-1 6-43 16,0-1 39-16,-2 5-45 0,-1 4 41 0,-8 11-42 15,12-20 30-15,-12 20-30 0,11-9 38 0,-11 9-38 16,0 0 43-16,0 0-44 0,24 3 2 16,-24-3 5-16,14 14 5 0,-7-2-6 15,2 0-2-15,-1 1-14 0,2 3-3 0,0-2-12 16,-1 1-14-16,0-3-24 0,3 1-36 0,-2-4 8 0,0 0-20 16,2-1-8-16,-12-8 2 0,22 6-5 0,-22-6 25 15,22 0-2-15,-22 0 14 16,26-8 13-16,-13 0 15 0,2-3 6 0,0-2 10 0,-3-2 21 15,1-2 21-15,-1 1 4 0,-3-4 38 0,0 1 9 16,0-2 25-16,-3 1 19 0,-1 0 3 0,-1 3 41 16,-4 17-9-16,2-28 7 0,-2 28-4 0,1-21-8 15,-1 21-14-15,0 0-11 0,-3-20-13 16,3 20-12-16,0 0-8 0,0 0-18 0,0 0-3 16,-19 5 10-16,19-5-8 0,-12 25-4 0,6-6-5 15,0 4-6-15,1-1 0 0,2 5-6 0,1-1-13 16,1-1 14-16,2 0-8 0,1-3-1 0,3 0 2 15,-1-3-7-15,1-4 0 0,1-1 1 16,2-3 1-16,-8-11-14 0,15 14 15 0,-15-14-4 16,16 4 2-16,-16-4 3 0,17-3 0 15,-17 3 1-15,21-15-2 0,-11 5 1 0,1-5-11 0,-1 0 4 16,-1-3 12-16,-2 2 7 0,-1-2 1 0,-2 1 4 16,-1 2 1-16,-3 15 1 0,-1-28-35 15,-3 13 25-15,-1 1 9 0,-1 2-9 0,-4 2 1 16,0 1 0-16,10 9-2 0,-23-12-6 15,23 12-5-15,-24-4-10 0,24 4-4 0,-27 3-20 16,27-3-10-16,-23 9-20 0,23-9-53 0,-19 10-24 16,19-10-16-16,-10 11-34 0,10-11-5 0,0 0-58 15,0 0-109-15,0 0 226 0</inkml:trace>
  <inkml:trace contextRef="#ctx0" brushRef="#br0" timeOffset="47456.51">11570 15197 261 0,'13'-7'409'0,"-13"7"-94"0,19-10-72 15,-19 10-51-15,15-8-54 0,-15 8-25 0,0 0 17 16,17-6-6-16,-17 6-29 0,0 0-2 0,0 0-20 16,23 0 7-16,-23 0-46 0,0 0 10 15,17 14-24-15,-17-14 21 0,11 15-33 0,-11-15-2 0,7 21-14 16,-7-21 18-16,2 26-15 0,-2-26-2 16,0 29-7-16,-1-13-7 0,-2 2-7 0,0-3-8 15,-2 2-12-15,0-3-53 0,-3 1 49 16,2-2-8-16,-2-2 29 0,8-11-14 0,-15 15 16 0,15-15-10 15,-13 7 15-15,13-7-25 0,0 0 29 16,-23-5-14-16,23 5 29 0,-15-19-3 0,8 8 21 16,0-3-9-16,2 0 43 0,0-2 10 0,2 1 14 15,-1-2-5-15,4 17-9 0,-4-25 16 0,4 25-10 16,-5-19 26-16,5 19-46 0,0 0 25 0,-3-19-44 16,3 19 33-16,0 0-42 0,0 0 27 0,0 0-33 15,0 0-8-15,0 0-1 0,-6 15 8 0,6-15-3 16,-2 30-1-16,1-12-2 0,-1 7-1 15,0 0-19-15,0 3-2 0,-2 0-17 0,2-1-16 16,-1 1-30-16,0 0-54 0,1-2-45 16,0-2-36-16,0-5-316 0,2 1-22 0</inkml:trace>
  <inkml:trace contextRef="#ctx0" brushRef="#br0" timeOffset="47841.6">11767 14792 545 0,'6'-22'556'16,"-6"22"-108"-16,0 0-149 0,5-15-27 0,-5 15-101 15,0 0 11-15,0 0-74 0,4 14 5 16,-4-14-55-16,2 26 26 0,-1-9-48 0,1 6 30 16,0 0-36-16,0 5 9 0,3-1-3 0,-1 7-14 15,1 1-29-15,-1 0 26 16,1 2-64-16,1-3-23 0,-1 1 4 15,0-3 18-15,-1-3-30 0,-2-2-1 0,1-1-7 0,-1-4-14 0,0 1-13 16,0-6-20-16,-2-17 16 0,2 24 1 0,-2-24 10 0,0 0 5 16,-2 18 23-16,2-18 15 0,0 0 14 0,0 0 20 15,-11-8 31-15,11 8 9 0,-14-21 41 0,5 4 9 16,0-1 21-16,1-1 43 0,0 1-33 0,2-2 34 16,-1 0-51-16,3 2 29 0,-1 2-20 15,1 2-14-15,4 14-53 0,-1-23 30 16,1 23-44-16,2-24 29 0,-2 24-45 0,12-22 40 15,-3 10-61-15,3 3 48 0,-1 1-46 0,2 1 8 16,3 1-45-16,-3 2-29 0,-13 4-27 0,27-3-29 16,-27 3-35-16,25 7 2 0,-25-7-35 0,20 11-244 15,-13 0 105-15</inkml:trace>
  <inkml:trace contextRef="#ctx0" brushRef="#br0" timeOffset="48088.18">10958 16097 587 0,'-16'11'409'0,"6"-3"-101"0,10-8-72 0,-15 13-51 16,15-13-32-16,0 0-13 0,0 0-27 0,0 0-11 16,0 0 0-16,16-7-1 0,5-5 7 0,9-4-6 15,6-3-25-15,12-7-6 0,3-1 17 0,4 0-47 31,3-2 22-31,0 3-41 0,-3 0 24 0,-2 3-48 0,-3 3-10 0,-11 5-78 0,-4 1 6 16,-4 5-57-16,-9 5-42 0,-6-1-56 16,-16 5-14-16,16 3-29 0,-16-3-233 0,0 0 8 0</inkml:trace>
  <inkml:trace contextRef="#ctx0" brushRef="#br0" timeOffset="48260.17">11236 16131 549 0,'-17'8'450'0,"3"0"-109"0,3-1-72 16,11-7-68-16,-19 9-23 0,19-9 0 0,0 0-53 15,-12 6-2-15,12-6-15 0,0 0 0 0,15-7 7 16,2-4-11-16,8-2-9 0,5-3-7 0,1-2-18 16,12-6-19-16,3 0-11 0,2-1 16 15,-1 1-33-15,1 0 15 0,-1-1-49 16,-3 3-14-16,-8 4-79 0,-1 0 7 0,-3 3-46 16,-2 0-53-16,-2 0-59 0,-7 5-44 15,0-2-335-15,-6 1-166 0</inkml:trace>
  <inkml:trace contextRef="#ctx0" brushRef="#br0" timeOffset="49397.17">12140 14987 274 0,'0'0'686'0,"-7"-11"-258"0,7 11-71 0,0 0-115 16,-12-11-36-16,12 11-119 0,0 0-43 15,0 0-97-15,-15-7-57 0,15 7-41 0,0 0 5 16,-16 11 0-16,16-11 27 0,-11 17-11 0,3-5-1 16,0 1 25-16,2 1-18 0,1 1-12 0,1 2-148 15,0-1 84-15</inkml:trace>
  <inkml:trace contextRef="#ctx0" brushRef="#br0" timeOffset="49519.18">12052 15325 46 0,'2'25'411'16,"-2"-25"-83"-16,2 16-87 0,-2-16 4 0,0 0-70 15,0 20-4-15,0-20-64 0,0 0 19 16,0 0-61-16,1 15 11 0,-1-15-40 0,0 0 27 16,0 0-61-16,0 0-3 0,0 0-74 0,1 18-72 15,-1-18-46-15,0 0-298 0,0 0 52 0</inkml:trace>
  <inkml:trace contextRef="#ctx0" brushRef="#br0" timeOffset="185315.99">21202 10960 334 0,'0'0'437'0,"-18"4"-129"15,18-4-44-15,-19 3-64 0,19-3-39 0,0 0-39 0,-23 2 17 16,23-2-45-16,0 0 35 0,-18 3-25 16,18-3-17-16,0 0-16 0,0 0-23 15,0 0-1-15,-16 4 0 0,16-4 5 0,0 0-1 16,0 0 2-16,19 6-2 0,-19-6-3 0,42-1-7 16,-12-1-10-16,12-2-37 0,2-2 27 0,6 0-25 15,11-4 26-15,3 0-34 0,2-2 36 0,0-2-39 16,2-1 37-16,-2-1-41 0,0 1 38 0,-2-1-45 15,-3 0 18-15,-5 1-57 0,-13 1 30 0,-3 3-39 16,-5 1 3-16,-6 0-18 0,-9 2-28 0,-2 1-19 16,-18 7-20-16,15-14 6 0,-15 14 27 0,0 0 23 15,-7-15 22-15,7 15 25 16,-26-12 36-16,6 6 23 0,-3-1 17 0,-1-2 22 16,-1 2 19-16,1-1 9 0,0 1 6 0,3 0 6 15,1 2-8-15,5-1-6 0,15 6 13 0,-23-6 20 16,23 6-56-16,-15-5 24 0,15 5-48 0,0 0 28 15,0 0-46-15,0 0 33 0,0 0-43 0,0 0 39 16,0 0-43-16,0 0 43 0,24 5-40 0,-7-2 38 16,5 2-41-16,0 0 27 0,1 1-27 0,2 1 32 15,-1 1-43-15,-2-1 45 0,-3 2-40 0,1 1 38 16,-4 0-41-16,-2 3 41 0,-3 0-41 16,-4 0 36-16,-2 1-36 0,-2 1 41 0,-5 2-39 15,-2 1 35-15,-2 3-3 0,-2-1-4 16,-2 2-1-16,-3 1-11 0,3-2-44 0,0-1-36 15,-1-1-69-15,3-1-64 0,2-5-86 0,0 0-289 16,6-13-119-16</inkml:trace>
  <inkml:trace contextRef="#ctx0" brushRef="#br0" timeOffset="185681.99">22757 10471 46 0,'5'-15'539'0,"-2"-1"-187"0,-3 16-78 0,1-25-30 16,-1 25-71-16,-4-24-7 0,4 24-18 0,-12-22-13 15,12 22-14-15,-16-16-46 0,16 16 24 0,-21-10-19 16,21 10-12-16,-26-4-17 0,26 4-44 0,-31 4 30 16,12 5-37-16,-1 1 30 15,2 4-39-15,1 1 32 0,0 5-41 0,5-1 42 0,3 2-42 16,1 3 39-16,4-1-35 0,3 3 35 0,3 0-35 15,3 0 23-15,4 4-24 0,3-2 36 16,2-2-43-16,2 3 41 0,2-5-36 0,0-1 30 16,1 0-35-16,-3-3 24 0,0-3-22 0,-3-3 36 15,0 0-43-15,-4-3 35 0,-2 0-24 0,-7-11 34 16,7 18-33-16,-7-18 34 0,-5 16-36 0,-4-5 35 16,-4-1-35-16,-5 0 34 0,-3 1-4 0,-1-2-3 15,-6 0-3-15,3-1-18 16,1-1-35-16,1-2-35 0,4-2-40 0,2-1-36 0,17-2-69 15,-23-1-22-15,23 1-270 0,-11-9 9 0</inkml:trace>
  <inkml:trace contextRef="#ctx0" brushRef="#br0" timeOffset="186431.99">22801 10726 534 0,'14'-7'461'0,"-14"7"-61"16,20-9-136-16,-20 9-7 0,17-9-88 0,-17 9 18 15,0 0-66-15,16-7 14 16,-16 7-71-16,0 0 20 0,0 0-59 0,16-5 29 15,-16 5-52-15,0 0 46 0,0 0-47 0,15 5 40 16,-15-5-48-16,0 0 38 0,14 13-43 0,-14-13 34 16,12 11-35-16,-12-11 35 0,14 8-37 0,-14-8 38 15,14 7-49-15,-14-7 42 0,16 4-45 16,-16-4 45-16,0 0-46 0,23-2 46 0,-23 2-48 16,15-7 54-16,-15 7-42 0,10-10 42 0,-10 10-43 0,6-17 35 15,-6 17-34-15,3-17 39 0,-3 17-35 0,-5-19 42 16,5 19-36-16,-6-15 40 0,6 15-46 15,-11-8 43-15,11 8-45 0,0 0 47 16,-28 5-52-16,13 3 41 0,-1 5-48 0,-2 2 54 16,0 3-45-16,0 4 43 0,2-1-44 0,4-1 43 15,3-1-52-15,2 0 28 0,2-3-36 0,5-16 30 16,0 25 12-16,0-25-32 0,13 22-11 0,-3-13-8 16,4-3-14-16,3-1-12 0,2-5-18 0,5-2-5 15,2-1-4-15,5-5 30 0,-4-3 14 0,1-1 13 16,-1-2 10-16,-3-2 32 0,-6 2 16 0,-3-1 12 15,-2 0 26-15,-2 0 0 0,-4 2 40 0,-2 1-37 16,-5 12 32-16,9-20-32 16,-9 20 39-16,5-15-48 0,-5 15 17 0,0 0-41 15,7-17 34-15,-7 17-52 0,0 0 36 0,0 0-48 16,0 0 42-16,10-9-49 0,-10 9 47 0,0 0-55 16,17 11 50-16,-17-11-51 0,16 16 39 0,-6-6-40 15,-1 1 31-15,0 0-35 0,0 0 45 0,-2 3-43 16,-1-3 52-16,-1 3-51 0,-5-14 43 0,5 19-41 15,-5-19 34-15,4 14-29 0,-4-14 38 0,0 0-36 16,1 18 43-16,-1-18-49 0,0 0 59 0,0 0-45 16,0 0 43-16,-7 12-43 0,7-12 34 15,0 0-51-15,0 0 38 0,0 0-56 16,-1-19 32-16,1 19-46 0,5-20 7 0,2 6-34 0,-2-3-32 16,2 0-4-16,1-3-11 0,0 1 2 15,1 2 19-15,-2 0 22 0,0 5 14 0,0-1 15 16,-7 13 16-16,11-18 19 0,-11 18 23 0,7-15 19 15,-7 15 26-15,0 0 14 0,7-14 12 0,-7 14 3 16,0 0-13-16,7-13 8 0,-7 13-11 0,0 0 7 16,0 0-30-16,0 0-7 0,8-11-4 15,-8 11 6-15,0 0 11 0,0 0-22 0,13 7 33 16,-13-7-36-16,13 11 25 0,-13-11-35 0,14 18 21 16,-4-8-30-16,-2 2 22 0,2 2-37 0,1 0 7 15,-1 2 14-15,2-2 4 0,1 0-49 16,-2-1-46-16,2 1-39 0,-2-4-51 0,-1 0-60 0,-10-10-281 15,20 11-2-15</inkml:trace>
  <inkml:trace contextRef="#ctx0" brushRef="#br0" timeOffset="186598.99">23704 10630 131 0,'0'0'581'16,"0"-24"-206"-16,0 24-54 0,-2-21-111 0,2 21 1 15,-3-17-67-15,3 17 7 0,0 0-63 0,-10-13 20 16,10 13-53-16,0 0 29 0,-14 6-21 0,14-6-9 15,-15 19-55-15,8-7 40 0,-2 6-47 0,1 1 41 16,1 2-42-16,1 1 29 0,1-1-64 0,1 1-6 16,2-2-48-16,0-2-72 0,2-18-28 15,1 30-44-15,-1-30-295 0,5 22-28 0</inkml:trace>
  <inkml:trace contextRef="#ctx0" brushRef="#br0" timeOffset="186972.52">23859 10672 181 0,'12'-17'565'16,"-12"17"-201"-16,9-12-45 0,-9 12-111 0,0 0-28 16,9-15-52-16,-9 15 2 0,0 0-56 0,0 0 15 15,0 0-45-15,0 0 18 0,0 0-46 16,0 0 30-16,0 0-47 0,4 20 42 16,-4-20-39-16,-1 19 26 0,1-19-32 0,0 19 27 0,0-19-30 15,1 20 27-15,-1-20-45 0,5 19 44 16,-5-19-31-16,8 14 22 0,-8-14-28 0,10 10 22 15,-10-10-24-15,0 0 26 0,21 2-69 0,-21-2 57 16,19-7 26-16,-7 0-29 0,-1-2 23 0,1-4-21 16,0-1 26-16,-3-1-19 0,0-2 22 0,-1 1-18 15,-1 2 49-15,-3 1-38 0,-4 13 43 0,7-20-47 16,-7 20 33-16,2-16-45 16,-2 16 34-16,0 0-42 0,0 0 34 0,-7-13-37 15,7 13 37-15,0 0-41 0,-19 10 38 0,9 0-38 16,0 0 35-16,0 1-36 0,2 1 34 0,0 1-56 15,2 1 33-15,-1-2-51 0,7-12-3 0,-5 23-29 16,5-23-20-16,0 18-23 0,0-18-19 0,12 14-3 16,-12-14-3-16,22 8 5 0,-22-8-10 0,35-2 1 15,-11-5-218-15,6-1 216 0</inkml:trace>
  <inkml:trace contextRef="#ctx0" brushRef="#br0" timeOffset="187265.05">24270 10602 581 0,'14'-17'170'0,"-1"0"-4"0,0 2 12 15,-3-2 8-15,-1 3-14 0,0 2-25 0,-9 12-9 16,10-20 4-16,-10 20-44 0,9-14-8 0,-9 14-32 15,0 0 12-15,10-12-42 0,-10 12 14 0,0 0-24 16,0 0 16-16,15 5-28 0,-15-5 12 0,11 16-16 16,-4-3 22-16,-3 1-28 0,3 4 6 15,-2 1-16-15,1 0 1 0,-1 2-4 0,-2-1-5 16,0-3 22-16,-1 0-11 0,-2-17 0 0,0 29 1 16,0-29 14-16,-3 27-4 0,3-27 32 15,-8 23-6-15,8-23 31 0,-10 18-23 0,10-18 67 16,-10 12-52-16,10-12 59 0,0 0-55 0,-12 8 28 15,12-8-57-15,0 0 33 0,0 0-48 0,-6-19 23 16,6 19-49-16,8-31 29 0,1 13-53 0,5-7 31 16,2 1-48-16,2 2 30 0,2 0-49 0,1 3 36 15,1 1-26-15,-5 5-4 0,2 0-15 0,-1 5-23 16,-4 2-23-16,-14 6-29 0,18-3-9 0,-18 3-16 16,0 0 8-16,0 0-271 0,9 14 129 0</inkml:trace>
  <inkml:trace contextRef="#ctx0" brushRef="#br0" timeOffset="187500.05">23030 11275 541 0,'-18'7'460'0,"4"0"-88"16,14-7-128-16,-19 8-14 0,19-8-80 15,0 0 9-15,0 0-55 0,0 0 49 0,0 0-51 16,0 0 32-16,28-5-44 0,2-4 20 0,6-1-38 15,5 0 12-15,15-3-27 0,2-1 20 16,5 1-8-16,1 0-8 0,3 0-13 0,-2 1-3 16,0 0-10-16,-1 0-8 0,-1 2-14 0,-3 1-3 15,-11 1-26-15,-4 1-35 0,0 2-37 0,-3-2-30 16,-4 2-47-16,-2 0-61 0,-9 0-66 0,-3 1-65 16,-1-2-262-16,-6 2-150 0</inkml:trace>
  <inkml:trace contextRef="#ctx0" brushRef="#br0" timeOffset="188133.05">25601 10324 585 0,'0'0'425'0,"-6"-24"-89"0,6 24-53 0,-6-21-50 16,6 21-35-16,-7-19-25 0,7 19-18 0,-12-14-18 15,12 14-18-15,-13-10-27 0,13 10-10 16,0 0-5-16,-31 5-17 0,14 4 47 0,0 5-69 15,-5 7-1-15,-1 4-7 0,1 7-35 0,-3 9 26 16,1 4-33-16,1 3 31 0,3 0-27 0,2 1 24 16,2 2-37-16,6-10 34 0,6 0-27 0,0 0 30 15,6-3-7-15,2-1-28 0,7-3-28 16,4-3-37-16,5-3-13 0,2-4-76 16,7-5-68-16,2-2-59 0,5-9-354 0,5-2-186 0</inkml:trace>
  <inkml:trace contextRef="#ctx0" brushRef="#br0" timeOffset="188517.05">25946 10573 456 0,'-6'-15'477'0,"0"1"-84"15,0 2-132-15,6 12-28 0,-11-18-91 16,11 18 18-16,-12-12-78 0,12 12 28 0,0 0-56 0,-13-9 29 16,13 9-48-16,0 0 30 0,-9 14-50 0,9-14 19 15,-4 20-38-15,4-20 42 0,0 32-49 16,0-13 42-16,0 0-39 0,2 4 35 0,0 0-39 15,-2-5 25-15,0 2-26 16,0-3 35-16,0-17-37 0,0 25 39 0,0-25-40 0,0 20 42 16,0-20-34-16,0 0 43 0,0 0-46 0,0 17 38 15,0-17-47-15,0 0 51 0,0 0-47 0,-2-23 48 16,4 6-44-16,0-5 47 0,3-7-49 16,-1-4 47-16,0-6-50 0,3-2 51 0,3-1-53 0,0-1 73 15,1 1 15-15,1 2 3 0,1 5-30 16,-1 4 22-16,-1 2-22 0,-2 8 14 0,-3 4-33 15,0 2 6-15,-6 15-21 0,10-17 20 0,-10 17-29 16,11-6 23-16,-11 6-7 0,15 4 1 16,-5 5 2-16,0 2-8 0,1 5-8 0,0 5 5 15,-2 1-24-15,2 5 24 0,-4 5-25 0,0-2 18 16,0 3-70-16,-3 0-10 0,-1 0-50 0,-1-4-9 16,-2 1-53-16,-2-3-65 0,1-1-89 0,-3-1-277 15,-3-2-154-15</inkml:trace>
  <inkml:trace contextRef="#ctx0" brushRef="#br0" timeOffset="188669.05">26049 10631 347 0,'-6'-12'463'16,"6"12"-165"-16,0 0-48 0,-5-12-68 0,5 12-63 16,0 0-40-16,0 0-23 0,0 0-20 0,0 0-27 15,0 0-36-15,7-14-45 0,-7 14-55 0,20-3-37 16,-20 3-269-16,24-5 163 0</inkml:trace>
  <inkml:trace contextRef="#ctx0" brushRef="#br0" timeOffset="189233.05">26271 10701 578 0,'0'0'375'0,"0"0"-88"0,0 0-65 0,0 17-55 0,0-17-41 15,0 0-13-15,0 0-23 0,0 0 12 16,0 0-38-16,6 12 17 0,-6-12-43 0,0 0 14 15,17-3-29-15,-17 3 4 0,27-9-17 0,-9-1 24 16,-2 0-35-16,2-3 21 0,-1-6-26 0,2-3 11 16,-1-2-25-16,-3-4-1 0,0-3-15 15,-2-4 19-15,-2-3-13 0,-2-1 15 0,0-2 21 16,-5 2 1-16,-2 0 38 0,-2 3-26 0,0 9 57 16,-4 1-52-16,2 3 56 0,-3 3-62 0,-1 4 45 15,-1 2-56-15,7 14 36 0,-12-18-46 16,12 18 26-16,-16-6-30 0,16 6 36 0,-17 7-48 15,5 3 47-15,5 4-6 0,-3 5-2 0,-1 9-2 16,3 3-13-16,0 5-30 0,1 1 39 0,1 2-45 16,2 1 48-16,2-1-42 0,4 3 43 0,0-4-41 15,4-1 40-15,0-4-43 0,1-1 39 16,2-3-44-16,0-8 49 0,2-1-47 0,0-3 49 16,1-3-40-16,1-4 41 0,1-3-40 0,-14-7 27 15,27 5-19-15,-12-7 30 0,6-5-37 0,-2-3 38 16,6-5-38-16,-2-6 38 0,0-4-40 0,-1-1 48 15,-2-8-49-15,1-8 37 0,-1-3-37 0,-2-3 40 16,-2 0 1-16,-3 8-4 0,-2 3-38 0,-2 2 60 16,-2 3-32-16,-3 7 56 0,1 3-35 15,-3 4 35-15,-2 18-49 0,0-27 38 0,0 27-45 16,-2-21 32-16,2 21-43 0,-7-14 30 16,7 14-35-16,0 0 31 0,-13-8-33 0,13 8 27 15,-16 10-32-15,9-1 39 0,-3 6-2 16,0 4-18-16,3 3 15 0,-1 6-41 0,0 3 34 0,2 2-33 15,1 1 38-15,-1 1-37 0,1 0 38 0,3 1-37 16,0-1 37-16,-3 0-38 0,5-8 25 0,0 2-82 16,2-2 23-16,1-2-52 0,1 0-57 0,3-1-70 15,-1-5-63-15,1-1-311 0,5-4-140 16</inkml:trace>
  <inkml:trace contextRef="#ctx0" brushRef="#br0" timeOffset="190339.05">27301 10190 619 0,'0'0'500'0,"7"-22"-158"16,-7 22-50-16,2-17-109 0,-2 17 9 0,0 0-80 16,5-15 20-16,-5 15-58 0,0 0 34 0,0 0-57 15,0 0 24-15,4 15-43 0,-4-15 26 16,0 27-2-16,0-7-12 0,2 4-8 0,-2 4-49 15,0 0 41-15,0 1-61 0,0 1 9 0,0 0-38 16,-2 1 2-16,2-3-47 0,0 0-47 16,-2-1-50-16,0-3-21 0,2-5 0 0,-1-4-75 0,1-15-153 15,-2 25 125-15</inkml:trace>
  <inkml:trace contextRef="#ctx0" brushRef="#br0" timeOffset="190485.05">27273 10539 265 0,'0'0'511'16,"-8"-21"-174"-16,8 21-37 0,-7-17-99 0,7 17-18 15,-6-13-62-15,6 13 1 0,0 0-62 0,-5-14 24 16,5 14-52-16,0 0 0 0,0 0-26 0,0 0-20 16,0 0-35-16,7-13-48 0,-7 13-37 0,17-3-49 15,-17 3-17-15,30-4-266 0,-14 0 101 0</inkml:trace>
  <inkml:trace contextRef="#ctx0" brushRef="#br0" timeOffset="190835.06">27528 10264 208 0,'2'-17'511'0,"-2"17"-143"0,4-28-82 0,-4 28-49 16,0-26-62-16,0 26 13 0,1-20-69 0,-1 20 16 0,0 0-65 16,0-22 20-16,0 22-56 0,0 0 21 0,0 0-39 15,0 0 35-15,0 0-40 0,0 0 25 16,-9 17-43-16,5-1 37 0,-4 5-6 16,3 2-47-16,-1 6 46 0,-1 2-45 0,-1-1 40 15,3 1-41-15,0-6 26 0,1 2-35 0,2-3 1 16,0-2-15-16,2-2 22 0,2-2-6 0,0-2 4 15,-2-16 2-15,7 23 8 0,-7-23 1 0,11 18 7 16,-11-18-24-16,13 7 29 0,-13-7 1 0,0 0 2 16,28-4 0-16,-28 4 11 0,25-13-4 0,-12-2 9 15,3 3-40-15,-3-3 62 0,3 0-33 16,-1 0 36-16,-1-1-24 0,-1 4 24 0,-1-1-31 0,-1 4 14 16,-11 9-29-16,15-15 21 15,-15 15-22-15,12-10 31 0,-12 10-37 0,0 0 34 16,13-5-36-16,-13 5 33 0,0 0-34 0,14 6 19 15,-14-6-26-15,9 13 12 0,-9-13-49 0,6 15-19 16,-6-15-33-16,6 18-43 0,-6-18-21 0,9 17-10 16,-9-17 7-16,8 15-286 0,-8-15 102 0</inkml:trace>
  <inkml:trace contextRef="#ctx0" brushRef="#br0" timeOffset="191201.05">27907 10426 97 0,'0'0'537'0,"10"-13"-170"0,-10 13-41 16,0 0-81-16,9-15 0 0,-9 15-85 15,0 0-1-15,8-12-59 0,-8 12 16 0,0 0-64 16,0 0 31-16,0 0-50 0,0 0 25 0,0 0-51 16,0 0 34-16,0 0-43 0,13 6 34 0,-13-6-49 15,4 13 47-15,-4-13-43 0,6 16 38 0,-6-16-41 16,9 16 25-16,-9-16-59 0,12 14 54 0,-12-14-38 16,13 13 34-16,-13-13-31 0,16 5 28 0,-16-5-28 15,19 2 23-15,-19-2-21 0,21-5 18 16,-21 5-12-16,20-12 33 0,-10 2-29 0,-2 1 27 15,0-4-21-15,-2 0 27 0,-1-2-23 0,-1-1 20 16,-2-1 22-16,0 0 0 0,-2 17 3 16,2-28 8-16,-2 28-41 0,0-22 38 0,0 22-44 15,-2-18 35-15,2 18-43 0,0 0 35 0,-7-11-2 16,7 11-9-16,0 0 2 0,-22 10-2 0,11 0-3 16,-1 5-41-16,2 2 43 0,0 2-40 0,1 2 24 15,0-1-48-15,5 3 7 0,0-2-47 0,3-2-25 16,1-1-25-16,4 0-28 0,1-1 7 15,6 0 17-15,3-5-7 0,5-2 34 0,2-3-92 16,4-3-173-16,4-4 210 0</inkml:trace>
  <inkml:trace contextRef="#ctx0" brushRef="#br0" timeOffset="191403.05">28748 10132 563 0,'6'-17'432'15,"-3"2"-54"-15,-3 15-126 0,1-23-5 0,-1 23-81 16,-5-17 20-16,5 17-78 0,-10-12 31 15,10 12-70-15,-18-4 28 0,18 4-66 0,-26 9 17 16,8 1-38-16,-2 6 48 0,-2 3-53 0,1 3 42 16,0 2-54-16,1 5 54 0,4 1-59 0,-1 1 35 15,4 0-40-15,0 3 16 0,5-3-49 0,2-1 29 16,3-4-41-16,5-1-7 0,3-3-21 0,3-1-9 16,4-2-18-16,3-6-27 0,4-1-16 15,3-3-29-15,1-6 29 0,3-3-67 0,8-5-215 16,2-2 149-16</inkml:trace>
  <inkml:trace contextRef="#ctx0" brushRef="#br0" timeOffset="191701.05">29031 10259 434 0,'12'-20'382'16,"-5"3"-77"-16,-1 2-22 0,-6 15-83 0,2-20-18 15,-2 20-50-15,-4-15 14 0,4 15-57 0,-12-8 20 16,12 8-53-16,-20 0 26 0,5 4-54 0,-3 3 22 16,-1 3 2-16,1 2-10 0,-3 6-11 0,0 2 2 15,2 1-52-15,1 3 43 0,1-1-38 0,2 2 36 16,3 0-44-16,2-4 47 0,2 1-49 0,4-1 45 15,2-3-38-15,2-18 33 0,1 26-36 0,4-11 36 16,3-4-48-16,1-1 53 16,3-4-46-16,2-1 46 0,-14-5-38 0,32 2 38 15,-10-7-37-15,1-2 36 0,-1-2-43 0,5-4 63 16,-1-3-37-16,-3-2 54 0,0-3-57 0,-5-1 60 16,0 0-7-16,-5 3-1 0,-3 1-3 0,-3-3-47 15,-2 5 38-15,-3 1-47 0,-2 15 36 0,-4-27-55 16,-3 15 43-16,-3 2-69 0,-4 2 42 0,0 1-53 15,-3 2 9-15,1 3-35 0,-3 0-26 0,19 2-62 16,-34 1-85-16,34-1-41 0,-28 3-236 0,28-3-34 16</inkml:trace>
  <inkml:trace contextRef="#ctx0" brushRef="#br0" timeOffset="192353.06">29121 10200 176 0,'0'0'616'0,"19"-4"-175"15,-19 4-147-15,0 0-55 0,19-3-77 0,-19 3 5 16,0 0-66-16,14 5 23 0,-14-5-65 0,0 0 30 16,10 17-7-16,-10-17-30 0,8 20-49 15,-8-20 37-15,6 28-53 0,-4-11 45 0,-1 0-43 16,1 0 36-16,0 1-45 0,-2-18 32 16,2 32-38-16,-2-32 17 0,4 25-25 0,-4-25 10 15,3 22 2-15,-3-22 4 0,6 16 7 0,-6-16 1 16,0 0 2-16,9 12-11 0,-9-12 7 0,0 0 13 0,17-3 34 15,-17 3-39-15,21-11 37 0,-10 1-42 16,4-2 41-16,0 0-57 0,1-2 68 0,-2 1-8 16,3 0-43-16,-1 2 50 0,-2-1-3 0,-3 3-8 15,0 1-4-15,-11 8-8 0,18-10-4 16,-18 10-33-16,0 0 34 0,20-2-48 16,-20 2 51-16,12 7-49 0,-12-7 49 0,12 12-42 0,-12-12 31 15,10 18-30-15,-3-7 42 0,1 2-41 16,-1-4 30-16,2 4-40 0,0-2 39 0,1-3-41 0,2 2 33 15,2-2-48-15,-1 0 39 0,3-3-35 0,0-2 10 16,2 0-12-16,0-3 12 0,2-2-5 16,4-2 18-16,-2-1-18 0,2-3 31 0,-2 0-8 0,1-2 18 15,2-5-7-15,-3 3 34 0,-1-2-17 16,-2 2 37-16,-1-1-10 0,1 1 15 16,-3-1-1-16,0 3-43 0,-7 2 48 0,3-1-47 15,-12 9 44-15,16-12-54 0,-16 12 35 0,14-9-43 16,-14 9 50-16,12-9-61 0,-12 9 48 0,12-5-49 15,-12 5 42-15,0 0-45 0,16-9 45 0,-16 9-47 16,10-8 37-16,-10 8-39 0,9-9 50 0,-9 9-51 16,9-12 54-16,-9 12-47 0,7-17 44 0,-7 17-38 15,6-21 27-15,-6 21-34 0,7-28 25 16,-2 14-22-16,-1-1 48 0,0 0-49 0,0 1 3 0,-4 14 4 16,7-22 8-16,-7 22-7 15,5-16 3-15,-5 16 7 0,0 0-1 0,6-17-2 16,-6 17 3-16,0 0-1 0,0 0 42 0,0 0-49 15,0 0 43-15,-9 24-53 0,2-10 51 0,-2 6-50 16,-4 5 45-16,-1 3-5 0,-2 2-19 0,0 0-55 16,-2 2 5-16,1 2-29 0,-2 0-35 0,-1 3-47 15,0 6-74-15,-4-2-43 0,6-5-263 0,3-2-35 16</inkml:trace>
  <inkml:trace contextRef="#ctx0" brushRef="#br0" timeOffset="192490.05">29691 10769 374 0,'0'0'687'0,"0"0"-161"0,-9 12-165 16,9-12-52-16,0 0-85 0,0 0-29 0,0 0-74 16,0 0 0-16,0 0-57 0,0 0 4 0,0 0-75 15,26-2-10-15,-5-4-84 0,8-6-10 0,5 2-75 16,3-4-98-16,2-3-406 0,11-3-218 0</inkml:trace>
  <inkml:trace contextRef="#ctx0" brushRef="#br0" timeOffset="194270.06">9832 8028 46 0,'0'0'312'0,"0"0"-85"0,0 0-54 0,0 0-39 15,0 0-37-15,0 0-8 0,0 0-18 0,0 0-12 16,1-17-4-16,-1 17-13 0,0 0-6 0,0 0 4 16,0 0-14-16,0 0 8 0,0 0 13 0,0 0 14 15,0 0-13-15,0 0 15 0,0 0-15 16,0 0-4-16,6 13 6 0,-6-13 5 0,0 0-6 16,4 14-2-16,-4-14-8 0,0 0 4 0,8 20 12 15,-8-20-13-15,7 15 8 0,-7-15-17 0,9 17 12 16,-9-17-16-16,12 20 5 0,-4-6-13 0,-1-5 27 15,2 6-34-15,1-1 20 0,1 1-28 16,-1 2 29-16,2-3-32 0,0 4 26 0,0-2-28 16,1 2 35-16,1-2-34 0,0 1 36 0,0 1-38 15,2-1 22-15,0 4-4 0,3-1 10 16,-1 1-12-16,1-1 9 0,1-1 3 0,-1 1 1 0,2 1-7 16,0-1-4-16,1 1 3 0,0 0-4 0,0 0-3 15,2 0 43-15,0-2-51 0,-2 3-9 0,3-4 11 16,0 2 4-16,0 1 8 0,0-2-11 0,0 0 8 15,1 2-4-15,0-1-7 0,1-1-2 0,0 0 7 16,0 1-8-16,1 0 0 0,0-1 6 0,0 0-3 16,1 2 0-16,-2-1-2 0,1 1 1 0,0-2-1 15,2 1-1-15,-1 0-1 0,-2 0 0 16,2-3-2-16,-2 2 2 0,1 0-9 0,-1-2 8 16,-1 0 1-16,-1 0-6 0,1 1-2 0,-1-1 9 15,0 0 1-15,0-1-4 0,-1 1 3 16,0-3 4-16,-1 2-6 0,-2-4 0 0,0 2-1 15,0-2 1-15,0 0-1 0,-2 0 46 0,2 1-53 16,4 0 40-16,-2 1-53 0,-4-3 56 0,1 1-52 16,0 0 51-16,-2 0-61 0,2 0 57 0,0 1-54 15,-1-1 53-15,0 2-50 0,2 0 46 0,-3-1-46 16,-1 0 46-16,1 0-47 0,2-2 46 16,-2 2-48-16,-1-2 51 0,2 2-51 0,-3-3 48 0,1 1-55 15,-1 0 55-15,1 0-56 0,-1-1 62 16,1-1-54-16,1 2 49 0,-3-2-49 0,2-1 49 15,0 2-49-15,0-1 3 0,0 1 5 0,1-2 2 16,-2 1 0-16,2 0 7 0,0-1 3 0,-1 1-10 16,-1-1 9-16,0 1-5 0,2-1 2 0,-3 4 6 15,0-3 3-15,0-1-1 0,-2 1 0 0,-1 1 0 16,0-1-1-16,-1 1 0 0,1-2 1 0,-2 1 0 16,1-1-3-16,-3 1-1 0,2 0 4 15,-10-9-8-15,17 15 2 0,-17-15 8 0,17 15-7 16,-17-15 0-16,15 15 8 0,-15-15 0 0,17 15 1 15,-17-15-3-15,15 14 0 0,-15-14-1 0,16 14 3 16,-16-14-9-16,15 15 6 0,-15-15-6 0,14 13 5 16,-14-13 4-16,13 14-2 0,-13-14-7 15,14 14 0-15,-14-14 55 0,11 12-56 0,-11-12 46 16,9 14-53-16,-9-14 49 0,10 12-53 0,-10-12 47 16,10 13-49-16,-10-13 54 0,11 11-60 0,-11-11 56 15,10 11-56-15,-10-11 47 0,10 11-51 0,-10-11 57 16,11 10-52-16,-11-10 54 0,12 9-55 0,-12-9 51 15,9 10-45-15,-9-10 44 0,9 10-51 0,-9-10 51 16,0 0-52-16,12 11 40 0,-12-11-58 0,0 0 42 16,10 10-81-16,-10-10 88 0,0 0-47 0,0 0 51 15,0 0-61-15,9 8 29 0,-9-8-56 0,0 0-30 16,0 0-29-16,0 0-42 0,0 0-31 16,0 0 11-16,-15-10-33 0,15 10-17 0,-16-9-211 15,16 9 108-15</inkml:trace>
  <inkml:trace contextRef="#ctx0" brushRef="#br0" timeOffset="194504.05">12021 10031 594 0,'0'0'448'0,"0"0"-81"0,-14-7-50 16,14 7-97-16,0 0-32 0,0 0-48 0,-14-5-26 15,14 5-23-15,0 0-18 0,0 0-6 0,0 0 2 16,0 0 43-16,0 0-65 0,0 0 40 0,0 0-56 15,16 7 47-15,-16-7-76 0,22 9 53 16,-9-4-55-16,2-1 48 0,3 1-61 0,-1-1 35 16,0 0-65-16,3-1 23 0,-2-2-60 15,4 2-9-15,-4-3-48 0,2 0-34 0,0-1-57 16,-2-2 0-16,4-1-26 0,-1-2-15 16,0-1-213-16,-4-1 72 0</inkml:trace>
  <inkml:trace contextRef="#ctx0" brushRef="#br0" timeOffset="194638.05">12421 9965 635 0,'0'0'350'0,"11"-15"-14"0,-11 15-41 0,5-14-36 15,-5 14-38-15,0 0-23 0,2-17-20 0,-2 17-18 16,0 0-34-16,0 0-11 0,-2-17-16 0,2 17-18 16,0 0-17-16,0 0-14 0,0 0-6 0,0 0-8 15,0 0-9-15,-21 8-5 0,21-8-10 16,-15 22 39-16,5-5-103 0,-3 2 2 0,-1 4-81 16,-1 2-87-16,-3 2-75 0,0-1-94 0,-1 3-264 15,-1 0-180-15</inkml:trace>
  <inkml:trace contextRef="#ctx0" brushRef="#br0" timeOffset="195803.05">6649 5733 114 0,'0'0'385'16,"0"0"-130"-16,0 0-65 0,0 0-42 16,0 0-31-16,0 0-22 0,0 0-21 0,0 0-13 0,7 13-12 15,-7-13-9-15,0 0-36 0,0 0-34 16,0 0-37-16,0 0-56 0,0 0-69 0,0 0-131 15,0 0 272-15</inkml:trace>
  <inkml:trace contextRef="#ctx0" brushRef="#br0" timeOffset="195972.05">6677 5784 144 0,'0'0'494'0,"0"0"-158"15,1 16-81-15,-1-16-48 0,0 0-66 0,0 0-54 16,0 0-43-16,0 0-45 0,0 0-47 0,0 0-56 16,0 0-53-16,0 0-259 0,0 0 180 0</inkml:trace>
  <inkml:trace contextRef="#ctx0" brushRef="#br0" timeOffset="197620.05">7913 4108 188 0,'0'0'495'15,"0"0"-168"-15,-18-6-79 0,18 6-58 0,0 0-56 16,-24 3-16-16,24-3-22 0,-21 16-20 0,7-2-15 15,0 3 2-15,-2 6-7 0,0 3-4 16,1 2-7-16,2 3-1 0,0 1-5 0,3 1-10 16,1 1 13-16,1-1-33 0,3 0 35 0,2-5-34 15,3-1 28-15,2 2-8 0,2-3-20 0,5 2 24 16,3-1-29-16,2-4 30 0,5-3-33 0,3-3 27 16,3-4-35-16,2-2 30 0,-1-5-34 0,2-2 20 15,2-4 0-15,8-3-6 0,0-4 5 0,-1-3-7 16,1-3-11-16,1-3 7 0,4-6-25 0,-2-4 27 15,0-1-22-15,-5-4 27 0,-3-3-22 0,-4-2 1 16,-4-3 4-16,-6 3-8 0,-4-3 14 16,-2-2 0-16,-3 0 27 0,-2-1-29 0,-3 1 27 15,-3 2-14-15,-1 1 30 0,-2 1 3 0,-3 1 1 16,-1 2-4-16,-1 5-30 0,-2-1 36 16,0 2-39-16,1 4 15 0,0 2-11 0,-2 2 35 15,2 2-30-15,1 4 34 0,1 2-31 0,5 12 28 16,-11-21-51-16,11 21 37 0,-8-11-32 0,8 11 31 15,0 0-42-15,0 0 39 0,-24 11-37 0,15 4 37 16,0 5-1-16,-2 8-40 0,2 3 37 0,2 6-38 16,0 2 36-16,2 4-34 0,2 1-2 0,1 3 37 15,3 0-38-15,1-1 33 0,3 0-41 0,0-3 47 16,3 1-34-16,1-4 36 0,3-2-2 0,0-3-4 16,4-3-2-16,1-2-3 0,2-3 0 0,1-2-3 15,2-3-3-15,3-4 1 0,1-2-1 16,1-5-10-16,-4-3-10 0,3-5-4 0,1-3-16 0,1 0-12 15,1-2-17-15,4-6-30 0,-1-2-9 16,0-3-12-16,-2-3-19 0,-2-2-8 0,-2-3-6 16,-3-2-4-16,-4-4 1 0,-1-2 8 15,-5 0 6-15,-2-4-11 0,-4-1 46 0,-1 2 44 16,-4 3 66-16,-1 2 47 0,0 3 34 0,-2-1 37 16,0 7 6-16,-1 1 4 0,2 17-22 0,-4-25-3 15,4 25 6-15,-5-19-57 0,5 19-1 0,0 0 14 16,-9-13-40-16,9 13-2 0,0 0 2 0,-12 6-3 15,12-6-5-15,-9 16-1 0,4 0 1 0,1 0-4 16,0 4-12-16,1 3 9 0,1 1 23 0,0 1-43 16,2 0 36-16,2 2-42 0,-1 0 36 0,1 1-52 15,2-2-17-15,-1-1-64 0,0-1-68 16,0-4-50-16,1-4-46 0,0-2-256 0,-4-14-12 16</inkml:trace>
  <inkml:trace contextRef="#ctx0" brushRef="#br0" timeOffset="197789.06">9002 4019 114 0,'-4'-16'527'0,"0"1"-184"15,4 15-98-15,-8-21-40 0,8 21-73 16,-7-15-66-16,7 15-35 0,0 0-48 0,0 0-5 0,0 0-17 16,0 0-23-16,0 0-17 0,0 0-14 0,-8 18-36 15,8-18 39-15,7 28-235 0,0-9 264 16</inkml:trace>
  <inkml:trace contextRef="#ctx0" brushRef="#br0" timeOffset="198072.05">9104 4291 181 0,'6'18'382'0,"0"1"-108"0,-1-5-68 0,2 0-37 15,-2 0-34-15,0-1-22 0,-5-13-23 0,10 20-21 16,-10-20-9-16,12 15 14 0,-12-15-12 0,13 9-32 16,-13-9 19-16,18 4-8 0,-18-4 1 15,21-2-4-15,-21 2-21 0,24-12-5 0,-11 3 6 16,0-2-8-16,-2-2-3 0,0-3-3 0,-2-2-3 15,-2-2 1-15,-1-1-4 0,-2 0 1 16,-2 3 9-16,-2 0 26 0,-1 1 8 0,1 17 29 16,-5-26-34-16,5 26 20 0,-8-22-25 0,8 22 11 15,-12-12-32-15,12 12 23 0,0 0-30 0,-25 0 22 16,14 8-28-16,-3 4 14 0,1 4-27 0,0 2 11 16,0 6 31-16,2 2-39 0,1-4 32 0,3 2-30 15,2 0 31-15,2-2-35 0,3-1 8 0,1-3-36 16,2 0-12-16,3-3-25 0,2 1-39 15,3-4-13-15,0-3-44 0,2-3 0 0,-13-6-48 0,26 2-223 16,-9-4 136-16</inkml:trace>
  <inkml:trace contextRef="#ctx0" brushRef="#br0" timeOffset="198387.05">9541 4142 548 0,'0'0'365'0,"0"0"-87"16,0 0-54-16,0 0-62 0,0 0-38 0,0 0-25 15,0 0-23-15,0 0-6 0,-1 21-16 0,1-21-10 16,-1 28 2-16,1-28-10 0,0 29-17 16,1-11-3-16,-1-18 3 0,2 32-2 0,-2-32-9 0,4 26-5 15,-4-26-5-15,7 22-4 0,-7-22 9 0,8 15-3 16,-8-15 1-16,9 10-2 0,-9-10-4 16,0 0 10-16,0 0-21 0,25-4 15 0,-25 4 0 0,19-14 3 15,-10 2 6-15,1 2 5 0,1-1 11 16,-2 0 6-16,-1 1 2 0,-8 10 4 0,15-16 19 15,-15 16-36-15,9-11 19 0,-9 11-42 16,0 0 1-16,12-6 9 0,-12 6-1 0,0 0-3 16,0 0 1-16,17 10 29 0,-17-10-33 0,9 12 31 15,-9-12-34-15,8 14 18 0,-8-14-46 0,9 16-31 16,-9-16-30-16,11 11-36 0,-11-11-32 0,14 8-46 16,-14-8-76-16,16-1-177 0,-16 1 112 0</inkml:trace>
  <inkml:trace contextRef="#ctx0" brushRef="#br0" timeOffset="198587.05">9998 3937 553 0,'6'-20'438'16,"-3"3"-45"-16,-3 17-123 0,5-22-18 0,-5 22-88 15,4-18-9-15,-4 18-22 0,0 0-35 0,0 0-19 16,0 0-8-16,0 0-18 0,0 0-11 0,10 17-7 16,-10-17-6-16,4 33-41 0,-2-10 45 0,2 2-49 15,-2 2 37-15,1 1-37 0,0 8 34 16,-1-1-55-16,0 1-10 0,-1-7-33 0,-1 0-33 15,-1 0-34-15,-1-2-26 0,-1-3-6 16,0-2 13-16,0-6-15 0,-2-1 2 0,5-15-23 16,-10 21-177-16,10-21 215 0</inkml:trace>
  <inkml:trace contextRef="#ctx0" brushRef="#br0" timeOffset="198721.05">9973 4345 730 0,'-16'-13'257'0,"16"13"-15"0,-11-19-18 0,11 19-43 16,-9-21 7-16,9 21-46 0,-4-20 14 0,4 20-57 15,-2-17 16-15,2 17-55 0,3-17 20 0,-3 17-47 16,9-17 32-16,-9 17-54 0,15-16 27 0,-4 8-42 15,3 0 41-15,1-1-45 0,3 4 14 0,2-3-41 16,-1 4-15-16,0 0-56 0,-2 2-53 0,-17 2-45 16,32-1-24-16,-32 1-315 0,27 2-38 0</inkml:trace>
  <inkml:trace contextRef="#ctx0" brushRef="#br0" timeOffset="198921.05">9332 4772 197 0,'-19'10'687'16,"3"-1"-220"-16,4-4-115 0,12-5-85 0,-16 9-55 15,16-9-40-15,0 0-29 0,0 0-31 0,0 0-29 16,0 0-17-16,14 6-14 0,3-10-9 0,9-3-7 16,12-2-9-16,6-4-12 0,12-2-14 0,3-2-29 15,4 0-38-15,1-1-111 0,2 0-112 0,-3-1-118 16,4 4-160-16,2-1-85 0</inkml:trace>
  <inkml:trace contextRef="#ctx0" brushRef="#br0" timeOffset="199472.06">14412 4245 413 0,'0'0'455'16,"-1"-24"-98"-16,1 24-85 0,-4-22-40 0,4 22-70 16,-9-17-3-16,9 17-58 0,-11-10 14 0,11 10-52 15,0 0 23-15,-23-1-54 0,23 1 23 0,-25 14-33 16,12-2 35-16,-3 5-57 0,1 5 35 0,1 4-42 16,3 1 37-16,0 3-31 0,3 2 23 15,2 1-33-15,3 0 32 0,2-4-4 16,1 3-10-16,4 1 42 0,0 1-43 0,4-1-7 0,1-2-23 0,2-3 8 15,2-3-18-15,1-1-14 0,2-3-26 16,1-7-10-16,3-1-9 0,1-5-32 0,3-4-3 16,3-1-39-16,3-3-30 0,5-7 8 0,2-1-275 15,1-3 105-15</inkml:trace>
  <inkml:trace contextRef="#ctx0" brushRef="#br0" timeOffset="199941.05">14816 4630 395 0,'0'0'522'16,"0"0"-151"-16,0 0-90 0,0 0-72 0,0 0-50 16,0 0-34-16,0 0-28 0,14-6-16 0,-14 6-42 15,22-20 2-15,-6 8-32 0,-1-3 22 0,7-7-25 16,0 2 20-16,-1-5-25 0,1-1 12 16,-1-2-20-16,0-3 2 0,-3-3-14 0,0-3-2 0,-5-1 0 15,0-4-1-15,-4-2-1 0,-4 0-5 16,-1 0 17-16,-2 2 11 0,-3 4 43 0,-2 1-17 15,-2 5 41-15,-1 7-31 0,-3 3 36 0,0 2-41 16,0 4 33-16,0 5-45 0,-3 3 28 0,12 8-40 16,-22-6 31-16,22 6-5 0,-26 12-40 0,9 3 27 15,-1 7-28-15,3 4 31 0,-1 5-39 0,4 2 43 16,2 2-40-16,1 3 40 0,2 2-38 0,5 0 37 16,0-1-42-16,3 0 39 0,2 1-41 0,1-3 24 15,5-2-45-15,0-2 1 16,0-2-25-16,5-2-21 0,0-4-63 0,3-5-17 0,-1-5-42 15,4-4 7-15,-2-4-25 0,3-4-256 16,-1-6 75-16</inkml:trace>
  <inkml:trace contextRef="#ctx0" brushRef="#br0" timeOffset="200088.05">15295 4374 105 0,'10'-19'574'0,"-1"1"-140"16,-1 0-103-16,-3 4-35 0,-1 1-76 0,-4 13 24 16,7-21-62-16,-7 21-8 0,5-14-81 15,-5 14 10-15,0 0-51 0,0 0 15 0,0 0-38 0,0 0 22 16,0 0-46-16,0 0 29 0,10 13-30 0,-10-13 30 15,1 26-41-15,-1-26 26 0,0 34-83 16,0-14 4-16,0-2-62 0,0 2-73 0,1 0-76 16,-1-20-51-16,-1 29-257 0,1-29-106 0</inkml:trace>
  <inkml:trace contextRef="#ctx0" brushRef="#br0" timeOffset="200807.05">15514 4088 334 0,'-8'-10'336'0,"8"10"-105"16,0 0-86-16,0 0-65 0,0 0-55 0,-16 10-27 15,16-10-39-15,0 0 12 0,9 24-20 0,-4-11 13 16,5 4 1-16,0-1 32 0,2 1 8 16,1 0 23-16,0 0 4 0,-1 2 19 0,1-2 3 0,-1 1 12 15,0-1 7-15,0-1 10 0,-2-1 3 16,-1-3-8-16,0 0 7 0,0-2 2 15,-9-10 3-15,14 16-2 0,-14-16 26 0,12 10-11 0,-12-10 24 16,13 7-41-16,-13-7 36 0,0 0-67 0,25 0 29 16,-25 0-55-16,22-8 16 0,-11 0-32 15,1-1 30-15,1-5-45 0,-2 0 46 0,1-2-40 16,-3-2 39-16,-2-1-41 0,-1 2 37 0,-3 0-39 16,2 3 42-16,-5 14-36 0,2-23 39 0,-2 23-45 15,0 0 32-15,-2-21-42 0,2 21 32 0,0 0-33 16,0 0 35-16,-19 0-41 0,19 0 32 0,-19 16-32 15,8-1 32-15,0 1-36 0,0 2 50 16,2 1-50-16,1 1 37 0,2 0-56 0,0 1 31 16,5-4-45-16,1-17 26 0,3 29-36 0,3-12 4 15,1-5-16-15,4 0 7 0,3-3-30 0,0-1-24 16,3-3-2-16,0-5-8 0,4 0-5 0,2-4-1 16,2-4 20-16,2-2 26 0,1-2 34 0,-2-4 36 15,-1-2 27-15,-2-2 32 0,-3-1 27 16,-1 1 29-16,-4 3 17 0,-2 0 22 0,-2 3-20 0,-2 2 33 15,-1 2-46-15,-8 10 29 0,11-17-66 0,-11 17 26 16,9-9-60-16,-9 9 29 0,0 0-46 16,0 0 23-16,0 0-32 0,0 0 34 0,9 11-45 15,-9-11 41-15,0 0-51 0,5 22 49 16,-5-22-44-16,6 18 30 0,-6-18-41 0,7 18 33 16,-7-18-36-16,10 14 35 0,-10-14-30 0,11 10 19 15,-11-10-26-15,16 6 39 0,-16-6-37 0,18 0 34 16,-18 0-28-16,26-9 29 0,-9 0-29 0,-1-2 32 15,0-1-27-15,0-3 35 0,0-2-29 0,-1 0 41 16,0 2-29-16,-2 0 30 0,1 2-23 0,-3-2 44 16,-2 6-43-16,-9 9 29 0,15-14-38 0,-15 14 39 15,10-11-55-15,-10 11 55 0,0 0-44 0,15-6 32 16,-15 6-44-16,0 0 41 0,13 4-44 0,-13-4 35 16,0 0-51-16,17 10 15 0,-17-10-38 15,14 8 24-15,-14-8-32 0,20 7-16 0,-20-7-23 16,24 1-27-16,-24-1-24 0,33-4-25 0,-12 0 9 15,0-4-43-15,1-2-43 0,-2-1-123 0,5-2 210 16</inkml:trace>
  <inkml:trace contextRef="#ctx0" brushRef="#br0" timeOffset="200956.07">16780 3993 670 0,'12'-21'254'0,"1"-2"-17"15,-3 2 15-15,-1 0-10 0,0 2-47 0,-2 2 33 16,-1 4-14-16,0 1-16 0,-6 12-42 16,8-19-41-16,-8 19-26 0,8-13-18 0,-8 13-20 0,0 0-11 15,0 0 10-15,0 0-21 0,0 0-13 0,13 12-1 16,-13-12 2-16,4 24-3 0,1-5-3 0,-3-1-12 15,1 5-34-15,-3 2-24 0,0 0-47 16,0 2 1-16,-1-1-48 0,-2-1-57 0,0 1-33 16,-2-2-30-16,0 0-297 0,0-2-93 0</inkml:trace>
  <inkml:trace contextRef="#ctx0" brushRef="#br0" timeOffset="201105.15">16815 4183 78 0,'0'0'613'0,"2"-16"-160"0,-2 16-128 16,4-17-44-16,-4 17-86 0,9-19-9 0,-1 8-23 15,1 1-27-15,0 0-25 16,3 1-35-16,2-2-8 0,4 2-18 0,0 0-19 16,3 1-65-16,3-1 7 0,6 0-50 0,1 1-78 15,1-1-80-15,2 0-62 0,1 2-263 0,3 0-75 16</inkml:trace>
  <inkml:trace contextRef="#ctx0" brushRef="#br0" timeOffset="202990.16">22039 11476 575 0,'0'0'421'0,"11"9"-67"0,-11-9-119 0,0 0-39 16,12 7-56-16,-12-7 6 0,0 0-57 0,0 0 25 15,10 8-48-15,-10-8 37 0,0 0-47 0,0 0 31 16,0 0-59-16,0 0 18 0,11 7-32 16,-11-7 40-16,0 0-51 0,0 0 39 0,0 0-46 15,0 0 39-15,0 0-47 0,0 0 43 0,0 0-48 16,0 0 48-16,0 0-49 0,11 7 61 0,-11-7-40 15,0 0 43-15,0 0-40 0,0 0 36 0,0 0-31 16,0 0 25-16,0 0-31 0,0 0 27 16,0 0-28-16,0 0 31 0,0 0-33 0,0 0 30 15,0 0-37-15,0 0 34 0,0 0-30 0,0 0 26 16,0 0-39-16,0 0 37 0,0 0-32 0,0 0 31 16,0 0-31-16,0 0 26 0,0 0-30 15,0 0 27-15,0 0-27 0,0 0 23 0,0 0-22 16,0 0 30-16,0 0-31 0,0 0 29 0,0 0-33 15,0 0 33-15,0 0-28 0,0 0 28 0,0 0-36 16,0 0 35-16,0 0-30 0,0 0 32 0,0 0-32 16,0 0 23-16,0 0-25 0,0 0 32 0,0 0-28 15,0 0 23-15,0 0-22 0,0 0 32 16,0 0-29-16,0 0 28 0,0 0-29 0,0 0 27 16,0 0-24-16,0 0 26 0,0 0-35 0,0 0 36 15,0 0-31-15,0 0 31 0,0 0-32 0,0 0 30 16,0 0-32-16,0 0 28 0,0 0-25 15,0 0 22-15,0 0-22 0,0 0 30 0,0 0-31 16,0 0 29-16,0 0-27 0,0 0 24 0,0 0-9 16,0 0 13-16,0 0-30 0,0 0 33 0,0 0-28 15,0 0 29-15,0 0-26 0,0 0 23 0,0 0-29 16,0 0 31-16,0 0-23 0,0 0 11 0,0 0-15 16,0 0 23-16,0 0-23 0,0 0 23 15,0 0-23-15,0 0 19 0,0 0-17 0,0 0 34 0,0 0-25 16,0 0 21-16,0 0-24 0,0 0 19 0,0 0-23 15,0 0 18-15,0 0-23 16,0 0 21-16,0 0-18 0,0 0 10 0,0 0-29 16,0 0 0-16,0 0-61 0,0 0 6 0,0 0-62 15,0 0-45-15,0 0-85 0,0 0-141 0,0 0-249 16,0 0-190-16</inkml:trace>
  <inkml:trace contextRef="#ctx0" brushRef="#br0" timeOffset="203808.14">10402 6242 49 0,'0'0'81'16,"0"0"34"-16,0 0-72 0,0 0 37 0,0 0-67 15,-9 11 29-15,9-11-186 0,0 0 48 16</inkml:trace>
  <inkml:trace contextRef="#ctx0" brushRef="#br0" timeOffset="205160.15">12070 11521 391 0,'-8'-12'263'0,"2"0"-66"0,6 12-54 16,-12-22-29-16,12 22-23 0,-9-21-19 0,9 21-12 16,-6-22-13-16,6 22-6 0,-4-22 6 0,4 22 5 15,-2-20 1-15,2 20 3 0,0 0-7 0,-1-23 17 16,1 23-13-16,0 0-1 0,-1-17-16 0,1 17-2 16,0 0-10-16,0 0 1 0,0 0 47 0,0 0-26 15,0 0 22-15,0 0-21 0,0 0 21 0,10 9-33 16,-10-9 32-16,10 25-41 0,-4-8 25 0,3 1-34 15,-3 3 20-15,5 0-46 0,1 3 54 16,2 2-42-16,-1-2 32 0,1 1-29 0,4-3 22 16,-2 1-5-16,1-3-5 0,2-1-2 0,-4-3-1 15,2-3 4-15,0-2-1 0,3-2 1 0,-1-2 3 16,-2-4-2-16,4-3-10 0,3-3 15 16,1-4-5-16,5-5 0 0,3-5-1 0,-1-3-41 15,8-9 54-15,0-2-28 0,1-5 49 0,-1-3-23 16,0-2 34-16,2-1-6 0,-2 1 13 15,0 0-12-15,-1 2 8 0,-4 3-1 0,-3 2-6 0,-7 9 43 16,-3 1-60-16,-2 5 39 0,-4 3-60 0,-5 4 38 16,-2 1-58-16,-9 11 48 0,14-14-55 15,-14 14 31-15,0 0-68 0,0 0 40 0,0 0-72 16,0 0-19-16,0 0-23 0,-19 11-12 0,6 0-9 16,-5 4-23-16,-3 2-20 0,2 0-24 0,-1 3-10 15,1-2-21-15,0 2-10 0,0 0 14 0,0-1-24 16,0 0-187-16,-2 1 149 0</inkml:trace>
  <inkml:trace contextRef="#ctx0" brushRef="#br0" timeOffset="205857.15">12200 11605 89 0,'-18'-8'422'0,"2"0"-123"0,3-2-72 0,2 3-26 16,0-2-32-16,11 9-35 0,-18-14-15 0,18 14-4 15,-14-11-24-15,14 11-1 0,-11-12-27 0,11 12-18 16,0 0-13-16,-11-9 15 0,11 9-20 0,0 0 11 16,0 0-24-16,0 0 32 0,0 0-20 0,0 0 17 15,9 13-26-15,-1-3 24 0,2 2-29 0,3 3 17 16,1 0-17-16,1 0 32 0,5 3-34 16,0-1 42-16,1-2-7 0,-1-1-14 15,0-2-3-15,-1-1 0 0,3-2-1 0,-3 1-2 0,2-3 3 16,2-2 1-16,-3-1 2 0,0-1-12 15,-2-3 9-15,2-3-8 0,3 0 2 0,0-3 5 16,1-3-1-16,4-4 1 0,3-4-4 0,-2-3-30 16,0-3 45-16,9-7-33 0,-4-4 41 0,4-4-17 15,-3-3 24-15,3 0-26 0,-1-2 21 0,1 1 1 16,0 0 12-16,-1 1 1 0,-3 3 44 0,-1 2-50 16,-6 9 43-16,-5 2-57 0,-1 3 27 15,-5 6-46-15,-1 2 1 0,-4 1-7 0,-2 4-1 0,-9 9-5 16,14-12-5-16,-14 12-1 0,11-13 0 0,-11 13-1 15,0 0-2-15,13-12 0 0,-13 12 1 0,0 0-3 16,7-9-4-16,-7 9 1 0,0 0 5 16,0 0 0-16,0 0 0 0,12-12-2 15,-12 12-2-15,0 0 4 0,0 0-2 0,0 0 1 16,0 0-1-16,9-8 1 0,-9 8 0 0,0 0-6 16,0 0 7-16,0 0-1 0,0 0 1 0,0 0-2 15,0 0-1-15,0 0 0 0,0 0 2 0,0 0 0 16,0 0-1-16,0 0 0 0,0 0 0 0,0 0-5 15,0 0 6-15,0 0 1 0,0 0 0 0,0 0-4 16,0 0 1-16,0 0 2 0,0 0 0 0,0 0-1 16,8-9 1-16,-8 9-1 0,0 0 1 0,0 0-4 15,0 0 1-15,0 0 5 0,0 0-1 0,0 0 0 16,0 0-2-16,0 0 0 0,0 0 1 16,0 0 1-16,0 0 0 0,0 0-1 0,0 0 0 15,0 0-6-15,0 0 1 0,0 0 0 16,0 0-4-16,0 0-11 0,0 0-2 0,0 0-7 15,0 0-52-15,0 0-25 0,0 0 1 0,0 0-4 16,0 0-1-16,-11-9-1 0,11 9-5 0,0 0-5 16,0 0-10-16,-14-7-21 0,14 7-39 0,0 0-28 15,0 0-51-15,-19-4 42 0,19 4-32 0,0 0-199 16,0 0 115-16</inkml:trace>
  <inkml:trace contextRef="#ctx0" brushRef="#br0" timeOffset="195605.98">21431 14883 592 0,'0'0'521'16,"0"0"-163"-16,0 0-35 0,-4-16-115 0,4 16 18 0,0 0-81 0,-7-13-3 16,7 13-3-16,0 0-3 0,0 0 17 15,-9-13-12-15,9 13-3 0,0 0-15 0,0 0-19 16,0 0-19-16,-6-14-14 0,6 14-16 0,0 0-8 15,0 0-12-15,0 0-9 0,0 0-4 0,0 0-7 16,0 0-4-16,0 0-3 0,0 0-2 0,0 0-2 16,0 0 1-16,0 0 1 0,0 0-1 0,0 0-1 15,10 9 23-15,-10-9-30 0,12 17 1 16,-5-5 5-16,-1 1-5 0,2 0 10 0,-1 0-10 0,0 4 8 16,-2-2-10-16,2 4 14 0,0-2-13 15,-2-1 9-15,0-1-11 0,0-1 13 16,-5-14-13-16,7 24 11 0,-7-24 13 0,9 20-17 15,-9-20-11-15,9 13 14 0,-9-13-10 0,12 9 5 16,-12-9-1-16,20 0 8 0,-20 0-8 0,34-10 7 16,-11-4 1-16,4-3-11 0,1-3 11 0,1-2-11 15,1-3 11-15,6-5-4 0,-5 6 5 16,4-6 0-16,-5 4 0 0,-1 2-2 0,-1-1 1 0,0 2 6 62,-1 3-11-62,-4 1-1 0,0 2 0 0,-4 5 0 0,-4 0 0 0,0 3-5 0,-4 0-6 0,-11 9-14 16,18-12-20-16,-18 12-45 0,0 0-17 0,13-7-26 0,-13 7 7 0,0 0-40 0,0 0 17 0,-3 15-45 0,3-15-45 0,-16 23-53 16,2-8-17-16,-5 3-306 0,-1 1-146 0</inkml:trace>
  <inkml:trace contextRef="#ctx0" brushRef="#br0" timeOffset="196550.94">21349 15259 603 0,'0'0'434'0,"0"0"-86"16,0 0-80-16,0 0-51 0,0 0 8 0,0 0-80 16,10-11-33-16,-10 11-1 0,0 0 9 0,0 0-15 15,13-8-9-15,-13 8 1 0,0 0-8 0,0 0-4 16,19 0-12-16,-19 0-12 0,15 10-7 15,-15-10-9-15,19 17-11 0,-9-2-5 0,2 1-5 16,-3 1-6-16,1 2-3 0,-1 1-7 16,1 1 2-16,-1-1 2 0,0 0 1 0,1-3-11 0,-1-1 0 15,0-1 0-15,2-3 2 0,-1-4 5 0,1 1 0 16,-11-9 33-16,23 5 11 0,-23-5-9 0,32-7-7 16,-11-4-6-16,3-7-6 0,3-5-2 15,-1 0-2-15,9-9 1 0,-2-2 4 0,0-1 6 16,-1 0 11-16,-6 9-4 0,-2-1 4 0,0 2-6 15,-3 5-7-15,-6 4-7 0,0 2-4 16,-5 3-6-16,0 3-9 0,-10 8-15 0,12-14-42 16,-12 14-21-16,0 0-30 0,0 0-40 0,0 0-72 15,0 0 5-15,0 0-64 0,-15 14-82 0,3-5-53 16,-3 4-242-16,-1-1-181 0</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1.05591" units="1/cm"/>
          <inkml:channelProperty channel="Y" name="resolution" value="2150.06567" units="1/cm"/>
          <inkml:channelProperty channel="F" name="resolution" value="0" units="1/dev"/>
          <inkml:channelProperty channel="T" name="resolution" value="1" units="1/dev"/>
        </inkml:channelProperties>
      </inkml:inkSource>
      <inkml:timestamp xml:id="ts0" timeString="2025-05-11T05:56:10.833"/>
    </inkml:context>
    <inkml:brush xml:id="br0">
      <inkml:brushProperty name="width" value="0.05292" units="cm"/>
      <inkml:brushProperty name="height" value="0.05292" units="cm"/>
      <inkml:brushProperty name="color" value="#FF0000"/>
    </inkml:brush>
  </inkml:definitions>
  <inkml:trace contextRef="#ctx0" brushRef="#br0">18761 4766 89 0,'0'0'260'0,"0"0"-22"0,-5-7-78 16,5 7 5-16,0 0-42 0,-8-8 40 15,8 8-26-15,-10-6 1 0,10 6-19 0,-9-7 13 16,9 7 5-16,-9-4-20 0,9 4-4 0,-14-8-14 16,14 8-4-16,-13-6-2 0,13 6 8 0,-14-5-38 15,14 5 31-15,-17-4-47 0,17 4-10 0,-16-2-12 16,16 2 0-16,-21-3-12 0,21 3 6 0,-24-4 4 16,24 4-21-16,-31-1 2 0,12 1 19 0,1-1 12 15,-1 0 3-15,1 1-3 0,-1-3-6 16,-3 0-2-16,3 2-7 0,-2 0-4 0,-3 0-2 15,0-2-7-15,1 2 7 0,-4 1-16 0,0-1 27 16,0 1 1-16,-1-1 9 0,1 1 0 16,-2 0 3-16,1 0-3 0,0 1-10 0,1-1 7 15,-3 1-2-15,1 0-6 0,1 0-2 0,-1 2 2 16,0-2-1-16,2 2-2 0,-1-2 3 0,1 3 7 16,2-3-13-16,-1 1 0 0,2 1 4 0,-2 0 0 15,2-1-14-15,1 0 16 0,1 2-16 0,-2-1 18 16,1 2-16-16,-3-2 19 0,2 3-14 0,-2-2 12 15,-1 1-14-15,-5 4 9 0,0 0-4 0,-2 1 12 16,-3 1-6-16,3-1 11 0,-5 1-4 0,2 1 9 16,0-1-11-16,-1 1 9 0,0 1-13 0,3 1 3 15,-1-2-6-15,1 3 1 0,1-2-5 0,0 0 3 16,0 3-4-16,2 0 8 0,1-3-4 0,1 3-2 16,0 0-7-16,2 0 2 0,0 0 0 15,0 2-1-15,0-1-2 0,-2 0 1 16,1 4 4-16,1-1-2 0,-4 0 5 0,4 1 0 15,-3 0 3-15,0 1 4 0,0 1 6 0,1 0-6 16,-2-1-2-16,0 1 3 0,1 0-3 0,2 1 16 16,-1 1-22-16,1 0 15 0,1 0-16 0,1 0-1 15,0 0-3-15,3 1-4 0,-2 1 2 0,2-2-1 16,1 1 1-16,4 0-1 0,-2 1-2 0,2-1 0 16,4-1 22-16,-2 1-18 0,3 0 14 0,0 0-21 15,2 0 6-15,1-1-8 0,1-2 1 0,3 0-2 16,1 1 4-16,-1-2-1 0,2 0 0 15,0 2 0-15,3 0 1 0,0 0 1 0,2-2 0 16,0 1 2-16,2 1-3 0,0-1 2 0,3-1-2 16,0 2 5-16,2 1-6 0,2 4 0 0,2-1 4 15,1 0 0-15,-1 0-1 0,5-1 0 0,-2 1-2 16,4 0 0-16,0-2 0 0,1 0 0 0,1-1 6 16,1 1-1-16,2 0 3 0,2-1 8 15,1 0-9-15,1-1 1 0,-2 0 16 0,1 0-10 16,2-2-12-16,0-2 5 0,0 1 6 0,2 0 17 15,-1-2 31-15,2 3 7 0,-2-4-3 0,2 1-25 16,1 1 18-16,0-2-27 0,0-1 22 0,0 2-26 16,1-2 7-16,0 0 11 0,2 0-2 15,0-1 0-15,-1-1 4 0,3 1 1 0,-1-1-8 16,0-3-7-16,-1 1-4 0,1-3-4 0,1-1-4 16,-1 1 0-16,0 1-1 0,-2-3-2 0,1 1-1 15,0 0 2-15,-2-2 8 0,4 2 17 0,-3-1 5 16,1-1-1-16,1 1 1 0,0 0-2 0,-1 1-6 15,4-1-6-15,-4 2-1 0,3 0-4 0,-1 0-3 16,-1-2 1-16,2 1-7 0,-1-1-2 0,0-1 2 16,3 1-4-16,1 0-4 0,1 1-9 0,0-3 12 15,1-1-18-15,0 4 2 0,3-3-1 0,-1 2 0 16,0-1-1-16,0-2-1 0,1 1 1 0,0 1 0 16,-2-3-1-16,3 0-1 0,0 2 1 15,0-3 1-15,0 2 5 0,-1-2-5 16,1-1 0-16,2 4-2 0,2-4 0 0,-5 0 1 15,3 0-2-15,-3-1 2 0,1 0-2 0,3-1 0 16,-1 0-3-16,-1-1 2 0,1 0 2 0,2-2-1 16,1 0 6-16,1 1 0 0,7-4-8 0,1 1 0 15,1-3 3-15,-2 0-3 0,0 1 0 0,-1-3 1 16,1 1 0-16,-4-1-1 0,2 1 0 0,-3-3 1 16,-11 2 0-16,0 1-1 0,2-1 0 15,10-6-1-15,-14 6-10 0,0 0 15 0,0-2-20 0,-3 1 26 16,1-1-24-16,1 0 25 0,-3 1-24 15,1-3 21-15,-1 0-1 0,-1 2-2 0,0-4 0 16,-1 2-5-16,0 1 0 0,-3-2 3 0,0 0-2 16,-1 0 34-16,0-2-42 0,-1 2 36 0,-3-3-42 15,0 1 36-15,-1 0-42 0,0 0 39 0,-2-2-40 16,1 0 40-16,-4 1-30 0,2-3 30 0,-5 3-37 16,1-4 40-16,-1 1-38 0,-2-1 42 0,-1-2-42 15,2-1 35-15,-3-1-40 0,3 0 36 0,-4-4-38 16,4 1 6-16,-3-1 0 0,2-2 4 0,0 1 1 15,-1-1-12-15,1-1 21 0,1 2 1 0,-2-1 0 16,0 3 36-16,-1 0-37 0,-2 0 37 16,1 3-38-16,-1 0 41 0,-6 3-32 15,1 1 32-15,1 1-31 0,-3-1 29 0,2 2-36 16,-3-1 39-16,3 1-39 0,-6-1 33 0,1 3-44 16,1-3 35-16,-3-1-37 0,0-1 34 0,1 0-35 15,-1 1 35-15,-1-2-38 0,-1 0 34 0,1-1-33 16,-2 2 34-16,1-1-28 0,0 2 28 0,-1-2-30 15,0 1 31-15,-1 0-32 0,1 3 3 0,-3-2 5 16,1 2 5-16,0 0 7 0,-1 0 4 0,-1 2 3 16,-1 0 2-16,1-2-1 0,-3 1 1 0,1 1-2 15,-1-1 24-15,-1 0-24 0,1 0 16 0,0 2-22 16,-2-1 22-16,0 0-25 0,1-2 22 0,-1 3-20 16,-2 0 14-16,-1-1 1 0,1 1-1 15,-6-2-5-15,5 3-6 0,-3 0-1 0,2 0-4 16,-3 2-4-16,1 2-7 0,-2-1-9 0,0 1-1 15,1 1-3-15,-1 0-8 0,-1 1 0 0,0 0 10 16,1-2-4-16,0 3 4 0,-3 0-3 0,2 0 5 16,0 0 1-16,0 0-3 0,1 1 9 0,-1-1 3 15,0 1 0-15,-2 1 1 0,3-2-3 16,-3 0 1-16,2 2 2 0,-2-1-6 0,0 0-7 16,-1 0-1-16,2 2 1 0,-1 0-2 0,-1-2 2 15,0 3-3-15,1 0-1 0,-2 0-4 0,0 0 1 16,-1 0-3-16,3 1 2 0,-2 1 0 15,0-1 1-15,0 0-3 0,1 2 10 0,-3-2-8 16,2 0 12-16,-6 0-12 0,3 1 6 0,-2 0-13 16,-4-2 13-16,-3 3-15 0,-5-3 12 0,0 1-17 15,-1-1 14-15,-5 1-17 0,-2 0 16 0,-2 1-18 16,-13-1-1-16,-3 1-1 0,-3 1 14 0,1-3-25 16,-1 4 19-16,-2-2-19 0,-1 1 12 0,4-1-17 15,-1 1 1-15,1-2-17 0,2 0 12 0,4-1-25 16,11 2-2-16,-8-4-6 0,10 1-8 0,1 0-22 15,2-2-54-15,-11-3-74 0,1 0-65 0,11 2-90 16,-12-1-27-16,11 1-30 0,-9-2-50 16,11 5-320-16,3 0-423 0</inkml:trace>
  <inkml:trace contextRef="#ctx0" brushRef="#br0" timeOffset="1034">16909 5800 656 0,'0'-10'423'0,"0"-1"-47"0,-2 2-149 16,0-1-5-16,-1 0-74 0,1 0 25 15,-2-1-52-15,4 11 70 0,-9-13-33 0,9 13 13 16,-10-14-34-16,10 14-5 0,-12-10-39 0,12 10-1 16,-16-6-34-16,16 6-2 0,-23 1-19 0,10 4 11 15,-6 4-21-15,1 3 9 0,-4 9 11 0,-2-2 16 16,2 6-4-16,-1 4 9 0,1 1-2 15,2 4 5-15,-5 7-12 0,8-4 1 0,-1 0 6 16,4 2-11-16,1-2 29 0,3 2-41 0,2 0 21 16,3-2-39-16,2 1 0 0,3-2-2 0,3-1-5 15,4-1-1-15,2-3-5 0,3 0-4 0,3-3-9 16,4-3-18-16,4-1-10 0,2-5-19 0,2-2-13 16,3-5-25-16,2-3-26 0,3-5-30 15,-3-3-20-15,7-4-20 0,0-3-3 0,-2-3 0 16,0-3 0-16,0-3 38 0,-5-1 7 0,-1-3 47 15,-7-2 26-15,-1 1 21 0,-4-3 29 0,-3-1 26 16,-5 5 28-16,-3 0 22 0,-3-1 18 0,-1 2 19 16,-4 2 18-16,0 1 14 0,-4 0 8 0,1 0-9 15,-2 1-4-15,0 2-3 0,-2-1-10 0,-1 3-17 16,1 2-15-16,1 1-12 0,6 7-16 0,-15-10-13 16,15 10-6-16,-16-2-6 0,16 2-5 0,-19 5-5 15,11 2-6-15,-2 3 32 0,-1 5-42 16,2 3 45-16,0 2-50 0,0 1 42 15,4 2-49-15,1 0 7 0,3-2 4 0,1 1 4 16,1 2 4-16,3-3 0 0,1 0 0 0,5-2 0 16,-2-2 1-16,3-1-1 0,2-2 4 0,0-3-2 15,1-3-1-15,0 0 4 0,0-6 1 0,-14-2-3 16,33-1 0-16,-16-3 0 0,2-3 4 0,0-6 6 16,-1 2 5-16,-1-5-3 0,-3-1 0 0,-1-1 24 15,-1-3-34-15,-3 2 29 0,-1 0-17 0,-4-1 18 16,1 2-14-16,-5 3 13 0,-1 0-19 15,-4 0-5-15,-2 1-6 0,0 2-11 0,-5-2-9 0,-2 6-9 16,1-1-12-16,-2 4-17 0,1 1-16 0,-2 0-25 16,16 4-30-16,-25-1-45 0,25 1-43 15,-23 5-16-15,23-5-1 0,-18 10-48 0,10-4-48 16,8-6-12-16,-10 11-70 0,10-11-246 16,0 0-180-16</inkml:trace>
  <inkml:trace contextRef="#ctx0" brushRef="#br0" timeOffset="1367">17301 6179 630 0,'12'-4'563'16,"-1"-1"-105"-16,-11 5-97 0,16-9-58 0,-16 9-32 16,9-8-39-16,-9 8-5 0,10-6-6 0,-10 6-21 15,0 0-32-15,8-5-36 0,-8 5-22 0,0 0-21 16,0 0-17-16,0 0-19 0,0 0-9 0,6 9-8 16,-6-9-8-16,0 20 32 0,0-6-46 15,0 1 27-15,0 2-40 0,1 2 3 0,1-1-3 16,-1 2-4-16,3-1 7 0,1 3-1 0,0-3 1 15,3-2-6-15,-2 0 5 0,3-1-1 0,0-7 1 16,0 1 3-16,1-1 1 0,2-3 2 16,-12-6-2-16,19 7-2 0,-19-7 1 0,24-1 2 15,-9-5 1-15,0 0-3 0,0-6 36 0,-1-1-39 16,-2 0 34-16,-1-4-39 0,-2 0 36 0,-1-2-39 16,-2 1 25-16,-2 2-30 0,-3 3 33 0,-1-1-40 15,-1 1-14-15,-2 1-7 0,-2 2-10 0,0 1-21 16,-3 0-30-16,-1 3-33 0,-2 1-38 15,11 5-32-15,-19-5-16 0,19 5-48 0,-19 0-48 16,19 0-53-16,-17 2-75 0,17-2-174 0,-12 6-147 16</inkml:trace>
  <inkml:trace contextRef="#ctx0" brushRef="#br0" timeOffset="2119">17583 6170 390 0,'0'0'539'0,"15"-4"-153"0,-15 4-84 0,17-5-71 16,-17 5-40-16,14-2-27 0,-14 2-22 0,0 0-4 15,27 0-15-15,-27 0-3 0,19 3-4 0,-9 2 37 16,1 2-70-16,0 1 32 0,-1 1-62 0,1 1 41 16,-1 2-61-16,-3 0 41 0,0 1-67 15,3 1 52-15,-5 1-75 0,-1-1 33 0,1 0 1 16,-4-2 5-16,2 1 3 0,-2-1 2 0,-1-2-2 16,0-10 18-16,1 18 10 0,-1-18 8 0,0 15 15 15,0-15 16-15,0 11 17 0,0-11 55 0,0 0 11 16,0 11-31-16,0-11-39 0,0 0-23 0,0 0-18 15,-6-10-13-15,6 10-10 0,-4-20-21 0,3 6-5 16,1 1-9-16,-3-5-11 0,6-1-10 0,-1 0-31 16,2-3 11-16,1 2-45 0,3 0-19 15,-2 1-19-15,3 1-35 0,0 1-11 0,3 2-20 16,-1 0-28-16,3 2 18 0,0 3-20 0,2-2 47 16,-1 2-21-16,2 2 26 0,-3 0 14 15,-5 2 19-15,7 0 17 0,-3 0 26 0,0-1 17 16,-1 2 13-16,-2 0 28 0,-10 5 48 15,18-7-2-15,-18 7 47 0,13-6-24 0,-13 6 54 0,0 0-37 16,15-4 52-16,-15 4-21 0,0 0 33 0,0 0-20 16,10-4 2-16,-10 4-18 0,0 0 6 0,0 0-21 15,0 0 2-15,9 7-21 0,-9-7 4 0,4 12-13 16,-4-12-4-16,4 16-3 0,-3-5-11 0,3-1-3 16,1 4-6-16,1-2-4 0,2 2-1 0,2 3-2 15,2-1 47-15,-1-1-58 0,2-1 48 0,1 2-55 16,-2-1 46-16,0 0-49 15,0-3-2-15,-3 1 4 0,0-3 1 0,1 0-2 16,-4-2 6-16,1 0 20 0,-7-8 25 0,5 15 11 16,-5-15-1-16,3 11-6 0,-3-11-8 0,-8 12-8 15,8-12-8-15,-18 10-4 0,4-6-12 0,-5-1-12 16,2-2-20-16,-2-2-28 0,-3-3-36 0,0 1 13 16,2-6-88-16,1-3 20 0,-1-1-43 0,4-2 12 15,2-3-20-15,5 1 29 0,0-2 25 0,1-1 22 16,4 4 19-16,2-1 16 0,0 5 27 15,2-1 36-15,-1 3 11 0,1 10 47 0,-1-16-13 0,1 16 31 16,0-12-20-16,0 12 46 0,-1-11-48 16,1 11 55-16,0 0-44 0,-2-11 45 0,2 11 7 15,0 0 37-15,0 0-6 0,0 0 3 0,0 0-12 16,0 0-9-16,-2 10-7 0,2-10-17 16,-2 18-7-16,0-5-13 0,1 2 31 0,0 2-58 15,-3 1 33-15,2 5-55 0,0-1-4 0,1 2 2 16,-1 0-7-16,4 1-6 0,-4 0-21 0,2-3-36 15,2-1-51-15,0 0-68 0,1-3-15 0,3-3-30 16,3-3-62-16,1-2-63 0,2-4-51 0,3-1-267 16,-15-5-195-16</inkml:trace>
  <inkml:trace contextRef="#ctx0" brushRef="#br0" timeOffset="2485">18380 6206 436 0,'0'0'653'0,"9"-11"-133"16,-9 11-131-16,5-9-75 0,-5 9-63 0,0 0-69 15,5-10-32-15,-5 10-34 0,0 0-16 16,0 0-21-16,0 0-16 0,0 0-6 0,0 0-10 16,9 9 38-16,-9-9-64 0,2 15 44 0,-2-15-59 15,4 17 47-15,0-9-62 0,0 1 54 0,1-1-56 16,-1 1 49-16,2-1-50 0,-6-8 52 0,12 11-57 16,-12-11 60-16,11 8-52 0,-11-8 49 0,15 3-54 15,-15-3 48-15,17-5-52 0,-7 0 52 0,2-4-59 16,-2-1 57-16,4-2-54 0,-2-4 52 15,-2-4-50-15,-1 2 16 0,-3-2 19 0,1-3 11 16,-1 2 8-16,-4 0 16 0,0 4 13 0,-1 0 4 16,-1 3-5-16,-1 3-9 0,-1 3-11 0,2 8-11 15,-8-14-4-15,8 14-9 0,0 0-2 0,-22 2 0 16,8 5-5-16,0 6-2 0,-4 1-2 0,1 5 0 16,-1 3 1-16,3-1 31 0,2 1-43 0,4-2 40 15,0-1-46-15,2 3 40 0,2-1-46 16,1-1 30-16,2-2-77 0,4-1-36 0,-1-1-75 15,4-2-66-15,3-3-73 0,2-1-130 0,2-1-458 16,4-4-533-16</inkml:trace>
  <inkml:trace contextRef="#ctx0" brushRef="#br0" timeOffset="3151.86">18921 5892 67 0,'2'-11'876'0,"3"0"-259"0,-5 11-133 16,4-16-98-16,-4 16-69 0,4-11-65 15,-4 11-16-15,0 0-25 0,2-11-20 0,-2 11-22 16,0 0-26-16,0 0-19 0,0 0-32 0,0 0-8 16,0 0-21-16,-2 10-7 0,-2 7-20 0,-1 2 1 15,-1 5-11-15,1 2-6 0,-3 5-5 0,3 1 3 16,-2 2-13-16,1-2 25 0,1 1-50 0,1-6 9 15,3-2-83-15,-3 1 14 0,4-2-106 0,-2-5-42 16,4-2-21-16,-2-2-50 0,1-2-28 0,2-2-31 16,-3-11-26-16,5 10-298 0,-5-10-209 15</inkml:trace>
  <inkml:trace contextRef="#ctx0" brushRef="#br0" timeOffset="3684.83">18868 6103 666 0,'-7'-28'553'0,"-1"4"-76"0,1 1-117 0,1 4-28 16,-1 0-64-16,0 3-25 0,3 2-21 0,0 4-12 15,2 0-36-15,-2 1-29 0,4 9-33 0,-4-13-24 16,4 13-24-16,0 0-9 0,-3-9-16 0,3 9-1 16,0 0-11-16,7 11-4 0,-2-3-8 0,4 5-2 15,4 0-9-15,0 4-2 0,2-1-19 0,-1 0-15 16,6 2-23-16,0 1-18 0,-1-7-33 0,0 2-19 16,-1-4-7-16,1 1-6 0,0-3 5 0,2-2 5 15,-4-4 8-15,0 1-9 0,-17-3 34 16,34-4 6-16,-18 1 43 0,2-4-26 0,-1-3 69 15,-3-1-14-15,-3-1 51 0,-1-5-27 16,-2 0 50-16,1-4-29 0,-5-1 59 0,-3-1-18 16,0-1 34-16,-2 0-3 0,0 3 21 0,-2 5 20 15,-1-1 10-15,1 2-22 0,-1 4-12 0,1 1-26 16,-2 1-15-16,5 9-18 0,-10-10-12 0,10 10-11 16,0 0-3-16,-28 8-8 0,13 2-3 0,-1 4-7 15,1-2 1-15,1 2-8 0,0 2 2 0,1 0-10 16,4-1-7-16,-1 0-35 0,2-3-21 0,3-1-43 15,1-3-23-15,4-8-55 0,-4 17 39 16,4-17-26-16,1 9 0 0,-1-9 26 0,0 0 18 16,0 0-30-16,17-1 27 0,-7-3 18 15,2-8 17-15,-1 0 16 0,3-4 34 0,-2-2 28 16,2-1 27-16,-1 0 23 0,-3 1 46 0,3 0-25 16,-4 1 49-16,0 1-18 0,0 3 47 0,-3 2-11 15,0 2 18-15,-2 1-25 0,-4 8 0 0,9-11-28 16,-9 11-3-16,8-7-8 0,-8 7 19 0,0 0-3 15,10 7 3-15,-5 2-5 0,-1 2-5 0,2 5-18 16,0 4-4-16,-3 3-4 0,1 1-7 0,-1 3-11 16,-1 1-9-16,0 0-3 0,-1 4-6 0,-1-3-5 15,-1 2-10-15,-1 0 13 0,2-4-99 0,2 2-15 16,-1-2-110-16,-1-2-31 0,3-4-40 0,-1-5-69 16,2-2-11-16,2-4-448 15,1-3-353-15</inkml:trace>
  <inkml:trace contextRef="#ctx0" brushRef="#br0" timeOffset="3868.83">19427 6046 700 0,'4'-12'574'0,"1"-1"-59"16,-4 2-84-16,-1 11-71 0,3-17-96 0,-3 17-57 15,2-12-26-15,-2 12-46 0,2-10-16 0,-2 10-32 16,0 0-8-16,0 0-16 0,0 0-12 0,-5 10-9 16,5-10-9-16,-3 20-6 0,0-5-6 0,1 1-8 15,1 2 3-15,-1-1-5 0,1 1 41 0,1 0-82 16,0 0 4-16,1-1-102 0,1-2 14 0,-1-1-103 15,0-2 3-15,0 1-57 16,3-4-34-16,-4-9-17 0,5 11-371 0,-5-11-222 16</inkml:trace>
  <inkml:trace contextRef="#ctx0" brushRef="#br0" timeOffset="4002.83">19504 5981 304 0,'1'-30'567'16,"-1"3"-191"-16,-1 0-27 0,1 4-111 0,-3 1 14 15,2 5-80-15,-2 2 7 0,1 2-72 0,-1 2 3 16,1 2-54-16,2 9 13 0,-6-11-41 0,6 11 32 15,0 0-52-15,0 0 30 0,-12 8-74 16,12-8-6-16,-4 19-51 0,4-5-59 0,0 5-76 0,0 4-43 16,4-3-334-16,1 4-135 0</inkml:trace>
  <inkml:trace contextRef="#ctx0" brushRef="#br0" timeOffset="4251.83">19694 6051 386 0,'8'-8'506'0,"-4"0"-158"15,0-2-31-15,-4 10-117 0,4-18 21 0,-4 18-56 16,0-20 48-16,0 20-28 0,-4-16 8 0,4 16-28 16,-5-14-3-16,5 14-40 0,-8-8-11 0,8 8-34 15,0 0 0-15,-18 1-32 0,10 3 7 16,-3 7-22-16,2 1 6 0,-1 4-13 0,-2 2-1 0,3-1 0 16,1 4-4-16,2-2-3 0,0 3 45 15,2-2-59-15,3-3 46 0,-1 1-59 16,4-2 43-16,0 0-75 0,2-1 18 0,5-4-86 15,0 2 34-15,0-4-72 0,5-3-16 0,0-2-30 16,-14-4-52-16,33 0-4 0,-11-6-66 0,1-1 2 16,-2-3-243-16,0-1-68 0</inkml:trace>
  <inkml:trace contextRef="#ctx0" brushRef="#br0" timeOffset="4535.83">19894 6061 213 0,'2'-12'477'0,"0"-2"-104"16,-2 3-27-16,-3-3-106 0,2 4 0 0,-2 0-72 15,3 10 27-15,-2-16-45 0,2 16 22 0,-4-13-73 16,4 13 4-16,-3-10-43 0,3 10 18 0,0 0-45 15,0 0 23-15,0 0-42 16,7-8 27-16,-7 8-37 0,10 8 27 0,-1-2-33 16,1 3 23-16,3 1-25 0,1 4 29 0,-1-2-36 15,0 3 33-15,-2 0-5 0,1-1-9 0,-1 1-6 16,-5-1-4-16,1-1 4 0,-3-1-7 0,-2-1 10 16,0-1-3-16,-2-10 1 0,-2 19-2 0,2-19 4 15,-2 13-2-15,2-13 6 0,-7 12 1 0,7-12 5 16,0 0-8-16,-11 3 6 0,11-3 0 0,0 0-4 15,-13-8-2-15,13 8-3 0,-8-18-9 0,7 7-48 16,1-3 23-16,0-3-64 0,4 1 38 0,1-6-57 16,2 3 41-16,1 1-41 0,1-3-26 15,3 4-49-15,2 1-31 0,0-1-2 16,0 4 0-16,-1-1-54 0,2 3-163 0,-2 2 149 16</inkml:trace>
  <inkml:trace contextRef="#ctx0" brushRef="#br0" timeOffset="4818.83">20179 5870 439 0,'0'0'362'16,"0"0"-64"-16,0 0-31 0,0 0-65 0,7 9-11 15,-7-9-44-15,-4 14 9 0,0-4-40 0,0 2 32 16,-1 0-59-16,0 3 36 0,-3 0-65 0,3 0 34 16,0 4-14-16,1 0-16 0,-1 0-10 0,4-1-12 15,-1 0-8-15,1 1-6 0,4-2-9 0,-2-1 48 16,4 2-65-16,0 0 51 0,2-4-54 0,3 5 45 16,-4-6-57-16,4-3 48 0,2-3-52 15,-1-1 52-15,-11-6-60 0,25 5 47 16,-25-5-45-16,24-3 52 0,-11-3-52 0,0-1 60 15,2-3-35-15,-2-1 40 0,-3-1 26 0,1-3 18 16,-3-2 0-16,1-2 4 0,-5 1-5 0,-2-1-11 16,0 0-3-16,-4-1-2 0,0-2-8 0,-3 2-15 15,-3 1-4-15,-1 1-11 0,-1 2-5 0,-3 2-9 16,0 0-3-16,-2 6-20 0,1 0-20 0,-1 5-49 16,-2-2-32-16,-2 5-96 0,1 3 14 0,-5 1-45 15,1 3-69-15,3 2-62 0,-4 1-421 0,-1 5-321 16</inkml:trace>
  <inkml:trace contextRef="#ctx0" brushRef="#br0" timeOffset="5435.83">19037 6665 416 0,'-4'-11'497'0,"-1"3"-96"0,-4-2-137 0,-1 2-29 16,-3 1-81-16,-2 3 20 0,-1-1-73 15,-2 3 24-15,0 2-43 0,-3 0 36 0,-1 3-10 16,0 2-9-16,1 2-23 0,-1 2-10 0,1-1-4 15,2 3-9-15,3 3-9 0,0 1-7 0,4-1-6 16,0 2-1-16,4 1-3 0,4-1 0 16,2 0 2-16,2-1-2 0,1 4 9 0,5 1 1 15,3-1-2-15,2-1 44 0,5 5-62 0,5-5 46 16,1 1-63-16,2-3 53 0,3 1-58 0,1-3 28 16,2 1-30-16,0-5 45 0,-1 1-52 0,1-3 54 15,-6 0-60-15,-5-1 51 0,2 0-53 0,-7-4 52 16,-2 1-56-16,-12-4 64 0,17 7-39 0,-17-7 70 15,10 6-34-15,-10-6 63 0,0 0-46 16,-7 12 41-16,-5-8-53 0,-6 2 37 0,-2 2-60 16,-7-1 33-16,-5 1-43 0,-1-2 42 0,-3 1-48 15,0 0 34-15,3 0-44 0,5-3 35 0,2 0-70 16,2-1 2-16,5 1-117 0,19-4-14 16,-28 3-125-16,28-3-86 0,0 0-71 0,-22 0-371 15,22 0-395-15</inkml:trace>
  <inkml:trace contextRef="#ctx0" brushRef="#br0" timeOffset="5869.83">19147 6876 588 0,'0'0'552'0,"10"-5"-125"16,-10 5-119-16,0 0-64 0,12-6-41 0,-12 6-39 15,0 0-38-15,0 0-33 0,11-4-20 16,-11 4-13-16,0 0-21 0,12 4-3 0,-12-4-13 15,15 6 5-15,-6 0 0 0,0-1-15 0,0 0-13 16,0 1-12-16,5 1-10 0,0-1-6 0,-5-1-18 16,3 0 39-16,-12-5-41 0,21 8-2 0,-21-8 6 15,22 3 8-15,-22-3 5 0,14 2 7 0,-14-2-2 16,0 0 15-16,18-3 10 0,-18 3 1 0,9-8 4 16,-9 8 5-16,6-11 6 0,-6 11 3 15,2-16 8-15,-4 6 5 0,0-4 0 0,-1 0-10 16,-2 1 20-16,0-2 1 0,-2 1 16 0,0 3 6 15,-2 2 4-15,2-1-1 0,0 3-6 16,-2 0 2-16,9 7-5 0,-18-6-7 0,18 6-10 16,-17 1 2-16,17-1-6 0,-19 12-4 0,9-2-7 15,2 1 2-15,-1 5 10 0,-1 2 3 0,4 3 53 16,-1 0-58-16,3 0 40 0,2 2-62 0,-1-1 46 16,3-2-58-16,2 2 47 0,0 0-56 0,2-2 46 15,2 0-57-15,2-2 56 0,2-2-60 0,2-5 35 16,-1-1-86-16,5-4 3 0,-2-2-93 0,-14-4 4 15,35 0-64-15,-14-6-60 0,9-7-7 16,-2 1-17-16,2-6 3 0,-2 1-30 0,-2-5-190 16,-1 3-8-16</inkml:trace>
  <inkml:trace contextRef="#ctx0" brushRef="#br0" timeOffset="6152.83">19619 6859 766 0,'5'-16'250'0,"-4"5"19"0,-1-1 3 0,-1 2-68 16,1 10 26-16,-3-18-15 0,3 18-7 0,-6-14-15 15,6 14-43-15,-8-11-7 0,8 11-22 0,-7-8-28 16,7 8-19-16,0 0-6 0,-9-7-10 0,9 7-6 15,0 0-13-15,0 0-5 0,-3 9-13 16,3-9 2-16,4 14-4 0,0-5-4 0,3-1-7 16,0 3 2-16,1 2-2 0,1-2-1 0,-1 3-3 15,0-3 0-15,0 2 47 0,1-2-64 0,-3 2 53 16,1-3-55-16,-2 0 50 0,-3-2-53 0,-2-8 51 16,5 15-54-16,-5-15 53 0,2 13-50 0,-2-13 49 15,-3 9-62-15,3-9 62 0,0 0-54 16,-5 10 40-16,5-10-46 0,0 0 60 0,0 0-55 15,0 0 53-15,-14-5-55 0,14 5 53 0,-5-10-72 16,5 10 11-16,-3-14-12 0,3 14-20 0,2-18-32 16,-1 8-5-16,4-2-13 0,-1 1-25 0,1-2-41 15,1 1-57-15,2-1-28 0,1 1-21 0,-1-1-62 16,2-1-154-16,-1 3 32 0</inkml:trace>
  <inkml:trace contextRef="#ctx0" brushRef="#br0" timeOffset="6536.83">19783 6727 156 0,'0'0'609'16,"5"-9"-183"-16,-5 9 4 0,0 0-71 0,0 0-35 15,2-9-29-15,-2 9-52 0,0 0-16 16,0 0-23-16,0 0-26 0,0 0-33 0,0 0-25 16,3-9-25-16,-3 9-21 0,0 0-16 0,0 0-9 15,0 0-12-15,6 9-5 0,-6-9-6 0,9 15-4 16,-4-5-4-16,3-1-6 0,0 4 0 0,-2-1-2 16,2 2-5-16,1-1 0 0,-2 1-13 0,1-2-27 15,-2 1-23-15,2-2-41 0,0-3-35 16,-3 1-35-16,1-1-3 0,1-2-5 0,-7-6-23 0,10 8-27 15,-10-8 7-15,0 0-22 0,19-2 31 16,-9-4 3-16,-2 0 63 0,-2-3 49 0,1-3 51 16,-1-3 41-16,2-7 31 0,-3 1 47 15,-1-3 42-15,0 2-14 0,-2-1 48 0,1 2-46 16,-1 5 96-16,2 2 11 0,-4 3 14 0,1 1 2 16,-1 10-7-16,0-16-21 0,0 16-28 15,0-13-29-15,0 13-29 0,0 0-16 0,0 0 3 0,0 0-2 16,0 0-13-16,0 0-15 0,-11 13-12 0,7-4-11 15,0 4-8-15,2 1-6 0,-1 2-11 0,-1 1-7 16,0 1 0-16,3 1 3 0,-3-2 2 0,3 0-47 16,0 0 0-16,1-5-79 0,0 2-6 15,0-3-122-15,1 0-35 0,-1-11-28 0,6 14-58 16,-6-14-20-16,9 7-107 0,-9-7-239 0,0 0-247 16</inkml:trace>
  <inkml:trace contextRef="#ctx0" brushRef="#br0" timeOffset="6703.83">20161 6637 1188 0,'0'0'565'16,"4"-13"-114"-16,-4 13-83 0,0 0-108 0,4-13-42 16,-4 13-38-16,0 0-19 0,0 0-10 0,0 0-7 15,-8 9-16-15,8-9-22 0,-6 15-22 0,3-4-16 16,1 0-13-16,-1 2-11 0,1 3-10 0,-1-1-21 16,0 1-45-16,2-2-51 0,0-2-69 15,1 2-42-15,0-1-24 0,0-4-62 0,1 2-51 16,-1-11-79-16,5 12-340 0,-5-12-272 15</inkml:trace>
  <inkml:trace contextRef="#ctx0" brushRef="#br0" timeOffset="6870.83">20222 6584 719 0,'3'-18'573'0,"-3"-1"-119"16,1 6-105-16,-2-3-71 0,1 5-52 0,-1 1-64 16,-2 1-39-16,3 9-51 0,-5-13 19 0,5 13-20 15,-6-8-14-15,6 8-12 0,0 0-13 0,0 0-14 16,-8 7-41-16,8-7-41 0,0 11-35 0,0-11-49 15,0 18-40-15,4-6-59 0,0-1-8 16,0-1 11-16,3 3-3 0,1-5-6 16,-2 1-193-16,1-1 136 0</inkml:trace>
  <inkml:trace contextRef="#ctx0" brushRef="#br0" timeOffset="7054.83">20298 6599 744 0,'0'0'201'0,"0"0"41"0,18-4 19 0,-18 4-65 16,0 0 24-16,13-8-13 0,-13 8-16 0,0 0 2 15,9-6-1-15,-9 6-1 0,0 0-2 0,0 0-18 16,7-6-24-16,-7 6-17 0,0 0-22 0,0 0-19 15,0 0-5-15,-1 16-7 0,-4-7-12 16,1 2-12-16,-1 3-11 0,0 2-11 0,1 0-2 16,-1 3-7-16,-1 0-5 0,0 1-3 0,4-4-3 15,-1 0 33-15,2-2-80 0,1 0 15 0,0 0-103 16,3-3-4-16,-3-11-86 0,3 17-39 16,-3-17-68-16,12 11-35 0,-12-11-448 0,17 6-354 15</inkml:trace>
  <inkml:trace contextRef="#ctx0" brushRef="#br0" timeOffset="7403.83">20510 6651 534 0,'8'-11'637'0,"-4"0"-103"16,1 3-92-16,-5 8-68 0,9-14-94 0,-9 14-57 15,4-10-44-15,-4 10-40 0,0 0-22 0,5-7-17 16,-5 7-9-16,0 0-16 0,0 0-14 0,9 6-12 16,-9-6-10-16,6 13-7 0,-2-5-7 15,0 0-5-15,-2 2-9 0,2-2-4 16,0 1-14-16,1 0-12 0,1-2-14 0,-6-7-7 15,11 11-4-15,-11-11-9 0,13 7-3 0,-13-7 0 16,0 0 2-16,20-1-1 0,-20 1 22 0,14-10 8 16,-5 3-3-16,-2-2 28 0,-1-1 11 0,-1-4 17 15,0-1 14-15,4-3 12 0,-9 1 10 0,0-1-1 16,-1 1 17-16,-3-1 14 0,0 2 19 0,0 1 18 16,1 5 27-16,-3 0-25 0,0 3-14 0,6 7-22 15,-15-7-17-15,15 7 1 0,-21 8-16 0,6 1 14 16,1 4-35-16,-3 2 14 0,3 7-33 0,-3 1 14 15,6 1-26-15,0-3 17 0,1 2-25 16,3-3 13-16,0 2-22 0,3 0-10 16,1-5-40-16,0 1-69 0,2-5-3 0,2 1-133 15,1-3-51-15,2 1-160 0,-4-12-110 0,12 13-365 16,-12-13-614-16</inkml:trace>
  <inkml:trace contextRef="#ctx0" brushRef="#br0" timeOffset="8670.83">19398 7296 5 0,'0'0'71'0,"0"0"50"0,-14 3 34 0,14-3 17 15,0 0-45-15,-15 2 0 0,15-2-35 0,0 0-22 16,0 0-11-16,-17 3-14 0,17-3-7 0,0 0-10 15,-15 7-2-15,15-7 0 0,0 0 8 16,-11 6 2-16,11-6 10 0,0 0-5 0,-10 7 8 16,10-7 11-16,0 0 3 0,0 0 1 0,-9 4 0 15,9-4-8-15,0 0 11 0,0 0-12 0,0 0 1 16,0 0-1-16,-8 5 1 0,8-5 2 0,0 0-9 16,0 0 5-16,0 0-11 0,0 0 19 15,0 0-22-15,0 0 22 0,0 0-19 0,0 0 28 16,0 0-39-16,0 0 42 0,-10 7-46 0,10-7 36 15,0 0-34-15,0 0 38 0,0 0-34 0,0 0 34 16,0 0-34-16,0 0 33 0,0 0-34 16,0 0 23-16,0 0-26 0,0 0 25 0,0 0-23 15,0 0 23-15,0 0-13 0,0 0 20 0,0 0-23 16,0 0 19-16,0 0-20 0,0 0 16 0,0 0-17 16,0 0 7-16,0 0 9 0,0 0 37 0,0 11-5 15,0-11 1-15,13 14-11 0,-6-4-9 0,5 7-3 16,4 6-11-16,4 3-2 0,2 7 11 0,4 9 26 15,9 4 51-15,2 9-7 0,8 3-5 16,11 19-13-16,4 3 2 0,1 5-13 0,3 0-12 16,2 3 11-16,0-1-12 0,2 2-16 0,0-5-5 15,1 1 1-15,-1 0-2 0,1-2 4 0,0 0 27 16,1-1-28-16,0-1 27 0,1-5-42 16,-1-1 21-16,2-6-39 0,-5-1-4 0,-10-16-6 15,-2-2-9-15,-1-3 0 0,-2-1-6 0,-2-3 0 16,-4-1-4-16,-3-2 1 0,-3-3-4 0,-3 0-1 15,-5-4-2-15,-6-6 3 0,-2-1 25 0,-4-2-34 16,1 0 28-16,-2-3-33 0,-4-1 36 0,-1-2-1 16,-2-2 55-16,0 0-34 0,0-3 56 15,-3 3-42-15,0-5 6 0,0 0-3 0,-4-2-5 16,2-1-10-16,-2-1-10 0,-5-7-7 0,11 11 0 16,-11-11-6-16,7 9-12 0,-7-9-3 0,0 0-8 15,6 9-7-15,-6-9-12 0,0 0-9 0,5 7-14 16,-5-7-17-16,0 0-23 0,0 0 4 15,0 0-62-15,0 0-3 0,0 0-55 0,0 0-12 16,0 0-23-16,0 0-14 0,-2-10 28 0,2 10-52 16,-4-10 1-16,4 10 2 0,-4-11-8 0,4 11 7 15,-8-10 24-15,8 10 15 0,-10-9 5 0,10 9-13 16,-15-2-1-16,15 2-31 0,-21 0-8 0,21 0-66 16,-27 2-240-16,12 2-114 0</inkml:trace>
  <inkml:trace contextRef="#ctx0" brushRef="#br0" timeOffset="9055.83">21068 9707 542 0,'0'0'675'16,"-1"-14"-184"-16,1 14-42 0,-2-10-143 0,2 10-20 15,0 0-116-15,2-11 16 0,-2 11-88 0,0 0 48 16,6-6-57-16,-6 6 75 0,0 0-51 0,24 6 43 15,-12-2-56-15,3 3 22 0,2 2-38 16,5 0 8-16,-2 1-60 0,7 5 9 16,-3-2-23-16,3-1-7 0,4 1 0 0,-2-2-11 15,2-3-19-15,-2 0-31 0,-2-3-50 0,3-1-47 16,-2-3-36-16,1-2-15 0,-1-2-8 0,8-3-13 16,-4-2-15-16,0-1 24 0,0-5 15 0,-4 3 27 15,-1-7 10-15,-1 2 53 0,-6-2 37 0,-2 2 74 16,-4 1 60-16,-1 0 42 0,-5 4 78 0,-2 1-28 15,0-1 80-15,-6 11-35 0,4-12 39 0,-4 12-51 16,-3-10 19-16,3 10-15 0,0 0-21 0,-10-7-17 16,10 7-24-16,-15 3-19 0,5 4-16 15,-6 3-33-15,0 2-13 0,-5 6-6 16,2 2-23-16,-1 3-17 0,2 1-72 0,-1 2-65 16,3 1-104-16,-2 0-82 0,7 2-132 0,-6 1-141 15,7 0-291-15,1-1-497 0</inkml:trace>
  <inkml:trace contextRef="#ctx0" brushRef="#br0" timeOffset="9854.83">20096 10211 479 0,'0'0'481'0,"-2"-10"-85"0,2 10-148 15,0 0-15-15,0 0-84 0,0 0 6 0,-4 11-33 16,2 9-13-16,4 8-52 0,-1 14 24 0,-1 8-41 15,5 19 38-15,0 7-52 0,0 4 53 0,3 8-40 16,1 3 49-16,5 25-7 0,-3 1-38 0,5-1 18 16,-2-3-25-16,1 0 8 0,-2-22-11 0,1 1 13 15,0-4-10-15,-1 2-24 0,0-3 12 0,-2-4-30 16,1-4 24-16,-3-4-27 0,0-6 26 0,-3-4-14 16,3-7 5-16,-4-12 4 0,-1-4-2 0,1-3-38 15,-1-4 42-15,-3-8-9 0,3-3-14 16,0-4 12-16,-3-4-73 0,0-5-17 0,-1-11-19 15,3 14-43-15,-3-14-59 0,0 0-42 16,0 0-56-16,0-12-42 0,0-1-173 0,0-7-2 16</inkml:trace>
  <inkml:trace contextRef="#ctx0" brushRef="#br0" timeOffset="11372.83">20055 10239 472 0,'0'0'496'0,"-4"-12"-129"0,4 12-105 16,1-11-52-16,5 3-51 0,1 0-42 0,5-1-26 15,5-2-17-15,4 0-14 0,9 0-14 0,3 0-15 16,4 3 4-16,5 0 1 0,3 1-37 0,6 0 29 15,14 4-33-15,4-1 31 0,5 2-35 0,3 2 21 16,2 0 7-16,2 0 2 0,4 0-8 16,3 0-1-16,1 0-4 0,6-1 0 0,2-1-2 15,4-2-44-15,4 0 50 0,0-1 1 0,23-4-4 16,2 0-2-16,-2-1-29 0,3-2 31 0,-1 0-31 16,1-2 36-16,1 2-46 0,2-2 64 0,1-1-8 15,5-1-36-15,0 2 39 0,1-1-30 0,0 0 32 16,1-2-4-16,3 2-40 0,4-1 38 0,-1 0-50 15,3-1 51-15,-1 4-2 0,2-3-5 16,1 0-41-16,5 0 43 0,0-1-6 16,-2 1 0-16,4-1 0 0,3 1-18 0,-1-1 15 15,3 0-5-15,-4 0 1 0,-1 1 1 0,-1 1-2 16,-1-2-2-16,1 4 0 0,-6-1-2 0,-6 0-12 16,-1 3 58-16,-3 0-40 0,-3-1 16 0,-3 2-12 15,-7 3 1-15,-6-1 1 0,-23 4 40 0,0-3-48 16,-2 1-8-16,-1-1 12 0,-1 3-4 0,-1-3 10 15,-4 1 6-15,-1 1 7 0,-3 0 5 0,-4-1 52 16,-5 3-56-16,-2 0 49 0,-6-2-52 0,-3 4-7 16,-14-4 7-16,-1 4-5 0,-5 0-1 15,0 0-1-15,-5 1-5 0,-1-1-8 16,-3 1 5-16,-8 1-3 0,-1-1-8 0,-1 1 6 16,-4 1 1-16,2 4-2 0,-3-3-1 0,-2 2-3 15,1 3-3-15,0 1 5 0,-1-1-1 0,0 5-18 16,1 2 14-16,-1 1 9 0,0 3-2 0,0 2-27 15,0 3 32-15,-3 1-31 0,3 1 32 0,-1 4-21 16,-2 3 22-16,1-1-30 0,-3 3 29 0,2 1-24 16,1 8 27-16,-5-5-3 0,2 0-1 0,-4-1-7 15,6 10 58-15,-6-9-63 0,1 0 66 0,-2 2-82 16,0 0 11-16,-1 0-1 0,-2 0 5 0,0 1 0 16,0-1-6-16,-2 0 9 15,1 2-1-15,-3-2-1 0,3-1-7 0,-3 0 11 16,0-1-2-16,-1 1 1 0,-1-4 3 0,-1 2-4 15,-1-4-5-15,-1-3 8 0,0-3-1 0,0-1 51 16,-3 1-60-16,0 0 55 0,-3-2-58 0,0 4 57 16,-2-6-61-16,-3 2 56 0,1-1-60 0,-4 0 3 15,0-2 3-15,-3-2-3 0,2 0 9 0,-6-1 1 16,0-1 1-16,0 1-1 0,-3-3-4 0,-2 0 7 16,-2-1 0-16,-1-2 0 0,-2 0-9 0,-5 1 8 15,3-2-21-15,-7-1 24 0,-3 0 2 0,-2-1-6 16,-11 0 4-16,-3-1 2 0,-1 0-1 15,-4-1-5-15,-3-1 5 0,-2-1 1 16,-5 0-21-16,-3 0 24 0,-2-3-26 0,-6 2 30 16,0-1-3-16,-3 0-3 0,-3 0-3 0,-5-1 6 15,-1 2-1-15,-5-2-3 0,-3 0 0 0,-23 3 0 16,22-3-4-16,-23 3 9 0,1-1-2 0,0 1-8 16,-2-3 7-16,1 3-2 0,23-3 1 0,-24 0-3 15,22 2 3-15,-21-2-4 0,-3 1 3 0,26-1-1 16,-25 1-6-16,24-2 6 0,-22 1 0 0,24-2-1 15,-24 2 4-15,22-2-3 0,-24 2-6 16,25-1 6-16,-27 0 0 0,28 0-2 0,-2 1-6 16,-25-1 10-16,26 1 0 0,-26 1-2 15,3 2 0-15,24-3-5 0,-2 0 4 0,0 0-20 16,-23 2 27-16,25-1-8 0,-1-1 6 0,-22 2-1 16,22-2-1-16,4 1 0 0,-2 0-7 0,3-2 7 15,0 3 2-15,2-2-1 0,0 1-6 0,2-1 6 16,1 1 0-16,1 0-1 0,0 0 0 0,5-1-6 15,0 1 5-15,2-1 2 0,2 1-1 0,2 0-8 16,1-2 8-16,-1 4-2 0,2-2 1 0,2-2-2 16,-3 4 1-16,5-2-6 0,-1 0 6 15,3 1 0-15,1-2-6 0,0 2 8 16,4-2-1-16,-2 1 1 0,5-1 0 0,0-1 0 0,2 4-8 16,2-5 5-16,0 0 1 0,9 2-9 15,3-1 10-15,-1-2-1 0,3 3 1 0,0-2 0 16,3-1-1-16,0 3-5 0,3-1 56 0,1-1-61 15,0-1 54-15,4 4-66 0,-2-2 59 0,4 1-57 16,1-2 55-16,0 2-60 0,0 1 56 0,2-3-57 16,7 3 54-16,-4-2-54 0,3 2 52 0,1-3-54 15,0 4 57-15,2-3-57 0,1 1 57 0,0 0-70 16,3 0 73-16,0-1-58 0,6-2 54 16,-2 2-61-16,17-3 62 0,-25 6-56 0,25-6 54 15,-20 4-56-15,20-4 57 0,-16 2-62 0,16-2 61 16,0 0-61-16,-18 3 44 0,18-3-78 0,0 0 40 15,-14 4-86-15,14-4 19 0,0 0-62 16,0 0-48-16,-13 3-64 0,13-3-35 0,0 0-91 16,0 0-197-16,0 0-125 0</inkml:trace>
  <inkml:trace contextRef="#ctx0" brushRef="#br0" timeOffset="13506.83">20948 10983 560 0,'0'0'580'0,"0"0"-110"0,-2-11-107 0,2 11-65 16,0 0-58-16,-2-11-62 0,2 11-27 0,0 0-18 16,-4-10-4-16,4 10-10 0,0 0-18 15,0-14-23-15,0 14-8 0,4-12-13 0,1 3-16 16,4-1-8-16,0-5-2 0,5 0-4 0,4-3-6 16,1-1-5-16,3-2-8 0,-2 2 4 0,2-3-3 15,-4 3-3-15,1-2-4 0,-5 5 4 0,0 0-1 16,-2 2 4-16,-4 2 15 0,-1 0 3 0,-2 3 4 15,-5 9-17-15,4-15 6 0,-4 15-4 16,-5-12-1-16,5 12-1 0,-18-7-3 0,18 7-11 16,-27-3 11-16,9 6-6 0,-3 2 10 0,-2 1-12 15,0 2 9-15,1 4-9 0,0-1 7 0,4 0-14 16,3 4 12-16,2 0-11 0,1 3 10 16,5-1-9-16,3 5 7 0,4-3-1 0,4 4 1 15,1 1-1-15,5 3 0 0,4 1-1 0,2 1 41 16,1-2-48-16,3-1 47 0,-2 0-53 0,1 0-2 15,-1-2 4-15,-2 0 2 0,-3-4 2 0,0-2-1 16,-4-1 1-16,-4-3-4 0,0 0 7 0,-2-2 2 16,-3-2-3-16,-3 1 2 0,-3 2 3 15,-6-1-1-15,-2-3 1 0,-3-1 0 0,-3-3-2 16,-3-2 1-16,2-3-6 0,-4-1 10 0,2-4 2 16,-3 0-5-16,4-2-2 0,2-3 0 0,0-3-6 15,3 1-26-15,0-3-25 0,7-2-31 16,1 0 17-16,5 1-67 0,4 1-4 0,7-4 17 15,0-1-27-15,9-4-15 0,3 1-25 0,6 0-17 16,1-2-3-16,6 1-9 0,4-4 25 0,4-1 31 16,-2 2 32-16,3 0 35 0,-9 4 43 15,0 1 44-15,-2 2 38 0,0 0 34 0,-3 1 26 16,-4 3 20-16,-4 4-16 0,-1 2 14 0,-7 1-44 16,0 3 32-16,-11 6-30 0,16-7 62 0,-16 7-40 15,14 7 52-15,-5-1-29 0,-2 6 23 0,-1 4-43 16,0 6 10-16,1 0-12 0,-1 6-14 15,-2 3-18-15,0 5-4 0,1-1-3 0,-1 1-9 16,1 3-5-16,-1 1-7 0,1 0-12 0,-1 0 3 16,-2 0-20-16,1 1 12 0,-2-3-14 0,0-1 17 15,1-6-20-15,-2-3 19 0,1-2-21 0,-2-1 15 16,1-4 0-16,-2-5 2 0,2-3-20 0,-1 0 22 16,1-13-20-16,0 13 18 0,0-13-20 0,0 0 15 15,0 0-26-15,-5-7 24 0,4-5-22 0,-2-11 15 16,3-3 6-16,0-7-2 0,1-4 0 0,3-2 0 15,3 2 52-15,2-1-63 16,0 3 9-16,1 4 1 0,0 4-6 0,4 2 4 16,-5 5 4-16,4 3 1 0,0 2-1 0,-2 4 2 15,2 2-4-15,-3 6 11 0,-10 3-5 0,24-3-6 16,-24 3 9-16,27 8-4 0,-13-1 2 0,2 4 1 16,-5 0 50-16,1 5-64 0,-5-4 9 0,1 2 8 15,-4 1-3-15,0 0 22 0,-3-3 21 0,-2 2 9 16,-2-2-1-16,-2 3-5 0,-3-1-8 0,0-3-1 15,-4 3 8-15,2-4-14 0,-3-2 4 0,3-4 4 16,10-4-3-16,-22 4-6 0,22-4-7 0,-23-7-8 16,13-2-2-16,-2-6-8 15,2-2-4-15,2-3 35 0,3-4-52 0,4 1-4 16,1-4 0-16,3 1-6 0,3-4-1 0,3-1-3 16,4 4 9-16,1 2-3 0,2 4 10 0,2 1-5 15,3 1 9-15,-2 5-4 0,-1 4 6 0,2 2-4 16,2 1 6-16,-4 5-8 0,2 3 9 0,3 0 0 15,-1 5 1-15,0 1 0 0,-2 2 0 0,0 2 0 16,-3 2 0-16,-1-1 0 0,-3 3 0 0,-2 1 1 16,-2-1 41-16,-3-1-48 0,-2 1 48 0,-2-2-50 15,-2-1 46-15,-3 3-49 0,-1 0 38 16,-1-3-41-16,-4 2 1 0,0-2 3 16,0 0 3-16,-1-3 1 0,2-2 0 0,8-7 2 15,-15 8-4-15,15-8-5 0,0 0 12 0,-22-5-24 16,17-3 34-16,0-3-76 0,0-3-6 0,4-2-1 15,2-2 7-15,0 0 11 0,5-4 5 0,1 3 16 16,1 0 7-16,1 0 6 0,2 4-1 0,-1 1 9 16,-1 3 2-16,4 1 3 0,-3 3-9 0,3 0 12 15,0 3 6-15,-13 4 1 0,27-1 0 0,-12 5-2 16,3 0 5-16,1 3 1 0,-2 2-2 0,-1 2 0 16,-2 3-5-16,2 0 6 0,-6 0 46 15,0 2-56-15,-3-1 46 0,-2 0-49 0,-3-3 50 16,0 2-55-16,-5 0 51 0,0-1-57 0,-4 1 49 15,-1-3-51-15,0 1 52 0,-3-3-64 16,2-6 4-16,9-3 4 0,-22 5 42 0,22-5-68 16,-22-6 35-16,10-3-68 0,-1-5 45 0,-1-4-80 15,1-10 8-15,3-2-3 0,1-6-2 0,3-4-26 16,2-1 13-16,2-3 10 0,6 2 24 0,1 3 14 16,3 4 16-16,1 3 11 0,0 10 18 0,-1 2 6 15,3 5 13-15,-2 5 1 0,0 4 12 16,-9 6 2-16,23-3 22 0,-9 6-25 0,4 4 16 15,-1 5-15-15,1 1 14 0,2 5-16 0,2 2 11 16,-4 1-11-16,2 0 23 0,-3 3-26 0,-1 1 18 16,-1 0-11-16,-2 0 26 0,-1 1 9 15,-5-5 1-15,0 3 18 0,-4-1 0 0,-1-2 27 16,-2-1-42-16,-1-1 2 0,-2-2 1 0,1 1 0 16,-1-3-5-16,0-3-5 0,0 0-5 0,2-3-11 15,1-9 12-15,-3 14-5 0,3-14 6 0,0 0-7 16,0 11-25-16,0-11 68 0,0 0-56 15,0 0 41-15,0 0-60 0,14-7 55 0,-6 0-63 16,-2 2 9-16,6-5 1 0,-3-1-2 0,2 0 0 16,3-2-3-16,2 2 0 0,-1 0-6 0,-1 1 14 15,0-1-3-15,1 2 1 0,-2 0 8 0,1 3 0 16,-1-2-28-16,5 0 31 0,-4 2 0 0,1 0-12 16,-2-1 17-16,2 1-15 0,-15 6 3 15,21-6-1-15,-21 6-1 0,18-6 2 0,-18 6 1 16,13-6 1-16,-13 6-13 0,0 0 12 0,14-4 6 15,-14 4 8-15,0 0 0 0,0 0-1 0,0 0 1 16,0 0 3-16,0 0 1 0,0 0 1 16,10 7-10-16,-10-7 17 0,-4 11-10 0,4-11 1 15,-4 19 0-15,3-5-2 0,1-2-1 0,0 3 46 16,0 3-56-16,4 4-6 0,-2 1 7 0,2 2-13 16,4 0 14-16,-2 7-1 0,2 2 1 0,1 2-2 15,1 1-43-15,-1 2 64 0,0 0-58 0,1-3 48 16,-1 2-60-16,-1-2 66 0,-2-2-47 0,2 0 50 15,-3-3-5-15,0-6-3 0,-1 0-1 16,-1-4-18-16,-2-2 17 0,0-1-9 0,-1-5 7 16,0 1 4-16,-1-3 5 0,-3-2 15 0,4-9 12 15,-8 15 19-15,8-15 15 0,-14 6 6 16,14-6 6-16,-19 0 17 0,5-5-7 0,0-1-7 16,-5-4-10-16,2-3 3 0,-6-4-8 0,3-2-10 15,2-1-4-15,0-4-10 0,4-1-13 0,0-1-6 16,3-2-6-16,4-3-6 0,2 6-6 0,1-1-10 15,4 1-12-15,1-1-22 0,4 1-35 0,3 0-46 16,2-4-53-16,2 3-44 0,3 0-30 0,5 1-53 16,2 1-84-16,1-1-59 0,5 1-301 15,3 2-256-15</inkml:trace>
  <inkml:trace contextRef="#ctx0" brushRef="#br0" timeOffset="14590.83">23169 10856 288 0,'8'-19'381'0,"-3"-1"-137"0,0 3-46 0,-1-1-35 0,-3 0-22 16,2-2 0-16,-3 2 24 0,-1-1-11 15,-2 1 48-15,0-4-42 0,0 4 50 16,-4-1-30-16,1 4-9 0,1 1-15 0,-3 0-10 16,0 3-16-16,2 1-18 0,-3 2-16 0,3 2-18 15,6 6-13-15,-16-5-13 0,16 5-9 0,-18 9-12 16,5 3-2-16,-2 11-17 0,1 5 8 0,0 8 0 16,1 3-5-16,2 4-2 0,1 11-1 0,2 2 51 15,4-7-65-15,3 1 6 0,1 0-1 0,5 9 0 16,3-4-4-16,3-3 4 0,6-4-1 0,-2-10-11 15,9 4 13-15,-1-13-12 0,4-1 12 16,1-6-11-16,3-2 6 0,2-8-20 0,3-5-2 16,0-5-41-16,1-5 1 0,3-7-46 15,-2-5 31-15,6-9 3 0,-2-7-1 0,-4-4 13 16,1-6 1-16,-6-6 61 0,-1-6-51 0,-3-5 15 16,-6-5-8-16,0-6-1 0,-6-2-35 0,1-2 54 15,-7 5 7-15,-1 2 29 0,-3 9 39 0,-6 12 23 16,-1 5 64-16,-3 5-63 0,-2 4 41 0,-3 7-62 15,-1 4 43-15,-2 3-54 0,-3 4 44 0,1 4-51 16,-1 3-1-16,14 6 2 0,-26-1-5 0,8 8-5 16,-3 3-8-16,2 10 5 0,-2 4-12 15,2 6 7-15,4 5-3 0,0 4 19 16,3 2 14-16,3 4 16 0,2 11 1 0,1-9-4 16,4 1 24-16,1 0-42 0,3 2 32 0,2-2-44 15,1 0-8-15,5-3-4 0,-2 0-3 0,4-4-3 16,0-2-1-16,1-3-3 0,5-2-6 0,-1-5 1 15,2-4-3-15,1-6-11 0,-2-5-12 0,3-5-24 16,0-3-31-16,-3-6-36 0,7-5-15 0,4-5-10 16,-1-5 18-16,0-3 5 0,0-6-22 0,-1-1 73 15,-4-3 6-15,-1-3 55 0,-2-1-49 16,-4-1 11-16,-2 2 2 0,-4 0 29 0,-6 6-2 16,1 1 29-16,-5 5 15 0,-1 2 8 0,-3 1 8 15,0 2 0-15,-2 3 8 0,-2 2 2 0,-1 4-5 16,9 5-8-16,-19-6-2 0,19 6-6 0,-22 7-4 15,8 0-6-15,0 6 44 0,2 1-65 16,1 2 55-16,3 4-51 0,2 1 36 0,1 3-53 16,0 2 3-16,2-1 0 0,3 1 0 0,3 2 2 15,2-2-5-15,0-1 6 0,1-1 0 0,2-3-8 16,3 1-6-16,1-5-11 0,1-2-9 0,1-4-9 16,-3-3-14-16,3-5-11 0,-14-3 2 15,31-1-3-15,-14-6 15 0,1-3 6 0,-3-5 16 16,4-4 10-16,-5-5 7 0,0-1 11 0,-3-3 60 15,-4-5-63-15,0-1-2 0,-5 1 17 0,-2 4 8 16,-1 1 26-16,-2 2 9 0,-3 3 2 0,0 1-4 16,-2 3-14-16,-5 6-16 0,3 2-1 15,-3 7 10-15,13 4-10 0,-27-3 2 0,9 9-5 16,0 3-2-16,1 4-3 0,1 0 37 0,1 3-54 16,3 2 40-16,2 0-79 0,4 0 18 0,3-3-88 15,3-2-17-15,0-1-11 0,4 0-22 0,5-3-35 16,1 1-16-16,3-2-69 0,2-3-3 15,2-4-40-15,2 0-176 0,1-3 24 0</inkml:trace>
  <inkml:trace contextRef="#ctx0" brushRef="#br0" timeOffset="15290.83">24177 11008 297 0,'17'-9'500'0,"-4"-4"-146"0,-3 3 12 0,0 2-76 0,-5 2-19 16,-5 6-13-16,12-11-26 0,-12 11-52 0,6-8-30 16,-6 8-22-16,0 0-27 0,0 0-10 15,0 0-15-15,4 9-14 0,-8 1 8 0,4 2-34 16,-1 1 45-16,1 5-64 0,1 1-5 0,3 1-8 15,0 3 4-15,2-1-1 0,2-1-2 16,2-1-6-16,1-2 4 0,1-1-2 0,2-2-2 16,0-4-2-16,1-1-6 0,-2-4 2 0,-13-6-1 15,26 4 2-15,-26-4-8 0,28-6-18 0,-14-3 35 16,1-4 49-16,0-1-58 0,-3-4 52 0,1-6-57 16,-3-2 60-16,-1-3-56 0,-4 3 0 0,0-5 10 15,-2 5 4-15,-3-1 7 0,-3 4 4 0,1 0 0 16,-3 4-10-16,0 4 4 0,-3 4-2 0,2 4-7 15,6 7 3-15,-16-7-1 0,16 7-3 16,-18 4-2-16,9 2-7 0,-2 4-17 16,3 4-10-16,2 2-23 0,1 1 16 0,2 1-87 15,4 0 36-15,3 5-52 0,3 0-13 0,2-3-2 16,6 4-14-16,2-3 10 0,2-2-44 0,0-4 29 16,-1-4-10-16,2-1 50 0,3-3-9 0,-1-1 51 15,-3-5-7-15,2-2 50 0,1-5 5 0,1-1 76 16,2-5 17-16,-2-4 35 0,-1-1 31 0,-2-3 14 15,-1-2-1-15,-2-3 12 0,-2-2-5 0,-2-2-7 16,-2 3 4-16,-4 4-30 0,0 3 77 0,-5 2 6 16,1 4-9-16,-3 13-25 15,-3-18-16-15,3 18-17 0,-9-4-17 0,9 4-8 16,-18 8-12-16,4 3-13 0,0 6 34 0,-1 4-65 16,-1 1 34-16,4 3-53 0,0 3 47 0,5-6-61 15,1 2 43-15,2 0-53 0,3-1 50 0,2-5-58 16,3 0 0-16,2-3-10 0,0-1-8 0,3-3-10 15,1-3-22-15,-10-8-23 0,19 7-6 0,-19-7-11 16,23-7 5-16,-5-1 9 0,-5-6 58 0,6-8-36 16,0-5 40-16,-6-1-28 0,1-9 3 0,0-3 13 15,-1-14-42-15,-3-2 56 0,0-7-40 16,-2-5 22-16,-1 1 41 0,0-1-9 16,-2 4 55-16,2 6-28 0,-2 12 27 0,0 8 31 15,1 4 35-15,-3 11 20 0,-1 1 1 0,1 4-19 16,-2 7-10-16,-1 11-9 0,0 0 4 0,0 0 33 15,0 0-65-15,-4 10 35 0,3 8-63 0,0 8-4 16,-2 9-7-16,-2 4-3 0,4 2-5 0,1 5 1 16,0 0-3-16,0 3-2 0,0 1-3 0,0 0-3 15,1 0 11-15,1-1-124 0,1-1-9 0,1-4-116 16,-1 0-46-16,2-2-130 0,-4-3-475 0,2-4-509 16</inkml:trace>
  <inkml:trace contextRef="#ctx0" brushRef="#br0" timeOffset="16259.39">25828 10396 656 0,'1'-13'501'0,"2"1"-101"0,-3 2-99 15,0 10-48-15,-3-19-51 0,3 19-23 0,-5-15-30 16,5 15-27-16,-10-9-10 0,10 9-19 15,0 0-3-15,-28 8-11 0,14 8 4 16,-5 9-10-16,1 9 17 0,-4 11-22 0,-1 5 1 16,4 5-21-16,0 1 0 0,2 1-11 0,3 0 8 15,5-2-8-15,3-9-1 0,5-1 47 0,3-1-61 16,4-3-2-16,5-1 0 0,3-2-5 0,6-3-10 16,2-6-20-16,5-2-6 0,2-6-51 0,4-6-14 15,5-5-67-15,0-6 19 0,0-7-41 0,4-5 23 16,-1-5-14-16,5-8 18 0,-3-7 27 0,-6-3 10 15,-4-3 17-15,-6-3 10 0,-8 1 22 0,-4-2 9 16,-2-1 18-16,-6 2 70 16,-2 1-1-16,-4 7 69 0,-2 3-38 0,-3 2 64 15,-4 3-43-15,-1 3 33 0,-2 6-40 0,-1 3 20 0,-3 4-29 16,15 5 11-16,-36 5-32 0,12 4 20 16,-3 8-25-16,0 3 14 0,1 5-25 0,1 4 9 15,2 1-21-15,1 2 15 0,5 1-8 0,4 0-3 16,2 0 0-16,5 0 0 0,3-6-5 0,3-2 0 15,4 1-12-15,1-2-8 0,4-2 17 0,4-4-20 16,1-3 11-16,4-2-13 0,1-6 15 0,2-3-1 16,-1-3-2-16,2-6-7 0,1-1 7 15,-2-4 0-15,4-5-1 0,-3-3 47 0,-3-1-48 16,-3-4 11-16,-3 1 9 0,-4 0 9 16,0 0 7-16,-5 1-6 0,-3-2-1 0,-2 4 14 15,0 2-6-15,-6-3-8 0,0 2-9 0,-4 3-3 16,-1 2-9-16,-3 1 1 0,-2 3-6 0,1 5-7 15,0 0-17-15,16 4-8 0,-30-2-39 0,30 2-12 16,-28 3-71-16,15 1-13 0,13-4-58 0,-19 9 12 16,19-9-31-16,-11 9-55 0,11-9-1 0,0 0-32 15,-2 10-291-15,2-10-146 0</inkml:trace>
  <inkml:trace contextRef="#ctx0" brushRef="#br0" timeOffset="17108.39">26153 10827 194 0,'17'-1'556'0,"-2"-1"-191"16,-15 2-31-16,26-6-133 0,-26 6-7 0,23-1-65 15,-23 1 2-15,20 0-63 0,-20 0 55 0,21 1-62 0,-21-1 56 16,21 11-55-16,-13-5 37 0,7 5-68 16,-7-1 42-16,-2 1-9 0,1 3-22 0,-3 1 13 15,-2-1-17-15,2 1 4 0,-4-1-9 0,0-1 46 16,-1 2-65-16,-3-1-3 0,4-3-5 16,-1 2 1-16,-2-4-6 0,3-9-3 0,-1 16 3 15,1-16 18-15,-1 10 6 0,1-10-6 0,0 0-7 16,0 0 51-16,0 0-61 0,4-8-4 0,-1-2 4 15,5-5-9-15,-2-5 9 0,3-7-1 0,4-2-31 16,-1-2 37-16,2-1-33 0,2 1 37 16,3 2-28-16,1 2 30 0,-1 2-40 0,1 2 41 15,-2 5-32-15,0 3 40 0,-2 4-40 0,0 1 32 16,-3 3-36-16,-13 7 37 0,23-4-31 0,-23 4 30 16,24 7-29-16,-12 0 36 0,-1 2-36 0,6 1 32 15,-6 3-34-15,5-1 37 0,-3-1-31 16,0 2 30-16,-1-5-42 0,-2 1 41 0,3-1-33 15,-3-3 30-15,-10-5-40 0,23 5 25 0,-23-5-53 16,23-3 30-16,-9-3-47 0,3-3 46 0,-2-3-35 16,2-4 56-16,-2-6-43 0,2-3 53 0,-4-3-45 15,-1-5 64-15,1-2-56 0,-6-3 54 0,-2-3-6 16,0-1 8-16,-3-3 8 0,0 1 13 16,-2 4 20-16,0 2 7 0,-3 10 51 0,0 1 3 15,0 5 13-15,-2 2-25 0,1 5-16 0,-2 2-25 16,0 5-9-16,6 8-20 0,-12-7 28 15,12 7-53-15,-16 10 1 0,5 5-2 0,2 7 2 16,-1 5-10-16,-1 7-2 0,6 4-7 0,0 3 5 16,1 4-8-16,6 2 4 0,-2 3-5 0,3 10 5 15,4-1-4-15,2 0 3 0,1 1-1 0,3 1 0 16,2 1 47-16,-1-1-57 0,2 2 5 0,-1-1-3 16,0 2-2-16,-1 0 8 0,-2-3-7 0,-2 0 4 15,0-3-4-15,-6-9 2 0,1-2-3 16,-4-2 3-16,-1 1-4 0,-1-5 2 0,-4-3-2 15,1-1 49-15,-1-3-58 0,-1-6 2 0,-3-4 3 0,-1-4-1 16,-1-2 6-16,0-5 0 16,-3 0 7-16,0-6-5 0,-2-2 2 0,16-5 1 15,-33-2 50-15,11-5-58 0,-2-5-3 0,-3-4 8 16,2-6 2-16,2-4-13 0,2-4 3 0,2-4-10 16,2-4 5-16,7-3-12 0,1-6 3 0,4 1-22 15,4 0 18-15,3-2 2 0,3 3-1 0,4 0-4 16,7-5 6-16,-2 10-2 0,6-2 3 0,0 6-4 15,2 6-5-15,4-1 5 0,2 5-3 0,0 1-4 16,3 1-7-16,0 5 9 0,2 1-4 16,-4 3-3-16,2 2-10 0,-2 3-10 0,-4 3-7 15,-1 2-17-15,-2 1 19 0,-3 3 17 0,-19 1 2 16,29 1 11-16,-29-1 6 0,26 5 8 16,-26-5-7-16,19 11 19 0,-12-3 1 0,-2 0 3 15,-2 1 3-15,0 1-1 0,-3 1 29 0,0 1-29 16,-3-1 1-16,-1 2-12 0,1-2 10 0,-2 3-34 15,1-4-50-15,0 0-69 0,-1 1-98 0,5-11-34 16,-9 14-247-16,9-14-39 0</inkml:trace>
  <inkml:trace contextRef="#ctx0" brushRef="#br0" timeOffset="17774.91">27308 10666 744 0,'4'-23'649'0,"-2"6"-142"16,2 1-105-16,-2 3-85 0,-2 1-94 0,1 2-40 15,-1 10-37-15,-1-17-31 0,1 17-25 0,-3-8-17 16,3 8-15-16,0 0-13 0,0 0-8 0,0 0-15 16,0 0-7-16,-13 7-41 0,13-7-23 0,-3 19-84 15,6-6 33-15,-2 0-50 0,5 7 32 0,0 0-23 16,2-1 6-16,3 1-4 0,-1-1-28 16,2-2 19-16,1 1 2 0,1-2 16 0,1-1 14 15,-1-1 27-15,0-3 16 0,-1-3 15 16,-3-1 17-16,2-3 20 0,-12-4 27 0,17 7 23 15,-17-7 23-15,0 0 12 0,19 0 8 0,-19 0 39 16,0 0-24-16,12-9 39 0,-12 9-36 0,7-9 41 16,-7 9-56-16,2-13 60 0,-2 13-64 0,-2-12 39 15,2 12-29-15,-5-12 16 0,5 12-37 0,-5-7 19 16,5 7-33-16,0 0 14 0,-13-5-34 0,13 5 16 16,-12 6-28-16,12-6 18 0,-11 16-28 15,6-6 14-15,-1 4 4 0,5-2-11 0,-1 2-7 16,2-1-55-16,2 1 22 0,1 2-16 0,3-2-27 15,-1-1 6-15,3 0-1 0,2-2 7 0,-1-1 6 16,0 0 9-16,3 0 9 0,-1-1 4 0,-2 0 9 16,4-1 6-16,-3 1 10 0,-1 2 3 0,6 1 21 15,-6 1 10-15,2 3 9 0,-1 1 7 16,-1 0 7-16,-1 3-1 0,0 0-6 0,-1 3-2 16,-1 1-19-16,1 5-22 0,-2 4 33 0,2 2-39 15,-3 3 33-15,3 2-40 0,-4 2 37 16,1 1-33-16,0-1 27 0,2 2-12 0,-2-2 3 15,0 1 0-15,-1-5-2 0,-1 4 47 0,2-2-61 16,-3-2 4-16,1 0-2 0,-2-7 3 0,0-2-23 16,-3-2 28-16,-1-2 0 0,2-1 5 0,-5-2-25 15,0-4 49-15,-1-2 18 0,0-4 38 16,-2-1 10-16,-1-3 22 0,0-4-1 0,11-4 11 0,-26 2 4 16,10-4-8-16,-4-4-3 0,-1-4-21 15,-4-2-1-15,2-4-26 0,-2-5 1 0,2 0-15 16,0-3-14-16,3-3-20 0,1-2 5 0,3-3-18 15,0-1-2-15,5-2-16 0,3-1-16 16,5-3-19-16,3-2-29 0,4 0-45 0,5-2-54 16,5-7-40-16,5 1-30 0,4 3-8 0,3 4-17 15,4 1-19-15,2 3-38 0,5 4-1 0,-2 3-116 16,3 2-165-16,3 4-136 0</inkml:trace>
  <inkml:trace contextRef="#ctx0" brushRef="#br0" timeOffset="18191.91">28247 10658 178 0,'4'-21'527'0,"-2"0"-153"0,0 1-87 15,-2 0-53-15,-2-2-80 0,1-1-11 0,-3-1-50 16,-1 0 3-16,0 2-38 0,-2-2 12 0,-1 2 21 16,1-1 6-16,-2 0 0 0,-2 5-4 0,-1 0-7 15,-1 2 0-15,-1 4-10 0,-2 1-11 0,-5 4-7 16,4 3-5-16,-2 4-8 0,-4 3-16 0,-1 3-2 15,-5 7 7-15,-1 4-3 0,3 3-3 0,0 5-28 16,3 5 32-16,1 3-23 16,5 2 23-16,3 1-26 0,6 3 16 0,1 0-21 15,7-1 22-15,2 2-26 0,6-1 25 0,3-3-8 16,5-1 1-16,2 0-6 0,5-2 1 0,2-1 39 16,5 2-69-16,-4-5 31 0,2-1-77 0,-2-3-11 15,-1-1-3-15,-1-1 5 0,-2-3-5 0,-6-5 16 16,-1 0 26-16,-2-3 7 0,-5 1 16 0,-4-4 22 15,-3-9 22-15,0 16 14 0,0-16 12 0,-10 14 17 16,-2-6 8-16,-2-2 1 0,-5 2 8 0,-3-3-10 16,0 0-12-16,-2-4-11 0,0 5-12 15,-3-6-14-15,7 0-1 0,-5-1-4 16,2 0-12-16,0-3-14 0,7 0-30 0,-1-2-46 0,3 1-36 16,1-2-26-16,4-1-27 0,4 0-47 15,3-2-28-15,2 10-53 0,3-21-9 0,3 7-317 16,5 1-151-16</inkml:trace>
  <inkml:trace contextRef="#ctx0" brushRef="#br0" timeOffset="19142.91">28109 10932 318 0,'16'-3'439'0,"0"-1"-142"0,-16 4-61 16,25-7-53-16,-12 5-53 0,-13 2-17 0,26-4-19 16,-26 4-7-16,24-4-16 0,-24 4-1 0,22-4-18 15,-22 4 5-15,20-5-26 0,-20 5 10 0,17-7-24 16,-17 7 10-16,15-9-22 0,-15 9 1 0,10-8-8 15,-10 8 19-15,10-15-24 0,-10 15 16 16,7-17-6-16,-7 17 34 0,0-14-18 0,0 14 36 16,-5-14-20-16,5 14 57 0,-10-11-56 0,10 11 72 15,-16-4-36-15,16 4 45 0,-23 5-30 0,6 2 21 16,0 5-14-16,-4 5-4 0,1-1-10 16,-1 3-17-16,4 1-4 0,1 1 37 0,4-3-68 15,1 3 48-15,3-2-67 0,3-1 46 0,1-1-59 16,4-2 0-16,2-1-8 0,1 2-17 0,5-4-20 15,0 1-32-15,2-3-30 0,2-3-22 0,3-2-26 16,2-1-42-16,2-3-38 0,1-2 13 0,3-3-16 16,0-1 64-16,1-1 8 0,-2-3 77 15,0-1 27-15,-2-4 64 0,-3 2 33 0,1-2 42 16,-4-2 30-16,0 0-3 0,-2-1 38 0,0 1-44 16,-3 0 32-16,-2 4-24 0,-1-1 40 15,-1 2-37-15,0 1 21 0,1 1-20 0,-6 9 10 16,6-15-41-16,-6 15 5 0,5-10-41 0,-5 10 16 15,0 0-26-15,10-6 9 0,-10 6-28 0,0 0 20 16,18 3-8-16,-9 4-3 0,4 1-5 0,-3 1-6 16,2 4-3-16,0-1 4 0,0 3-4 15,-1 0-10-15,-2 2 58 0,-3-5-64 0,0 3 1 16,-2 0 0-16,-3-3 3 0,3 1-4 0,-4-3 6 0,-1 0 1 16,-4 1-4-16,2-2 10 0,-3 0 2 15,-1-2 5-15,7-7 8 0,-18 10 7 0,18-10 2 16,-16 4 11-16,16-4-2 0,-19-1-12 15,19 1 0-15,-21-9-3 0,12 0-5 0,1-2-1 16,1-3-7-16,-1-3-17 0,3-4-3 0,2 1-16 16,2 1-40-16,2-5 4 0,2 0-42 0,1 0 29 15,2-1-49-15,-1 3 54 0,3 1-38 0,-2 0 40 16,3 3-15-16,0 0 51 0,0 3-29 0,-1 4 50 16,1 0-36-16,-2 4 50 0,-1-1-46 0,-6 8 59 15,11-10-42-15,-11 10 60 0,0 0-33 0,14-4 65 16,-14 4-45-16,0 0 52 0,13 8-40 0,-13-8 37 15,10 11-20-15,-5-1 15 16,0 0-28-16,2 1 28 0,-1 3-33 0,1-1 21 16,0 5-9-16,0 0-7 0,0-1-10 0,2 2-1 15,-1 0-4-15,0-2-11 0,1 3 6 0,1-2 49 16,0-2-69-16,-1 2 30 0,1-3-86 0,1-3-23 16,-2-2-16-16,2 0-28 0,-3-4-20 0,2-1-37 15,-10-5-27-15,20 5-12 0,-20-5-36 0,23-2 64 16,-23 2-21-16,23-10 79 0,-9-1 16 0,-2-3 87 15,-1-3 21-15,-2-2 79 0,0-4 5 0,-1-8 39 16,-2 1 28-16,0-3 0 0,-3 5 40 16,1 2-32-16,-4 2 90 0,0 6-14 15,0-1 17-15,0 3 1 0,0 2-20 0,-2 3-19 16,0 1-25-16,2 10-32 0,-6-14-21 0,6 14-18 16,0 0-6-16,-15-2-5 0,15 2-10 0,-14 10-15 15,3 0-10-15,4 4-12 0,-2 2-17 0,2 2 2 16,-3 1-4-16,4 3-10 0,1 0-2 0,-1-1-4 15,3 3 18-15,-1-1-30 0,-1-2-2 0,2 1-59 16,2-4 19-16,0-2-95 0,1-2 1 0,1-2-84 16,0-2 15-16,1 2-50 0,-2-12-44 0,8 12-39 15,-8-12 3-15,11 5-113 16,-11-5-176-16,21-5-160 0</inkml:trace>
  <inkml:trace contextRef="#ctx0" brushRef="#br0" timeOffset="19808.91">29029 10806 543 0,'9'-16'493'0,"-2"2"-129"0,-3 4 10 0,0 0-69 15,-4 10-10-15,7-14-73 0,-7 14-28 0,0 0-45 16,4-10-4-16,-4 10-30 0,0 0 2 0,0 0-17 16,-6 10 5-16,6-10-30 0,-7 18-2 0,5-9-14 15,0 4-11-15,0-1-11 0,1 2-6 0,1 0-17 16,0 0 2-16,0 1 4 0,2-2-5 16,1-1-3-16,-1 1-5 0,2-3-2 0,1-1-3 15,0-1-15-15,-5-8-18 0,9 10-21 0,-9-10-3 16,0 0-12-16,22 0-11 0,-22 0 16 0,19-10 4 15,-7 0 6-15,-1-5 11 0,3-1-28 16,-3-4 47-16,1-4-28 0,0-2 42 0,-3-3-34 16,-3 7 53-16,-1 1-18 0,0 4 40 0,-2 5-30 15,-2 0 26-15,-1 12-26 0,-1-16 55 0,1 16 16 16,-8-8 36-16,8 8-1 0,0 0 0 0,-18 3-22 16,8 3-15-16,-3 6-18 0,0 1-10 15,-3 2-5-15,4 3-10 0,2-1-2 0,1 3-8 16,2-1-3-16,1-2-3 0,3 0-4 0,-1-1-6 15,4 0-20-15,0-4-18 0,1 0-33 0,4-2-44 16,-1-1-49-16,2-3-18 0,-6-6-15 0,20 6-28 16,-20-6-7-16,24-1 7 0,-7-2 29 15,3-3-12-15,-1 0 61 0,0-4 38 0,-1 0 44 16,0 0 48-16,-1-2 30 0,-2-1 32 0,0 1-3 16,1-1 63-16,-5 1-35 0,3 0 71 0,-2 2-30 15,-1 2 51-15,-3 0-18 0,0 0 6 0,-2 2-37 16,-6 6-6-16,14-8-38 0,-14 8-1 15,0 0-18-15,17-3 9 0,-17 3-15 0,13 5 11 16,-13-5-21-16,13 12 6 0,-7-3-16 0,1 1 7 16,0 5-7-16,-2-1-4 0,-1 1-4 15,0 0-2-15,-2 3-4 0,-2-3 8 0,0 1 25 16,0 0 17-16,-2 0 57 0,-1-1 1 0,-2-1-11 0,1-2 14 16,-1-3 37-16,-2 0-17 0,1-2 3 15,6-7-2-15,-13 9-8 0,13-9-7 0,-15 4 9 16,15-4-36-16,-13-5 17 0,6-1-47 0,-1-3 13 15,3-5-17-15,0-2-14 0,2-6-13 0,2-5-5 16,4-6-24-16,3-6-31 0,3-3-35 16,2 1-17-16,6-8-44 0,4 5-26 0,-4 6-23 15,3 4-8-15,0 6-11 0,-2 1-13 0,-1 5-21 16,-2 5-39-16,-4 3-37 0,0 5-2 0,-2 4-20 16,-9 5-21-16,0 0-47 0,11-4-12 0,-11 4-342 15,0 0-258-15</inkml:trace>
  <inkml:trace contextRef="#ctx0" brushRef="#br0" timeOffset="19943.91">29403 10835 245 0,'0'0'585'0,"-9"12"-239"0,9-12-57 16,0 0-140-16,-8 10-113 0,8-10-72 0,0 0-77 15,0 0-124-15,0 0-133 0,0 0 222 0</inkml:trace>
  <inkml:trace contextRef="#ctx0" brushRef="#br0" timeOffset="20695.91">24355 11721 30 0,'8'-9'818'0,"-2"2"-264"0,3-1-78 0,-3 1-86 16,-6 7-52-16,11-11-94 0,-11 11-32 0,6-8-47 16,-6 8-19-16,0 0-8 0,0 0 77 0,15 5 77 15,-11 10-1-15,4 8 6 0,-2 10-37 0,2 9 33 16,-3 15-10-16,0 7-37 0,-1 8-34 15,-1 3-36-15,-1 5-30 0,-1 1-28 0,2 5-54 16,-3 0-7-16,4 0 15 0,-2 2-14 0,2-4-8 16,1-2-12-16,2-5-5 0,-1-4-21 15,3-7-19-15,-1-5-14 0,-1-6-63 0,1-13-9 0,-2-5-64 16,2-3-33-16,-4-9-45 0,1-2-42 0,-1-4 25 16,-1-2-63-16,-1-4-35 0,1-2 2 15,-3-11-28-15,5 15 28 0,-5-15-29 0,0 0-61 16,0 0 0-16,0 0-277 0,0 0-242 0</inkml:trace>
  <inkml:trace contextRef="#ctx0" brushRef="#br0" timeOffset="21042.92">24379 13104 183 0,'-19'-22'533'0,"1"-1"-144"16,1 3-19-16,2-3-122 0,2 4 29 0,2 1-65 16,1-2 43-16,-1 3-26 0,4 1 12 0,-1 1 7 15,4 1 0-15,0 1-6 0,2 4-19 0,2 9-26 16,-3-18-27-16,3 18-39 0,4-14-27 0,-4 14-19 15,0 0-20-15,15-3-11 0,-15 3-9 16,24 10-10-16,-8 1-1 0,3 4-2 16,3 4 15-16,2 2-37 0,3 2-1 0,1 0-2 15,0-1-4-15,3 2-14 0,1-1-24 0,1-3-33 16,3-1-25-16,0-5-24 0,-1-1-56 0,0-4-8 16,2-3-43-16,-5-4 46 0,4-5-36 0,-1-2 72 15,-1-6-15-15,-2-3 65 0,-4-3-5 0,-1-5 86 16,-4 1 29-16,-2-3 73 0,-3 2 28 0,-8 1 50 15,-1 0 31-15,-4 6 28 0,-4 3 6 0,-1 2-18 16,-4-2-1-16,-2 7-38 0,-3-1-24 0,9 6-28 16,-32 2-23-16,9 5-20 0,-8 7-19 15,-2 6-14-15,-5 6-21 0,-1 7-47 16,-1 0-63-16,2 5-78 0,3 2-61 0,3 1-79 16,2 3-93-16,5 1-163 0,-2-2-502 0,10-4-809 15</inkml:trace>
  <inkml:trace contextRef="#ctx0" brushRef="#br0" timeOffset="22260.93">25543 13466 301 0,'15'-4'425'0,"-2"-1"-112"16,-13 5-45-16,21-6-20 0,-21 6-63 0,15-6 13 16,-15 6-62-16,10-8 20 0,-10 8-22 15,9-10 45-15,-9 10-46 0,3-10 15 0,-3 10-31 16,-3-12 6-16,3 12-31 0,-6-15 4 0,-1 7-28 15,-3-2 6-15,-1 2-19 0,-6-1 0 0,-1 0-20 16,-5 0 7-16,0 2-23 0,-9-1 8 0,-2 2-21 16,-6-1-9-16,-10 5-18 0,-14 0-9 15,-9 1-26-15,-5 3 28 0,-4 0-20 0,-10 5 30 16,-3 0-17-16,-7 2 31 0,-27 2-26 0,-1 4 34 16,-2 0-17-16,-2 4 16 0,-2-1 11 0,-5 6-27 15,-1 0 26-15,-1 2-28 0,-1 2 27 0,2 2-30 16,-2 2 31-16,1 2-22 0,2 2-8 0,1 3 8 15,2 0 1-15,2-1 0 0,6 7 5 16,2-3-2-16,4 4-2 0,2 2 7 0,7 1-4 16,5 2-5-16,5 0 29 0,11 1-24 0,4 3 24 15,11 1-25-15,17-9-6 0,9 2 4 16,3-1 6-16,9 2-6 0,9-1-3 0,5-1 6 16,13-10 1-16,8 2-2 0,4-1 2 0,10-1-5 15,6-1 8-15,13 5 5 0,10-4-9 0,10-1-1 16,7-5 4-16,11-2 29 0,8-4-31 0,6-1 9 15,7-2-11-15,28-1 30 0,5-4-28 0,5-4-4 16,6-2 8-16,7-7-4 0,4-1 24 0,5-6-24 16,6 0 19-16,8-4-22 0,1-3 22 15,8 0-25-15,1-3 25 0,8-5-25 0,2 1 2 16,4 0-2-16,2-4 38 0,3 1-38 0,3-3 0 16,-2-1 8-16,5 1-6 0,-5-2 1 15,2-1 2-15,-2-1-1 0,-5-2 0 0,-5 1 1 16,-3-2-9-16,-5-2-5 0,-7-2-6 0,-6 0-16 15,-11-1-6-15,-7-4 6 0,-9 2 3 0,-10-4 43 16,-9-3-36-16,-9 0 42 0,-12-4-34 0,-26 9 40 16,-6-3-27-16,-10-4 31 0,-6 1 21 0,-11-4 5 15,-9-1 9-15,-15 7 0 0,-6-2 5 0,-10-2 5 16,-12-9-4-16,-9 3-1 0,-12-1-1 0,-9 3 6 16,-8 0-14-16,-27-6 5 0,-11 3-22 15,-10 4-2-15,-10 4 5 0,-6 3-27 16,-10 3 5-16,-6 3-10 0,-8 3-2 0,-9 3-5 15,-2 4-4-15,-4 2-18 0,-5 3-15 0,-2 4-53 16,-5 1-30-16,4 2-65 0,2 4 32 0,-1 2-44 16,3 5-46-16,3 3-51 0,1 0-104 0,9 2-235 15,6 4-164-15</inkml:trace>
  <inkml:trace contextRef="#ctx0" brushRef="#br0" timeOffset="22810.92">21175 14426 619 0,'3'-9'522'0,"-3"9"-172"0,5-12-73 0,-5 12-79 15,0 0-5-15,0 0-73 0,19 12-23 0,-7 8-12 16,2 10 1-16,1 8-3 0,3 13-1 0,4 5 2 15,-3 7 12-15,-1 4-26 0,1 7-9 0,-2 6-10 16,-1 6-12-16,3 23-8 0,-7-18-9 0,-2 3-4 16,2 2-14-16,-7-1-8 0,3-1-39 0,-3 1-38 15,4-3-16-15,-3 0-9 0,3-5 40 0,0-2-54 16,4-6 36-16,0-4-64 0,3-8-25 16,5 0-39-16,3-11-79 0,3-6-224 0,1-7 13 15</inkml:trace>
  <inkml:trace contextRef="#ctx0" brushRef="#br0" timeOffset="23510.92">27515 14492 171 0,'27'-30'529'0,"-1"5"-141"16,-2 2-72-16,0 0-17 0,-4 3-102 15,-3 5 22-15,-4 3-86 0,-3 1 30 0,-1 5-83 16,-9 6 50-16,13-4 12 0,-13 4 7 0,13 17 2 15,-7 2 8-15,-2 14 3 0,0 5 3 0,-3 7-36 16,-1 5 3-16,-2 15-48 0,-1 3-15 0,-1 4-14 16,-1 2-5-16,3 3-13 0,-1 0-8 15,0 5 11-15,2-1-25 0,2-1 18 0,1-1-30 0,0-2 18 16,2-1-19-16,4-1-2 0,0-2 4 0,2-3-4 16,1 0 2-16,1-4 3 0,2 1 13 15,-1-5-22-15,1-1 19 0,-1-2-18 16,-1-3 17-16,0-2-21 0,-6-10 20 0,3-2-19 15,-3-1 7-15,-2-1-5 0,-4-1 13 0,0-3 8 16,-4-2 5-16,-2-1 1 0,-3-3 1 0,-2-3-3 16,-3 1-1-16,-4-3-4 0,-3-2-2 0,-4 0-2 15,-3-3-1-15,-4 0-3 0,-7-2-1 0,-11 0-2 16,-2-1-1-16,-7-2-1 0,-4-3-3 0,-9-2 2 16,-5-3-2-16,-8 0 1 0,-7-2-5 0,-4-3 3 15,-7-1 0-15,-6-1 1 0,-29-2 3 0,-4-2-2 16,-4-2 0-16,-2 1-1 0,-5-1 6 0,0-2-9 15,-5 2 10-15,-5-1-3 0,-1-1-1 16,-2 2-10-16,0-1 12 0,-2 1-10 0,-2 1 8 16,1 1 1-16,-2 2-14 0,1 0 8 0,-3 0-5 15,-1 2 4-15,4 2-3 0,0 0-5 0,2 2-1 16,1 1-9-16,3 1-8 0,2 0-12 0,3 2-13 16,3-1-8-16,5 0-7 0,4 1 0 0,4-2-13 15,7 0 3-15,7-1-10 0,24-2 11 0,7 2 0 16,3-4 7-16,7 1 7 0,2-1 18 0,12-2-17 15,5-1 8-15,18 0-12 0,6 0 0 0,4-4-30 16,13 3-10-16,7-4-9 0,8 1-6 0,5-2-78 16,8 8-51-16,0-18-87 0,9 3-259 15,9 0-129-15</inkml:trace>
  <inkml:trace contextRef="#ctx0" brushRef="#br0" timeOffset="24327.92">23522 15126 666 0,'3'-9'566'0,"-3"9"-177"0,0-13-98 16,0 13-69-16,-8-13-37 0,8 13-38 15,-16-7-30-15,16 7-33 0,-22 2-17 0,6 2 2 16,-4 4 9-16,2 6-4 0,-5 6 8 0,0 6 23 16,-2 14 9-16,1 7 27 0,1 4-8 0,3 5 6 15,3 4-34-15,1 0-3 0,4 4-27 0,2-2-10 16,5-2-11-16,2-7-8 0,7-3 12 0,3 6-18 16,7-3 8-16,1-4-23 0,2-13 20 0,4-1-27 15,2-5 14-15,4-5-23 0,4-4 13 0,1-5-16 16,1-4 10-16,4-6-23 0,-9-5 5 15,9-5-32-15,-1-3 3 0,-4-7-19 0,1-2 5 16,-2-6 2-16,-3-1 10 0,-1-5 4 0,-1 1 9 16,-4-1 6-16,-2 1 9 0,-2 1 21 15,-4 2 32-15,-4 6 64 0,-1 2 11 0,-1 3 19 16,-3 5 0-16,0-1-19 0,-5 9-10 0,5-11-23 16,-5 11-15-16,0 0-11 0,0 0-6 0,0 0-30 15,-5 18 24-15,1-6-36 0,-1 4 22 0,2 0 2 16,0 5-14-16,0 1-12 0,3-3-4 0,0 0-7 15,1 4-16-15,2 0-33 0,1-2-38 16,1-1-37-16,0-1-14 0,3-2-34 0,-2-3-13 16,2-1-42-16,-1-3-37 0,1-1-23 0,1-3-5 15,-9-6 46-15,18 4-15 0,-18-4 31 0,24-10 11 16,-7-1 31-16,-3-4 17 0,0-3 49 0,0-4 36 16,-1-2 81-16,0 3 12 0,-3 1 64 15,-1-1 17-15,1 1 38 0,-1 2 45 0,-4 4 18 16,0 2 15-16,0 2-8 0,-5 10-26 0,8-16-26 15,-8 16-30-15,4-12-24 0,-4 12-15 0,0 0 12 16,0 0 6-16,0 0-12 0,12 10-14 16,-9-1-15-16,2 3-9 0,-1 4 10 0,1 0-31 15,-1 5-4-15,1 2 18 0,0-1-47 0,2 2-10 16,-3-2-47-16,-1 1-17 0,1-2-49 0,0-3-43 16,-3-2-50-16,2-3-25 0,0-1 28 0,-3-12-42 15,2 15-15-15,-2-15-56 0,0 0-57 0,0 0-178 16,0 0-90-16</inkml:trace>
  <inkml:trace contextRef="#ctx0" brushRef="#br0" timeOffset="24495.92">24204 15431 651 0,'1'-43'455'0,"2"11"11"0,-2 7-73 0,0 6-49 16,1 2-67-16,-1 3-81 0,-1 4-42 0,0 10-30 16,0-13-26-16,0 13-19 0,0 0-20 0,0 0-3 15,-1 12-24-15,1-12-30 0,-3 20-64 0,3-6-54 16,0-1 1-16,3 3-35 0,-2 2 22 0,3-2-46 15,2-2-14-15,3 2-33 0,-1-5-6 0,2 0-18 16,-1-4-42-16,1-2-151 0,-10-5 149 16</inkml:trace>
  <inkml:trace contextRef="#ctx0" brushRef="#br0" timeOffset="24811.92">24356 15391 821 0,'7'-9'341'0,"-1"0"-53"0,-1 1-16 0,-5 8-4 16,9-13-23-16,-9 13-34 0,5-10-44 0,-5 10-43 15,0 0-9-15,0 0 8 0,12 5 20 0,-10 4-33 16,4 6 6-16,1 6-21 0,-2 3-9 0,3 7-23 15,-2 3-6-15,3 1-17 0,-1 4-7 0,0-2-9 16,-2 2-5-16,3 0-4 0,-3-2-25 0,-2 2-39 16,1-3-43-16,-1-1-40 0,0-1-19 15,0-8 1-15,-2-1 6 0,-2-2-36 0,1-7 24 16,-1-2-41-16,-1-3-20 0,1-11-7 0,-7 15 4 16,7-15 15-16,-12 5 41 0,12-5 50 15,-19-3 71-15,5-1 63 0,-4-5 72 0,1-3 13 16,-2 1 56-16,0-1 12 0,0-1 5 0,1 1 70 15,1 0 0-15,2 1-6 0,2 3 1 0,3 0 1 16,0 0-7-16,2 3-16 0,8 5-21 0,-12-10-34 16,12 10-34-16,-6-10-20 0,6 10-29 15,5-12-15-15,3 6-15 0,2-2-16 0,8-2-38 16,1 2-42-16,4-3-40 0,7 0-39 0,0 2-46 16,2 0-39-16,2 1-40 0,-2 3 12 15,-6 0-26-15,1 2-57 0,-3 2-73 0,-4 1-357 0,-1 1-273 16</inkml:trace>
  <inkml:trace contextRef="#ctx0" brushRef="#br0" timeOffset="25062.92">23463 16251 317 0,'-48'16'544'0,"8"-2"-163"0,-7 6-34 16,7-4-67-16,6-1-35 0,3 0-37 0,4-1-38 15,9-4-18-15,4-1-14 0,9-1 46 0,5-8 1 16,4 10-3-16,6-4-34 0,11-5-1 0,8 0-27 16,13-3-3-16,9-4-30 0,16-1 2 15,7-4-32-15,4-2 9 0,5 0-30 16,3-4 9-16,3 1-26 0,2-1 9 0,-4-1-50 16,-1-1-42-16,-7 2-72 0,-7 0-88 0,-8 4-32 15,-8 1-36-15,-16 8-31 0,-8-3-31 0,-11 4-427 16,-21 3-313-16</inkml:trace>
  <inkml:trace contextRef="#ctx0" brushRef="#br0" timeOffset="25228.92">23882 16411 482 0,'-48'18'633'15,"10"-5"-58"-15,6-1-65 0,1-1-102 0,3-3-103 16,6 1-75-16,5-1-33 0,5-2-36 0,4 0 7 16,8-6-26-16,0 0 6 0,4 11-41 15,-4-11-21-15,31 3-15 0,0-4-15 0,7-4-9 16,9-3 9-16,16-3-67 0,2-4-27 0,4-3-59 15,3-2-71-15,-2-2-88 0,3-2-44 0,-4-1-43 16,0-4-105-16,-5 3-359 0,-1-3-361 0</inkml:trace>
  <inkml:trace contextRef="#ctx0" brushRef="#br0" timeOffset="26162.92">28155 15642 217 0,'-39'0'112'0,"0"-1"79"0,-5 0-186 16,2-1 115-16,-5 2-124 0,2 0 117 15,-4 2-116-15,5-1 149 0,-2 0-116 0,3 2 143 16,1-1 16-16,1 1-9 0,5 1-25 0,6-2-6 15,2 0-1-15,1 2 2 0,6-1-28 16,3-1 12-16,18-2-8 0,-26 2 21 0,26-2 2 16,-19 2-4-16,19-2-14 0,0 0-23 0,0 0-10 15,0 0 3-15,0 0-9 0,12-5-8 0,10 0-9 16,10-4-9-16,7 1-11 0,18-5-11 0,5-2-7 16,5 0-5-16,6-4-7 0,6 0-4 0,5-3-5 15,21-6-2-15,3-2 2 0,-5 3-2 16,-17 2-8-16,-4 1 3 0,-3 0-7 0,-6 3-10 0,-4 0-28 15,-9 2-41-15,-8 3-51 0,-15 4-27 16,-7 1-21-16,-7 3 25 0,-5-1-15 16,-8 1 48-16,-10 8-15 0,6-11 61 0,-6 11-24 15,-12-10 59-15,-3 4-39 0,-6 0 23 0,-11-2 11 16,-6 0 15-16,-3 1 49 0,-3-1-31 0,-13-3 37 16,-2 3-21-16,0-1 48 0,9 1-6 0,2 4 22 15,-1-3-7-15,0 2 12 0,4 0 1 0,1 1-11 16,3 3-5-16,11-1-8 0,2 1-11 0,4-1-8 15,5 2-3-15,2-2 4 0,17 2 26 0,-20-2-10 16,20 2 11-16,0 0 14 0,0 0 12 16,0 0-13-16,0 0-4 0,23 0-18 15,2 0-4-15,6 2-16 0,9 0 5 0,3 2-17 16,5-1 2-16,-1 4-2 0,3-1-6 0,-3 2-4 16,-2-1-3-16,-3 3 0 0,-1-1 1 0,-8 1-8 15,-1 0 0-15,-10-2-2 0,-1 3 2 0,-4 0-4 16,-2-1 1-16,-6 0 0 0,-1 2-1 0,-5-2 3 15,-2 3-2-15,-3-1 0 0,-4 3 3 0,-1 3-4 16,-3-1 1-16,-2 1 0 0,-1-2 1 0,1-1 2 16,-2 0-6-16,3-2-10 0,2-2-30 15,3-5-44-15,-2 3-61 0,8-9-35 0,-5 10-9 16,5-10-9-16,0 0-11 0,0 0-132 0,21 2 47 16,-5-9-329-16,7-3-159 0</inkml:trace>
  <inkml:trace contextRef="#ctx0" brushRef="#br0" timeOffset="26678.92">29068 15056 329 0,'13'-12'652'0,"-3"1"-56"0,-2 5-113 0,-2-1-75 16,-6 7-116-16,10-11-62 0,-10 11-53 15,0 0-30-15,0 0-39 0,0 0-11 0,10 11-26 16,-10-1-3-16,0 2-24 0,0 8-2 0,0 2 0 16,0 5-18-16,0-1-4 0,0 3-4 0,4 5-4 15,-1-1 0-15,1 0-10 0,-2-7-2 0,1 2-21 16,-1-3-18-16,1-3-22 0,-2-6-32 0,3-1-31 15,-3-2-18-15,0-3 4 0,-1-10-4 16,0 12 15-16,0-12 12 0,0 0 17 0,0 0 12 16,-15-12 15-16,8-4 8 0,-2-7 11 15,-4-8 2-15,1-5 51 0,-2-14-39 0,1-8 49 16,2-4-48-16,-1-7 44 0,3-5-51 0,2-5 12 16,3-2 51-16,4 4 0 0,4 4 50 0,2 6 30 15,4 6 7-15,2 8-11 0,-1 12-9 0,2 5-11 16,1 7-10-16,2 4-19 0,2 3-16 0,-3 9 0 15,3 4-5-15,-3 4-4 0,4 6-6 0,0 4-7 16,-2 5 20-16,4 8-25 0,-5 6-4 0,-2 3 2 16,-5 3 1-16,-3 3-1 0,-4 3 1 15,-4-1-5-15,-5 1 6 0,-5-1 7 16,-3 0-1-16,1-1 4 0,-5-4 16 0,0-2 9 16,-3 0 13-16,0-4-9 0,-2-3 4 0,3-1-8 15,-2-3-4-15,4-4-11 0,5-2 4 0,0-2-2 16,4-2 7-16,1 0-13 0,9-7 6 0,-13 11-12 15,13-11 5-15,-7 11-8 0,7-11 0 0,2 14 2 16,3-4-6-16,5 4-7 0,3 1 1 0,2 1 8 16,3 4-8-16,4 1 3 0,0 0-6 0,-2 3 6 15,2 0-1-15,0-1-2 0,-2 0-8 0,-1 0-39 16,2-1-57-16,-3-2-64 0,1-1-34 16,-3-5-18-16,1-2-42 0,-1-1-151 15,3-4-256-15,-3-4-196 0</inkml:trace>
  <inkml:trace contextRef="#ctx0" brushRef="#br0" timeOffset="27045.91">29509 15047 532 0,'1'-14'676'0,"-1"2"-117"0,0 2-119 15,-1 0-76-15,1 10-112 0,-1-15-43 0,1 15-56 16,-1-11-22-16,1 11-35 0,0 0-8 16,0 0-26-16,0 0-62 0,0 0 95 15,3 15-56-15,1-5-5 0,0 3-7 0,4 1-13 16,1 1 6-16,1 2-14 0,1 0 6 0,0-2-12 0,0-1 5 15,-1-3-18-15,-1-1-1 0,0-3-16 16,1 0-12-16,-10-7-27 0,15 6-19 0,-15-6-17 16,14-4-6-16,-14 4 18 0,11-13 10 0,-7 3-5 15,-1-3 37-15,-1-5-1 0,-3-1 5 0,-2-5 23 16,-2-2-11-16,-3-2 29 0,-2 0 7 0,1 7 33 16,-1 2 14-16,-3 3 0 0,3 3 0 15,-1 3 3-15,-2 7 4 0,13 3 7 0,-26 1-4 16,8 7-6-16,0 4-9 0,2 3-5 0,-3 5-16 15,4 1 5-15,5 1-13 0,1-1 3 0,4 1-8 16,3 1 3-16,0-3 0 0,6 2-7 0,1-2-3 16,3 1-25-16,2-5-34 0,2-3-46 15,1-2-23-15,2-5-43 0,0-4-12 0,-15-2-14 16,39-5-46-16,-18-2-44 0,4-8-46 0,-2-4-195 16,-2-5-12-16</inkml:trace>
  <inkml:trace contextRef="#ctx0" brushRef="#br0" timeOffset="27246.92">29823 14264 522 0,'2'-27'510'16,"-1"7"-44"-16,3 4-72 0,-4 4-65 0,1 2-67 16,-1 10-61-16,0-14-53 0,0 14-23 0,0 0-30 15,0 0-21-15,0 15-7 0,-1 2-2 0,1 8-15 16,1 7 0-16,-1 8-13 0,3 5 6 0,1 3-8 16,1 13 0-16,1 0-7 0,0 3-1 15,1 0-9-15,-1 0-11 0,1-1 5 16,-1-1-5-16,3-1 4 0,-2 0-11 0,0-3 7 15,-1-1-12-15,-1-12-26 0,1 1-61 0,0-4-73 16,-2-4-39-16,1-2 9 0,-1-9-23 0,-2-3-163 16,1-7 49-16,0-4-244 0,1-2-104 0</inkml:trace>
  <inkml:trace contextRef="#ctx0" brushRef="#br0" timeOffset="27528.92">29872 14764 390 0,'0'-31'542'0,"0"6"-101"15,0 3-89-15,0 3-62 0,3 3-59 16,-2 2-48-16,1 3-36 0,1 2-44 0,-3 9-19 16,10-11-13-16,-10 11-21 0,19-1-10 0,-6 4-9 15,2 3-6-15,5 3-7 0,1 7-4 0,0 2-2 16,1 2 5-16,-3 3-13 0,0 2-4 0,-1-2-1 16,-5 1-7-16,-4-2 5 0,-3-1-5 0,-6-3 4 15,0 1-1-15,-6 0 6 0,-3 1-6 16,-3-3 8-16,-3-2 1 0,-2 0-5 0,-2-2 6 15,0-3-2-15,-1-1 2 0,-1-4 2 0,5-1-2 16,16-4-11-16,-30 1 7 0,30-1-21 0,-28-8-28 16,14 1-40-16,5-3 4 0,1-1-38 15,2-3 7-15,4-4-74 0,4-3-29 0,4 0-18 16,3 1-65-16,7-5-176 0,3 2 83 0</inkml:trace>
  <inkml:trace contextRef="#ctx0" brushRef="#br0" timeOffset="28229.92">30159 14605 242 0,'13'-8'476'0,"-4"2"-128"15,-9 6-48-15,13-8-59 0,-13 8-28 0,0 0-37 16,0 0 12-16,0 0-18 0,10 6 4 0,-10-6-20 16,-6 17-12-16,0-4-15 0,-2 4-16 0,1 2-18 15,0 1-17-15,1 0-18 0,1 1-11 0,2-4-10 16,3 2-8-16,0 0-13 0,3 0 7 0,1-1-8 16,3 1-1-16,2-2-12 0,2-4-3 15,1-3-19-15,4 0-23 0,-2-5-24 0,0 0-22 16,-14-5 1-16,29 0-5 0,-12-4 31 15,0-2-2-15,0-4 30 0,-2-2 6 0,-2-3 30 16,-4-2 14-16,-1-1 41 0,-3-1-7 0,-2 3 11 16,-3-2 0-16,-1 0-5 0,-3 1-4 0,-3 1-9 15,-2-2-10-15,-3 6-5 0,-3-1-1 0,-2 5-1 16,-1 0-15-16,-1 2-2 0,-1 2-2 0,20 4 2 16,-27-1 0-16,27 1-11 0,-26 2-1 0,26-2-18 15,-17 6-16-15,17-6-33 0,-8 5-39 16,8-5 4-16,0 0-24 0,7 7-7 15,-7-7 2-15,19 3 3 0,-19-3-18 0,33-3 6 16,-14 2 33-16,4-2 21 0,2-2 13 0,-1 2 50 16,-5-3 34-16,4 2 32 0,-4-3 22 0,-3 2 24 15,0 0 38-15,-2-1 6 0,0 1 33 0,-1-1 5 16,0 0 2-16,-1 0 3 0,-3 3-21 0,2-2-13 16,-11 5-36-16,21-9-11 0,-21 9-27 0,16-4 1 15,-16 4-26-15,18 0-1 0,-18 0-14 0,24 5 3 16,-10 1-8-16,0 2-3 0,0 2-4 0,-1 0-3 15,0 3-12-15,-1-2-12 0,-5 1-12 16,-2 1-12-16,1-4-5 0,-3 3-2 0,-3-1-1 16,-1-1 5-16,-3 2-4 0,-2 0 11 15,-4 1-9-15,-4-3 14 0,-1-3-2 0,0-2 12 16,-2 0-2-16,1-3 11 0,16-2-8 0,-35-2 11 16,20-3 7-16,-4-2-4 0,1-5-9 0,3-3-18 15,-3-5-9-15,5 0-2 0,4 0 2 0,0-4 9 16,3 3 8-16,3 0 1 0,3 2-2 0,1 3 9 15,2 1 5-15,1 0-4 0,-2 5 12 0,5 1 0 16,-7 9 12-16,9-12-2 0,-9 12 1 16,0 0 5-16,0 0 10 0,14 2 10 0,-14-2 6 15,6 15 12-15,-3-2 2 0,-3 1 10 0,0 4 6 16,-3 5 0-16,2 1 8 0,-2-1-27 0,1 2-8 16,0 2-9-16,2-2-3 0,-1 0-18 15,1 0 4-15,1-3-10 0,1-3-3 0,0-2-37 16,5-2-43-16,-4 0-59 0,3-5-59 0,0-3 12 15,3-1-55-15,-9-6-23 0,27 0-55 0,-5-8-66 16,-2-2-192-16,4-8-100 0</inkml:trace>
  <inkml:trace contextRef="#ctx0" brushRef="#br0" timeOffset="28379.92">30839 14547 439 0,'18'-21'510'0,"-5"6"-18"0,0 0-59 0,-4 5-40 0,-2-1-73 16,1 3-80-16,-8 8-59 0,9-10-29 15,-9 10-8-15,0 0 15 0,0 0-16 0,10 7-5 0,-10-7-39 16,5 15-3-16,-2-5-20 0,1 2-7 15,0 3-22-15,-1 0-9 0,0 1-9 0,0-1-31 16,0 2-56-16,1-5-68 0,-2-1-76 0,1 2-34 16,0-3-43-16,1-2-20 0,-4-8-51 15,3 13-438-15,-3-13-324 0</inkml:trace>
  <inkml:trace contextRef="#ctx0" brushRef="#br0" timeOffset="29612.95">30968 14147 479 0,'0'-29'580'15,"2"7"-88"-15,-1 5-117 0,0 2-61 0,-1 2-67 16,1 1-57-16,-1 2-52 0,0 10-28 0,0-15-28 16,0 15-20-16,3-10-19 15,-3 10-3-15,0 0-17 0,0 0-28 0,10-6-34 16,-10 6-41-16,14 3 6 0,-14-3-33 0,20 6 42 16,-8-2-31-16,-12-4 71 0,24 6-50 0,-11-1 44 15,0-2-42-15,-13-3 58 0,25 6-35 0,-25-6 54 16,21 8-40-16,-21-8 58 0,18 8-35 0,-18-8 46 15,16 14-26-15,-9-5 33 0,1 3-9 0,-1 1 24 16,-1 0 0-16,0 5-4 0,-1 2-3 0,0 1-7 16,-2 2-10-16,2 1-26 0,-3 2 21 15,2 0-17-15,-1 0-2 0,1 2 6 0,1-2-13 16,-2 3 8-16,-1-3-26 0,-1 2 4 0,2-3-16 16,-2-3 9-16,2-3-15 0,-3-6 21 15,0 1-17-15,1-4 26 0,-1-10-14 0,-1 16 19 16,1-16-24-16,0 0 15 0,-4 9 6 0,4-9 29 15,0 0 7-15,0 0 28 0,-8-6 16 0,8 6 5 16,-4-11-2-16,4 11-24 0,-3-15-3 0,3 15-15 16,-2-19-3-16,2 19-12 0,2-19-5 0,1 8-20 15,1 1-8-15,3-1-25 0,1-2-30 16,1 4-4-16,3-1-7 0,3-1 2 0,0 1-40 16,0 0 29-16,1 1-30 0,1 2 39 0,-2 1-37 15,-1 0 43-15,1 0-15 0,-4 2 46 0,-11 4-19 16,18-7 44-16,-18 7-15 0,0 0 66 15,16-5-24-15,-16 5 61 0,0 0-26 0,0 0 47 16,0 0 6-16,4 13 10 0,-4-13 19 0,-9 15-1 16,1-4-15-16,1 0-18 0,-1 3-19 0,-1 2-7 15,-1 1-26-15,3 0 1 0,0 0-5 0,1 2-11 16,2-3-4-16,1 1-7 0,3-3-3 0,0-1-3 16,3 1-7-16,-2-1-14 0,4-1-19 15,0-2-40-15,1 0-32 0,-6-10-19 0,17 11 24 16,-17-11-31-16,20 4 54 0,-20-4-31 0,25-1 16 15,-11-5 13-15,0-2 16 0,1-2 20 0,-2-2 21 16,0-4 54-16,-1-1 9 0,-5-2 52 0,1-1 28 16,-4 0 10-16,-1-2 12 0,-3 2-11 15,-2-2-3-15,-2 0-17 0,-1 2-19 0,-2 1-15 16,-3 1-14-16,-1 3-15 0,0 1-9 0,-3 1-11 16,3 3-11-16,1 3-10 0,-1 1-24 0,11 6-41 15,-15-8-40-15,15 8-49 0,0 0-20 0,-13-5 12 16,13 5-1-16,0 0-12 0,0 0-40 0,0 0-33 15,0 0-19-15,19 4-18 0,-19-4 21 0,21 0 23 16,-21 0 27-16,26 2 41 0,-26-2 60 0,28 4 88 16,-28-4 63-16,28 4 39 0,-12-2 42 0,-1 1 4 15,2-1 41-15,-2 1-81 0,-1-1 55 0,1 2-60 16,-1-1 34-16,1 4-60 0,-2-2 34 0,-1 3-59 16,0-1 36-16,-1 2-49 0,-2 1 30 15,-1 0-46-15,-1-2 36 0,0 5-48 0,-3-2 0 16,-1 0 1-16,-1 2 1 0,-1-2 1 0,-1-1 1 15,-1 2 10-15,-1-2-3 0,2-10 8 0,-5 16 10 16,5-16 12-16,-4 12 20 0,4-12-8 0,0 0-3 16,-8 8-22-16,8-8 8 0,0 0-23 0,-4-10 15 15,4 10-18-15,0-19-1 0,1 5 5 16,2-6-1-16,3-2 7 0,-1-3-34 0,5-4-2 16,-1 0 3-16,4 2-14 0,0 2 29 0,2 2-26 15,-3 6 30-15,0 0-21 0,0 2 20 16,-3 5-18-16,1 2 22 0,-2 1-18 0,-8 7 25 15,10-7-19-15,-10 7 18 0,0 0-12 0,0 0 23 16,0 0-13-16,19 3 26 0,-19-3 10 0,5 10 12 16,-5-10 5-16,4 15-2 0,-4-15-6 0,4 16-8 15,-4-16-4-15,3 19-14 0,-3-19-2 0,4 17-11 16,0-8 1-16,-4-9-7 0,6 15-9 0,-6-15-28 16,9 12-43-16,-9-12-17 0,10 9-37 0,-10-9 36 15,14 3-37-15,-14-3 57 0,21-6-34 0,-11 0 56 16,2-2-34-16,5-1 64 0,-3-4-9 0,1 2 62 15,1-3 12-15,0 2 59 0,-3-1 32 0,1 1 22 16,-3 2 37-16,-2 1 10 0,-2 1 9 0,1 2-45 16,-8 6-2-16,10-10-63 0,-10 10 2 15,0 0-45-15,8-6 13 0,-8 6-38 0,0 0 17 16,2 10-36-16,-2-10-5 0,-3 19-2 0,1-4-4 16,-3 1-3-16,0 4 5 0,-2 3-45 0,-3-1-13 15,1 8-41-15,-1-3-20 0,-3 4-21 0,1-3-74 16,-2 5-28-16,-1-1 1 0,2 0 21 0,-3-1 16 15,-2 0 10-15,0-1-5 0,-4-2-31 0,0 2-102 16,-2-3 103-16,-4-2-72 0,-1 0-166 0,-12 1 122 16</inkml:trace>
  <inkml:trace contextRef="#ctx0" brushRef="#br0" timeOffset="29830.92">31205 14979 23 0,'-45'9'593'16,"-1"1"-207"-16,0-1-25 0,2 0-42 0,4 0-21 15,5-2-11-15,8-2-26 0,3-1-26 0,7 0-17 16,17-4-13-16,-17 3-8 0,17-3-15 15,0 0-13-15,0 0-22 0,26-8-27 0,5 0 1 16,8-2-47-16,14-4 16 0,6-3-47 0,8-1 17 16,0-3-38-16,7 0 19 0,3-4-37 0,4 0-1 15,20-8-29-15,-1 1-17 0,1-1 1 0,-19 7 5 16,18-9-18-16,-4 0-44 0,-20 5-52 16,-1-1-35-16,-3 2-15 0,-3 1-5 0,-6 1 42 0,-4 2-17 15,-6 3 55-15,-16 3-37 0,-5 5 4 0,-3 0-56 16,-12 3-70-16,-6 0-329 0,-11 11-146 15</inkml:trace>
  <inkml:trace contextRef="#ctx0" brushRef="#br0" timeOffset="31030.92">19870 15845 681 0,'0'0'650'15,"-27"3"-154"-15,27-3-98 0,-21 3-78 0,21-3-89 16,0 0-61-16,-18 1-35 0,18-1-31 0,0 0-11 15,16-6-16-15,3 1 6 0,13-1 48 0,10-2 1 16,4 1-2-16,17-2-19 0,6 2-11 0,5-1-23 16,3 3 7-16,7 0-37 0,3 1 14 15,4 2-33-15,2-2 15 0,-1 0-27 0,4 1-4 16,-1-4 6-16,1 0 10 0,0-2-25 0,-3-1 17 16,1 0-23-16,-5-3 16 0,-2 2-39 15,-4-1-13-15,-10 1-51 0,-5-1-21 0,-7 1-50 16,-14 3-29-16,-5 1-17 0,-7-1-11 0,-3 1 51 15,-6 2-8-15,-6-3 55 0,-6 3-15 0,-4-1 52 16,-2 0-21-16,-8 6 64 0,8-14-19 0,-8 14 45 16,-6-15-32-16,-4 5 47 0,-5-1-38 0,-5-2 55 15,-7 0-51-15,-5-1 45 0,-6 0-47 16,-2 2 16-16,-11-5 37 0,0 2-39 0,-3 0 50 16,-1 2-50-16,-1 0 49 0,1 2-42 15,6 2 37-15,-1 2-16 0,4 2 43 0,0 0-6 0,4 1 37 16,5 0 18-16,6 0 22 0,4 3 21 0,3-1-6 15,7 1 1-15,17 1-15 0,-25-2 5 16,25 2-8-16,0 0 37 0,-10 6-21 0,10-6 31 16,16 17-12-16,3-5 34 0,11 2-34 0,4 1-36 15,7 0 0-15,14 4 7 0,5-2-33 0,4-1 13 16,4 1-37-16,0 0 6 0,1-1-32 0,-3-1-7 16,-3 3-7-16,-4-2-4 0,-7 0-4 15,-11-2-6-15,-5 1 1 0,-4 0-9 0,-8 0-5 16,-6 0-1-16,-5 0-1 0,-5-1-25 0,-7-2 27 15,-2 5-25-15,-7 1 27 0,-7 4-31 0,-8 0 17 16,-4 1-37-16,-13 3-31 0,-5 0-39 0,-4-1-7 16,-6 2-45-16,-3-2-35 0,-3 0-81 15,-2-2-65-15,-1 2 36 0,0-1-64 0,-2-2-78 16,0 1-385-16,2-3-427 0</inkml:trace>
  <inkml:trace contextRef="#ctx0" brushRef="#br0" timeOffset="31947.92">17913 15585 631 0,'-5'-23'490'0,"2"2"-78"16,-2 1-113-16,-1 3-54 0,-2 4-48 15,-2 2-37-15,1 2-45 0,-3 1-24 0,1 3-27 16,11 5-3-16,-26-2 7 0,11 4-8 0,-1 5 11 16,-3 5 15-16,-1 7 9 0,4 5-3 0,0 6 11 15,3 5-9-15,0 5-1 0,4 4-15 0,4 3-14 16,4 3-5-16,1 0-19 0,4 9 4 15,5-3-12-15,2-2-9 0,3-4-2 0,5-3-14 16,3-3 9-16,6-4-10 0,3-5-25 0,6-4-27 16,-4-8-46-16,4-6-54 0,3-4-54 0,3-4 22 15,1-7-45-15,1-4 2 0,1-9 9 0,7-5-22 16,-2-5 26-16,-4-4 28 0,-8-4 34 0,-3-1 34 16,-10 3 39-16,-7-3 38 0,-6-2 49 15,-4 3 22-15,-9 1 51 0,-1 2-6 0,-7-3 57 16,-5 3 0-16,-2 2 25 0,-3 4 33 15,-4 5-6-15,-4 1-8 0,3 6-8 0,-1 1-8 16,-2 6-9-16,1 2-8 0,-2 4-18 0,-1 6-20 16,0 3-8-16,6 5 5 0,-1 2-36 0,5 4-1 15,5 2-27-15,2 0 5 0,6-3-20 0,5 1 8 16,2 1-23-16,8 1 14 0,5 0-9 0,4-4-3 16,1 0-5-16,6-6-6 0,3 0 4 15,2-7-11-15,1-3-6 0,-4-3-18 0,1-4 11 0,-2-3-14 16,4-4 16-16,-3-3-12 0,-1-2 24 0,-9-2-17 15,0 0 16-15,-5-2-12 16,-5-2 19-16,-5 3-15 0,-3 0 16 0,-4-1-13 16,-5-1 18-16,-4 0-18 0,-3 2 10 0,-7 0-10 15,-4 3 16-15,4 3-19 0,-9 2 13 0,0 0-13 16,4 5 14-16,1-1-13 0,2 3 6 0,0 1-29 16,6 1-20-16,1-1-45 0,18-1-51 0,-27 4-67 15,27-4-32-15,-13 5 21 0,13-5-47 0,0 0-41 16,0 0-443-16,0 0-281 0</inkml:trace>
  <inkml:trace contextRef="#ctx0" brushRef="#br0" timeOffset="32698.92">18518 15731 631 0,'10'-5'679'0,"-10"5"-187"0,9-7-114 16,-9 7-80-16,0 0-79 0,0 0-52 0,0 0-34 15,5 11-27-15,-5-11-24 0,-1 18-14 0,-1-4-7 16,1 0-15-16,1 4-12 0,0 0-6 0,1 1-6 15,2 2-11-15,1-1 1 0,1 0 5 0,3-2-6 16,-2-1 0-16,2-4-11 0,-1-1 1 16,2-3-7-16,-1-1 3 0,-8-8-4 0,17 6 6 15,-17-6-5-15,16-3 4 0,-7-2-3 0,3-4 2 16,-2-2 1-16,2-5 0 0,-1-2 4 0,-2-1-3 16,0-2 9-16,1 2 9 0,-2-2-5 15,-1 3 6-15,0-1-12 0,2 2 4 0,-4 3-7 16,3 1 4-16,-3 2-10 0,1 2 11 0,3 0-10 15,-1 3 10-15,2-3-12 0,4 2 8 0,-1 1-8 16,5-3 2-16,-2 2-22 0,3-2-9 16,2 0-20-16,-3-1-23 0,4-1-22 0,2-3-29 15,-4-4 26-15,2 2-26 0,0-3 39 0,-4-2-9 16,-3-1 47-16,-1-2-16 0,-1-3 48 0,-7-4-19 16,0-1 47-16,-5-4-15 0,-4-3 35 15,-2-1-14-15,-3-1 27 0,-3-2 46 0,-3 3 4 0,0 3 48 16,1 4 36-16,-2 5 9 0,2 4 1 15,1 6-27-15,1 4-31 0,1 6-27 0,10 8-20 16,0 0-18-16,-23 7-11 0,16 7-8 0,5 9-10 16,-1 8 1-16,7 10 0 0,1 7-24 15,8 14 16-15,5 4-26 0,2 4 15 0,3 4-18 16,4 0-1-16,1 3 5 0,8 16-3 0,-8-18 13 16,0-1-28-16,0-2 7 0,-2-3-34 0,-2-4-2 15,-3-5-34-15,-3-4 13 0,-4-5-20 0,-4-11 14 16,-4-3-6-16,-3-11 9 0,-3-1-19 0,-3-4-1 15,-2-6 6-15,-3-1 12 0,-2-4 11 0,-2-4 23 16,-4-1-3-16,16-5 11 0,-32-1 4 0,13-4 8 16,-3-7 3-16,-3-3 3 0,2-5 0 15,1-5 5-15,0-5 1 0,2-3 3 16,-1-11-2-16,5-5 0 0,3-3 1 0,3-2 0 16,3 4 4-16,7-1 0 0,3-12 5 0,3 1-7 15,7-1 2-15,1 2-4 0,7 1 3 0,0 4-1 16,2 4 2-16,3 6-5 0,-2 6 12 0,-3 10-9 15,-2 5 4-15,0 6-4 0,-5 6 3 0,3 4 0 16,-4 5 11-16,-13 4 2 0,20 4 15 0,-10 3 0 16,0 6 6-16,1 3-2 0,-5 3 11 0,1 2-12 15,-1 2 5-15,-4-1-13 0,1 3 5 0,-3-1-13 16,0 0 2-16,0 0-11 0,0-5-2 16,-3 0-6-16,2-1-20 0,0-2-43 15,-1-2-61-15,0-2-35 0,0-2-12 0,2-10-33 16,-3 14-63-16,3-14-100 0,0 0-298 0,0 0-192 15</inkml:trace>
  <inkml:trace contextRef="#ctx0" brushRef="#br0" timeOffset="32848.92">19252 15354 254 0,'0'-21'556'0,"0"3"-141"0,-1 3-79 0,-1 2-80 16,1 1-58-16,1 12-59 0,0-17-37 16,0 17-18-16,0 0-18 0,0 0-12 0,0 0-17 15,0 0-10-15,13 4-59 0,-3 5 30 0,3 2-62 16,3 1 16-16,0 1-61 0,4 0-19 0,7 0-32 15,0 0-13-15,0-3-16 0,-3-3-32 16,0 0-195-16,-1-4 180 0</inkml:trace>
  <inkml:trace contextRef="#ctx0" brushRef="#br0" timeOffset="33464.91">19611 15336 670 0,'9'-11'243'0,"-5"-1"14"0,0 3-70 16,-4-3 26-16,-1 3-65 0,-3-1 18 16,-1 2-15-16,-2-1-13 0,-3 3 0 0,10 6 21 15,-18-9 0-15,18 9-10 0,-23 0-26 0,11 4-19 16,-1 2-16-16,0 5-17 0,0 2-11 0,3 2-16 15,2 3-3-15,3 3-14 0,3-3 3 0,4 6-13 16,2 1 3-16,5 5-11 0,5 0 3 16,0 1-7-16,6 2 4 0,1-1-10 0,7 7 6 15,0 0-5-15,-1 0-2 0,1 0-3 0,-1 1-12 16,-6-7-13-16,-2 2-3 0,-3 0-4 0,-2 1-1 16,-1 2 10-16,-5-2-3 0,-2-1 4 15,-2-1 8-15,-4-7 1 0,0-1 5 0,-4-2 2 16,-1-1 6-16,-2-5 7 0,-1 0-6 0,-1-5 7 15,0-5 3-15,-3-3 7 0,12-5 1 0,-20 2 4 16,4-9-10-16,0-4 5 0,-3-8 0 0,2-6-7 16,-1-6-9-16,2-5-18 0,-1-14-8 0,3-4 24 15,3-5-48 1,4-1 8-16,3-1 10 16,4 10-2-16,5-9 6 0,3 2 4 0,1 4 16 0,6 4-6 0,-2 12 13 0,1 1 0 0,0 5-21 15,3 1-20-15,-2 3 11 0,2 1-19 16,-3 2 3-16,1 1 6 0,-3 5 6 0,-1 2-4 15,-2 0 16-15,0 5 25 0,-4 1 14 0,0 2 21 16,-5 9 7-16,8-15 12 0,-8 15 17 0,0 0 6 16,0-11 1-16,0 11-2 0,0 0-17 0,0 0 0 15,-12 6 4-15,12-6-4 0,-9 15-8 0,4-4-1 16,0 3-13-16,1 1 3 0,3 2-17 0,-1 4 5 16,2-2-14-16,2 5 2 0,2 0-9 0,1 0 5 15,1-2-11-15,2 2 13 16,6 1-19-16,-2-6-6 0,-1-2-19 0,3-2-15 0,2 0-15 15,-1-5-17-15,-2-2-3 0,-2-4-19 16,-11-4 16-16,22 2-14 0,-22-2 47 0,23-10-15 16,-12 0 39-16,1-5-16 0,-3-1 33 0,-4-6-13 15,1 1 38-15,-2-3-1 0,-1 1 18 0,-3-4 6 16,-3 2-7-16,-1 2-2 0,-1 0-9 0,-1 2-1 16,1 2-4-16,-4 3-12 0,2 3-27 0,0 2-3 15,-1 4-21-15,8 7-3 0,-11-13-26 0,11 13-7 16,0 0-72-16,-13-5-34 0,13 5-32 15,0 0-69-15,0 0-213 0,0 0 29 0</inkml:trace>
  <inkml:trace contextRef="#ctx0" brushRef="#br0" timeOffset="34432.92">20055 15087 527 0,'14'-7'577'0,"-14"7"-176"15,0 0-69-15,10-5-110 0,-10 5-3 0,0 0-73 16,12 4-40-16,-12-4-35 0,11 11-10 15,-4-4-9-15,2 4-8 0,1 6-14 0,-1-1-6 16,0 1-5-16,0 2-3 0,1 0-5 0,-1 0-19 16,0-1 9-16,1 0-13 0,-1 0-4 0,-2-5 0 15,-2 0 0-15,1-3-12 0,-2-2 23 0,-4-8 7 16,5 12-2-16,-5-12-2 0,0 0 3 0,0 0 5 16,0 0 7-16,0 0 7 0,0-15 2 15,-1 3-2-15,-3-3-11 0,1-3 8 0,2-3-4 16,0-2-3-16,-2 3 35 0,6-2-50 0,-1-1 20 15,2 1-53-15,0 4 29 0,4-1-46 16,-3 5-5-16,4 1 0 0,-3 1 2 0,3 2-12 16,-1 2 9-16,-1 0-1 0,2 1 2 0,-1 1 7 15,1 0 13-15,1 0 6 0,-2 0 10 0,-8 6-6 16,15-11 28-16,-15 11 14 0,12-11 15 0,-12 11 9 16,7-12 8-16,-7 12 5 0,4-10 13 0,-4 10-5 15,0-11 19-15,0 11 18 0,-2-9 18 0,2 9 7 16,-8-7 3-16,8 7-11 0,-9-7-10 0,9 7-13 15,0 0-10-15,-23 0-3 16,23 0-5-16,-17 10-5 0,7-1-11 0,2 4-8 16,0 3 5-16,0 4-20 0,3 1-6 0,0 3-6 15,2 2-4-15,2 0-4 0,1 2 0 0,1-2-5 16,2-1-5-16,-1-1-17 0,5-2-20 0,-2-2-22 16,2-2-13-16,0-3-9 0,-1-4-21 0,1-5-15 15,-7-6-14-15,0 0-4 0,17 4 7 0,-17-4 2 16,13-12 29-16,-5-1 13 0,0-4 25 0,-2-5 8 15,-1 1 18-15,-1-1 55 0,0-2-11 0,0 1 64 16,-1 1-2-16,0 3 42 0,-2 2 16 16,1 3 16-16,-1 1 2 0,0 3-14 15,-1 10-21-15,0-15-21 0,0 15-13 0,0 0-12 16,0 0-10-16,0 0-11 0,0 0-5 0,-4 14-15 16,4-14 0-16,-1 19-13 0,2-9-12 0,-1 5-31 15,3-4-26-15,-2 1-51 0,0-3-60 0,2 1-29 16,-3-10 3-16,6 14 8 0,-6-14-9 0,0 0-39 15,11 8 22-15,-11-8-18 0,11-8 3 0,-6 1 33 16,3-8 3-16,-2-3 50 0,1-3 8 0,-1-9 57 16,1-5 37-16,-2-5 37 0,0-2 33 15,-3-5 52-15,5-1 20 0,-2 3 55 0,1 2-25 16,2 4 61-16,2 4 37 0,-2 5 15 0,-3 9-55 16,0 1-43-16,0 9-20 0,-5 11 9 15,10-8 7-15,-10 8-21 0,9 9-12 0,-2 4-30 16,-1 5-2-16,3 5-30 0,0 5-1 0,-3 4-16 15,4 2 9-15,-2 0-8 0,0 1-5 0,-3 1-6 16,0-1-3-16,1-1-3 0,-2-1-5 0,-1-6-4 16,-3-3-3-16,0-4-1 0,0-1-1 0,0-4-3 15,-3-1 2-15,2-3 0 0,1-11-4 16,-4 12-1-16,4-12-1 0,0 0-1 0,0 0 1 16,-11-4-5-16,11 4 6 0,-4-13 0 0,1 0 2 15,3-1-6-15,0-4 2 0,3-1 0 0,1-2 0 16,1 0-1-16,-1 2 2 0,3-1 13 0,1 2-11 15,-1 6 13-15,0-2-10 0,2 3 12 16,0 2-13-16,-1 3 18 0,-8 6-17 0,19-8 1 16,-19 8 12-16,18-1-14 0,-18 1-1 0,19 5-3 15,-19-5-4-15,17 10-16 0,-11-3-33 0,-6-7-34 16,9 12-48-16,-9-12-66 0,9 14 0 16,-9-14-8-16,5 11-36 0,-5-11-41 0,0 0-89 15,0 0-274-15,4 9-180 0</inkml:trace>
  <inkml:trace contextRef="#ctx0" brushRef="#br0" timeOffset="34915.92">20706 14457 486 0,'-5'-31'637'0,"0"6"-121"0,0 3-73 15,-1 1-87-15,3 8-72 0,-4 1-85 0,4 4-27 16,3 8-44-16,-9-8-13 0,9 8-27 16,0 0 1-16,-12 8-26 0,7 0-12 0,0 7-12 15,4 4-8-15,-1 5-5 0,2 1-7 0,2 4 3 16,3 5-29-16,1-1-27 0,3 1-41 0,0 0-38 15,1-2-32-15,4 1-4 0,-1-5-6 0,2 0-27 16,0-4 25-16,-2-7-28 0,0-2-13 0,3-2 14 16,-4-4 29-16,2-5 31 0,-14-4 21 0,22 3 38 15,-22-3 45-15,22-4 28 0,-12-1 56 0,2-1-7 16,-6-3 42-16,3 2-29 0,-4-2 63 16,0 0 11-16,0 2 30 0,-5 7 9 15,5-15-17-15,-5 15 2 0,2-13 1 0,-2 13 0 16,-2-10-16-16,2 10-1 0,0 0-37 0,0 0-13 15,0 0-15-15,-15 5-15 0,10 4-13 0,0 2-9 16,1 2-15-16,-1 2-5 0,1 1-5 0,0-1-6 16,3 0-3-16,1-1-8 0,1 0 1 0,3 0-2 15,0 0-15-15,1-3 8 0,0-2-35 0,2 0-6 16,-7-9-18-16,15 10-14 0,-15-10-6 0,14 1 4 16,-14-1 3-16,19-5 17 0,-9-2 7 15,2-3 9-15,-3-1 12 0,0-6 14 0,-1 0 15 16,-1-1 18-16,-3 2 15 0,-1 0 5 0,-2 1 6 15,-2 2 9-15,-2 1-5 0,-2-1-11 16,-4 2-10-16,-1 1-6 0,-2 3-5 0,-2 1-5 16,1 3 7-16,13 3-30 0,-24-4-17 0,24 4-50 15,-22-1-43-15,22 1-55 0,0 0-18 0,-18 1-12 16,18-1-27-16,0 0-13 0,0 0-57 0,0 0-71 16,0 0-221-16,0 0-129 0</inkml:trace>
  <inkml:trace contextRef="#ctx0" brushRef="#br0" timeOffset="35249.92">21028 14632 813 0,'0'0'491'16,"17"-2"-105"-16,-17 2-85 0,0 0-57 16,22 0-38-16,-22 0-30 0,16 3-33 0,-16-3-5 15,17 8 3-15,-9-2-6 0,2 1-18 0,-3 4-21 16,1-1-19-16,0 1-14 0,-2 0-11 0,1 0-11 16,-2 1-9-16,-1-1-6 0,0-1-8 0,-4-10-11 15,7 15-9-15,-7-15-6 0,5 13-2 0,-5-13 0 16,4 10 4-16,-4-10 4 0,0 0 0 15,0 0-3-15,0 0 2 0,0 0 0 0,9-8 1 16,-9 8 0-16,5-17 3 0,-1 5 5 0,1 2 7 16,-1-1 6-16,0 1 7 0,1-1 4 0,0 2 5 15,0 0-2-15,0 0-3 0,3 3 1 0,-8 6 1 16,13-11 7-16,-13 11 5 0,15-5-5 0,-15 5-6 16,0 0-4-16,21 1-7 0,-21-1-5 15,16 5-3-15,-16-5-3 0,18 9-2 0,-18-9-14 16,19 9-23-16,-19-9-32 0,18 8-43 0,-18-8-52 15,14 7-56-15,-14-7-1 0,18 5-16 0,-18-5-64 16,18 1-33-16,-18-1-52 0,20-1-252 16,-20 1-161-16</inkml:trace>
  <inkml:trace contextRef="#ctx0" brushRef="#br0" timeOffset="35632.92">21618 14425 190 0,'5'-24'457'0,"-1"3"-76"16,-3 3-15-16,2 1-101 0,-2 4 22 0,0 1-59 15,-2 1 32-15,1 11-44 0,-2-17-5 16,2 17-37-16,-7-11-13 0,7 11-32 16,0 0-4-16,-9-6-26 0,9 6-1 0,0 0-22 15,-14 7-12-15,14-7-14 0,-6 14-9 0,3-5-7 16,2 1-8-16,2 4-6 0,2-2-4 0,2 3-4 16,2 1-8-16,2 2-12 0,3 0-9 0,4 4 2 15,3-1 5-15,1-1-1 0,2-1 1 0,2-2-8 16,-4 1-7-16,-2-3 4 0,-1-3 3 0,-1 1 4 15,-3-2-5-15,0-3 0 0,-5 0-3 0,-2-2 3 16,-6-6 2-16,8 10 6 0,-8-10 0 16,0 0 1-16,-4 9 4 0,4-9 3 15,0 0 6-15,-21 0-8 0,21 0 1 0,-29-9 1 16,10 1 0-16,-3-2 1 0,-2-4-4 0,-3-1-13 16,0-2-8-16,0-1 1 0,2-1 7 0,-1 3 0 15,6 0 3-15,2 5 3 0,1 1 3 0,6 3-1 16,-1 2 2-16,12 5-2 0,-20 0 10 0,7 8-3 15,-2 1-1-15,-1 8 1 0,-3 7 0 0,-3 2-10 16,0 6-50-16,-6 14-58 0,0 1-18 0,-4 6-25 16,-1 1-69-16,-5 4-101 0,-2 5-373 0,-11 15-232 15</inkml:trace>
  <inkml:trace contextRef="#ctx0" brushRef="#br0" timeOffset="36850.92">18684 16998 541 0,'0'0'872'0,"-28"3"-205"0,28-3-123 0,-27-5-152 0,14-1-84 16,4-2-64-16,2-4-54 0,3-2-58 0,4-4-6 15,2-5-45-15,7-9 8 0,6 0-26 16,9-11-14-16,5 0-12 0,3-2-7 0,6-2 10 16,2 3-39-16,0 0-6 0,-1 0-21 0,-2 4-18 15,-3 4-14-15,-9 7-5 0,-3 5-13 0,-3 3-7 16,-7 6 3-16,-2 4 11 0,-6 2 13 0,-4 9 10 16,-4-9 10-16,4 9 16 0,0 0 24 0,-32 5 26 15,9 4 30-15,-8 6 12 0,2 3-12 16,-5 3 13-16,3 2-21 0,-5 8 23 0,8-5-36 15,1 1-6-15,4 0-5 0,2 4-7 0,7-1 16 16,4 0-28-16,2 1 16 0,7-4-22 0,6 5 20 16,7-1-26-16,2-1 19 0,9-2-10 15,2-3-25-15,6-2-21 0,11 1-22 0,3-2-26 16,-5-6-26-16,1-1-19 0,1-3-8 0,-3-1 5 16,0-1 16-16,-3 0 18 0,-7-1 18 0,-5-1 17 15,-5-1 16-15,-6-1 31 0,-3 0 39 0,-10-6 35 16,4 14 27-16,-4-14 24 0,-14 17 31 0,0-9 16 15,-6 2 5-15,-2-2 19 0,-1-1 6 0,-5 0-40 16,1-4 7-16,-1-1-68 0,0-2 10 0,1-1-47 16,3-3 8-16,2-4-61 0,0-2-17 0,6-5-50 15,4-2-44-15,3-5-38 0,8-3-40 0,2-2-43 16,8-7-19-16,7-3-13 0,9-5 64 0,7 0-4 16,5 0 86-16,0 1-16 0,4 4 70 15,1 0-16-15,-2 6 59 0,-3 3-29 0,-9 9 51 16,-2 2-38-16,-7 5 53 0,0 2-34 0,-6 4 56 15,-2 1-6-15,-11 5 56 0,18-1 25 0,-18 1 16 16,13 4 15-16,-13-4-3 0,12 14-7 16,-9-4-14-16,-1 0-14 0,3 5-18 0,-2-1-14 15,1 2-13-15,-1 2 1 0,2-2-22 0,-1 4 5 16,0-4-21-16,-2 0 6 0,6 2-19 0,-2-3-10 16,1-2-38-16,0-1-26 0,2-3-41 0,-1-2-42 15,2-2 17-15,-10-5-16 0,22 4 46 0,-22-4-14 16,27-7 47-16,-9 0-24 0,0-4 48 0,-3 0-33 15,2-3 51-15,-2-2 34 0,0-1-14 16,0 1-31-16,0-1 78 0,-4 0 6 0,2 1 54 16,-4 1 20-16,0 4 11 0,0 0 12 0,-4 1-12 15,-1 2-1-15,-4 8-25 0,9-14-7 0,-9 14-31 16,5-9-4-16,-5 9-20 0,5-9 1 0,-5 9-17 16,0 0 5-16,13-8-14 0,-13 8 9 0,0 0-17 15,17 0 3-15,-17 0-21 0,16 4-10 0,-16-4-24 16,23 6-8-16,-23-6-15 0,23 7-17 15,-23-7-14-15,26 4-6 0,-26-4 2 16,28 3 18-16,-28-3-2 0,28-3-9 0,-28 3 40 0,27-6-10 16,-13 0 42-16,0-2-23 0,-2 0 41 15,-1-1-17-15,-2-1 32 0,-1-2-10 0,-3 1 33 16,1 2 10-16,-3-1 33 0,-2-1 21 0,-1 11 15 16,0-17 5-16,0 17-16 0,-4-14 8 0,4 14-8 15,-10-11-2-15,10 11-13 0,-10-5-7 0,10 5-6 16,0 0-6-16,-22 1-17 0,22-1 3 15,-14 9-22-15,14-9 8 0,-10 10-21 0,10-10 7 16,-7 13-13-16,7-13 7 0,3 11-17 0,-3-11 7 16,10 10-19-16,-10-10 9 0,14 6-36 0,-14-6-10 15,24-1-32-15,-7-2-20 0,1-2-20 16,2-1 12-16,1-2 29 0,1-2 10 0,-1 1 17 0,-1-1 21 16,-1-2 17-16,0 2 13 0,-5 0 6 15,-2 2 7-15,-1 0 15 0,-2 0 9 0,-1 2 0 16,-8 6 16-16,15-11-12 0,-15 11 2 0,10-10-13 15,-10 10 1-15,9-9-15 0,-9 9 8 16,12-6-9-16,-12 6 3 0,11-8-12 0,-11 8 2 16,17-7-15-16,-17 7-8 0,18-5-31 0,-18 5-14 15,23-6-33-15,-12 3-26 0,5-1 23 0,-1-1-31 16,0 2 40-16,4-5-53 0,-3 5 58 0,2-3-45 16,-2 3 14-16,6-2 16 0,-4 0 13 0,1 1 12 15,-1 0 11-15,-1-1 1 0,-1 1 20 0,-2 1 2 16,0-1-13-16,-14 4-7 0,21-4-19 0,-21 4-13 15,0 0-35-15,20-1-114 0,-20 1-104 16,0 0 242-16</inkml:trace>
  <inkml:trace contextRef="#ctx0" brushRef="#br0" timeOffset="37067.92">19440 17340 609 0,'-45'27'919'0,"8"-3"-202"0,3-4-138 0,3 1-175 15,4-4-55-15,3-3-100 0,4-3-18 0,9-4-73 16,11-7-8-16,0 0-56 0,0 0 7 16,6-10-49-16,17-7-11 0,8-6-9 15,13-10-9-15,8-3 27 0,11-6-37 0,22-13 27 16,6-2-35-16,4 4-3 0,1 2-68 0,-4 3-50 16,-23 13-113-16,-3 6-119 0,-6 3 16 0,-8 6-50 15,-15 9-22-15,-13 5-11 0,-24 6-336 0,23 3-278 16</inkml:trace>
  <inkml:trace contextRef="#ctx0" brushRef="#br0" timeOffset="37183.92">19982 17179 711 0,'-48'36'321'16,"4"-4"25"-16,-3 4-26 0,1 2 31 0,-3-1 5 16,8 1-47-16,4-2-41 0,9-8-59 0,7-3-18 15,5-3-46-15,7-7-9 0,9-15-28 0,5 15-38 16,-5-15-43-16,36-5-62 0,-3-8-63 0,16-14-77 16,7-9-25-16,23-16-62 15,3-8-64-15,4-8-494 0,2-3-386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5:59:02.883"/>
    </inkml:context>
    <inkml:brush xml:id="br0">
      <inkml:brushProperty name="width" value="0.05" units="cm"/>
      <inkml:brushProperty name="height" value="0.05" units="cm"/>
    </inkml:brush>
  </inkml:definitions>
  <inkml:trace contextRef="#ctx0" brushRef="#br0">2207 30 952 0 0,'0'0'4810'0'0,"-2"-16"-2602"0"0,2 16-2048 0 0,0-1-1 0 0,0 1 0 0 0,0-1 1 0 0,0 0-1 0 0,-1 1 0 0 0,1-1 1 0 0,0 1-1 0 0,0-1 0 0 0,0 1 1 0 0,0-1-1 0 0,-1 0 0 0 0,1 1 1 0 0,0-1-1 0 0,0 1 0 0 0,-1-1 1 0 0,1 1-1 0 0,-1 0 0 0 0,1-1 1 0 0,0 1-1 0 0,-1-1 0 0 0,1 1 1 0 0,-1 0-1 0 0,1-1 0 0 0,-1 1 1 0 0,1 0-1 0 0,-1-1 0 0 0,1 1 1 0 0,-1 0-1 0 0,1 0 1 0 0,-2-1-1 0 0,-18 9 176 0 0,-1 0 1 0 0,1 1-1 0 0,1 1 0 0 0,0 1 1 0 0,0 1-1 0 0,-26 21 1 0 0,4-4-4 0 0,-669 398 1284 0 0,-29-57-201 0 0,722-363-1365 0 0,-415 177 2488 0 0,426-182-2592 0 0,0-2-417 0 0,0 0-1 0 0,0-1 0 0 0,0 0 1 0 0,0 0-1 0 0,0 0 1 0 0,0-1-1 0 0,0 0 0 0 0,-11-5 1 0 0,14 6-697 0 0,-4-12-896 0 0,4 5-1283 0 0,1 5 2820 0 0,-4-16-3137 0 0,6 2 507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5:59:03.147"/>
    </inkml:context>
    <inkml:brush xml:id="br0">
      <inkml:brushProperty name="width" value="0.05" units="cm"/>
      <inkml:brushProperty name="height" value="0.05" units="cm"/>
    </inkml:brush>
  </inkml:definitions>
  <inkml:trace contextRef="#ctx0" brushRef="#br0">267 159 1380 0 0,'3'-13'1099'0'0,"0"0"0"0"0,-1-1 0 0 0,-1 1 0 0 0,0-1 0 0 0,-1 0 0 0 0,0 1 0 0 0,-1-1 0 0 0,0 0 0 0 0,-6-20 0 0 0,6 31-30 0 0,-5 4-548 0 0,-1 1-381 0 0,1 0-1 0 0,-1 1 1 0 0,1 0 0 0 0,0 0-1 0 0,0 0 1 0 0,0 1 0 0 0,0 0-1 0 0,1 0 1 0 0,-1 0 0 0 0,1 1-1 0 0,0 0 1 0 0,0 0 0 0 0,1 0-1 0 0,0 1 1 0 0,-7 9 0 0 0,-11 18 593 0 0,-24 49 1 0 0,45-80-716 0 0,-3 6 90 0 0,-17 32 366 0 0,2 1 0 0 0,-17 48 1 0 0,33-78-360 0 0,-1 0 0 0 0,1 0 0 0 0,1 0 0 0 0,0 0 0 0 0,1 1 0 0 0,0-1 0 0 0,1 1 0 0 0,0-1 0 0 0,0 0 0 0 0,2 1 0 0 0,-1-1 0 0 0,1 0 0 0 0,7 22 0 0 0,-5-26-64 0 0,1 1 1 0 0,-1-1-1 0 0,1-1 1 0 0,0 1 0 0 0,1-1-1 0 0,0 0 1 0 0,0 0-1 0 0,0 0 1 0 0,0-1 0 0 0,1 0-1 0 0,0 0 1 0 0,0-1 0 0 0,1 1-1 0 0,-1-2 1 0 0,1 1-1 0 0,-1-1 1 0 0,1 0 0 0 0,0-1-1 0 0,1 0 1 0 0,9 1-1 0 0,20 4-288 0 0,0-3 0 0 0,0-1 0 0 0,39-2-1 0 0,-73-1 176 0 0,43-1-976 0 0,60 3-2746 0 0,-96-1 2338 0 0,-1 1-1 0 0,1 0 1 0 0,-1 0 0 0 0,15 7-1 0 0,-3 1-4408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5:59:06.311"/>
    </inkml:context>
    <inkml:brush xml:id="br0">
      <inkml:brushProperty name="width" value="0.05" units="cm"/>
      <inkml:brushProperty name="height" value="0.05" units="cm"/>
    </inkml:brush>
  </inkml:definitions>
  <inkml:trace contextRef="#ctx0" brushRef="#br0">386 185 1580 0 0,'-3'-49'5209'0'0,"2"39"-4594"0"0,-1 0 1 0 0,-1-1-1 0 0,1 1 1 0 0,-1 0-1 0 0,-1 1 1 0 0,0-1-1 0 0,0 1 1 0 0,-10-16-1 0 0,12 23-239 0 0,-5-7 199 0 0,7 7-499 0 0,0 1 1 0 0,-1 0-1 0 0,1 0 0 0 0,-1 0 0 0 0,0-1 0 0 0,1 1 1 0 0,-1 0-1 0 0,0 0 0 0 0,1 0 0 0 0,-1 0 0 0 0,0 0 1 0 0,0 0-1 0 0,0 1 0 0 0,0-1 0 0 0,0 0 0 0 0,0 0 1 0 0,0 1-1 0 0,0-1 0 0 0,-1 0 0 0 0,-1 0 0 0 0,-2 1-29 0 0,0 0-1 0 0,-1 1 0 0 0,1-1 0 0 0,0 1 1 0 0,0 0-1 0 0,0 0 0 0 0,0 1 1 0 0,0 0-1 0 0,0 0 0 0 0,1 0 0 0 0,-1 0 1 0 0,0 1-1 0 0,1 0 0 0 0,0-1 0 0 0,0 2 1 0 0,0-1-1 0 0,0 0 0 0 0,0 1 1 0 0,0 0-1 0 0,-3 4 0 0 0,-10 13 39 0 0,0 0 0 0 0,-21 37 0 0 0,17-20-45 0 0,1 1 0 0 0,2 0-1 0 0,2 2 1 0 0,2 0 0 0 0,-18 82 0 0 0,22-68-16 0 0,3 1 0 0 0,2 0 0 0 0,2 0 0 0 0,6 63 0 0 0,0-81-13 0 0,2 0 0 0 0,1-1 1 0 0,2 0-1 0 0,22 61 0 0 0,-25-82-116 0 0,1-1 0 0 0,1-1 0 0 0,1 0 1 0 0,0 0-1 0 0,0 0 0 0 0,1-1 0 0 0,1 0 0 0 0,0 0 1 0 0,1-2-1 0 0,1 1 0 0 0,0-1 0 0 0,0-1 0 0 0,22 15 0 0 0,-27-21-61 0 0,0-1-1 0 0,0 1 1 0 0,0-1-1 0 0,1-1 1 0 0,-1 1-1 0 0,1-1 1 0 0,0-1-1 0 0,-1 1 1 0 0,1-1-1 0 0,0-1 1 0 0,0 1-1 0 0,0-1 1 0 0,0-1-1 0 0,15-2 1 0 0,-13 0 20 0 0,1 0 0 0 0,-1-1 0 0 0,0 0 0 0 0,0 0 0 0 0,0-1 0 0 0,0 0 0 0 0,-1-1 1 0 0,0 0-1 0 0,16-15 0 0 0,-11 8 82 0 0,-1-1 1 0 0,0-1 0 0 0,-1 0-1 0 0,0-1 1 0 0,-1 0-1 0 0,-1-1 1 0 0,-1 0-1 0 0,0 0 1 0 0,-1-1-1 0 0,-1 0 1 0 0,8-33 0 0 0,-12 33 468 0 0,-1 1 1 0 0,-1 0-1 0 0,0-1 1 0 0,-2 1-1 0 0,0 0 1 0 0,0-1-1 0 0,-2 1 1 0 0,0 0-1 0 0,-1 0 1 0 0,-1 0 0 0 0,-10-23-1 0 0,14 38-180 0 0,-3-12 108 0 0,-6 21-78 0 0,-6 21-135 0 0,13-11-108 0 0,1-1 0 0 0,0 1 0 0 0,1 0 0 0 0,0 0 0 0 0,2 0 0 0 0,0-1-1 0 0,1 1 1 0 0,0 0 0 0 0,2-1 0 0 0,8 27 0 0 0,-9-32-19 0 0,1 0 0 0 0,1 1 0 0 0,0-2 0 0 0,1 1 0 0 0,0 0 0 0 0,1-1 0 0 0,-1 0 0 0 0,2-1 0 0 0,0 0 0 0 0,0 0 0 0 0,1 0 0 0 0,-1-1 0 0 0,2 0 0 0 0,-1-1 0 0 0,12 6-1 0 0,-17-11 7 0 0,0 0 0 0 0,1-1-1 0 0,-1 0 1 0 0,1 0 0 0 0,-1 0-1 0 0,1 0 1 0 0,0-1 0 0 0,-1 0-1 0 0,1 0 1 0 0,-1 0 0 0 0,1 0-1 0 0,0-1 1 0 0,-1 0 0 0 0,1 0-1 0 0,-1 0 1 0 0,0 0 0 0 0,1-1-1 0 0,-1 1 1 0 0,0-1 0 0 0,0-1-1 0 0,0 1 1 0 0,0 0 0 0 0,0-1-1 0 0,0 0 1 0 0,-1 0 0 0 0,1 0-1 0 0,3-5 1 0 0,4-3-3 0 0,0 0-1 0 0,-1-1 1 0 0,-1 0-1 0 0,0 0 1 0 0,-1-1-1 0 0,13-27 1 0 0,-17 31 7 0 0,-1 0 0 0 0,0 0 0 0 0,-1-1 0 0 0,0 1-1 0 0,0-1 1 0 0,-1 0 0 0 0,0 0 0 0 0,-1 1 0 0 0,0-1 0 0 0,-3-15 0 0 0,3 22-44 0 0,-1-1-1 0 0,0 1 1 0 0,1-1-1 0 0,-1 1 1 0 0,-1-1-1 0 0,1 1 1 0 0,-1 0 0 0 0,1-1-1 0 0,-1 1 1 0 0,0 0-1 0 0,0 0 1 0 0,0 0 0 0 0,-1 0-1 0 0,1 1 1 0 0,-1-1-1 0 0,1 1 1 0 0,-1-1-1 0 0,0 1 1 0 0,0 0 0 0 0,0 0-1 0 0,0 0 1 0 0,0 0-1 0 0,0 1 1 0 0,-1-1-1 0 0,1 1 1 0 0,-1 0 0 0 0,1 0-1 0 0,-1 0 1 0 0,1 1-1 0 0,-1-1 1 0 0,0 1 0 0 0,1 0-1 0 0,-6 0 1 0 0,-13 1-518 0 0,-1 1 1 0 0,1 2 0 0 0,-40 10-1 0 0,-28 13-4039 0 0,70-20 2645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5:59:06.706"/>
    </inkml:context>
    <inkml:brush xml:id="br0">
      <inkml:brushProperty name="width" value="0.05" units="cm"/>
      <inkml:brushProperty name="height" value="0.05" units="cm"/>
    </inkml:brush>
  </inkml:definitions>
  <inkml:trace contextRef="#ctx0" brushRef="#br0">0 132 304 0 0,'98'-103'8677'0'0,"-96"101"-8218"0"0,22 0-111 0 0,-20 3-312 0 0,0 0 0 0 0,0 1 1 0 0,0-1-1 0 0,0 1 1 0 0,-1 0-1 0 0,1 0 1 0 0,0 0-1 0 0,-1 0 0 0 0,1 1 1 0 0,-1-1-1 0 0,0 1 1 0 0,0 0-1 0 0,0 0 1 0 0,0 0-1 0 0,0 0 1 0 0,3 6-1 0 0,3 2 34 0 0,9 9 20 0 0,-1 0 0 0 0,-1 2 0 0 0,-1 0-1 0 0,-1 1 1 0 0,18 38 0 0 0,-12-13 109 0 0,27 96 0 0 0,-33-86 88 0 0,-13-55 358 0 0,0-7-568 0 0,19-139 155 0 0,-14 87 22 0 0,13-57 0 0 0,-14 92-172 0 0,4-18 229 0 0,2-1 1 0 0,18-42-1 0 0,-27 79-190 0 0,1 4-116 0 0,-1-1 0 0 0,1 1 0 0 0,0 0 0 0 0,0 0 0 0 0,0 0 0 0 0,-1 0 0 0 0,1 1 0 0 0,-1-1 0 0 0,1 1 0 0 0,-1 0 0 0 0,1 0-1 0 0,-1-1 1 0 0,0 1 0 0 0,0 1 0 0 0,0-1 0 0 0,0 0 0 0 0,0 0 0 0 0,0 1 0 0 0,-1-1 0 0 0,1 1 0 0 0,-1 0 0 0 0,0-1 0 0 0,1 4 0 0 0,6 12-240 0 0,-1 0 0 0 0,6 24 0 0 0,-10-33 5 0 0,3 14-301 0 0,2 2-2334 0 0,8 53 0 0 0,-13-49-1374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5:59:08.845"/>
    </inkml:context>
    <inkml:brush xml:id="br0">
      <inkml:brushProperty name="width" value="0.05" units="cm"/>
      <inkml:brushProperty name="height" value="0.05" units="cm"/>
    </inkml:brush>
  </inkml:definitions>
  <inkml:trace contextRef="#ctx0" brushRef="#br0">0 1023 1432 0 0,'0'0'8072'0'0,"5"-1"-7887"0"0,-2 0-163 0 0,1 0 1 0 0,-1-1-1 0 0,1 0 1 0 0,-1 1-1 0 0,0-1 1 0 0,0 0-1 0 0,0-1 1 0 0,0 1-1 0 0,0 0 1 0 0,0-1 0 0 0,0 0-1 0 0,-1 0 1 0 0,0 1-1 0 0,1-2 1 0 0,-1 1-1 0 0,3-6 1 0 0,19-33 14 0 0,-2 0 0 0 0,-1-1 0 0 0,-3-1 0 0 0,-2-1 1 0 0,-1-1-1 0 0,9-53 0 0 0,-11 26 402 0 0,-3 0 0 0 0,-3-1 0 0 0,-4-93 0 0 0,-4 142 170 0 0,-1 1 0 0 0,-9-44 0 0 0,10 61-473 0 0,-1-1 0 0 0,0 1 1 0 0,-1 0-1 0 0,0 0 1 0 0,0 0-1 0 0,0 1 0 0 0,-1-1 1 0 0,0 1-1 0 0,0-1 1 0 0,0 1-1 0 0,-1 1 0 0 0,0-1 1 0 0,-7-5-1 0 0,11 9-112 0 0,0 1-1 0 0,-1 0 1 0 0,1 0-1 0 0,-1 0 1 0 0,0-1 0 0 0,1 1-1 0 0,-1 1 1 0 0,0-1-1 0 0,0 0 1 0 0,1 0 0 0 0,-1 1-1 0 0,0-1 1 0 0,0 1-1 0 0,0-1 1 0 0,0 1 0 0 0,0 0-1 0 0,0 0 1 0 0,0 0-1 0 0,0 0 1 0 0,0 0-1 0 0,0 0 1 0 0,0 1 0 0 0,0-1-1 0 0,-2 1 1 0 0,1 1-12 0 0,1 0-1 0 0,0 0 1 0 0,-1-1 0 0 0,1 1 0 0 0,0 1 0 0 0,0-1 0 0 0,0 0-1 0 0,0 0 1 0 0,1 1 0 0 0,-1-1 0 0 0,1 1 0 0 0,-1-1-1 0 0,1 1 1 0 0,-2 4 0 0 0,-1 6-2 0 0,0 1 0 0 0,0 0 0 0 0,2 0 0 0 0,-1 0 0 0 0,1 20 1 0 0,3 28-5 0 0,2 0 0 0 0,3 0 0 0 0,3 0 0 0 0,18 63 0 0 0,90 234-10 0 0,102 127 130 0 0,-61-147-200 0 0,-139-293-28 0 0,-1 2 1 0 0,17 76 0 0 0,-30-99-281 0 0,-1 0-1 0 0,-1 0 0 0 0,-1 1 0 0 0,-1 0 1 0 0,-1-1-1 0 0,-7 49 0 0 0,-6-29-771 0 0,12-42 1030 0 0,0-1 0 0 0,0 0 1 0 0,0 1-1 0 0,0-1 0 0 0,0 0 0 0 0,-1 0 1 0 0,1 0-1 0 0,-1 0 0 0 0,1 0 1 0 0,-1-1-1 0 0,0 1 0 0 0,0 0 1 0 0,0-1-1 0 0,0 1 0 0 0,0-1 0 0 0,0 0 1 0 0,0 0-1 0 0,-4 2 0 0 0,2-2 33 0 0,0 0 0 0 0,0-1 0 0 0,-1 1 0 0 0,1-1 0 0 0,0 0-1 0 0,0 0 1 0 0,0-1 0 0 0,0 1 0 0 0,0-1 0 0 0,0 0 0 0 0,0 0 0 0 0,0 0-1 0 0,0-1 1 0 0,0 1 0 0 0,-6-5 0 0 0,0 1 64 0 0,2-1-1 0 0,-1-1 1 0 0,1 0-1 0 0,0 0 1 0 0,-14-16-1 0 0,-1-6 306 0 0,2 0 0 0 0,-30-58-1 0 0,31 47 71 0 0,1-1 0 0 0,3 0 1 0 0,1-2-1 0 0,3 0 0 0 0,1 0 0 0 0,2-1 0 0 0,-4-60 0 0 0,8 36-216 0 0,4-1 0 0 0,3 1 0 0 0,3-1 0 0 0,14-72 0 0 0,-11 102-162 0 0,2 1 0 0 0,1 0 0 0 0,2 1 1 0 0,2 0-1 0 0,1 1 0 0 0,24-39 0 0 0,-38 72 39 0 0,0 1 0 0 0,0-1 0 0 0,0 1 1 0 0,0 0-1 0 0,0-1 0 0 0,1 1 0 0 0,-1 0 0 0 0,1 1 0 0 0,-1-1 1 0 0,4-2-1 0 0,-5 4-3 0 0,0-1 1 0 0,0 1 0 0 0,0-1-1 0 0,0 1 1 0 0,0 0 0 0 0,0-1-1 0 0,0 1 1 0 0,0 0 0 0 0,0 0-1 0 0,0 0 1 0 0,1 0 0 0 0,-1 0-1 0 0,0 0 1 0 0,0 0 0 0 0,0 0-1 0 0,0 0 1 0 0,0 0 0 0 0,0 0-1 0 0,0 1 1 0 0,0-1 0 0 0,0 1-1 0 0,0-1 1 0 0,0 0 0 0 0,0 1-1 0 0,0 0 1 0 0,0-1 0 0 0,0 1-1 0 0,0 0 1 0 0,0-1 0 0 0,0 1-1 0 0,-1 0 1 0 0,2 1 0 0 0,7 12 13 0 0,0 0 1 0 0,0 1 0 0 0,-2 0 0 0 0,0 0 0 0 0,-1 0 0 0 0,0 1 0 0 0,6 29 0 0 0,2 38-1837 0 0,-6-3-4270 0 0,-8-75 3796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5:59:09.006"/>
    </inkml:context>
    <inkml:brush xml:id="br0">
      <inkml:brushProperty name="width" value="0.05" units="cm"/>
      <inkml:brushProperty name="height" value="0.05" units="cm"/>
    </inkml:brush>
  </inkml:definitions>
  <inkml:trace contextRef="#ctx0" brushRef="#br0">69 147 2096 0 0,'-29'-77'6983'0'0,"-8"10"-3988"0"0,35 64-2733 0 0,2 8-664 0 0,4 16-381 0 0,1-1-1 0 0,0 0 0 0 0,2 0 0 0 0,0 0 0 0 0,1-1 0 0 0,1 0 0 0 0,15 22 0 0 0,-3-2-1895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5:59:09.442"/>
    </inkml:context>
    <inkml:brush xml:id="br0">
      <inkml:brushProperty name="width" value="0.05" units="cm"/>
      <inkml:brushProperty name="height" value="0.05" units="cm"/>
    </inkml:brush>
  </inkml:definitions>
  <inkml:trace contextRef="#ctx0" brushRef="#br0">120 249 2352 0 0,'0'-13'711'0'0,"-1"0"0"0"0,-1 0-1 0 0,0 0 1 0 0,-1 0 0 0 0,-1 0 0 0 0,1 1-1 0 0,-9-17 1 0 0,-5-6 972 0 0,-22-35 1 0 0,31 57-1109 0 0,6 10-399 0 0,2 3-167 0 0,0-1 1 0 0,0 1-1 0 0,0-1 0 0 0,0 1 1 0 0,0 0-1 0 0,0-1 1 0 0,0 1-1 0 0,-1-1 1 0 0,1 1-1 0 0,0 0 0 0 0,0-1 1 0 0,0 1-1 0 0,-1 0 1 0 0,1-1-1 0 0,0 1 1 0 0,-1 0-1 0 0,1 0 0 0 0,0-1 1 0 0,-1 1-1 0 0,1 0 1 0 0,0 0-1 0 0,-1-1 0 0 0,1 1 1 0 0,0 0-1 0 0,-1 0 1 0 0,1 0-1 0 0,0 0 1 0 0,-1 0-1 0 0,1-1 0 0 0,-1 1 1 0 0,1 0-1 0 0,0 0 1 0 0,-1 0-1 0 0,1 0 1 0 0,-1 0-1 0 0,1 0 0 0 0,-1 0 1 0 0,1 1-1 0 0,0-1 1 0 0,-1 0-1 0 0,0 0-5 0 0,0 1 0 0 0,0-1 0 0 0,0 0 0 0 0,1 1 0 0 0,-1-1 0 0 0,0 0 0 0 0,1 1 0 0 0,-1-1 0 0 0,0 1 0 0 0,1 0 0 0 0,-1-1 0 0 0,0 1 0 0 0,1-1 0 0 0,-1 1 0 0 0,1 0 0 0 0,-1 0 0 0 0,1-1 0 0 0,0 1 0 0 0,-1 0 0 0 0,1 0 0 0 0,0-1 0 0 0,-1 1 0 0 0,1 0 0 0 0,0 0 0 0 0,0 0 0 0 0,0 0 0 0 0,0-1 0 0 0,0 2 0 0 0,0 19-1 0 0,1-1 1 0 0,1 0 0 0 0,1 1 0 0 0,0-1-1 0 0,2-1 1 0 0,0 1 0 0 0,16 36-1 0 0,5 2-51 0 0,42 70 0 0 0,102 139-27 0 0,9 13 160 0 0,-145-219-195 0 0,-3 1 0 0 0,41 116 0 0 0,-70-172 103 0 0,1 0 1 0 0,-2 0-1 0 0,1 1 0 0 0,-1-1 1 0 0,0 1-1 0 0,0 0 0 0 0,-1-1 0 0 0,0 1 1 0 0,0-1-1 0 0,0 1 0 0 0,-1 0 1 0 0,0-1-1 0 0,0 1 0 0 0,-5 11 0 0 0,5-16 11 0 0,0 0 0 0 0,-1 0-1 0 0,1-1 1 0 0,0 1 0 0 0,-1 0 0 0 0,0-1-1 0 0,1 1 1 0 0,-1-1 0 0 0,0 0-1 0 0,0 0 1 0 0,0 0 0 0 0,0 0-1 0 0,0 0 1 0 0,0 0 0 0 0,0 0-1 0 0,0 0 1 0 0,0-1 0 0 0,0 1-1 0 0,-1-1 1 0 0,1 0 0 0 0,0 0-1 0 0,0 1 1 0 0,0-1 0 0 0,-1-1-1 0 0,1 1 1 0 0,0 0 0 0 0,0 0-1 0 0,0-1 1 0 0,-1 0 0 0 0,-2 0-1 0 0,-17-6 93 0 0,0-1 0 0 0,1-1-1 0 0,0-1 1 0 0,0-1-1 0 0,1-1 1 0 0,0 0 0 0 0,1-2-1 0 0,0 0 1 0 0,2-1-1 0 0,-1-1 1 0 0,2 0-1 0 0,0-2 1 0 0,1 1 0 0 0,1-2-1 0 0,1 0 1 0 0,0-1-1 0 0,-12-26 1 0 0,11 19-275 0 0,2-2-1 0 0,1 1 1 0 0,0-2-1 0 0,3 1 1 0 0,0-1 0 0 0,2 0-1 0 0,1-1 1 0 0,2 0 0 0 0,0 0-1 0 0,3 1 1 0 0,0-1-1 0 0,9-59 1 0 0,0 48-2403 0 0,22-65 0 0 0,-14 61-943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5:59:10.263"/>
    </inkml:context>
    <inkml:brush xml:id="br0">
      <inkml:brushProperty name="width" value="0.05" units="cm"/>
      <inkml:brushProperty name="height" value="0.05" units="cm"/>
    </inkml:brush>
  </inkml:definitions>
  <inkml:trace contextRef="#ctx0" brushRef="#br0">249 296 284 0 0,'-5'-25'2304'0'0,"-9"-21"17"0"0,-2 0 0 0 0,-37-75 0 0 0,49 115-2088 0 0,0 1 1 0 0,0-1-1 0 0,0 1 1 0 0,-1 0-1 0 0,0 0 1 0 0,0 0-1 0 0,0 1 1 0 0,-7-5-1 0 0,9 7 43 0 0,-26-4 270 0 0,24 7-382 0 0,1 1-142 0 0,0-1-1 0 0,1 0 1 0 0,-1 1-1 0 0,0-1 1 0 0,1 1-1 0 0,-1 0 1 0 0,1 0-1 0 0,-1 1 1 0 0,1-1-1 0 0,0 1 1 0 0,0 0-1 0 0,0-1 0 0 0,0 1 1 0 0,1 1-1 0 0,-1-1 1 0 0,1 0-1 0 0,-4 7 1 0 0,4-4-2 0 0,-1 0 1 0 0,1 1 0 0 0,0-1-1 0 0,0 1 1 0 0,1 0-1 0 0,0 0 1 0 0,0 0-1 0 0,1-1 1 0 0,0 1 0 0 0,1 13-1 0 0,2 3-6 0 0,2 1 0 0 0,1-1 0 0 0,1 0 0 0 0,0-1-1 0 0,2 0 1 0 0,1 0 0 0 0,0-1 0 0 0,2 0 0 0 0,20 29 0 0 0,18 17-61 0 0,74 79 0 0 0,-106-127 36 0 0,88 108-34 0 0,-95-113 45 0 0,-2 0 1 0 0,0 1-1 0 0,0 0 1 0 0,-2 0-1 0 0,0 1 0 0 0,-1 0 1 0 0,6 23-1 0 0,-10-33 2 0 0,-1 0 0 0 0,0 0-1 0 0,-1 1 1 0 0,1-1 0 0 0,-1 1 0 0 0,-1-1-1 0 0,1 0 1 0 0,-1 1 0 0 0,0-1 0 0 0,0 0 0 0 0,-1 0-1 0 0,0 0 1 0 0,0 0 0 0 0,-1 0 0 0 0,1 0-1 0 0,-1-1 1 0 0,0 1 0 0 0,-5 5 0 0 0,2-3-21 0 0,-1-1 0 0 0,1 0 0 0 0,-2-1 1 0 0,1 1-1 0 0,-1-1 0 0 0,0-1 0 0 0,0 0 1 0 0,0 0-1 0 0,-1 0 0 0 0,0-1 1 0 0,-10 4-1 0 0,6-4-224 0 0,0 1 0 0 0,-1-2 0 0 0,1 1 0 0 0,-1-2 0 0 0,0 0 0 0 0,0-1 0 0 0,0 0 0 0 0,0-1 1 0 0,0-1-1 0 0,0 0 0 0 0,0 0 0 0 0,1-2 0 0 0,-1 0 0 0 0,0 0 0 0 0,1-1 0 0 0,-23-11 0 0 0,31 12-199 0 0,0-1 0 0 0,0 1 0 0 0,0-1 0 0 0,0 0 0 0 0,1-1-1 0 0,0 1 1 0 0,0-1 0 0 0,-5-8 0 0 0,1-3-1517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5:59:10.656"/>
    </inkml:context>
    <inkml:brush xml:id="br0">
      <inkml:brushProperty name="width" value="0.05" units="cm"/>
      <inkml:brushProperty name="height" value="0.05" units="cm"/>
    </inkml:brush>
  </inkml:definitions>
  <inkml:trace contextRef="#ctx0" brushRef="#br0">0 187 1172 0 0,'28'-21'2565'0'0,"-15"10"-1197"0"0,0 2 0 0 0,27-17 0 0 0,-37 25-979 0 0,4 1-262 0 0,0 0 0 0 0,0 1-1 0 0,0 0 1 0 0,0 0 0 0 0,-1 0 0 0 0,1 1 0 0 0,0 0-1 0 0,-1 1 1 0 0,1-1 0 0 0,-1 1 0 0 0,6 4 0 0 0,72 39 164 0 0,-82-45-244 0 0,-2 0-46 0 0,1-1 0 0 0,-1 0 1 0 0,0 1-1 0 0,0-1 0 0 0,0 1 0 0 0,0-1 1 0 0,0 0-1 0 0,0 1 0 0 0,0-1 1 0 0,0 0-1 0 0,1 1 0 0 0,-1-1 1 0 0,0 0-1 0 0,0 1 0 0 0,0-1 0 0 0,1 0 1 0 0,-1 1-1 0 0,0-1 0 0 0,1 0 1 0 0,-1 0-1 0 0,0 1 0 0 0,0-1 1 0 0,1 0-1 0 0,-1 0 0 0 0,0 0 1 0 0,1 1-1 0 0,-1-1 0 0 0,1 0 0 0 0,-1 0 1 0 0,0 0-1 0 0,1 0 0 0 0,-1 0 1 0 0,0 0-1 0 0,1 0 0 0 0,-1 0 1 0 0,1 0-1 0 0,-1 0 0 0 0,0 0 0 0 0,1 0 1 0 0,-1 0-1 0 0,0 0 0 0 0,1 0 1 0 0,-1 0-1 0 0,1 0 0 0 0,-1-1 1 0 0,0 1-1 0 0,1 0 0 0 0,-1 0 1 0 0,19-9 84 0 0,-17 9-72 0 0,-1-3-3 0 0,0 1 1 0 0,1 0-1 0 0,-2-1 0 0 0,1 1 0 0 0,0-1 0 0 0,0 1 0 0 0,-1-1 0 0 0,0 0 1 0 0,1 1-1 0 0,-1-1 0 0 0,0 0 0 0 0,0 1 0 0 0,0-1 0 0 0,-1 1 0 0 0,1-1 0 0 0,-1 0 1 0 0,1 1-1 0 0,-1-1 0 0 0,-2-4 0 0 0,1 0 44 0 0,0-2 201 0 0,-2-1 0 0 0,1 1 0 0 0,-2 0 0 0 0,1 1 0 0 0,-1-1 0 0 0,0 1 0 0 0,-1 0 0 0 0,0 0 1 0 0,0 0-1 0 0,0 1 0 0 0,-1 0 0 0 0,-14-11 0 0 0,18 16-23 0 0,1 2-46 0 0,-23-5 75 0 0,20 9-247 0 0,1-1-1 0 0,0 0 1 0 0,1 1-1 0 0,-1 0 1 0 0,0 0 0 0 0,1 0-1 0 0,0 1 1 0 0,0-1-1 0 0,1 1 1 0 0,-1-1-1 0 0,1 1 1 0 0,0 0-1 0 0,0 0 1 0 0,0 0-1 0 0,1 0 1 0 0,-1 0-1 0 0,1 0 1 0 0,0 10 0 0 0,-3 16-16 0 0,1 56 0 0 0,3-56-19 0 0,2 0 0 0 0,1 0 0 0 0,2-1 0 0 0,1 1 0 0 0,12 38-1 0 0,-14-58-125 0 0,0 1-1 0 0,0-1 0 0 0,1 1 0 0 0,1-2 0 0 0,0 1 1 0 0,0 0-1 0 0,1-1 0 0 0,0 0 0 0 0,1-1 0 0 0,0 0 1 0 0,0 0-1 0 0,1 0 0 0 0,1-1 0 0 0,-1-1 0 0 0,1 0 1 0 0,14 8-1 0 0,-20-13-33 0 0,0 0 0 0 0,0-1 1 0 0,1 0-1 0 0,-1 0 0 0 0,1 0 1 0 0,-1-1-1 0 0,0 1 0 0 0,1-1 0 0 0,-1 0 1 0 0,1 0-1 0 0,-1 0 0 0 0,1-1 1 0 0,-1 0-1 0 0,1 0 0 0 0,-1 0 1 0 0,0 0-1 0 0,6-3 0 0 0,-2 0-278 0 0,-1 0-1 0 0,1 0 1 0 0,-1 0-1 0 0,0-1 1 0 0,0 0-1 0 0,-1-1 0 0 0,1 1 1 0 0,6-10-1 0 0,7-10-1397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5:59:11.191"/>
    </inkml:context>
    <inkml:brush xml:id="br0">
      <inkml:brushProperty name="width" value="0.05" units="cm"/>
      <inkml:brushProperty name="height" value="0.05" units="cm"/>
    </inkml:brush>
  </inkml:definitions>
  <inkml:trace contextRef="#ctx0" brushRef="#br0">85 469 860 0 0,'-6'-25'1739'0'0,"-1"1"0"0"0,-1-1-1 0 0,-1 1 1 0 0,-1 1 0 0 0,-1-1-1 0 0,-21-31 1 0 0,31 52-1270 0 0,1 3-467 0 0,0 0 0 0 0,0-1 1 0 0,0 1-1 0 0,0 0 0 0 0,0-1 0 0 0,0 1 1 0 0,0-1-1 0 0,0 1 0 0 0,0 0 0 0 0,0-1 0 0 0,0 1 1 0 0,0-1-1 0 0,1 1 0 0 0,-1 0 0 0 0,0-1 1 0 0,0 1-1 0 0,0 0 0 0 0,1-1 0 0 0,-1 1 1 0 0,0 0-1 0 0,0-1 0 0 0,1 1 0 0 0,-1 0 1 0 0,0 0-1 0 0,1-1 0 0 0,-1 1 0 0 0,0 0 0 0 0,1 0 1 0 0,-1 0-1 0 0,0-1 0 0 0,1 1 0 0 0,-1 0 1 0 0,0 0-1 0 0,1 0 0 0 0,-1 0 0 0 0,1 0 1 0 0,-1 0-1 0 0,0 0 0 0 0,1 0 0 0 0,-1 0 1 0 0,1 0-1 0 0,-1 0 0 0 0,0 0 0 0 0,1 0 0 0 0,-1 0 1 0 0,1 0-1 0 0,26 13-10 0 0,24 24-40 0 0,-34-22 5 0 0,-1 1 0 0 0,0 1-1 0 0,-1 0 1 0 0,-1 0 0 0 0,-1 2 0 0 0,0-1-1 0 0,-1 2 1 0 0,-2 0 0 0 0,0 0-1 0 0,8 22 1 0 0,-17 2 118 0 0,-5-45-94 0 0,0 0 23 0 0,1 0 1 0 0,0 0 0 0 0,0 0 0 0 0,0 0 0 0 0,0 0 0 0 0,0-1 0 0 0,0 0 0 0 0,0 1 0 0 0,1-1 0 0 0,-1 0 0 0 0,0 0-1 0 0,1-1 1 0 0,0 1 0 0 0,-1 0 0 0 0,-1-4 0 0 0,-1-1 0 0 0,0 0 0 0 0,0-1 0 0 0,1 0 0 0 0,0 0-1 0 0,-4-13 1 0 0,2 3-46 0 0,1 0-1 0 0,1 0 0 0 0,0 0 1 0 0,2 0-1 0 0,-1-24 1 0 0,4 26-172 0 0,1 0 0 0 0,0-1 1 0 0,1 1-1 0 0,1 0 1 0 0,0 0-1 0 0,1 1 0 0 0,12-25 1 0 0,58-95-2256 0 0,-68 123 2385 0 0,-5 8 278 0 0,-1 1 0 0 0,1 0 0 0 0,-1-1 1 0 0,0 1-1 0 0,0-1 0 0 0,0 1 0 0 0,-1-1 0 0 0,1-3 0 0 0,4-8 2126 0 0,-4 15-2299 0 0,0 0-1 0 0,0 1 1 0 0,0-1 0 0 0,0 0 0 0 0,0 0-1 0 0,0 0 1 0 0,0 1 0 0 0,0-1-1 0 0,0 1 1 0 0,0-1 0 0 0,0 1-1 0 0,0-1 1 0 0,0 1 0 0 0,-1-1-1 0 0,1 1 1 0 0,0 0 0 0 0,0-1-1 0 0,-1 1 1 0 0,2 1 0 0 0,5 5-2 0 0,0 1 0 0 0,-1 0-1 0 0,0 0 1 0 0,0 0 0 0 0,0 1 0 0 0,-1 0 0 0 0,5 14 0 0 0,10 14 36 0 0,8 10-56 0 0,-12-21-1176 0 0,0 0-1 0 0,35 41 1 0 0,-49-65 164 0 0,3-2-2433 0 0,19-4 954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5:59:11.389"/>
    </inkml:context>
    <inkml:brush xml:id="br0">
      <inkml:brushProperty name="width" value="0.05" units="cm"/>
      <inkml:brushProperty name="height" value="0.05" units="cm"/>
    </inkml:brush>
  </inkml:definitions>
  <inkml:trace contextRef="#ctx0" brushRef="#br0">51 179 360 0 0,'-4'-31'2855'0'0,"-1"-1"1"0"0,-2 1-1 0 0,-13-37 1 0 0,19 65-2436 0 0,-6-11 258 0 0,3 26-150 0 0,2 24-245 0 0,14 153 281 0 0,0-26-2390 0 0,-16-58-4532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5:59:11.773"/>
    </inkml:context>
    <inkml:brush xml:id="br0">
      <inkml:brushProperty name="width" value="0.05" units="cm"/>
      <inkml:brushProperty name="height" value="0.05" units="cm"/>
    </inkml:brush>
  </inkml:definitions>
  <inkml:trace contextRef="#ctx0" brushRef="#br0">1 152 1960 0 0,'0'-3'2091'0'0,"0"-12"-346"0"0,0 11-534 0 0,0 3-1052 0 0,0 0 0 0 0,0 1 0 0 0,0-1 0 0 0,0 0 0 0 0,0 1 0 0 0,0-1 0 0 0,0 0 0 0 0,0 1 0 0 0,0-1 0 0 0,0 0 0 0 0,1 1 0 0 0,-1-1 0 0 0,0 1 0 0 0,0-1 0 0 0,1 0 0 0 0,-1 1 0 0 0,0-1 0 0 0,1 1 0 0 0,-1-1 0 0 0,0 1 0 0 0,1-1 0 0 0,20 32 259 0 0,-1 1-1 0 0,16 38 1 0 0,12 19-212 0 0,-47-86-266 0 0,0-1-1 0 0,0 0 0 0 0,1 0 0 0 0,-1 0 0 0 0,0 0 0 0 0,1 0 0 0 0,-1 0 0 0 0,1 0 0 0 0,0-1 0 0 0,0 1 0 0 0,0 0 0 0 0,0-1 1 0 0,0 0-1 0 0,0 1 0 0 0,0-1 0 0 0,0 0 0 0 0,0 0 0 0 0,1 0 0 0 0,3 1 0 0 0,-4-2 29 0 0,-1-1 0 0 0,1 1 0 0 0,0 0 0 0 0,-1-1-1 0 0,1 1 1 0 0,-1-1 0 0 0,1 0 0 0 0,-1 1 0 0 0,1-1 0 0 0,-1 0 0 0 0,1 0-1 0 0,-1 0 1 0 0,0 0 0 0 0,1 0 0 0 0,-1 0 0 0 0,0 0 0 0 0,0-1 0 0 0,0 1-1 0 0,0 0 1 0 0,0-1 0 0 0,1-1 0 0 0,3-5-40 0 0,-1-1 0 0 0,1-1 0 0 0,-1 1 0 0 0,-1-1 0 0 0,0 1 0 0 0,-1-1 0 0 0,3-12 1 0 0,-3 1 340 0 0,0 0 1 0 0,-1-1 0 0 0,-1 1 0 0 0,-1-1 0 0 0,-1 1-1 0 0,0-1 1 0 0,-2 1 0 0 0,-1 0 0 0 0,-11-31 0 0 0,16 51-237 0 0,0 0 0 0 0,0 0 0 0 0,-1 0 0 0 0,1 0 0 0 0,0 0 0 0 0,-1 0-1 0 0,1 1 1 0 0,-1-1 0 0 0,1 0 0 0 0,-1 0 0 0 0,1 0 0 0 0,-1 0 0 0 0,1 1 0 0 0,-1-1 0 0 0,0 0 0 0 0,0 1 0 0 0,1-1 0 0 0,-1 0 0 0 0,0 1 0 0 0,0-1 0 0 0,0 1 0 0 0,0-1 0 0 0,1 1 0 0 0,-1 0 0 0 0,0-1 0 0 0,0 1 0 0 0,0 0-1 0 0,0 0 1 0 0,0 0 0 0 0,0-1 0 0 0,0 1 0 0 0,0 0 0 0 0,0 0 0 0 0,0 0 0 0 0,0 0 0 0 0,0 1 0 0 0,0-1 0 0 0,0 0 0 0 0,0 0 0 0 0,0 1 0 0 0,0-1 0 0 0,0 0 0 0 0,0 1 0 0 0,1-1 0 0 0,-1 1 0 0 0,0-1 0 0 0,0 1 0 0 0,0 0-1 0 0,1-1 1 0 0,-1 1 0 0 0,0 0 0 0 0,0-1 0 0 0,1 1 0 0 0,-1 0 0 0 0,1 0 0 0 0,-1 0 0 0 0,1-1 0 0 0,-1 3 0 0 0,-5 5 9 0 0,0 0-1 0 0,1 0 1 0 0,0 1-1 0 0,-4 12 1 0 0,1 0 36 0 0,1 0-1 0 0,1 0 1 0 0,1 0 0 0 0,1 1 0 0 0,0 0 0 0 0,1 29-1 0 0,2-43-210 0 0,1 1-1 0 0,0 0 0 0 0,1-1 1 0 0,0 1-1 0 0,0-1 1 0 0,1 1-1 0 0,0-1 0 0 0,0 1 1 0 0,1-1-1 0 0,0 0 1 0 0,0 0-1 0 0,1 0 0 0 0,0-1 1 0 0,1 1-1 0 0,-1-1 1 0 0,2 0-1 0 0,-1-1 0 0 0,10 11 1 0 0,-11-15-161 0 0,-1-1 0 0 0,0 0 1 0 0,0 0-1 0 0,1 0 0 0 0,-1 0 1 0 0,0 0-1 0 0,1-1 0 0 0,-1 1 0 0 0,1-1 1 0 0,-1 0-1 0 0,1 0 0 0 0,-1 0 1 0 0,1-1-1 0 0,-1 1 0 0 0,0-1 1 0 0,1 0-1 0 0,-1 0 0 0 0,0 0 0 0 0,6-3 1 0 0,-6 3 90 0 0,28-12-3056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5:59:12.123"/>
    </inkml:context>
    <inkml:brush xml:id="br0">
      <inkml:brushProperty name="width" value="0.05" units="cm"/>
      <inkml:brushProperty name="height" value="0.05" units="cm"/>
    </inkml:brush>
  </inkml:definitions>
  <inkml:trace contextRef="#ctx0" brushRef="#br0">38 194 584 0 0,'-3'-28'2798'0'0,"-1"-1"0"0"0,-2 1 0 0 0,-17-51 0 0 0,22 76-2056 0 0,5 3-726 0 0,0 1-1 0 0,-1 0 1 0 0,1 1-1 0 0,0-1 1 0 0,0 1-1 0 0,-1-1 0 0 0,1 1 1 0 0,-1 0-1 0 0,0 0 1 0 0,1 1-1 0 0,-1-1 0 0 0,0 1 1 0 0,0-1-1 0 0,-1 1 1 0 0,4 3-1 0 0,40 52 55 0 0,-41-51-56 0 0,15 23 198 0 0,-2 1 1 0 0,0 1-1 0 0,22 59 1 0 0,-39-86-97 0 0,0 0 1 0 0,0 0 0 0 0,-1-1 0 0 0,1 1 0 0 0,-1 0-1 0 0,0 0 1 0 0,-1 7 0 0 0,1-11-96 0 0,0 1-1 0 0,0-1 1 0 0,0 0 0 0 0,0 1-1 0 0,-1-1 1 0 0,1 1 0 0 0,0-1 0 0 0,-1 0-1 0 0,1 1 1 0 0,0-1 0 0 0,-1 0-1 0 0,0 0 1 0 0,1 1 0 0 0,-1-1-1 0 0,0 0 1 0 0,1 0 0 0 0,-1 0 0 0 0,0 0-1 0 0,0 0 1 0 0,0 0 0 0 0,0 0-1 0 0,0 0 1 0 0,0 0 0 0 0,0 0 0 0 0,-1-1-1 0 0,1 1 1 0 0,0 0 0 0 0,0-1-1 0 0,-1 1 1 0 0,-1 0 0 0 0,0-1-20 0 0,0-1 0 0 0,-1 1 0 0 0,1 0 0 0 0,0-1 0 0 0,0 0 1 0 0,0 0-1 0 0,0 0 0 0 0,0 0 0 0 0,0 0 0 0 0,0-1 0 0 0,0 1 0 0 0,0-1 1 0 0,0 0-1 0 0,1 0 0 0 0,-1 0 0 0 0,1 0 0 0 0,-5-5 0 0 0,3 2-45 0 0,-1-1 0 0 0,1-1 0 0 0,1 1 0 0 0,-1 0 0 0 0,1-1 0 0 0,0 0-1 0 0,-4-12 1 0 0,3 4-142 0 0,1-1 0 0 0,0 0-1 0 0,0-1 1 0 0,2 1 0 0 0,0 0-1 0 0,3-28 1 0 0,1 21-246 0 0,2-1 0 0 0,0 1 1 0 0,2 0-1 0 0,13-32 0 0 0,-19 52 51 0 0,6-4-132 0 0,-7 7 468 0 0,0 0-1 0 0,0 0 1 0 0,0 0 0 0 0,0 0 0 0 0,0 0 0 0 0,0 1 0 0 0,0-1 0 0 0,1 0 0 0 0,-1 0 0 0 0,0 0 0 0 0,0 0 0 0 0,0 0 0 0 0,0 0 0 0 0,0 0 0 0 0,0 0 0 0 0,0 0 0 0 0,0 0 0 0 0,0 1 0 0 0,1-1 0 0 0,-1 0 0 0 0,0 0 0 0 0,0 0 0 0 0,0 0 0 0 0,0 0 0 0 0,0 0 0 0 0,0 0-1 0 0,1 0 1 0 0,-1 0 0 0 0,0 0 0 0 0,0 0 0 0 0,0 0 0 0 0,0 0 0 0 0,0 0 0 0 0,0 0 0 0 0,1 0 0 0 0,-1 0 0 0 0,0 0 0 0 0,0 0 0 0 0,0 0 0 0 0,0 0 0 0 0,0 0 0 0 0,0-1 0 0 0,0 1 0 0 0,1 0 0 0 0,-1 0 0 0 0,0 0 0 0 0,0 0 0 0 0,0 0 0 0 0,0 0 0 0 0,0 0 0 0 0,0 0 0 0 0,0 0-1 0 0,0-1 1 0 0,0 1 0 0 0,0 0 0 0 0,1 0 0 0 0,-1 0 0 0 0,0 0 0 0 0,0 0 0 0 0,0 0 0 0 0,0 0 0 0 0,0-1 0 0 0,0 1 0 0 0,-12 41-2959 0 0,-2-14 1290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5:59:12.423"/>
    </inkml:context>
    <inkml:brush xml:id="br0">
      <inkml:brushProperty name="width" value="0.05" units="cm"/>
      <inkml:brushProperty name="height" value="0.05" units="cm"/>
    </inkml:brush>
  </inkml:definitions>
  <inkml:trace contextRef="#ctx0" brushRef="#br0">267 1234 1816 0 0,'-85'45'3759'0'0,"38"-19"-650"0"0,-84 32-1 0 0,127-56-1993 0 0,18-25-553 0 0,2 7-436 0 0,0 2-1 0 0,1 0 1 0 0,0 1-1 0 0,28-17 0 0 0,-11 8-14 0 0,428-256 675 0 0,18 24-339 0 0,-280 150-317 0 0,486-241-195 0 0,-226 122-3858 0 0,-390 195-1813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5:59:12.723"/>
    </inkml:context>
    <inkml:brush xml:id="br0">
      <inkml:brushProperty name="width" value="0.05" units="cm"/>
      <inkml:brushProperty name="height" value="0.05" units="cm"/>
    </inkml:brush>
  </inkml:definitions>
  <inkml:trace contextRef="#ctx0" brushRef="#br0">1 1231 2676 0 0,'3'-1'1878'0'0,"400"-213"5581"0"0,184-93-4471 0 0,-469 247-2612 0 0,1070-520 538 0 0,-1029 513-3967 0 0,-155 65 2554 0 0,-170 78-7315 0 0,131-59 5873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5:59:14.742"/>
    </inkml:context>
    <inkml:brush xml:id="br0">
      <inkml:brushProperty name="width" value="0.05" units="cm"/>
      <inkml:brushProperty name="height" value="0.05" units="cm"/>
    </inkml:brush>
  </inkml:definitions>
  <inkml:trace contextRef="#ctx0" brushRef="#br0">0 1 4 0 0,'0'0'1619'0'0,"8"15"-2023"0"0,-2-6 25 0 0,-4-6 71 0 0</inkml:trace>
  <inkml:trace contextRef="#ctx0" brushRef="#br0" timeOffset="1">16 28 460 0 0,'0'0'1540'0'0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5:58:46.375"/>
    </inkml:context>
    <inkml:brush xml:id="br0">
      <inkml:brushProperty name="width" value="0.05" units="cm"/>
      <inkml:brushProperty name="height" value="0.05" units="cm"/>
    </inkml:brush>
  </inkml:definitions>
  <inkml:trace contextRef="#ctx0" brushRef="#br0">449 617 2292 0 0,'-8'-38'5831'0'0,"4"30"-5285"0"0,-1 0 0 0 0,-1 0 0 0 0,1 0 0 0 0,-1 1 0 0 0,0 0 0 0 0,-1 0 0 0 0,-12-10-1 0 0,17 15-238 0 0,-42-11 1167 0 0,38 13-1367 0 0,1 2 1 0 0,0-1-1 0 0,-1 1 1 0 0,1 0-1 0 0,0 0 0 0 0,0 0 1 0 0,0 1-1 0 0,1-1 1 0 0,-1 1-1 0 0,1 0 1 0 0,-1 1-1 0 0,1-1 1 0 0,0 1-1 0 0,-4 4 1 0 0,-15 17 102 0 0,0 1 1 0 0,2 0-1 0 0,1 2 1 0 0,1 1-1 0 0,1 0 0 0 0,2 1 1 0 0,0 1-1 0 0,3 0 1 0 0,-14 46-1 0 0,10-20-106 0 0,3 0 0 0 0,2 1 0 0 0,3 0 0 0 0,-3 95-1 0 0,12-128-75 0 0,0-1-1 0 0,2 0 1 0 0,0 0 0 0 0,2 0-1 0 0,1 0 1 0 0,1-1-1 0 0,16 43 1 0 0,-19-59-26 0 0,0 1 0 0 0,1-1 0 0 0,0 1 0 0 0,0-1 1 0 0,1 0-1 0 0,0-1 0 0 0,0 1 0 0 0,1-1 0 0 0,0 0 0 0 0,0 0 1 0 0,0-1-1 0 0,1 0 0 0 0,0 0 0 0 0,0 0 0 0 0,0-1 0 0 0,0 0 0 0 0,1-1 1 0 0,-1 1-1 0 0,1-2 0 0 0,0 1 0 0 0,0-1 0 0 0,0 0 0 0 0,0 0 1 0 0,1-1-1 0 0,-1 0 0 0 0,9-1 0 0 0,6-1-18 0 0,-1-2 1 0 0,0 0-1 0 0,0-2 0 0 0,0 0 1 0 0,0-2-1 0 0,-1 0 0 0 0,0-1 1 0 0,0-1-1 0 0,-1-2 0 0 0,0 1 1 0 0,-1-2-1 0 0,0-1 0 0 0,28-24 0 0 0,-13 7-3 0 0,-1-2 0 0 0,-2-1 0 0 0,-1-1 0 0 0,-1-2 0 0 0,43-71-1 0 0,-46 58 29 0 0,-2-1 1 0 0,-2-1-1 0 0,-3-2 0 0 0,-1 1 0 0 0,-3-2 0 0 0,-3 0 0 0 0,-2-1 0 0 0,-2 0 0 0 0,-2-1 0 0 0,-3 1 0 0 0,-3-1 1 0 0,-2 0-1 0 0,-2 1 0 0 0,-3 0 0 0 0,-2 0 0 0 0,-20-66 0 0 0,21 94 23 0 0,-1 1 0 0 0,-20-38 0 0 0,23 52 33 0 0,-1 1-1 0 0,0 0 1 0 0,0 0-1 0 0,-1 1 1 0 0,-1 0-1 0 0,0 0 1 0 0,-14-12-1 0 0,21 21-54 0 0,1 0 1 0 0,-1 1-1 0 0,1-1 0 0 0,-1 0 0 0 0,1 0 0 0 0,-1 1 1 0 0,1-1-1 0 0,-1 1 0 0 0,0 0 0 0 0,1-1 0 0 0,-1 1 1 0 0,0 0-1 0 0,0 0 0 0 0,1 0 0 0 0,-1 0 1 0 0,0 0-1 0 0,1 0 0 0 0,-1 1 0 0 0,0-1 0 0 0,1 0 1 0 0,-1 1-1 0 0,0-1 0 0 0,-2 2 0 0 0,1 0 0 0 0,-1 0 0 0 0,1 0 0 0 0,0 0 0 0 0,0 0 0 0 0,0 1 0 0 0,0-1 0 0 0,0 1 0 0 0,0 0 0 0 0,-3 4 0 0 0,-4 10 24 0 0,0 0-1 0 0,0 1 1 0 0,2 0-1 0 0,0 1 1 0 0,2 0-1 0 0,0 0 1 0 0,0 0-1 0 0,-4 38 1 0 0,5-5 57 0 0,1 1 0 0 0,5 61 1 0 0,1-57-93 0 0,4 0 0 0 0,2-1 1 0 0,20 75-1 0 0,-22-106-10 0 0,2 0 0 0 0,1-1 1 0 0,1 0-1 0 0,1-1 0 0 0,1 0 1 0 0,1 0-1 0 0,1-2 0 0 0,1 0 1 0 0,30 33-1 0 0,-40-48-7 0 0,1 0 1 0 0,1 0 0 0 0,-1-1-1 0 0,1 0 1 0 0,0 0-1 0 0,0 0 1 0 0,1-1-1 0 0,-1 0 1 0 0,1-1 0 0 0,0 0-1 0 0,0 0 1 0 0,0-1-1 0 0,0 0 1 0 0,0 0 0 0 0,13 1-1 0 0,-2-3-452 0 0,1-1-1 0 0,-1-1 1 0 0,0-1-1 0 0,1 0 1 0 0,-1-1-1 0 0,0-2 1 0 0,-1 0-1 0 0,0 0 1 0 0,0-2-1 0 0,0 0 1 0 0,-1-1-1 0 0,0-1 1 0 0,0-1-1 0 0,26-22 1 0 0,-28 19 64 0 0,0-1 1 0 0,-1-1 0 0 0,-1 0-1 0 0,-1 0 1 0 0,0-1 0 0 0,-1-1-1 0 0,-1 0 1 0 0,-1-1 0 0 0,9-22-1 0 0,-1-9 1697 0 0,-1-1 1 0 0,11-68-1 0 0,-17 93 855 0 0,-10 25-2093 0 0,0 1 0 0 0,1 0 0 0 0,-1-1 1 0 0,0 1-1 0 0,0 0 0 0 0,1 0 0 0 0,-1-1 1 0 0,0 1-1 0 0,0 0 0 0 0,1 0 0 0 0,-1 0 1 0 0,0-1-1 0 0,1 1 0 0 0,-1 0 1 0 0,0 0-1 0 0,1 0 0 0 0,-1 0 0 0 0,1 0 1 0 0,-1 0-1 0 0,0 0 0 0 0,1 0 0 0 0,-1 0 1 0 0,0 0-1 0 0,1 0 0 0 0,-1 0 0 0 0,0 0 1 0 0,1 0-1 0 0,-1 0 0 0 0,0 0 0 0 0,1 0 1 0 0,-1 0-1 0 0,0 0 0 0 0,1 1 1 0 0,0-1-1 0 0,1 2 50 0 0,0 1 1 0 0,0-1-1 0 0,0 1 1 0 0,0 0 0 0 0,0-1-1 0 0,-1 1 1 0 0,1 0-1 0 0,-1 0 1 0 0,1 0-1 0 0,-1 0 1 0 0,1 5-1 0 0,20 75 39 0 0,-3 0 1 0 0,-4 0-1 0 0,5 115 0 0 0,-14-6-7395 0 0,-6-188 3904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5:58:46.624"/>
    </inkml:context>
    <inkml:brush xml:id="br0">
      <inkml:brushProperty name="width" value="0.05" units="cm"/>
      <inkml:brushProperty name="height" value="0.05" units="cm"/>
    </inkml:brush>
  </inkml:definitions>
  <inkml:trace contextRef="#ctx0" brushRef="#br0">23 324 2404 0 0,'-21'-97'6908'0'0,"19"94"-5925"0"0,3 12-1683 0 0,0 0 157 0 0,0-1 0 0 0,0 1 0 0 0,1-1 0 0 0,0 0 0 0 0,1 1 0 0 0,0-1 0 0 0,0 0 0 0 0,7 11 0 0 0,3 8-1181 0 0</inkml:trace>
  <inkml:trace contextRef="#ctx0" brushRef="#br0" timeOffset="1">199 655 540 0 0,'89'195'9337'0'0,"-88"-192"-9242"0"0,1 0 0 0 0,-1 0 1 0 0,0 0-1 0 0,1-1 0 0 0,0 1 1 0 0,0-1-1 0 0,-1 1 0 0 0,1-1 0 0 0,1 0 1 0 0,-1 0-1 0 0,0 0 0 0 0,0 0 0 0 0,1 0 1 0 0,0 0-1 0 0,-1 0 0 0 0,1-1 1 0 0,0 0-1 0 0,-1 1 0 0 0,1-1 0 0 0,0 0 1 0 0,0 0-1 0 0,0-1 0 0 0,0 1 1 0 0,6 0-1 0 0,-5-2-71 0 0,1 0 0 0 0,-1 0 0 0 0,0 0 1 0 0,1-1-1 0 0,-1 1 0 0 0,0-1 0 0 0,0 0 0 0 0,-1 0 0 0 0,1-1 1 0 0,0 1-1 0 0,-1-1 0 0 0,1 0 0 0 0,-1 0 0 0 0,0 0 1 0 0,6-7-1 0 0,1-4 35 0 0,-1 1 1 0 0,0-2 0 0 0,-1 1 0 0 0,-1-1-1 0 0,0-1 1 0 0,-1 1 0 0 0,-1-1-1 0 0,-1 0 1 0 0,0-1 0 0 0,0 1-1 0 0,-2 0 1 0 0,0-1 0 0 0,-1 0-1 0 0,-1 0 1 0 0,0 1 0 0 0,-1-1-1 0 0,-1 1 1 0 0,-1-1 0 0 0,-8-30-1 0 0,10 46-21 0 0,1-1 1 0 0,-1 0-1 0 0,1 1 0 0 0,-1-1 0 0 0,0 1 0 0 0,0-1 0 0 0,0 1 0 0 0,0-1 1 0 0,0 1-1 0 0,0-1 0 0 0,0 1 0 0 0,0 0 0 0 0,0-1 0 0 0,-1 1 0 0 0,1 0 0 0 0,-1 0 1 0 0,1 0-1 0 0,-1 0 0 0 0,1 0 0 0 0,-1 1 0 0 0,1-1 0 0 0,-1 0 0 0 0,-3 0 1 0 0,3 1 14 0 0,0 0 1 0 0,-1 0-1 0 0,1 1 1 0 0,0-1 0 0 0,0 1-1 0 0,0 0 1 0 0,-1-1-1 0 0,1 1 1 0 0,0 0 0 0 0,0 0-1 0 0,0 0 1 0 0,0 1-1 0 0,1-1 1 0 0,-1 0 0 0 0,-3 4-1 0 0,-3 2 99 0 0,1 1-1 0 0,0 0 1 0 0,1 0-1 0 0,0 1 0 0 0,0 0 1 0 0,-7 15-1 0 0,3-1-31 0 0,1 1 0 0 0,1 1-1 0 0,2-1 1 0 0,0 1 0 0 0,1 0-1 0 0,-1 36 1 0 0,5-43-166 0 0,1-1 0 0 0,1 1 0 0 0,1-1 0 0 0,0 1 0 0 0,1-1 0 0 0,1 0 0 0 0,0 0 0 0 0,2 0 0 0 0,0-1 0 0 0,10 21 0 0 0,-14-33-80 0 0,1 1 1 0 0,-1-1 0 0 0,1 0 0 0 0,0 0 0 0 0,0 0 0 0 0,0 0 0 0 0,0 0 0 0 0,0-1 0 0 0,1 0-1 0 0,0 1 1 0 0,0-1 0 0 0,0-1 0 0 0,0 1 0 0 0,0-1 0 0 0,0 1 0 0 0,9 2 0 0 0,-8-4 19 0 0,-1 0 1 0 0,1-1-1 0 0,-1 1 1 0 0,1-1-1 0 0,-1 0 1 0 0,1 0-1 0 0,-1-1 1 0 0,1 1-1 0 0,-1-1 1 0 0,1 0-1 0 0,-1 0 1 0 0,0-1-1 0 0,1 1 1 0 0,7-5-1 0 0,0-1-10 0 0,-1-1 1 0 0,0 0-1 0 0,0 0 0 0 0,-1-1 1 0 0,0-1-1 0 0,0 0 0 0 0,-1 0 0 0 0,0 0 1 0 0,-1-1-1 0 0,10-17 0 0 0,0-9 173 0 0,-2-1 1 0 0,-1 0-1 0 0,13-55 0 0 0,16-39 1711 0 0,-37 109-1308 0 0,-7 23-423 0 0,0-1 1 0 0,0 0-1 0 0,0 0 1 0 0,0 1-1 0 0,0-1 1 0 0,0 0-1 0 0,0 0 1 0 0,0 1 0 0 0,0-1-1 0 0,1 0 1 0 0,-1 1-1 0 0,0-1 1 0 0,0 0-1 0 0,1 1 1 0 0,-1-1-1 0 0,1 0 1 0 0,-1 1-1 0 0,0-1 1 0 0,1 0-1 0 0,-1 1 1 0 0,1-1-1 0 0,0 1 1 0 0,-1-1 0 0 0,1 1-1 0 0,-1-1 1 0 0,1 1-1 0 0,0 0 1 0 0,-1-1-1 0 0,1 1 1 0 0,0 0-1 0 0,-1-1 1 0 0,1 1-1 0 0,0 0 1 0 0,0 0-1 0 0,-1 0 1 0 0,1 0-1 0 0,0-1 1 0 0,0 1 0 0 0,-1 0-1 0 0,1 0 1 0 0,0 1-1 0 0,0-1 1 0 0,-1 0-1 0 0,1 0 1 0 0,0 0-1 0 0,0 0 1 0 0,-1 1-1 0 0,1-1 1 0 0,0 0-1 0 0,-1 0 1 0 0,2 1 0 0 0,0 1-24 0 0,0 0 1 0 0,-1 0 0 0 0,1 0 0 0 0,0 0 0 0 0,-1 0 0 0 0,1 1 0 0 0,-1-1-1 0 0,0 0 1 0 0,1 1 0 0 0,-1-1 0 0 0,-1 0 0 0 0,1 1 0 0 0,0 0 0 0 0,0-1 0 0 0,0 5-1 0 0,-1-4 4 0 0,11 43 103 0 0,21 105-99 0 0,-32-145-27 0 0,10 23-22 0 0,-9-26 17 0 0,3-4 10 0 0,0-1 1 0 0,0 0 0 0 0,-1 1 0 0 0,1-1-1 0 0,0-1 1 0 0,-1 1 0 0 0,1 0 0 0 0,-1-1-1 0 0,0 0 1 0 0,0 0 0 0 0,4-5-1 0 0,32-44 38 0 0,-16 18-38 0 0,-15 23 25 0 0,31-37-46 0 0,-37 46 59 0 0,1-1-1 0 0,-1 1 1 0 0,1 0-1 0 0,-1 0 1 0 0,1 0 0 0 0,-1 0-1 0 0,1 1 1 0 0,0-1-1 0 0,0 1 1 0 0,0-1-1 0 0,0 1 1 0 0,0 0-1 0 0,0 0 1 0 0,0 0-1 0 0,4 0 1 0 0,-4 1-6 0 0,1 1 0 0 0,-1-1 1 0 0,0 1-1 0 0,0-1 0 0 0,0 1 0 0 0,0 0 0 0 0,0 0 1 0 0,0 1-1 0 0,0-1 0 0 0,0 0 0 0 0,0 1 0 0 0,0 0 1 0 0,-1 0-1 0 0,1 0 0 0 0,-1 0 0 0 0,1 0 0 0 0,-1 0 1 0 0,0 1-1 0 0,0-1 0 0 0,0 1 0 0 0,0-1 0 0 0,0 1 1 0 0,-1 0-1 0 0,1 0 0 0 0,1 5 0 0 0,1 2-279 0 0,0 1 0 0 0,-1 1 0 0 0,0-1-1 0 0,0 0 1 0 0,0 17 0 0 0,-3-24-566 0 0,2 11-590 0 0,-1-32-7715 0 0,3-4 6645 0 0</inkml:trace>
  <inkml:trace contextRef="#ctx0" brushRef="#br0" timeOffset="2">1184 408 3984 0 0,'32'-220'3763'0'0,"-4"33"2663"0"0,-12 198-5670 0 0,-12-4-658 0 0,0 0 0 0 0,0 0 0 0 0,-1 0 0 0 0,0 1 0 0 0,0-1 1 0 0,-1 1-1 0 0,2 11 0 0 0,4 7 14 0 0,114 316 553 0 0,-36-119-5032 0 0,-79-207-97 0 0,-15-48 3258 0 0,-4-12 2653 0 0,8 24-944 0 0,1 1 0 0 0,1-1 1 0 0,1 1-1 0 0,1-1 1 0 0,0 0-1 0 0,2 1 0 0 0,0-1 1 0 0,1 1-1 0 0,9-30 0 0 0,-7 33-483 0 0,2-1 0 0 0,0 1-1 0 0,1 1 1 0 0,1-1 0 0 0,0 1-1 0 0,1 1 1 0 0,1-1 0 0 0,0 2-1 0 0,1 0 1 0 0,24-21 0 0 0,-9 11-1129 0 0,38-23 1 0 0,1 7-3273 0 0,-37 25 812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5:58:47.109"/>
    </inkml:context>
    <inkml:brush xml:id="br0">
      <inkml:brushProperty name="width" value="0.05" units="cm"/>
      <inkml:brushProperty name="height" value="0.05" units="cm"/>
    </inkml:brush>
  </inkml:definitions>
  <inkml:trace contextRef="#ctx0" brushRef="#br0">561 470 640 0 0,'-7'1'2904'0'0,"-202"34"9238"0"0,206-34-11889 0 0,0 0 1 0 0,-1 0-1 0 0,1 0 0 0 0,0 1 1 0 0,0-1-1 0 0,0 1 0 0 0,0 0 0 0 0,1-1 1 0 0,-1 1-1 0 0,-3 3 0 0 0,4-3-279 0 0,-2 1 1100 0 0,4-2-1004 0 0,1 0 0 0 0,-1-1 0 0 0,0 1 0 0 0,1 0 0 0 0,-1 0 0 0 0,1 0 0 0 0,-1 0 0 0 0,1 0 0 0 0,-1-1 0 0 0,1 1 0 0 0,0 0 0 0 0,-1-1 0 0 0,1 1 0 0 0,0 0 0 0 0,-1-1 0 0 0,1 1 0 0 0,0-1 0 0 0,0 1 0 0 0,0-1 0 0 0,0 1-1 0 0,-1-1 1 0 0,1 0 0 0 0,0 1 0 0 0,1-1 0 0 0,50-2 573 0 0,-1-2 0 0 0,0-3-1 0 0,76-20 1 0 0,155-57-150 0 0,-205 59-313 0 0,872-311-2061 0 0,-873 302-198 0 0,-31 9-2042 0 0,-43 23 3106 0 0,-30 9-1229 0 0,-11 2 1303 0 0,-38 15 0 0 0,-618 290-2645 0 0,537-238 3285 0 0,-434 243 1001 0 0,209-87 3762 0 0,327-196-1425 0 0,52-33-842 0 0,9-4-1473 0 0,31-8-88 0 0,-1-1 0 0 0,0-2-1 0 0,-1-1 1 0 0,38-21-1 0 0,11-4-68 0 0,1437-534 333 0 0,-1458 553-2654 0 0,-58 17 1374 0 0,3-3-101 0 0,-1-2-2777 0 0,-34 12 1355 0 0,1 0 0 0 0,0 2 0 0 0,-41 16 0 0 0,44-15-318 0 0,-13 6-2220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5:58:48.717"/>
    </inkml:context>
    <inkml:brush xml:id="br0">
      <inkml:brushProperty name="width" value="0.05" units="cm"/>
      <inkml:brushProperty name="height" value="0.05" units="cm"/>
    </inkml:brush>
  </inkml:definitions>
  <inkml:trace contextRef="#ctx0" brushRef="#br0">400 112 560 0 0,'-18'-7'505'0'0,"14"6"-109"0"0,0 0-108 0 0,-69-16 1819 0 0,29 7-882 0 0,-47-16 0 0 0,40 13-78 0 0,47 12-843 0 0,-20-6 409 0 0,19 5-346 0 0,2 2-254 0 0,1 0 0 0 0,-1 0 0 0 0,0 0 0 0 0,0-1 1 0 0,1 1-1 0 0,-1-1 0 0 0,1 0 0 0 0,-1 0 0 0 0,0 0 0 0 0,1 0 0 0 0,-1 0 0 0 0,1 0 0 0 0,-3-3 0 0 0,1 2 420 0 0,1 0 0 0 0,-1 0 1 0 0,0 0-1 0 0,0 1 1 0 0,0-1-1 0 0,0 1 0 0 0,0 0 1 0 0,-8-1-1 0 0,40 32 1947 0 0,176 201 1497 0 0,-76-83-2609 0 0,26 17-422 0 0,-59-67-145 0 0,83 113 1 0 0,-76-82-585 0 0,7-6-1 0 0,156 139 1 0 0,34 30-159 0 0,-152-122-123 0 0,-73-80 54 0 0,-42-56 0 0 0,1-1-1 0 0,56 44 0 0 0,-79-69 13 0 0,40 32 27 0 0,-2 2 0 0 0,-3 2 0 0 0,-1 2 0 0 0,42 57 0 0 0,15 41 44 0 0,-48-68-82 0 0,-50-73 13 0 0,-2-1-6 0 0,5 6-4 0 0,-4-6 4 0 0,-2 1-1277 0 0,-7-11-1974 0 0,-37-43-9272 0 0,22 38 9597 0 0,2 6-482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5:58:49.031"/>
    </inkml:context>
    <inkml:brush xml:id="br0">
      <inkml:brushProperty name="width" value="0.05" units="cm"/>
      <inkml:brushProperty name="height" value="0.05" units="cm"/>
    </inkml:brush>
  </inkml:definitions>
  <inkml:trace contextRef="#ctx0" brushRef="#br0">29 44 3088 0 0,'0'0'1982'0'0,"-28"-27"6570"0"0,28 27-8457 0 0,0 0-1 0 0,0-1 1 0 0,0 1 0 0 0,0-1 0 0 0,-1 1-1 0 0,1 0 1 0 0,0-1 0 0 0,0 1-1 0 0,0-1 1 0 0,0 1 0 0 0,0-1 0 0 0,0 1-1 0 0,0 0 1 0 0,0-1 0 0 0,0 1 0 0 0,0-1-1 0 0,0 1 1 0 0,0-1 0 0 0,1 1 0 0 0,-1 0-1 0 0,0-1 1 0 0,0 1 0 0 0,0-1-1 0 0,0 1 1 0 0,1 0 0 0 0,-1-1 0 0 0,0 1-1 0 0,0 0 1 0 0,1-1 0 0 0,-1 1 0 0 0,0 0-1 0 0,1-1 1 0 0,-1 1 0 0 0,0 0 0 0 0,1 0-1 0 0,-1-1 1 0 0,1 1 0 0 0,-1 0-1 0 0,0 0 1 0 0,1 0 0 0 0,-1 0 0 0 0,1 0-1 0 0,-1-1 1 0 0,0 1 0 0 0,1 0 0 0 0,-1 0-1 0 0,1 0 1 0 0,-1 0 0 0 0,1 0-1 0 0,-1 0 1 0 0,1 0 0 0 0,1 0-563 0 0,2-1 833 0 0,22 6 168 0 0,-13-1-395 0 0,0 1 0 0 0,0 0 1 0 0,0 1-1 0 0,16 10 0 0 0,2 1-16 0 0,5-2-514 0 0,-1-1-1 0 0,59 15 0 0 0,-70-24-924 0 0,0 0 0 0 0,34 1 0 0 0,-43-6 591 0 0,0-1 0 0 0,0-1 1 0 0,-1 0-1 0 0,1 0 0 0 0,-1-2 0 0 0,1 0 0 0 0,-1 0 0 0 0,0-1 1 0 0,-1-1-1 0 0,1-1 0 0 0,-1 0 0 0 0,0 0 0 0 0,20-17 0 0 0,-14 6-790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5:58:49.219"/>
    </inkml:context>
    <inkml:brush xml:id="br0">
      <inkml:brushProperty name="width" value="0.05" units="cm"/>
      <inkml:brushProperty name="height" value="0.05" units="cm"/>
    </inkml:brush>
  </inkml:definitions>
  <inkml:trace contextRef="#ctx0" brushRef="#br0">313 206 2876 0 0,'14'-45'4066'0'0,"-2"-1"0"0"0,6-56 0 0 0,-18 99-3363 0 0,-3-6 2475 0 0,1 10-1509 0 0,-3 19-1002 0 0,-3 16-49 0 0,-33 57 422 0 0,-92 150 1 0 0,44-88-4192 0 0,14 4-8502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5:58:49.378"/>
    </inkml:context>
    <inkml:brush xml:id="br0">
      <inkml:brushProperty name="width" value="0.05" units="cm"/>
      <inkml:brushProperty name="height" value="0.05" units="cm"/>
    </inkml:brush>
  </inkml:definitions>
  <inkml:trace contextRef="#ctx0" brushRef="#br0">0 102 2068 0 0,'2'-1'4077'0'0,"8"-12"1930"0"0,-7 3-4522 0 0,0 0 0 0 0,-2 0 0 0 0,1-1 0 0 0,-1-16-1 0 0,-1 24-1524 0 0,1-6-2044 0 0,0 1-168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5:58:49.534"/>
    </inkml:context>
    <inkml:brush xml:id="br0">
      <inkml:brushProperty name="width" value="0.05" units="cm"/>
      <inkml:brushProperty name="height" value="0.05" units="cm"/>
    </inkml:brush>
  </inkml:definitions>
  <inkml:trace contextRef="#ctx0" brushRef="#br0">65 64 2156 0 0,'0'0'8197'0'0,"-3"-18"-5389"0"0,-12 3-2580 0 0,2 7-480 0 0,-7-5-1876 0 0,7 3-2392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5:58:51.997"/>
    </inkml:context>
    <inkml:brush xml:id="br0">
      <inkml:brushProperty name="width" value="0.05" units="cm"/>
      <inkml:brushProperty name="height" value="0.05" units="cm"/>
    </inkml:brush>
  </inkml:definitions>
  <inkml:trace contextRef="#ctx0" brushRef="#br0">0 930 2348 0 0,'0'0'9477'0'0,"0"-1"-9432"0"0,0 0 1 0 0,1 0-1 0 0,-1 1 1 0 0,0-1-1 0 0,0 0 0 0 0,1 0 1 0 0,-1 0-1 0 0,0 0 0 0 0,1 0 1 0 0,-1 0-1 0 0,1 1 0 0 0,-1-1 1 0 0,1 0-1 0 0,-1 0 1 0 0,1 1-1 0 0,0-1 0 0 0,-1 0 1 0 0,1 1-1 0 0,0-1 0 0 0,0 1 1 0 0,-1-1-1 0 0,3 0 1 0 0,265-69 1224 0 0,-97 29-784 0 0,1059-344-71 0 0,-989 303-369 0 0,662-249-706 0 0,-897 329 483 0 0,6 1-283 0 0,-6 1-1559 0 0,-22 8-2890 0 0,-13 6 1032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5:58:52.505"/>
    </inkml:context>
    <inkml:brush xml:id="br0">
      <inkml:brushProperty name="width" value="0.05" units="cm"/>
      <inkml:brushProperty name="height" value="0.05" units="cm"/>
    </inkml:brush>
  </inkml:definitions>
  <inkml:trace contextRef="#ctx0" brushRef="#br0">162 937 1104 0 0,'-157'56'9912'0'0,"153"-55"-8804"0"0,13-16-108 0 0,6 3-722 0 0,0 1 1 0 0,0 0 0 0 0,1 2-1 0 0,0 0 1 0 0,24-10-1 0 0,-2 1-17 0 0,834-362 2364 0 0,29 62-2007 0 0,-386 137 291 0 0,-511 180-827 0 0,16-8 251 0 0,-76 29-1198 0 0,-43 13-10837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5:58:54.070"/>
    </inkml:context>
    <inkml:brush xml:id="br0">
      <inkml:brushProperty name="width" value="0.05" units="cm"/>
      <inkml:brushProperty name="height" value="0.05" units="cm"/>
    </inkml:brush>
  </inkml:definitions>
  <inkml:trace contextRef="#ctx0" brushRef="#br0">38 592 3536 0 0,'-3'-1'2102'0'0,"-14"-6"3006"0"0,13 6-4333 0 0,3 2-660 0 0,1-1 0 0 0,-1 0 1 0 0,1 0-1 0 0,-1 0 0 0 0,1 0 0 0 0,-1 0 0 0 0,1 0 0 0 0,0 0 1 0 0,-1 0-1 0 0,1 0 0 0 0,-1-1 0 0 0,1 1 0 0 0,-1 0 1 0 0,1 0-1 0 0,-1 0 0 0 0,1 0 0 0 0,-1-1 0 0 0,1 1 0 0 0,0 0 1 0 0,-1-1-1 0 0,1 1 0 0 0,-1 0 0 0 0,1-1 0 0 0,0 1 0 0 0,-1 0 1 0 0,1-1-1 0 0,0 1 0 0 0,-1 0 0 0 0,1-1 0 0 0,0 0 1 0 0,14-6 1047 0 0,42-6-1230 0 0,-46 11 449 0 0,491-126 352 0 0,-177 17-3011 0 0,-313 107 1690 0 0,0 0 0 0 0,0 0 0 0 0,-1-1-1 0 0,1 0 1 0 0,-1-1 0 0 0,0 0-1 0 0,-1 0 1 0 0,1-1 0 0 0,-1-1 0 0 0,-1 1-1 0 0,10-11 1 0 0,-18 16 519 0 0,1 1 1 0 0,-1 0-1 0 0,1-1 1 0 0,-1 1-1 0 0,0 0 1 0 0,1-1-1 0 0,-1 1 0 0 0,0-1 1 0 0,0 1-1 0 0,0-1 1 0 0,0 1-1 0 0,0 0 0 0 0,0-1 1 0 0,-1 1-1 0 0,1 0 1 0 0,0-1-1 0 0,-1 1 1 0 0,1-1-1 0 0,-1 1 0 0 0,0 0 1 0 0,1 0-1 0 0,-1-1 1 0 0,0 1-1 0 0,0 0 0 0 0,1 0 1 0 0,-1 0-1 0 0,0 0 1 0 0,0 0-1 0 0,-2-2 1 0 0,-32-26-227 0 0,34 29 288 0 0,-31-21 477 0 0,-1 2 1 0 0,0 1-1 0 0,-69-25 0 0 0,-110-20 4295 0 0,208 62-3623 0 0,4 1-1121 0 0,-1-1 0 0 0,0 1 0 0 0,1 0 0 0 0,-1 0 0 0 0,1 0 0 0 0,-1 0 0 0 0,0 0 0 0 0,1 0-1 0 0,-1 0 1 0 0,1 0 0 0 0,-1 1 0 0 0,0-1 0 0 0,1 0 0 0 0,-1 0 0 0 0,1 0 0 0 0,-1 1 0 0 0,0-1 0 0 0,1 0 0 0 0,-1 0 0 0 0,1 1 0 0 0,-1-1 0 0 0,1 1 0 0 0,-1-1 0 0 0,1 0 0 0 0,0 1 0 0 0,-1-1 0 0 0,1 1 0 0 0,-1-1 0 0 0,1 2 0 0 0,7 14 439 0 0,28 15-8 0 0,116 65 344 0 0,-111-74-576 0 0,-1 2 1 0 0,-1 2 0 0 0,-1 1-1 0 0,40 39 1 0 0,-72-61-178 0 0,0 0 1 0 0,0 0-1 0 0,-1 1 1 0 0,0-1-1 0 0,0 1 1 0 0,0 1-1 0 0,0-1 0 0 0,-1 0 1 0 0,0 1-1 0 0,-1 0 1 0 0,1-1-1 0 0,-1 1 1 0 0,-1 0-1 0 0,2 10 1 0 0,-3-11-64 0 0,0 1 0 0 0,-1 0 0 0 0,0 0 0 0 0,0-1 0 0 0,-1 1 1 0 0,1-1-1 0 0,-1 1 0 0 0,-1-1 0 0 0,1 0 0 0 0,-1 0 0 0 0,0 0 1 0 0,-1 0-1 0 0,1 0 0 0 0,-1-1 0 0 0,-6 7 0 0 0,-8 8-850 0 0,0-1 0 0 0,-1-1-1 0 0,-31 23 1 0 0,3-3-5969 0 0,29-23 2847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5:58:54.863"/>
    </inkml:context>
    <inkml:brush xml:id="br0">
      <inkml:brushProperty name="width" value="0.05" units="cm"/>
      <inkml:brushProperty name="height" value="0.05" units="cm"/>
    </inkml:brush>
  </inkml:definitions>
  <inkml:trace contextRef="#ctx0" brushRef="#br0">204 32 2184 0 0,'-2'-18'5165'0'0,"-5"6"-3892"0"0,-1 10 1667 0 0,3 4-2799 0 0,0 0-1 0 0,1 0 1 0 0,-1 1-1 0 0,0-1 1 0 0,1 1-1 0 0,-1 0 1 0 0,1 0-1 0 0,0 1 0 0 0,0-1 1 0 0,0 1-1 0 0,0 0 1 0 0,1 0-1 0 0,0 1 1 0 0,0-1-1 0 0,0 0 1 0 0,-4 10-1 0 0,-9 15 389 0 0,-17 49 0 0 0,23-55-370 0 0,-2 9-1 0 0,1-1-1 0 0,1 2 1 0 0,-8 49-1 0 0,16-71-156 0 0,1 1-1 0 0,0-1 1 0 0,0 0-1 0 0,1 1 1 0 0,0-1-1 0 0,1 1 1 0 0,1-1 0 0 0,0 1-1 0 0,0-1 1 0 0,1 0-1 0 0,1 0 1 0 0,-1 0-1 0 0,11 18 1 0 0,-11-25-148 0 0,0 0 1 0 0,1-1-1 0 0,-1 0 1 0 0,1 0-1 0 0,-1 0 1 0 0,1 0 0 0 0,0-1-1 0 0,0 1 1 0 0,1-1-1 0 0,-1 0 1 0 0,0 0-1 0 0,1-1 1 0 0,-1 1-1 0 0,1-1 1 0 0,-1 0-1 0 0,1 0 1 0 0,0-1 0 0 0,-1 1-1 0 0,1-1 1 0 0,0 0-1 0 0,0 0 1 0 0,-1-1-1 0 0,10-1 1 0 0,4-1-217 0 0,1 0 0 0 0,-1-2 0 0 0,0 0 0 0 0,-1-1 0 0 0,1-1 1 0 0,-1 0-1 0 0,-1-1 0 0 0,1-1 0 0 0,23-17 0 0 0,-20 11 286 0 0,0-1-1 0 0,-1-1 1 0 0,-1 0 0 0 0,-1-2-1 0 0,0 0 1 0 0,19-28-1 0 0,-26 32 454 0 0,-1-1-1 0 0,0 0 0 0 0,-2 0 0 0 0,0-1 0 0 0,0 0 1 0 0,-1 0-1 0 0,6-34 0 0 0,-12 49-294 0 0,1 1 0 0 0,-1-1 0 0 0,0 0 0 0 0,1 0 1 0 0,-1 1-1 0 0,0-1 0 0 0,0 0 0 0 0,0 0 0 0 0,0 0 0 0 0,0 1 0 0 0,-1-1 0 0 0,1 0 0 0 0,0 0 1 0 0,-1 1-1 0 0,1-1 0 0 0,-1 0 0 0 0,0 1 0 0 0,0-1 0 0 0,1 1 0 0 0,-1-1 0 0 0,0 1 0 0 0,0-1 1 0 0,-1 1-1 0 0,1 0 0 0 0,0-1 0 0 0,0 1 0 0 0,-1 0 0 0 0,1 0 0 0 0,0 0 0 0 0,-1 0 0 0 0,1 0 1 0 0,-1 0-1 0 0,1 0 0 0 0,-1 0 0 0 0,-2 0 0 0 0,1 1-9 0 0,0-1 0 0 0,0 1 0 0 0,0 0 0 0 0,0 0-1 0 0,0 0 1 0 0,0 1 0 0 0,0-1 0 0 0,0 1 0 0 0,0 0 0 0 0,1-1 0 0 0,-1 1 0 0 0,0 1 0 0 0,0-1-1 0 0,1 0 1 0 0,-1 1 0 0 0,0-1 0 0 0,1 1 0 0 0,0 0 0 0 0,-4 3 0 0 0,-4 5-2 0 0,1 0 0 0 0,1 1 0 0 0,0 0 0 0 0,0 1 1 0 0,1 0-1 0 0,1 0 0 0 0,0 1 0 0 0,0-1 0 0 0,2 1 0 0 0,-1 0 1 0 0,2 1-1 0 0,-3 16 0 0 0,3-19-63 0 0,2 0 1 0 0,-1 0-1 0 0,2 1 0 0 0,0-1 1 0 0,0 0-1 0 0,1 1 0 0 0,0-1 1 0 0,1 0-1 0 0,0 0 1 0 0,1 0-1 0 0,0 0 0 0 0,1 0 1 0 0,0-1-1 0 0,0 1 0 0 0,9 12 1 0 0,-11-20-16 0 0,0 0-1 0 0,0 0 1 0 0,1-1 0 0 0,-1 1 0 0 0,1-1-1 0 0,-1 1 1 0 0,1-1 0 0 0,0 0 0 0 0,0 0-1 0 0,0-1 1 0 0,0 1 0 0 0,0-1 0 0 0,0 1 0 0 0,1-1-1 0 0,-1 0 1 0 0,0 0 0 0 0,1 0 0 0 0,-1-1-1 0 0,1 1 1 0 0,-1-1 0 0 0,1 0 0 0 0,-1 0-1 0 0,1 0 1 0 0,-1 0 0 0 0,1 0 0 0 0,-1-1-1 0 0,4-1 1 0 0,1-1-15 0 0,-1-1-1 0 0,0-1 1 0 0,0 1 0 0 0,0-1-1 0 0,0 0 1 0 0,-1-1 0 0 0,1 1-1 0 0,-1-1 1 0 0,-1-1 0 0 0,1 1-1 0 0,-1-1 1 0 0,-1 0 0 0 0,1 0-1 0 0,-1 0 1 0 0,0-1 0 0 0,3-9-1 0 0,-5 12-18 0 0,0-1 0 0 0,0 0 0 0 0,-1 0 0 0 0,0 0 0 0 0,0-1 0 0 0,-1 1-1 0 0,0 0 1 0 0,0 0 0 0 0,0 0 0 0 0,-1-1 0 0 0,0 1 0 0 0,0 0 0 0 0,0 0-1 0 0,-1 0 1 0 0,0 0 0 0 0,0 1 0 0 0,0-1 0 0 0,-1 0 0 0 0,0 1 0 0 0,0-1-1 0 0,0 1 1 0 0,-1 0 0 0 0,-8-9 0 0 0,-1 3-309 0 0,-1-1 0 0 0,-1 2 0 0 0,0 0 0 0 0,0 1 0 0 0,-1 0 0 0 0,0 2-1 0 0,-22-9 1 0 0,1 0-1712 0 0,33 15 1105 0 0,3-1-304 0 0,1 1 1077 0 0,-1 1 1 0 0,1-1 0 0 0,0 0 0 0 0,-1 0-1 0 0,1 0 1 0 0,0 0 0 0 0,-1 0 0 0 0,1 0-1 0 0,0 1 1 0 0,0-1 0 0 0,0 0 0 0 0,0 0-1 0 0,0 0 1 0 0,0 0 0 0 0,0 0 0 0 0,0 0-1 0 0,0-1 1 0 0,13-8-1293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5:58:55.671"/>
    </inkml:context>
    <inkml:brush xml:id="br0">
      <inkml:brushProperty name="width" value="0.05" units="cm"/>
      <inkml:brushProperty name="height" value="0.05" units="cm"/>
    </inkml:brush>
  </inkml:definitions>
  <inkml:trace contextRef="#ctx0" brushRef="#br0">1 484 1172 0 0,'18'-5'1650'0'0,"1"0"0"0"0,28-4 0 0 0,-31 7-1040 0 0,-10 1-431 0 0,0 0 0 0 0,0 1 0 0 0,0 0 0 0 0,0 0 0 0 0,0 1 0 0 0,0-1 0 0 0,0 1 0 0 0,0 1 0 0 0,0-1 0 0 0,0 1 0 0 0,0 0 0 0 0,-1 1 0 0 0,1-1 0 0 0,-1 1 0 0 0,1 0 0 0 0,-1 0 0 0 0,0 1 0 0 0,0-1 0 0 0,0 1 0 0 0,-1 0 0 0 0,6 6 0 0 0,-4-2-109 0 0,0-1 0 0 0,0 1 0 0 0,-1 0 1 0 0,0 0-1 0 0,0 1 0 0 0,-1-1 0 0 0,0 1 0 0 0,-1 0 0 0 0,0 0 0 0 0,0 0 0 0 0,-1 1 0 0 0,2 10 0 0 0,-3-8-28 0 0,-1 0-1 0 0,0-1 1 0 0,-1 1-1 0 0,0 0 1 0 0,-1 0-1 0 0,0-1 1 0 0,-1 1-1 0 0,0-1 1 0 0,-1 0-1 0 0,0 1 1 0 0,-8 13-1 0 0,11-23 116 0 0,2-25-97 0 0,3 7-57 0 0,2 1 0 0 0,-1 0-1 0 0,2 0 1 0 0,0 0-1 0 0,1 1 1 0 0,1 0-1 0 0,0 1 1 0 0,14-17-1 0 0,-5 6 0 0 0,-8 10 16 0 0,0 1 0 0 0,1 0 0 0 0,1 0 0 0 0,0 1-1 0 0,1 1 1 0 0,0 0 0 0 0,1 0 0 0 0,17-9 0 0 0,-27 18 63 0 0,9 3-21 0 0,1 1 0 0 0,-1 1-1 0 0,0 0 1 0 0,-1 1 0 0 0,1 0-1 0 0,21 11 1 0 0,1-1-15 0 0,-32-12-40 0 0,4-2-11 0 0,0-1-23 0 0,1 1-1 0 0,-1-1 1 0 0,0 0 0 0 0,0-1-1 0 0,1 1 1 0 0,-1-1 0 0 0,0-1-1 0 0,-1 0 1 0 0,1 0-1 0 0,0 0 1 0 0,-1 0 0 0 0,1-1-1 0 0,-1 0 1 0 0,7-6 0 0 0,-4 1 26 0 0,1-1 0 0 0,-2 1 0 0 0,1-1 1 0 0,-1-1-1 0 0,-1 1 0 0 0,1-2 0 0 0,8-18 1 0 0,-7 9 71 0 0,0-1 1 0 0,-2 1-1 0 0,0-2 1 0 0,-1 1-1 0 0,-2 0 1 0 0,0-1-1 0 0,-1 0 1 0 0,-2 0-1 0 0,-1-28 1 0 0,0 37 177 0 0,-2 0 0 0 0,0 1 1 0 0,-1-1-1 0 0,0 0 0 0 0,-1 1 1 0 0,0 0-1 0 0,-8-16 0 0 0,10 26 663 0 0,-3 5-620 0 0,-16 7-100 0 0,15-2 26 0 0,3 14-157 0 0,1-1-1 0 0,0 1 1 0 0,2 0-1 0 0,0 0 1 0 0,2 0-1 0 0,4 22 1 0 0,32 133-93 0 0,-22-112 68 0 0,20 89-101 0 0,13 45-44 0 0,33 295 0 0 0,-81-487 77 0 0,0 0 0 0 0,-1 1-1 0 0,1-1 1 0 0,-2 1 0 0 0,1-1 0 0 0,-1 1 0 0 0,1-1-1 0 0,-2 1 1 0 0,1-1 0 0 0,-1 0 0 0 0,0 0 0 0 0,0 0-1 0 0,-1 0 1 0 0,1 0 0 0 0,-2 0 0 0 0,1 0 0 0 0,0-1-1 0 0,-1 0 1 0 0,0 0 0 0 0,-9 9 0 0 0,6-11-31 0 0,2-1 31 0 0,-1-1 0 0 0,1 0 0 0 0,0-1-1 0 0,-1 1 1 0 0,1-1 0 0 0,0 0 0 0 0,-1 0 0 0 0,1-1-1 0 0,0 0 1 0 0,-1 0 0 0 0,1 0 0 0 0,0 0 0 0 0,0-1-1 0 0,0 0 1 0 0,0 0 0 0 0,0 0 0 0 0,0 0 0 0 0,1-1-1 0 0,-8-5 1 0 0,4 0-4 0 0,1 1-1 0 0,0-1 1 0 0,1 0-1 0 0,0 0 1 0 0,0-1 0 0 0,-8-16-1 0 0,13 23 33 0 0,-8-14-65 0 0,2 0-1 0 0,1 0 0 0 0,0 0 1 0 0,0-1-1 0 0,2 0 0 0 0,0 0 1 0 0,1 0-1 0 0,1 0 1 0 0,0-32-1 0 0,3 24 22 0 0,1-1 0 0 0,1 1 0 0 0,2 0 0 0 0,0 0 0 0 0,2 1 0 0 0,11-29 0 0 0,-1 13 25 0 0,2 1 0 0 0,1 0 1 0 0,3 2-1 0 0,0 0 0 0 0,3 2 1 0 0,1 0-1 0 0,48-47 0 0 0,-59 66 20 0 0,1 1 0 0 0,0 1 0 0 0,1 0-1 0 0,1 1 1 0 0,20-10 0 0 0,-34 21 12 0 0,3 3-5 0 0,-7-1-2 0 0,0-1 0 0 0,0 1 0 0 0,0 0 0 0 0,-1 0 0 0 0,1 0 0 0 0,0 0 0 0 0,0 0 0 0 0,0 0 0 0 0,0 0 0 0 0,0 0 0 0 0,0 0 0 0 0,0 1 0 0 0,-1-1 0 0 0,1 0 1 0 0,0 0-1 0 0,0 1 0 0 0,0-1 0 0 0,-1 1 0 0 0,1-1 0 0 0,0 1 0 0 0,1 0 0 0 0,0 5-3 0 0,1 1-1 0 0,-1-1 1 0 0,-1 1 0 0 0,1 0 0 0 0,-1 0-1 0 0,0-1 1 0 0,-1 1 0 0 0,0 0 0 0 0,0 0-1 0 0,0 0 1 0 0,-2 9 0 0 0,-22 80-883 0 0,4-16-2396 0 0,14-61-468 0 0,5-15 755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5:58:55.850"/>
    </inkml:context>
    <inkml:brush xml:id="br0">
      <inkml:brushProperty name="width" value="0.05" units="cm"/>
      <inkml:brushProperty name="height" value="0.05" units="cm"/>
    </inkml:brush>
  </inkml:definitions>
  <inkml:trace contextRef="#ctx0" brushRef="#br0">14 178 2348 0 0,'7'-178'10509'0'0,"-13"187"-10270"0"0,5-9-236 0 0,1 0 0 0 0,-1 1 1 0 0,0-1-1 0 0,1 1 1 0 0,-1-1-1 0 0,0 1 0 0 0,1-1 1 0 0,-1 1-1 0 0,1-1 1 0 0,-1 1-1 0 0,1-1 1 0 0,-1 1-1 0 0,1-1 0 0 0,-1 1 1 0 0,1 0-1 0 0,0-1 1 0 0,-1 1-1 0 0,1 0 1 0 0,0 0-1 0 0,0-1 0 0 0,-1 1 1 0 0,1 0-1 0 0,0 0 1 0 0,0-1-1 0 0,0 2 1 0 0,-2 9-212 0 0,1 1 0 0 0,0-1 1 0 0,1 0-1 0 0,0 1 1 0 0,1-1-1 0 0,0 0 1 0 0,1 0-1 0 0,0 1 1 0 0,1-1-1 0 0,0 0 1 0 0,7 15-1 0 0,-5-15-510 0 0,0-1-1 0 0,1-1 1 0 0,0 1 0 0 0,0-1-1 0 0,1 0 1 0 0,0 0-1 0 0,11 10 1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5:58:56.254"/>
    </inkml:context>
    <inkml:brush xml:id="br0">
      <inkml:brushProperty name="width" value="0.05" units="cm"/>
      <inkml:brushProperty name="height" value="0.05" units="cm"/>
    </inkml:brush>
  </inkml:definitions>
  <inkml:trace contextRef="#ctx0" brushRef="#br0">1 211 1752 0 0,'8'-9'560'0'0,"0"1"-1"0"0,0-2 1 0 0,-1 1-1 0 0,0-1 1 0 0,-1 0-1 0 0,0 0 1 0 0,0-1 0 0 0,-1 0-1 0 0,-1 0 1 0 0,0 0-1 0 0,0 0 1 0 0,-1-1-1 0 0,0 1 1 0 0,-1-1-1 0 0,1-23 1 0 0,-3 35-529 0 0,0-1 0 0 0,0 0 0 0 0,1 1 0 0 0,-1-1 0 0 0,0 1 1 0 0,0-1-1 0 0,0 1 0 0 0,0-1 0 0 0,0 1 0 0 0,0-1 0 0 0,0 0 0 0 0,0 1 0 0 0,0-1 0 0 0,0 1 0 0 0,0-1 1 0 0,0 1-1 0 0,0-1 0 0 0,-1 0 0 0 0,1 1 0 0 0,0-1 0 0 0,0 1 0 0 0,-1-1 0 0 0,1 1 0 0 0,0-1 0 0 0,-1 1 1 0 0,1 0-1 0 0,0-1 0 0 0,-1 1 0 0 0,1-1 0 0 0,-1 1 0 0 0,1 0 0 0 0,0-1 0 0 0,-1 1 0 0 0,1 0 0 0 0,-1-1 1 0 0,1 1-1 0 0,-1 0 0 0 0,0 0 0 0 0,1-1 0 0 0,-1 1 0 0 0,1 0 0 0 0,-1 0 0 0 0,1 0 0 0 0,-1 0 0 0 0,1 0 1 0 0,-1 0-1 0 0,0 0 0 0 0,1 0 0 0 0,-1 0 0 0 0,1 0 0 0 0,-1 0 0 0 0,1 0 0 0 0,-1 0 0 0 0,0 1 0 0 0,1-1 1 0 0,-1 0-1 0 0,1 0 0 0 0,-1 1 0 0 0,1-1 0 0 0,-1 0 0 0 0,1 1 0 0 0,-1-1 0 0 0,1 0 0 0 0,0 1 0 0 0,-1-1 0 0 0,1 1 1 0 0,-1-1-1 0 0,1 0 0 0 0,-1 2 0 0 0,-2 0-37 0 0,0 2 1 0 0,-1-1 0 0 0,1 0-1 0 0,0 1 1 0 0,1-1-1 0 0,-1 1 1 0 0,-3 6 0 0 0,0 10-132 0 0,1 0 1 0 0,1 0 0 0 0,0 0 0 0 0,2 0 0 0 0,0 1 0 0 0,2-1 0 0 0,0 1 0 0 0,1-1 0 0 0,5 28 0 0 0,6 16-242 0 0,32 99 0 0 0,-18-91 526 0 0,4-3 0 0 0,58 102 0 0 0,13 28 151 0 0,-99-195-292 0 0,10 23-56 0 0,-1 1-1 0 0,-1 0 0 0 0,10 43 1 0 0,-19-65 79 0 0,1 0 1 0 0,-1 0-1 0 0,-1 0 1 0 0,1 0-1 0 0,-1 0 1 0 0,0 0-1 0 0,0 0 1 0 0,-1 0-1 0 0,0 0 1 0 0,0 0-1 0 0,0 0 1 0 0,-1 0-1 0 0,0 0 1 0 0,0 0-1 0 0,0-1 1 0 0,-1 1-1 0 0,1-1 1 0 0,-2 0-1 0 0,1 0 1 0 0,0 0-1 0 0,-1 0 1 0 0,0 0-1 0 0,-8 7 1 0 0,9-10 35 0 0,0 0 0 0 0,-1-1 0 0 0,1 1 0 0 0,0 0 0 0 0,-1-1 0 0 0,1 0 0 0 0,-1 0 0 0 0,0 0 0 0 0,1 0 0 0 0,-1-1 0 0 0,0 1 0 0 0,0-1 0 0 0,1 0 0 0 0,-7-1 0 0 0,-47-11 435 0 0,46 8-413 0 0,1-1-1 0 0,-1 0 0 0 0,0 0 0 0 0,1-1 1 0 0,0 0-1 0 0,1-1 0 0 0,-1 0 0 0 0,1-1 1 0 0,1 0-1 0 0,-1 0 0 0 0,1-1 0 0 0,-12-17 1 0 0,12 12-124 0 0,0 0 1 0 0,1-1 0 0 0,0 1-1 0 0,1-2 1 0 0,1 1 0 0 0,0 0-1 0 0,1-1 1 0 0,-2-22 0 0 0,3-2-482 0 0,1 1-1 0 0,3-1 1 0 0,1 1 0 0 0,1-1 0 0 0,3 1 0 0 0,16-63 0 0 0,26-63-4371 0 0,-29 114 2066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5:58:56.755"/>
    </inkml:context>
    <inkml:brush xml:id="br0">
      <inkml:brushProperty name="width" value="0.05" units="cm"/>
      <inkml:brushProperty name="height" value="0.05" units="cm"/>
    </inkml:brush>
  </inkml:definitions>
  <inkml:trace contextRef="#ctx0" brushRef="#br0">124 425 376 0 0,'-1'-12'1918'0'0,"0"-1"-1"0"0,0 1 1 0 0,-6-20-1 0 0,-15-28 1125 0 0,21 57-2766 0 0,1 2-245 0 0,-1 0 1 0 0,1 1-1 0 0,0-1 1 0 0,-1 1-1 0 0,1-1 1 0 0,-1 1-1 0 0,1-1 1 0 0,-1 1-1 0 0,1-1 1 0 0,-1 1-1 0 0,1-1 1 0 0,-1 1 0 0 0,1 0-1 0 0,-1-1 1 0 0,1 1-1 0 0,-1 0 1 0 0,0-1-1 0 0,1 1 1 0 0,-1 0-1 0 0,1 0 1 0 0,-1 0-1 0 0,0-1 1 0 0,1 1-1 0 0,-1 0 1 0 0,0 0-1 0 0,0 0 1 0 0,0 0-1 0 0,-7 10 20 0 0,1 0 0 0 0,1 0 0 0 0,-1 1 0 0 0,2 0 0 0 0,0 0 0 0 0,0 0 0 0 0,1 1-1 0 0,0-1 1 0 0,1 1 0 0 0,0 0 0 0 0,-1 17 0 0 0,-2 26-14 0 0,1 64 0 0 0,4-95-1 0 0,0 30-7 0 0,2-1-1 0 0,2 0 1 0 0,3 0-1 0 0,2 0 0 0 0,20 70 1 0 0,-27-118-28 0 0,0-1-4 0 0,0 1-1 0 0,0-1 0 0 0,1 1 1 0 0,-1-1-1 0 0,1 0 0 0 0,0 0 1 0 0,0 1-1 0 0,1-1 0 0 0,-1 0 1 0 0,1-1-1 0 0,0 1 0 0 0,0 0 1 0 0,0-1-1 0 0,0 0 0 0 0,1 0 1 0 0,-1 0-1 0 0,8 5 0 0 0,-6-6-37 0 0,0-1-1 0 0,0 0 1 0 0,0 0 0 0 0,-1-1-1 0 0,1 0 1 0 0,0 1 0 0 0,0-2-1 0 0,0 1 1 0 0,0 0 0 0 0,0-1-1 0 0,0 0 1 0 0,0 0 0 0 0,8-4-1 0 0,-3 1-25 0 0,-1 0-1 0 0,0-1 1 0 0,-1 0-1 0 0,1-1 1 0 0,-1 0-1 0 0,12-10 1 0 0,-3-1-14 0 0,-1 0-1 0 0,0-1 1 0 0,-1-1 0 0 0,-1-1 0 0 0,16-29-1 0 0,-8 6 170 0 0,-2-1 0 0 0,-2-1 0 0 0,-2-1 0 0 0,-2 0 0 0 0,-2-1 0 0 0,-2-1 0 0 0,-2 0 0 0 0,-2 0 0 0 0,-2 0-1 0 0,-2-1 1 0 0,-3 1 0 0 0,-9-75 0 0 0,3 95 314 0 0,-2 0-1 0 0,0 0 0 0 0,-2 1 1 0 0,-1 0-1 0 0,-22-37 1 0 0,25 48-256 0 0,8 12-79 0 0,0 4-11 0 0,0-1-52 0 0,0 1 0 0 0,0-1 0 0 0,0 1 1 0 0,0-1-1 0 0,0 1 0 0 0,1 0 0 0 0,-1-1 1 0 0,0 1-1 0 0,0 0 0 0 0,0 0 0 0 0,0 0 0 0 0,0 0 1 0 0,0-1-1 0 0,0 1 0 0 0,0 1 0 0 0,0-1 0 0 0,0 0 1 0 0,-1 0-1 0 0,-4 8 8 0 0,1-1 0 0 0,0 1 0 0 0,0 0 1 0 0,1 0-1 0 0,0 1 0 0 0,1-1 0 0 0,0 1 1 0 0,0 0-1 0 0,0 0 0 0 0,-1 15 0 0 0,-1 18 32 0 0,-1 44-1 0 0,5-47-14 0 0,-3 50-72 0 0,4 1 0 0 0,5-1 0 0 0,16 94 0 0 0,-16-154-360 0 0,14 43 0 0 0,-18-66 190 0 0,1 0 0 0 0,0-1 0 0 0,1 1 0 0 0,-1-1 0 0 0,1 0 0 0 0,0 0 0 0 0,0 0 0 0 0,1 0 0 0 0,0 0 0 0 0,-1 0 0 0 0,2-1 0 0 0,-1 0 0 0 0,0 0 0 0 0,8 5 0 0 0,-9-8-49 0 0,0-1-1 0 0,0 1 1 0 0,0-1-1 0 0,0 0 1 0 0,0 1-1 0 0,0-1 1 0 0,0 0-1 0 0,0-1 1 0 0,1 1-1 0 0,-1-1 1 0 0,0 1-1 0 0,0-1 1 0 0,0 0-1 0 0,0 0 1 0 0,0 0-1 0 0,0-1 1 0 0,-1 1-1 0 0,1-1 1 0 0,0 1-1 0 0,-1-1 1 0 0,1 0-1 0 0,3-4 1 0 0,18-13-2229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5:58:56.920"/>
    </inkml:context>
    <inkml:brush xml:id="br0">
      <inkml:brushProperty name="width" value="0.05" units="cm"/>
      <inkml:brushProperty name="height" value="0.05" units="cm"/>
    </inkml:brush>
  </inkml:definitions>
  <inkml:trace contextRef="#ctx0" brushRef="#br0">1 154 2616 0 0,'52'-150'9252'0'0,"-51"147"-7760"0"0,0 4-1456 0 0,0 0 0 0 0,0 0 1 0 0,0 0-1 0 0,0 1 0 0 0,0-1 0 0 0,0 0 1 0 0,0 1-1 0 0,-1-1 0 0 0,1 0 0 0 0,0 1 1 0 0,-1-1-1 0 0,1 1 0 0 0,-1-1 0 0 0,0 1 0 0 0,1-1 1 0 0,-1 1-1 0 0,0 2 0 0 0,5 31 60 0 0,9 55-70 0 0,0 0-1711 0 0,-11-24-4293 0 0,-3-45 2491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5:58:57.328"/>
    </inkml:context>
    <inkml:brush xml:id="br0">
      <inkml:brushProperty name="width" value="0.05" units="cm"/>
      <inkml:brushProperty name="height" value="0.05" units="cm"/>
    </inkml:brush>
  </inkml:definitions>
  <inkml:trace contextRef="#ctx0" brushRef="#br0">29 17 1608 0 0,'0'0'288'0'0,"0"-1"0"0"0,0 0 1 0 0,0 0-1 0 0,0 0 0 0 0,0 0 0 0 0,0 0 0 0 0,0 1 0 0 0,-1-1 0 0 0,1 0 0 0 0,0 0 0 0 0,-1 0 1 0 0,1 1-1 0 0,0-1 0 0 0,-1 0 0 0 0,1 0 0 0 0,-1 1 0 0 0,1-1 0 0 0,-1 0 0 0 0,1 1 1 0 0,-2-2-1 0 0,0 5-228 0 0,0-1 1 0 0,0 0-1 0 0,0 1 1 0 0,0 0 0 0 0,1-1-1 0 0,-1 1 1 0 0,1 0-1 0 0,-1 0 1 0 0,1 0 0 0 0,0 0-1 0 0,0 0 1 0 0,1 0-1 0 0,-1 0 1 0 0,0 0-1 0 0,1 0 1 0 0,0 0 0 0 0,0 0-1 0 0,0 0 1 0 0,0 0-1 0 0,0 1 1 0 0,2 2 0 0 0,13 77 197 0 0,-4-46-238 0 0,1 0 0 0 0,2-1-1 0 0,1 0 1 0 0,31 51 0 0 0,-45-85-21 0 0,0 0 0 0 0,0-1 1 0 0,0 1-1 0 0,1-1 0 0 0,-1 1 0 0 0,0-1 1 0 0,1 1-1 0 0,-1-1 0 0 0,1 0 0 0 0,-1 1 0 0 0,1-1 1 0 0,0 0-1 0 0,0 0 0 0 0,-1 0 0 0 0,1-1 1 0 0,0 1-1 0 0,0 0 0 0 0,0-1 0 0 0,0 1 1 0 0,0-1-1 0 0,0 0 0 0 0,0 1 0 0 0,0-1 1 0 0,0 0-1 0 0,0 0 0 0 0,0 0 0 0 0,0-1 1 0 0,0 1-1 0 0,0 0 0 0 0,0-1 0 0 0,0 1 1 0 0,0-1-1 0 0,-1 0 0 0 0,1 0 0 0 0,0 1 0 0 0,0-1 1 0 0,0 0-1 0 0,-1-1 0 0 0,1 1 0 0 0,-1 0 1 0 0,1 0-1 0 0,1-2 0 0 0,5-4-11 0 0,-1 0 1 0 0,1 0-1 0 0,-1 0 0 0 0,-1-1 1 0 0,1 0-1 0 0,9-16 0 0 0,-3-5 89 0 0,-1-1-1 0 0,-1 0 1 0 0,-2-1-1 0 0,-1 0 1 0 0,7-55 0 0 0,-15 86-24 0 0,0-1 0 0 0,1 0 0 0 0,-1 0 0 0 0,0 0 1 0 0,0 0-1 0 0,0 0 0 0 0,0 0 0 0 0,0 0 1 0 0,0 0-1 0 0,0 0 0 0 0,0 1 0 0 0,0-1 1 0 0,0 0-1 0 0,0 0 0 0 0,0 0 0 0 0,-1 0 0 0 0,1 0 1 0 0,0 0-1 0 0,-1 0 0 0 0,1 1 0 0 0,-2-3 1 0 0,-11 11 359 0 0,-13 28 7 0 0,13-4-241 0 0,1 1 0 0 0,2 0 0 0 0,-10 52 0 0 0,16-64-225 0 0,2 0 0 0 0,0 0 0 0 0,2 0 1 0 0,0 0-1 0 0,1 0 0 0 0,1-1 1 0 0,5 24-1 0 0,-6-40-101 0 0,-1-1 0 0 0,1 0 0 0 0,0 0 1 0 0,0 0-1 0 0,1 0 0 0 0,-1 1 0 0 0,1-2 0 0 0,-1 1 0 0 0,1 0 1 0 0,0 0-1 0 0,0 0 0 0 0,0-1 0 0 0,1 1 0 0 0,-1-1 1 0 0,4 4-1 0 0,-4-5-73 0 0,1 0 0 0 0,-1 0-1 0 0,0 0 1 0 0,0-1 0 0 0,1 1 0 0 0,-1 0 0 0 0,0-1 0 0 0,1 0 0 0 0,-1 1 0 0 0,1-1 0 0 0,-1 0-1 0 0,0 0 1 0 0,1-1 0 0 0,-1 1 0 0 0,1 0 0 0 0,-1-1 0 0 0,0 1 0 0 0,0-1 0 0 0,3-1-1 0 0,19-8-2091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5:58:57.639"/>
    </inkml:context>
    <inkml:brush xml:id="br0">
      <inkml:brushProperty name="width" value="0.05" units="cm"/>
      <inkml:brushProperty name="height" value="0.05" units="cm"/>
    </inkml:brush>
  </inkml:definitions>
  <inkml:trace contextRef="#ctx0" brushRef="#br0">1 45 64 0 0,'5'-12'2765'0'0,"10"-18"445"0"0,-11 27-830 0 0,-5 19 1429 0 0,-5 40-3769 0 0,2 87-1 0 0,4-140-344 0 0,2-3-188 0 0,1-1 485 0 0,-1 1 1 0 0,1-1 0 0 0,-1 0-1 0 0,0 0 1 0 0,1 0-1 0 0,-1 0 1 0 0,0-1-1 0 0,0 1 1 0 0,1-1-1 0 0,-1 1 1 0 0,0-1 0 0 0,-1 1-1 0 0,1-1 1 0 0,2-3-1 0 0,31-39-19 0 0,-14 17-21 0 0,-5 10 367 0 0,0 1-1 0 0,26-19 1 0 0,-39 33-45 0 0,23-4 539 0 0,-24 6-779 0 0,1 1 0 0 0,-1-1 0 0 0,0 1 0 0 0,0 0 0 0 0,0-1 0 0 0,0 1 0 0 0,-1 0 0 0 0,1 0 0 0 0,0 0 0 0 0,0 1 1 0 0,0-1-1 0 0,-1 0 0 0 0,1 1 0 0 0,-1-1 0 0 0,1 1 0 0 0,-1-1 0 0 0,0 1 0 0 0,1 0 0 0 0,-1 0 0 0 0,0 0 0 0 0,1 2 0 0 0,2 3 22 0 0,0 1 1 0 0,-1-1 0 0 0,0 1 0 0 0,4 14-1 0 0,7 67-2155 0 0,-14-85 1195 0 0,0 14-4611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5:58:57.819"/>
    </inkml:context>
    <inkml:brush xml:id="br0">
      <inkml:brushProperty name="width" value="0.05" units="cm"/>
      <inkml:brushProperty name="height" value="0.05" units="cm"/>
    </inkml:brush>
  </inkml:definitions>
  <inkml:trace contextRef="#ctx0" brushRef="#br0">1 70 2380 0 0,'36'-67'7670'0'0,"-35"64"-5454"0"0,2 12-1997 0 0,-1-1 0 0 0,0 1 0 0 0,0 0 0 0 0,-1 0 0 0 0,0 0-1 0 0,-1 0 1 0 0,0 0 0 0 0,0 0 0 0 0,-2 10 0 0 0,0 15 25 0 0,6 141 301 0 0,-6 151-4397 0 0,-7-257-1573 0 0,5-54 2442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5:58:57.957"/>
    </inkml:context>
    <inkml:brush xml:id="br0">
      <inkml:brushProperty name="width" value="0.05" units="cm"/>
      <inkml:brushProperty name="height" value="0.05" units="cm"/>
    </inkml:brush>
  </inkml:definitions>
  <inkml:trace contextRef="#ctx0" brushRef="#br0">1 245 1260 0 0,'0'-9'427'0'0,"1"0"-1"0"0,0 1 0 0 0,0-1 1 0 0,1 0-1 0 0,0 1 1 0 0,1 0-1 0 0,0 0 1 0 0,0 0-1 0 0,1 0 0 0 0,0 0 1 0 0,0 0-1 0 0,1 1 1 0 0,0 0-1 0 0,0 0 1 0 0,0 0-1 0 0,1 1 0 0 0,0 0 1 0 0,13-10-1 0 0,-4 4-541 0 0,0 1 0 0 0,30-16 0 0 0,33-10-3609 0 0,-74 35 1415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5:58:58.468"/>
    </inkml:context>
    <inkml:brush xml:id="br0">
      <inkml:brushProperty name="width" value="0.05" units="cm"/>
      <inkml:brushProperty name="height" value="0.05" units="cm"/>
    </inkml:brush>
  </inkml:definitions>
  <inkml:trace contextRef="#ctx0" brushRef="#br0">206 1153 2636 0 0,'-163'20'8063'0'0,"158"-20"-7246"0"0,-2 1 21 0 0,-24 0 1703 0 0,44-16-1715 0 0,5 4-660 0 0,1 2-1 0 0,1 0 1 0 0,-1 1 0 0 0,2 1 0 0 0,-1 1 0 0 0,26-4 0 0 0,1-2 40 0 0,990-225 1101 0 0,-474 117-1162 0 0,1211-355-853 0 0,-1595 423 2757 0 0,247-109 1 0 0,-382 139-815 0 0,-41 20-1051 0 0,14-7-179 0 0,-8 2-2617 0 0,-30 4-9188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5:59:15.351"/>
    </inkml:context>
    <inkml:brush xml:id="br0">
      <inkml:brushProperty name="width" value="0.05" units="cm"/>
      <inkml:brushProperty name="height" value="0.05" units="cm"/>
    </inkml:brush>
  </inkml:definitions>
  <inkml:trace contextRef="#ctx0" brushRef="#br0">179 160 2080 0 0,'-139'-122'7757'0'0,"136"120"-7384"0"0,-22-26 1075 0 0,14 21-786 0 0,19 20-466 0 0,218 227 748 0 0,-104-116-563 0 0,19 20 120 0 0,-36-40-422 0 0,-5 4 0 0 0,96 135 0 0 0,-126-143-45 0 0,4-4-1 0 0,4-3 0 0 0,143 132 0 0 0,-191-199-33 0 0,68 64 94 0 0,207 141 1 0 0,-232-182-97 0 0,88 79 1 0 0,-144-114 0 0 0,12 6 13 0 0,-13-6 0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5:59:16.162"/>
    </inkml:context>
    <inkml:brush xml:id="br0">
      <inkml:brushProperty name="width" value="0.05" units="cm"/>
      <inkml:brushProperty name="height" value="0.05" units="cm"/>
    </inkml:brush>
  </inkml:definitions>
  <inkml:trace contextRef="#ctx0" brushRef="#br0">101 47 1104 0 0,'-3'-1'1529'0'0,"-56"-19"4679"0"0,55 19-5324 0 0,-16-11 406 0 0,7 3 3140 0 0,12 6-3941 0 0,10 2-182 0 0,28 8-81 0 0,33 10-197 0 0,61 18-1 0 0,182 59-63 0 0,-271-80-347 0 0,0-2 0 0 0,1-2 1 0 0,1-1-1 0 0,0-3 0 0 0,0-1 1 0 0,0-2-1 0 0,52-4 0 0 0,3 1-7460 0 0,-94 0 5233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5:59:16.478"/>
    </inkml:context>
    <inkml:brush xml:id="br0">
      <inkml:brushProperty name="width" value="0.05" units="cm"/>
      <inkml:brushProperty name="height" value="0.05" units="cm"/>
    </inkml:brush>
  </inkml:definitions>
  <inkml:trace contextRef="#ctx0" brushRef="#br0">259 101 1660 0 0,'0'-4'1717'0'0,"4"-56"4118"0"0,-4 56-5025 0 0,-3-28 3833 0 0,-38 170-3248 0 0,-33 96-999 0 0,58-191-440 0 0,-44 107-524 0 0,11-57-2886 0 0,45-88 2969 0 0,-1 0-364 0 0,1 4-2740 0 0,-3 10-894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5:59:16.795"/>
    </inkml:context>
    <inkml:brush xml:id="br0">
      <inkml:brushProperty name="width" value="0.05" units="cm"/>
      <inkml:brushProperty name="height" value="0.05" units="cm"/>
    </inkml:brush>
  </inkml:definitions>
  <inkml:trace contextRef="#ctx0" brushRef="#br0">26 133 424 0 0,'-4'-6'919'0'0,"1"0"1"0"0,-1-1-1 0 0,1 0 0 0 0,1 0 1 0 0,-1 0-1 0 0,1 0 0 0 0,1 0 1 0 0,-2-9-1 0 0,3 14-771 0 0,0-1 0 0 0,0 1 0 0 0,0-1 0 0 0,0 1 0 0 0,0-1 0 0 0,1 1 1 0 0,-1-1-1 0 0,1 1 0 0 0,-1 0 0 0 0,1-1 0 0 0,0 1 0 0 0,0 0 0 0 0,0-1 0 0 0,1 1 0 0 0,-1 0 0 0 0,0 0 1 0 0,1 0-1 0 0,-1 0 0 0 0,1 0 0 0 0,0 1 0 0 0,0-1 0 0 0,0 0 0 0 0,0 1 0 0 0,0-1 0 0 0,0 1 0 0 0,4-2 0 0 0,1 1-4 0 0,0 1 0 0 0,1 0 0 0 0,-1 1-1 0 0,1-1 1 0 0,0 1 0 0 0,-1 1 0 0 0,1 0-1 0 0,-1 0 1 0 0,0 0 0 0 0,1 1 0 0 0,12 4-1 0 0,-19-5-148 0 0,52 16 365 0 0,71 35 0 0 0,-83-33-560 0 0,1-2 0 0 0,85 23-1 0 0,-103-35-581 0 0,1-1 1 0 0,34 1-1 0 0,-44-5-845 0 0,0 0 0 0 0,29-6 0 0 0,-6-2-2698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5:59:17.034"/>
    </inkml:context>
    <inkml:brush xml:id="br0">
      <inkml:brushProperty name="width" value="0.05" units="cm"/>
      <inkml:brushProperty name="height" value="0.05" units="cm"/>
    </inkml:brush>
  </inkml:definitions>
  <inkml:trace contextRef="#ctx0" brushRef="#br0">553 35 504 0 0,'1'-3'2654'0'0,"2"-4"-2125"0"0,2-17 7475 0 0,-14 34-7528 0 0,-25 41 907 0 0,-28 58-1 0 0,10-17-880 0 0,-37 60-209 0 0,-74 117-1367 0 0,124-213-2778 0 0,-49 54 0 0 0,63-81-113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6:17:59.873"/>
    </inkml:context>
    <inkml:brush xml:id="br0">
      <inkml:brushProperty name="width" value="0.05" units="cm"/>
      <inkml:brushProperty name="height" value="0.05" units="cm"/>
    </inkml:brush>
  </inkml:definitions>
  <inkml:trace contextRef="#ctx0" brushRef="#br0">16 22 1108 0 0,'0'0'3794'0'0,"-8"-13"-2589"0"0,1 5 3684 0 0,11 27-4740 0 0,2 1-1 0 0,0-1 0 0 0,2 0 0 0 0,0-1 1 0 0,1 0-1 0 0,0 0 0 0 0,2-1 0 0 0,13 18 0 0 0,26 27 73 0 0,222 267 193 0 0,-225-279-216 0 0,-16-17-100 0 0,-1 0 1 0 0,42 63 0 0 0,-58-77-65 0 0,-1-1 1 0 0,2 0 0 0 0,18 17 0 0 0,22 25 74 0 0,236 271 260 0 0,24 40-202 0 0,-234-269-158 0 0,-51-65 75 0 0,17 21-8 0 0,64 102-1 0 0,-84-119-57 0 0,1-1-1 0 0,37 40 0 0 0,21 28 38 0 0,194 256 205 0 0,-33-5-341 0 0,-147-201 58 0 0,-99-156 40 0 0,10 15-23 0 0,-2 1-1572 0 0,-28-43-2954 0 0,-4-4 1278 0 0,10 13 841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6:18:00.307"/>
    </inkml:context>
    <inkml:brush xml:id="br0">
      <inkml:brushProperty name="width" value="0.05" units="cm"/>
      <inkml:brushProperty name="height" value="0.05" units="cm"/>
    </inkml:brush>
  </inkml:definitions>
  <inkml:trace contextRef="#ctx0" brushRef="#br0">30 91 1260 0 0,'0'0'3940'0'0,"-16"-4"-2640"0"0,9 1 1639 0 0,1-1-1959 0 0,10 2-406 0 0,25 3-253 0 0,44 10-283 0 0,13 6 154 0 0,157 26 99 0 0,-205-39-316 0 0,0-2 0 0 0,0-1-1 0 0,0-3 1 0 0,57-7-1 0 0,-70 4-286 0 0,-1 0 0 0 0,0-1-1 0 0,43-18 1 0 0,-55 18-298 0 0,0 0 1 0 0,0-1 0 0 0,-1 0-1 0 0,0 0 1 0 0,-1-2 0 0 0,1 1 0 0 0,-2-1-1 0 0,1-1 1 0 0,8-10 0 0 0,-7 3-773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6:18:00.583"/>
    </inkml:context>
    <inkml:brush xml:id="br0">
      <inkml:brushProperty name="width" value="0.05" units="cm"/>
      <inkml:brushProperty name="height" value="0.05" units="cm"/>
    </inkml:brush>
  </inkml:definitions>
  <inkml:trace contextRef="#ctx0" brushRef="#br0">308 17 2928 0 0,'0'0'1532'0'0,"3"-11"583"0"0,-1 5 1370 0 0,-15 36-2205 0 0,-1 0 1 0 0,-25 38-1 0 0,-55 82-1582 0 0,58-92-94 0 0,-22 32-1062 0 0,15-34-3437 0 0,28-41 1029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6:18:02.011"/>
    </inkml:context>
    <inkml:brush xml:id="br0">
      <inkml:brushProperty name="width" value="0.05" units="cm"/>
      <inkml:brushProperty name="height" value="0.05" units="cm"/>
    </inkml:brush>
  </inkml:definitions>
  <inkml:trace contextRef="#ctx0" brushRef="#br0">1 112 2052 0 0,'0'0'5813'0'0,"0"0"-5716"0"0,0-1-1 0 0,0 1 0 0 0,-1-1 1 0 0,1 1-1 0 0,0-1 0 0 0,0 1 1 0 0,0-1-1 0 0,0 1 0 0 0,0-1 1 0 0,0 1-1 0 0,0-1 0 0 0,0 1 1 0 0,1-1-1 0 0,-1 1 0 0 0,0 0 1 0 0,0-1-1 0 0,0 1 0 0 0,0-1 1 0 0,1 1-1 0 0,-1-1 0 0 0,0 1 0 0 0,0-1 1 0 0,1 1-1 0 0,-1 0 0 0 0,0-1 1 0 0,1 1-1 0 0,-1 0 0 0 0,0-1 1 0 0,1 1-1 0 0,-1 0 0 0 0,1-1 1 0 0,-1 1-1 0 0,1 0 0 0 0,24 17-3 0 0,0 2-1 0 0,-2 0 0 0 0,35 37 0 0 0,10 8 14 0 0,-37-37-65 0 0,-7-4 123 0 0,1-2 0 0 0,1 0 0 0 0,0-2 0 0 0,2-1 1 0 0,0-1-1 0 0,33 15 0 0 0,-52-30-81 0 0,-1 0 0 0 0,1-1-1 0 0,-1 0 1 0 0,1 0 0 0 0,0 0 0 0 0,0-1-1 0 0,-1-1 1 0 0,1 1 0 0 0,0-1 0 0 0,-1-1 0 0 0,1 0-1 0 0,-1 0 1 0 0,1-1 0 0 0,-1 0 0 0 0,0 0-1 0 0,0-1 1 0 0,0 0 0 0 0,-1 0 0 0 0,1-1-1 0 0,-1 0 1 0 0,9-7 0 0 0,14-14-18 0 0,-2 0 0 0 0,0-2 0 0 0,32-44 0 0 0,-45 54-18 0 0,164-216-972 0 0,-177 231 274 0 0,-35 14-5910 0 0,25-7 5822 0 0,-21 14-2334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6:18:02.492"/>
    </inkml:context>
    <inkml:brush xml:id="br0">
      <inkml:brushProperty name="width" value="0.05" units="cm"/>
      <inkml:brushProperty name="height" value="0.05" units="cm"/>
    </inkml:brush>
  </inkml:definitions>
  <inkml:trace contextRef="#ctx0" brushRef="#br0">64 304 2236 0 0,'-3'-3'1738'0'0,"-41"-30"3698"0"0,41 31-4853 0 0,-11-10 1627 0 0,217 163-1101 0 0,-22 3-738 0 0,49 35 84 0 0,-226-187-388 0 0,0 1 0 0 0,0 0 0 0 0,0-1 1 0 0,1 0-1 0 0,-1 0 0 0 0,0 0 0 0 0,1-1 0 0 0,-1 1 1 0 0,1-1-1 0 0,0 0 0 0 0,0 0 0 0 0,-1-1 0 0 0,1 1 0 0 0,0-1 1 0 0,0 0-1 0 0,-1-1 0 0 0,1 1 0 0 0,0-1 0 0 0,0 0 1 0 0,7-2-1 0 0,-2-2-5 0 0,0 1 0 0 0,0-1 0 0 0,-1-1 1 0 0,0 0-1 0 0,0 0 0 0 0,0-1 0 0 0,-1 0 1 0 0,9-10-1 0 0,33-40 87 0 0,-2-2-1 0 0,-3-2 1 0 0,49-88 0 0 0,27-37 141 0 0,6 8-332 0 0,-126 176-239 0 0,2-1-312 0 0,4-3 405 0 0,-7 21-4583 0 0,-1-1 3176 0 0,-2 0-1 0 0,-4 17 0 0 0,0-9-1752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6:18:04.456"/>
    </inkml:context>
    <inkml:brush xml:id="br0">
      <inkml:brushProperty name="width" value="0.05" units="cm"/>
      <inkml:brushProperty name="height" value="0.05" units="cm"/>
    </inkml:brush>
  </inkml:definitions>
  <inkml:trace contextRef="#ctx0" brushRef="#br0">7 1 2252 0 0,'0'0'10931'0'0,"-6"18"-10723"0"0,16 65 210 0 0,4 0-1 0 0,26 86 0 0 0,65 164 99 0 0,-75-245-490 0 0,85 296 108 0 0,-59-189-40 0 0,12 84 246 0 0,-56-227 192 0 0,-5-17-6196 0 0,-33-44 2990 0 0,18 4 427 0 0,-5-10-469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6:18:05.248"/>
    </inkml:context>
    <inkml:brush xml:id="br0">
      <inkml:brushProperty name="width" value="0.05" units="cm"/>
      <inkml:brushProperty name="height" value="0.05" units="cm"/>
    </inkml:brush>
  </inkml:definitions>
  <inkml:trace contextRef="#ctx0" brushRef="#br0">33 14 1636 0 0,'0'0'1549'0'0,"-4"-1"-295"0"0,-24-12 4921 0 0,51 18-6537 0 0,43 15 1120 0 0,0 2 0 0 0,93 47 0 0 0,121 79 169 0 0,-138-69-917 0 0,-45-35-3089 0 0,-94-42 2516 0 0,50-1-2462 0 0,-49-2 2580 0 0,-2 0 366 0 0,-1 1 0 0 0,0-1 0 0 0,0 0-1 0 0,0 1 1 0 0,0-1 0 0 0,0 0 0 0 0,0 0 0 0 0,0 0-1 0 0,0 0 1 0 0,0 0 0 0 0,0 0 0 0 0,-1 0 0 0 0,1 0-1 0 0,0 0 1 0 0,-1 0 0 0 0,1 0 0 0 0,0-1 0 0 0,-1 1-1 0 0,1-2 1 0 0,12-33-1560 0 0,-11 30 1355 0 0,26-69 102 0 0,19-63 5999 0 0,-46 135-5367 0 0,3-21 1009 0 0,2-3 1775 0 0,-9 27-2266 0 0,-7 18-1145 0 0,-147 321-756 0 0,143-305-1635 0 0,11-27-1791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6:18:05.618"/>
    </inkml:context>
    <inkml:brush xml:id="br0">
      <inkml:brushProperty name="width" value="0.05" units="cm"/>
      <inkml:brushProperty name="height" value="0.05" units="cm"/>
    </inkml:brush>
  </inkml:definitions>
  <inkml:trace contextRef="#ctx0" brushRef="#br0">29 19 2548 0 0,'-28'-18'7274'0'0,"91"57"-6960"0"0,337 197 420 0 0,-331-201-864 0 0,103 35 0 0 0,-163-67-316 0 0,1-1 0 0 0,0 0-1 0 0,0-1 1 0 0,0 0 0 0 0,0-1-1 0 0,1 0 1 0 0,-1 0 0 0 0,0-1-1 0 0,0-1 1 0 0,0 0 0 0 0,0 0-1 0 0,-1 0 1 0 0,18-8 0 0 0,-9 2-932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6:18:05.876"/>
    </inkml:context>
    <inkml:brush xml:id="br0">
      <inkml:brushProperty name="width" value="0.05" units="cm"/>
      <inkml:brushProperty name="height" value="0.05" units="cm"/>
    </inkml:brush>
  </inkml:definitions>
  <inkml:trace contextRef="#ctx0" brushRef="#br0">579 52 944 0 0,'0'0'1816'0'0,"4"-23"3365"0"0,-3 22-5055 0 0,-1 0 1 0 0,1 0 0 0 0,-1 0 0 0 0,0 1 0 0 0,0-1-1 0 0,0 0 1 0 0,1 0 0 0 0,-1 0 0 0 0,0 0-1 0 0,0 0 1 0 0,0 1 0 0 0,0-1 0 0 0,0 0-1 0 0,0 0 1 0 0,-1 0 0 0 0,1 0 0 0 0,0 0-1 0 0,0 1 1 0 0,-1-1 0 0 0,1 0 0 0 0,0 0-1 0 0,-1 0 1 0 0,1 1 0 0 0,-1-1 0 0 0,1 0-1 0 0,-1 1 1 0 0,1-1 0 0 0,-1 0 0 0 0,0 1-1 0 0,1-1 1 0 0,-1 0 0 0 0,0 1 0 0 0,1-1-1 0 0,-1 1 1 0 0,-1-1 0 0 0,-1 1-47 0 0,1 0 1 0 0,-1 1-1 0 0,1-1 1 0 0,0 1-1 0 0,-1 0 1 0 0,1-1-1 0 0,0 1 1 0 0,0 0-1 0 0,-1 0 1 0 0,1 1-1 0 0,0-1 1 0 0,-3 3-1 0 0,-10 7-22 0 0,1 1 0 0 0,-23 24 0 0 0,-137 149 540 0 0,139-152-985 0 0,-2-1 0 0 0,-1-2 1 0 0,-51 30-1 0 0,84-56 2 0 0,-28 12-585 0 0,2-9-3696 0 0,-2-4 896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6:18:06.476"/>
    </inkml:context>
    <inkml:brush xml:id="br0">
      <inkml:brushProperty name="width" value="0.05" units="cm"/>
      <inkml:brushProperty name="height" value="0.05" units="cm"/>
    </inkml:brush>
  </inkml:definitions>
  <inkml:trace contextRef="#ctx0" brushRef="#br0">64 328 1524 0 0,'-2'-4'1546'0'0,"-54"-89"4886"0"0,55 90-6032 0 0,0 3-343 0 0,1-1 0 0 0,0 1 0 0 0,-1 0 0 0 0,1-1 0 0 0,0 1 0 0 0,-1-1 0 0 0,1 1 1 0 0,0-1-1 0 0,0 1 0 0 0,0-1 0 0 0,-1 1 0 0 0,1-1 0 0 0,0 1 0 0 0,0-1 1 0 0,0 1-1 0 0,0-1 0 0 0,0 1 0 0 0,0-1 0 0 0,0 1 0 0 0,0-1 0 0 0,0 1 0 0 0,0-1 1 0 0,0 0-1 0 0,0 1 0 0 0,0-1 0 0 0,1 1 0 0 0,-1-1 0 0 0,1 0 0 0 0,7 1 19 0 0,1-1 0 0 0,0 2 0 0 0,0-1 0 0 0,0 1 0 0 0,0 1 0 0 0,0 0 0 0 0,-1 0 0 0 0,17 6-1 0 0,78 38 178 0 0,-40-17-163 0 0,59 24 1 0 0,-57-23-113 0 0,2-3 1 0 0,113 31-1 0 0,-170-56-198 0 0,0 0 1 0 0,0-1 0 0 0,1 0-1 0 0,-1-1 1 0 0,0 0 0 0 0,0-1 0 0 0,1 0-1 0 0,-1 0 1 0 0,0-1 0 0 0,0-1-1 0 0,0 1 1 0 0,0-2 0 0 0,-1 1-1 0 0,1-1 1 0 0,-1-1 0 0 0,0 0-1 0 0,0 0 1 0 0,-1-1 0 0 0,1 0-1 0 0,-1 0 1 0 0,-1-1 0 0 0,1 0-1 0 0,-1-1 1 0 0,0 1 0 0 0,6-11-1 0 0,-5 7 10 0 0,0-1-1 0 0,-1 0 1 0 0,-1 0-1 0 0,0 0 1 0 0,0-1 0 0 0,-1 0-1 0 0,-1-1 1 0 0,-1 1-1 0 0,5-25 1 0 0,-7 26 566 0 0,0 0 1 0 0,-1-1 0 0 0,0 1-1 0 0,-1 0 1 0 0,0 0 0 0 0,-6-22-1 0 0,4 26 54 0 0,0 0-1 0 0,0 0 1 0 0,-1 0-1 0 0,0 1 1 0 0,0-1-1 0 0,-1 1 1 0 0,0 0-1 0 0,0 0 1 0 0,-1 1-1 0 0,0 0 1 0 0,0 0-1 0 0,0 0 1 0 0,-1 0-1 0 0,-8-4 1 0 0,12 8-135 0 0,2 1-249 0 0,0 0 1 0 0,0 0 0 0 0,0 1 0 0 0,0-1-1 0 0,0 0 1 0 0,0 0 0 0 0,0 1 0 0 0,-1-1-1 0 0,1 1 1 0 0,0-1 0 0 0,-1 1 0 0 0,1 0-1 0 0,0 0 1 0 0,-1-1 0 0 0,1 1 0 0 0,0 0-1 0 0,-1 0 1 0 0,1 0 0 0 0,0 0 0 0 0,-1 0-1 0 0,1 1 1 0 0,0-1 0 0 0,-1 0 0 0 0,1 1-1 0 0,0-1 1 0 0,0 1 0 0 0,-1-1 0 0 0,1 1-1 0 0,0 0 1 0 0,0-1 0 0 0,0 1 0 0 0,-2 2-1 0 0,-102 147 227 0 0,-33 44-362 0 0,0-37-4270 0 0,113-128 1757 0 0,23-27 1645 0 0,-13 8-1670 0 0,12-8 1513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6:18:06.731"/>
    </inkml:context>
    <inkml:brush xml:id="br0">
      <inkml:brushProperty name="width" value="0.05" units="cm"/>
      <inkml:brushProperty name="height" value="0.05" units="cm"/>
    </inkml:brush>
  </inkml:definitions>
  <inkml:trace contextRef="#ctx0" brushRef="#br0">17 0 844 0 0,'0'0'1428'0'0,"-3"2"-225"0"0,2-2-1462 0 0,-3 2-119 0 0,3-2 543 0 0,1 0 0 0 0,-1 1 0 0 0,1-1 0 0 0,-1 0 0 0 0,1 0 0 0 0,0 0 1 0 0,-1 1-1 0 0,1-1 0 0 0,0 0 0 0 0,-1 1 0 0 0,1-1 0 0 0,0 0 0 0 0,-1 1 0 0 0,1-1 0 0 0,0 0 0 0 0,-1 1 0 0 0,1-1 0 0 0,0 1 0 0 0,0-1 0 0 0,0 0 0 0 0,0 1 0 0 0,-1-1 0 0 0,1 1 0 0 0,0-1 0 0 0,0 1 0 0 0,0-1 0 0 0,0 1 0 0 0,0-1 0 0 0,0 0 0 0 0,0 1 0 0 0,0-1 0 0 0,0 1 1 0 0,0-1-1 0 0,0 1 0 0 0,0-1 0 0 0,0 1 0 0 0,1-1 0 0 0,-1 1 0 0 0,0-1 0 0 0,0 0 0 0 0,0 1 0 0 0,1 0 0 0 0,0 1-278 0 0,23 6-4020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6:18:09.329"/>
    </inkml:context>
    <inkml:brush xml:id="br0">
      <inkml:brushProperty name="width" value="0.05" units="cm"/>
      <inkml:brushProperty name="height" value="0.05" units="cm"/>
    </inkml:brush>
  </inkml:definitions>
  <inkml:trace contextRef="#ctx0" brushRef="#br0">3118 733 312 0 0,'0'0'1778'0'0,"-11"-20"-14"0"0,-33-27-336 0 0,42 46-907 0 0,-63-21 864 0 0,61 21-1248 0 0,-20-6 64 0 0,-35-8 306 0 0,-1 3 1 0 0,-1 3-1 0 0,-69-2 1 0 0,55 5-158 0 0,11 4-146 0 0,-19 2 200 0 0,25 2-309 0 0,1 2-1 0 0,1 3 1 0 0,-1 2-1 0 0,-94 29 1 0 0,-201 93 381 0 0,153-51-57 0 0,-271 122 592 0 0,375-153-892 0 0,3 5-1 0 0,-151 114 1 0 0,157-97 185 0 0,-98 106 1 0 0,138-126-211 0 0,2 2 0 0 0,2 2 0 0 0,-45 79 0 0 0,68-95-15 0 0,1 2-1 0 0,1-1 1 0 0,3 2 0 0 0,1 0 0 0 0,3 1-1 0 0,1 0 1 0 0,2 0 0 0 0,2 1 0 0 0,2 0-1 0 0,2-1 1 0 0,1 1 0 0 0,11 69 0 0 0,-2-51-32 0 0,3-1 0 0 0,2 0 0 0 0,4-1 0 0 0,1 0 0 0 0,4-2 0 0 0,2-1 0 0 0,2 0 0 0 0,44 65 0 0 0,-31-64-28 0 0,2-2-1 0 0,3-2 1 0 0,100 92-1 0 0,-66-79-4 0 0,2-4 0 0 0,96 56 1 0 0,60 14-11 0 0,274 109 0 0 0,-481-229-6 0 0,535 207 16 0 0,-413-174-13 0 0,282 47 1 0 0,-345-83-30 0 0,1-4 1 0 0,159-10-1 0 0,178-43-141 0 0,-351 37 145 0 0,1024-199 68 0 0,-957 171-34 0 0,-2-6 0 0 0,188-86 1 0 0,-256 95 0 0 0,-2-4 0 0 0,-1-3 1 0 0,-2-2-1 0 0,-2-4 1 0 0,117-111-1 0 0,-93 66 384 0 0,-5-4 1 0 0,-4-3-1 0 0,-4-4 1 0 0,86-153-1 0 0,-118 167-221 0 0,-3-1 1 0 0,40-134 0 0 0,23-201-269 0 0,-97 383 179 0 0,-2-1 0 0 0,-2 1 0 0 0,-1-1 0 0 0,-3 0 0 0 0,-1 0 0 0 0,-3 0 0 0 0,-1 1 0 0 0,-2-1 0 0 0,-2 1 1 0 0,-2 1-1 0 0,-2 0 0 0 0,-1 0 0 0 0,-26-50 0 0 0,-175-288-135 0 0,140 253-34 0 0,-100-145-11 0 0,149 238 111 0 0,-1 2 0 0 0,-1 1-1 0 0,-2 2 1 0 0,0 0 0 0 0,-60-41 0 0 0,20 27 22 0 0,-2 2 0 0 0,-109-44 1 0 0,-165-43 0 0 0,233 89-60 0 0,52 19-2 0 0,0 4 1 0 0,-1 2-1 0 0,-126-11 0 0 0,-193 16 45 0 0,300 9 20 0 0,-69 1-52 0 0,-1 5-1 0 0,1 8 0 0 0,-195 42 0 0 0,137-3-85 0 0,-238 93 0 0 0,299-86 36 0 0,4 6-1 0 0,-180 112 1 0 0,221-116 70 0 0,4 6 0 0 0,3 3 1 0 0,-121 116-1 0 0,-34 77-456 0 0,202-207-369 0 0,46-55 635 0 0,-12 12-1311 0 0,13-13 840 0 0,0 1 1 0 0,0 0 0 0 0,0-1 0 0 0,-1 1 0 0 0,1 0 0 0 0,0-1 0 0 0,-1 0 0 0 0,0 1 0 0 0,1-1 0 0 0,-1 0 0 0 0,0 0-1 0 0,1 0 1 0 0,-1 0 0 0 0,-4 2 0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6:18:10.914"/>
    </inkml:context>
    <inkml:brush xml:id="br0">
      <inkml:brushProperty name="width" value="0.05" units="cm"/>
      <inkml:brushProperty name="height" value="0.05" units="cm"/>
    </inkml:brush>
  </inkml:definitions>
  <inkml:trace contextRef="#ctx0" brushRef="#br0">3 536 824 0 0,'0'-5'2590'0'0,"-2"-80"4406"0"0,2 82-6679 0 0,1-2 16 0 0,-2 4-311 0 0,1 0 0 0 0,0 1 0 0 0,0-1-1 0 0,0 0 1 0 0,0 1 0 0 0,0-1 0 0 0,0 0-1 0 0,0 1 1 0 0,0-1 0 0 0,0 0 0 0 0,1 1 0 0 0,-1-1-1 0 0,0 1 1 0 0,0-1 0 0 0,1 0 0 0 0,-1 1-1 0 0,0-1 1 0 0,0 1 0 0 0,1-1 0 0 0,-1 0 0 0 0,1 1-1 0 0,0-1 1 0 0,1 0 28 0 0,1-1 1 0 0,0 1-1 0 0,-1 1 0 0 0,1-1 0 0 0,0 0 1 0 0,0 1-1 0 0,-1-1 0 0 0,1 1 0 0 0,0 0 1 0 0,0 0-1 0 0,0 0 0 0 0,0 0 0 0 0,-1 0 1 0 0,1 1-1 0 0,4 1 0 0 0,3 0 44 0 0,-1 1 0 0 0,0 1 0 0 0,-1 0 0 0 0,14 7 0 0 0,2 5 74 0 0,0 1 0 0 0,26 24 0 0 0,200 217 1118 0 0,-118-113-612 0 0,-122-135-571 0 0,0 0 0 0 0,0 0 0 0 0,2-1 0 0 0,-1 0 0 0 0,1-1 0 0 0,0-1 0 0 0,0 0 0 0 0,1 0 0 0 0,0-1 0 0 0,19 5 0 0 0,-22-8-18 0 0,0-1 1 0 0,0-1-1 0 0,0 0 0 0 0,0 0 1 0 0,0-1-1 0 0,0 0 0 0 0,0-1 1 0 0,0 0-1 0 0,0 0 1 0 0,0-1-1 0 0,0-1 0 0 0,-1 0 1 0 0,1 0-1 0 0,-1 0 0 0 0,13-8 1 0 0,14-9 42 0 0,0-2 1 0 0,-2-2-1 0 0,-1-1 1 0 0,37-35 0 0 0,111-127 93 0 0,-146 150-173 0 0,306-346 181 0 0,-151 167-844 0 0,-172 196-1095 0 0,-22 28-699 0 0,-29 36 509 0 0,-10 7 778 0 0,-130 146-4717 0 0,129-151 3469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6:18:12.309"/>
    </inkml:context>
    <inkml:brush xml:id="br0">
      <inkml:brushProperty name="width" value="0.05" units="cm"/>
      <inkml:brushProperty name="height" value="0.05" units="cm"/>
    </inkml:brush>
  </inkml:definitions>
  <inkml:trace contextRef="#ctx0" brushRef="#br0">331 644 888 0 0,'-9'0'1393'0'0,"-75"-4"1640"0"0,31-2-463 0 0,-71-19 0 0 0,120 24-2258 0 0,-23-3 512 0 0,24 3-698 0 0,-12-5-64 0 0,11 5 138 0 0,3 2-174 0 0,0 1 0 0 0,0-1 0 0 0,1 1 0 0 0,-1-1 0 0 0,0 1 0 0 0,1 0-1 0 0,-1-1 1 0 0,1 1 0 0 0,-1 0 0 0 0,1-1 0 0 0,0 1 0 0 0,0 2-1 0 0,18 53 273 0 0,2-1-1 0 0,3-1 1 0 0,3-1-1 0 0,2-1 1 0 0,2-1-1 0 0,2-1 1 0 0,3-3-1 0 0,59 67 0 0 0,-80-99-123 0 0,1-1-1 0 0,0-1 0 0 0,1 0 1 0 0,1-1-1 0 0,0-1 0 0 0,0-1 1 0 0,34 17-1 0 0,-47-27-114 0 0,0 0-1 0 0,0 0 0 0 0,0-1 1 0 0,-1 1-1 0 0,1-1 1 0 0,0 0-1 0 0,0 0 1 0 0,0 0-1 0 0,0-1 0 0 0,0 1 1 0 0,0-1-1 0 0,0 0 1 0 0,0 0-1 0 0,-1 0 0 0 0,7-4 1 0 0,49-28 432 0 0,-56 31-461 0 0,37-27 206 0 0,-2-1 1 0 0,58-60 0 0 0,60-84-51 0 0,-101 112-145 0 0,654-670 924 0 0,-621 652-581 0 0,-85 79-361 0 0,-1-3-110 0 0,1 1-1 0 0,0 0 1 0 0,-1 0-1 0 0,1 1 1 0 0,0-1-1 0 0,0 1 1 0 0,1-1-1 0 0,-1 1 0 0 0,1 0 1 0 0,6-3-1 0 0,12 22-84 0 0,-20-15 156 0 0,10 20 165 0 0,-12-39-7520 0 0,-1 2 2756 0 0,1-6 444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6:18:13.428"/>
    </inkml:context>
    <inkml:brush xml:id="br0">
      <inkml:brushProperty name="width" value="0.05" units="cm"/>
      <inkml:brushProperty name="height" value="0.05" units="cm"/>
    </inkml:brush>
  </inkml:definitions>
  <inkml:trace contextRef="#ctx0" brushRef="#br0">195 514 2028 0 0,'-161'24'6501'0'0,"156"-23"-6263"0"0,-19 2 156 0 0,20-2 639 0 0,4 0-1004 0 0,0 0 1 0 0,0-1-1 0 0,1 1 1 0 0,-1 0 0 0 0,0-1-1 0 0,1 1 1 0 0,-1 0-1 0 0,0 0 1 0 0,1-1-1 0 0,-1 1 1 0 0,1-1 0 0 0,0 1-1 0 0,-1 0 1 0 0,1-1-1 0 0,-1 1 1 0 0,1-1 0 0 0,0 1-1 0 0,-1-1 1 0 0,1 0-1 0 0,0 1 1 0 0,0-1 0 0 0,-1 0-1 0 0,1 1 1 0 0,0-1-1 0 0,0 0 1 0 0,0 0 0 0 0,-1 0-1 0 0,1 0 1 0 0,2 0-1 0 0,26 2 260 0 0,-26-2-270 0 0,75 0 690 0 0,137-19 0 0 0,74-32-63 0 0,-202 34-455 0 0,492-98 822 0 0,203-38-47 0 0,-672 133-721 0 0,-68 12-66 0 0,-35 7-94 0 0,-14 2-12 0 0,-21 4-403 0 0,0 0 0 0 0,-1-2 0 0 0,1-1 0 0 0,-1-1 0 0 0,1-2 0 0 0,-52-7 0 0 0,39-5-125 0 0,0-1 0 0 0,1-2 1 0 0,1-2-1 0 0,-69-43 0 0 0,22 13 2223 0 0,83 46-1616 0 0,-24-8 266 0 0,262 55 729 0 0,-211-39-1079 0 0,28 6 87 0 0,79 29-1 0 0,-118-36-132 0 0,0 0 0 0 0,-1 1 0 0 0,0 0 0 0 0,0 1 0 0 0,-1 1-1 0 0,0 0 1 0 0,0 0 0 0 0,0 1 0 0 0,-1 0 0 0 0,-1 1 0 0 0,13 16-1 0 0,-18-19-15 0 0,-2-1-1 0 0,1 0 1 0 0,-1 1-1 0 0,0 0 0 0 0,0 0 1 0 0,-1-1-1 0 0,1 1 0 0 0,-2 0 1 0 0,1 0-1 0 0,-1 0 0 0 0,0 0 1 0 0,0 0-1 0 0,-1 0 0 0 0,0 0 1 0 0,0 0-1 0 0,-1 0 0 0 0,0-1 1 0 0,0 1-1 0 0,-1 0 1 0 0,-5 10-1 0 0,-4 8-116 0 0,-1-1 1 0 0,-1 0-1 0 0,-32 41 0 0 0,14-26-912 0 0,-1-1-1 0 0,-44 37 0 0 0,-32 12-4422 0 0,63-54 1532 0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6:18:14.274"/>
    </inkml:context>
    <inkml:brush xml:id="br0">
      <inkml:brushProperty name="width" value="0.05" units="cm"/>
      <inkml:brushProperty name="height" value="0.05" units="cm"/>
    </inkml:brush>
  </inkml:definitions>
  <inkml:trace contextRef="#ctx0" brushRef="#br0">145 593 28 0 0,'-12'-33'2009'0'0,"-1"2"1"0"0,-2 0-1 0 0,-1 1 0 0 0,-28-40 0 0 0,42 68-1736 0 0,1 5-247 0 0,0 0 0 0 0,0 1 0 0 0,0-1 0 0 0,1 0 0 0 0,-1 1 0 0 0,1-1 0 0 0,0 0 0 0 0,0 1-1 0 0,0-1 1 0 0,0 1 0 0 0,2 3 0 0 0,78 360 338 0 0,-27-140 377 0 0,-52-224-287 0 0,-4-3-452 0 0,1 0 0 0 0,0-1 0 0 0,0 0 1 0 0,0 1-1 0 0,0-1 0 0 0,0 0 0 0 0,0 0 0 0 0,0 0 0 0 0,0 0 0 0 0,0 0 0 0 0,0-1 0 0 0,0 1 0 0 0,1-1 0 0 0,-1 1 1 0 0,1-1-1 0 0,-1 1 0 0 0,1-1 0 0 0,-1 0 0 0 0,1 0 0 0 0,0 0 0 0 0,-1-2 0 0 0,-23-50-71 0 0,21 42 41 0 0,-19-52-69 0 0,2-1 0 0 0,4-1 0 0 0,2-1-1 0 0,3 0 1 0 0,4-1 0 0 0,2 0 0 0 0,3 0-1 0 0,8-95 1 0 0,-5 162 98 0 0,0 0-1 0 0,0 0 1 0 0,1 0-1 0 0,-1 0 1 0 0,0 0-1 0 0,0 1 1 0 0,0-1-1 0 0,1 0 1 0 0,-1 0 0 0 0,0 0-1 0 0,1 0 1 0 0,-1 0-1 0 0,1 1 1 0 0,-1-1-1 0 0,1 0 1 0 0,-1 0 0 0 0,1 1-1 0 0,-1-1 1 0 0,1 0-1 0 0,0 1 1 0 0,0-1-1 0 0,-1 0 1 0 0,1 1-1 0 0,0-1 1 0 0,0 1 0 0 0,-1 0-1 0 0,1-1 1 0 0,0 1-1 0 0,0 0 1 0 0,0-1-1 0 0,0 1 1 0 0,0 0-1 0 0,0 0 1 0 0,0 0 0 0 0,0-1-1 0 0,-1 1 1 0 0,1 0-1 0 0,0 0 1 0 0,0 1-1 0 0,0-1 1 0 0,0 0-1 0 0,0 0 1 0 0,0 0 0 0 0,0 1-1 0 0,1 0 1 0 0,3 0 3 0 0,-1 1 1 0 0,1-1 0 0 0,-1 1-1 0 0,0 1 1 0 0,0-1-1 0 0,1 0 1 0 0,5 6 0 0 0,3 5 38 0 0,-1 1 0 0 0,0 0-1 0 0,-1 0 1 0 0,-1 1 0 0 0,0 1 0 0 0,13 29 0 0 0,38 105 201 0 0,-39-92-179 0 0,-7-34 197 0 0,-14-24-258 0 0,-1 0-1 0 0,0 1 1 0 0,1-1-1 0 0,-1 0 1 0 0,0 0-1 0 0,0 0 1 0 0,1 0-1 0 0,-1 0 1 0 0,0 0-1 0 0,1 0 1 0 0,-1 0-1 0 0,0 0 1 0 0,1-1-1 0 0,-1 1 1 0 0,0 0-1 0 0,1 0 1 0 0,-1 0-1 0 0,0 0 1 0 0,0 0 0 0 0,1 0-1 0 0,-1-1 1 0 0,0 1-1 0 0,0 0 1 0 0,1 0-1 0 0,-1 0 1 0 0,0-1-1 0 0,0 1 1 0 0,0 0-1 0 0,1 0 1 0 0,-1-1-1 0 0,0 1 1 0 0,0 0-1 0 0,0 0 1 0 0,0-1-1 0 0,0 1 1 0 0,1 0-1 0 0,-1 0 1 0 0,0-1-1 0 0,0 1 1 0 0,0 0 0 0 0,0-1-1 0 0,0 1 1 0 0,8-56 66 0 0,-5 34-97 0 0,12-83-41 0 0,57-312-402 0 0,-71 414 428 0 0,19 20 23 0 0,-14-7 21 0 0,0 0-1 0 0,-1 0 1 0 0,0 0 0 0 0,-1 1-1 0 0,0 0 1 0 0,0 0 0 0 0,3 18-1 0 0,2 6 33 0 0,60 223 411 0 0,2 10-988 0 0,-6-98-3394 0 0,-51-154 882 0 0,-12-13 1261 0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6:18:15.600"/>
    </inkml:context>
    <inkml:brush xml:id="br0">
      <inkml:brushProperty name="width" value="0.05" units="cm"/>
      <inkml:brushProperty name="height" value="0.05" units="cm"/>
    </inkml:brush>
  </inkml:definitions>
  <inkml:trace contextRef="#ctx0" brushRef="#br0">0 1114 696 0 0,'29'-188'9057'0'0,"-29"186"-8922"0"0,3-3 76 0 0,-3 5-204 0 0,0-1 0 0 0,0 1 0 0 0,1 0 0 0 0,-1-1 0 0 0,0 1 0 0 0,0 0 0 0 0,0 0 0 0 0,0-1 0 0 0,0 1 0 0 0,0 0 0 0 0,0 0 0 0 0,0-1 0 0 0,1 1 0 0 0,-1 0 0 0 0,0 0-1 0 0,0-1 1 0 0,0 1 0 0 0,1 0 0 0 0,-1 0 0 0 0,0 0 0 0 0,0 0 0 0 0,1-1 0 0 0,-1 1 0 0 0,0 0 0 0 0,0 0 0 0 0,1 0 0 0 0,-1 0 0 0 0,0 0 0 0 0,0 0 0 0 0,1 0 0 0 0,-1-1 0 0 0,0 1 0 0 0,1 0 0 0 0,-1 0 0 0 0,0 0 0 0 0,0 0 0 0 0,1 0 0 0 0,-1 0 0 0 0,0 0 0 0 0,1 1 0 0 0,-1-1 0 0 0,1 0 0 0 0,26 16 103 0 0,1 1 0 0 0,-2 1 0 0 0,0 2-1 0 0,26 25 1 0 0,44 34-15 0 0,-94-77-125 0 0,23 12 294 0 0,-24-14-258 0 0,-1 0 1 0 0,1 1-1 0 0,0-1 0 0 0,0 0 1 0 0,0 0-1 0 0,0 0 1 0 0,-1 0-1 0 0,1 0 0 0 0,0 0 1 0 0,0-1-1 0 0,0 1 0 0 0,0 0 1 0 0,-1 0-1 0 0,1 0 0 0 0,0-1 1 0 0,0 1-1 0 0,-1 0 0 0 0,1-1 1 0 0,0 1-1 0 0,-1-1 0 0 0,1 1 1 0 0,0-1-1 0 0,-1 1 0 0 0,1-1 1 0 0,0 0-1 0 0,-1 1 1 0 0,1-1-1 0 0,-1 1 0 0 0,1-1 1 0 0,-1 0-1 0 0,0 0 0 0 0,1 1 1 0 0,-1-1-1 0 0,0 0 0 0 0,1 0 1 0 0,-1 0-1 0 0,0 1 0 0 0,0-1 1 0 0,0-1-1 0 0,3-13 4 0 0,-1 1 1 0 0,0 0-1 0 0,-2-1 0 0 0,1 1 0 0 0,-2 0 0 0 0,0-1 1 0 0,-1 1-1 0 0,0 0 0 0 0,-1-1 0 0 0,0 1 1 0 0,-2 1-1 0 0,1-1 0 0 0,-2 1 0 0 0,0-1 0 0 0,0 2 1 0 0,-1-1-1 0 0,-9-12 0 0 0,15 24-7 0 0,0-1 1 0 0,0 0-1 0 0,-1 1 0 0 0,1-1 1 0 0,0 1-1 0 0,0 0 0 0 0,-1-1 0 0 0,1 1 1 0 0,-1 0-1 0 0,1 0 0 0 0,-1 0 1 0 0,0 0-1 0 0,1 0 0 0 0,-1 0 1 0 0,0 0-1 0 0,0 1 0 0 0,1-1 0 0 0,-1 0 1 0 0,0 1-1 0 0,0 0 0 0 0,0-1 1 0 0,0 1-1 0 0,0 0 0 0 0,0 0 1 0 0,0 0-1 0 0,1 0 0 0 0,-1 0 0 0 0,0 1 1 0 0,0-1-1 0 0,0 1 0 0 0,0-1 1 0 0,0 1-1 0 0,1 0 0 0 0,-1-1 1 0 0,0 1-1 0 0,0 0 0 0 0,1 0 0 0 0,-1 0 1 0 0,1 0-1 0 0,-1 1 0 0 0,1-1 1 0 0,-3 3-1 0 0,-4 4 17 0 0,1 1-1 0 0,0 0 1 0 0,0 0-1 0 0,1 0 1 0 0,-9 18-1 0 0,4-5-5 0 0,1 1 0 0 0,1 0 0 0 0,2 0 0 0 0,0 1 0 0 0,-6 41-1 0 0,11-57-19 0 0,1 1 0 0 0,0-1-1 0 0,0 0 1 0 0,1 0-1 0 0,0 1 1 0 0,1-1-1 0 0,0 0 1 0 0,0 0-1 0 0,1 0 1 0 0,0 0-1 0 0,0 0 1 0 0,1 0-1 0 0,0 0 1 0 0,0-1 0 0 0,1 1-1 0 0,-1-1 1 0 0,2 0-1 0 0,-1 0 1 0 0,1 0-1 0 0,9 8 1 0 0,-11-13-39 0 0,0 0-1 0 0,0 0 1 0 0,0 0 0 0 0,0-1 0 0 0,0 1-1 0 0,0-1 1 0 0,0 0 0 0 0,1 0 0 0 0,-1 0-1 0 0,0-1 1 0 0,1 1 0 0 0,-1-1 0 0 0,1 1-1 0 0,-1-1 1 0 0,1 0 0 0 0,-1-1 0 0 0,1 1-1 0 0,-1-1 1 0 0,0 1 0 0 0,1-1 0 0 0,-1 0-1 0 0,0 0 1 0 0,1-1 0 0 0,2-1 0 0 0,3-1-50 0 0,0 0 1 0 0,-1-1 0 0 0,0 0-1 0 0,0-1 1 0 0,0 0 0 0 0,-1 0 0 0 0,14-14-1 0 0,-12 8 30 0 0,1 0 1 0 0,-2 0-1 0 0,0-1 0 0 0,0 0 0 0 0,-1-1 0 0 0,-1 0 1 0 0,0 0-1 0 0,7-30 0 0 0,-4 2 396 0 0,6-77 0 0 0,-8 50 773 0 0,-7 65-733 0 0,2 8-365 0 0,0-1-1 0 0,0 1 0 0 0,-1-1 0 0 0,1 1 0 0 0,-1-1 0 0 0,0 1 0 0 0,0 0 0 0 0,1 5 0 0 0,10 48 26 0 0,40 110 0 0 0,-51-164-44 0 0,5 2 42 0 0,-6-5-29 0 0,0 0 1 0 0,0 1-1 0 0,1-1 1 0 0,-1 0-1 0 0,0 0 1 0 0,0 1-1 0 0,0-1 1 0 0,1 0-1 0 0,-1 1 1 0 0,0-1-1 0 0,0 0 0 0 0,0 0 1 0 0,1 0-1 0 0,-1 1 1 0 0,0-1-1 0 0,1 0 1 0 0,-1 0-1 0 0,0 0 1 0 0,0 0-1 0 0,1 0 1 0 0,-1 1-1 0 0,0-1 1 0 0,1 0-1 0 0,-1 0 0 0 0,0 0 1 0 0,1 0-1 0 0,-1 0 1 0 0,0 0-1 0 0,1 0 1 0 0,-1 0-1 0 0,0 0 1 0 0,1 0-1 0 0,-1 0 1 0 0,0 0-1 0 0,1-1 1 0 0,-1 1-1 0 0,7-5-4 0 0,0 0-1 0 0,0-1 1 0 0,0 0-1 0 0,-1 0 1 0 0,0 0-1 0 0,-1-1 1 0 0,1 0 0 0 0,4-8-1 0 0,42-72 39 0 0,-34 57-35 0 0,50-73 189 0 0,-66 100-157 0 0,-2 3-31 0 0,0-1 0 0 0,0 1 0 0 0,0-1 1 0 0,0 1-1 0 0,0 0 0 0 0,0-1 0 0 0,0 1 0 0 0,0 0 0 0 0,0-1 0 0 0,0 1 0 0 0,0-1 1 0 0,0 1-1 0 0,1 0 0 0 0,-1-1 0 0 0,0 1 0 0 0,0 0 0 0 0,0-1 0 0 0,1 1 0 0 0,-1 0 1 0 0,0 0-1 0 0,0-1 0 0 0,1 1 0 0 0,-1 0 0 0 0,0-1 0 0 0,1 1 0 0 0,-1 0 0 0 0,0 0 1 0 0,1 0-1 0 0,-1 0 0 0 0,0-1 0 0 0,1 1 0 0 0,-1 0 0 0 0,0 0 0 0 0,1 0 0 0 0,-1 0 1 0 0,1 0-1 0 0,18 4 9 0 0,-16-2-7 0 0,1 0 0 0 0,-1-1 0 0 0,1 2 0 0 0,-1-1 0 0 0,0 0 0 0 0,0 1 0 0 0,0-1-1 0 0,3 5 1 0 0,65 86-131 0 0,-70-92 90 0 0,0 0 1 0 0,0 0-1 0 0,0 0 0 0 0,0 0 0 0 0,0 0 1 0 0,1 0-1 0 0,-1 0 0 0 0,0 0 0 0 0,1 0 1 0 0,-1-1-1 0 0,0 1 0 0 0,1 0 1 0 0,-1-1-1 0 0,1 1 0 0 0,-1-1 0 0 0,1 0 1 0 0,0 1-1 0 0,-1-1 0 0 0,1 0 0 0 0,-1 0 1 0 0,1 0-1 0 0,1 0 0 0 0,1-1-13 0 0,0 0 0 0 0,-1 0 0 0 0,1 0 0 0 0,-1-1-1 0 0,1 1 1 0 0,-1-1 0 0 0,0 0 0 0 0,0 1 0 0 0,4-4 0 0 0,4-4-97 0 0,0-1 0 0 0,0 0 0 0 0,13-18 1 0 0,5-10 407 0 0,-2-1 1 0 0,-2-1 0 0 0,-2-2 0 0 0,18-44 0 0 0,-40 83-1 0 0,5 6-338 0 0,-6-3 78 0 0,1 0 0 0 0,-1 0 0 0 0,1 0 0 0 0,0 0-1 0 0,-1 0 1 0 0,1 0 0 0 0,0 1 0 0 0,-1-1-1 0 0,1 0 1 0 0,-1 0 0 0 0,1 0 0 0 0,0 1-1 0 0,-1-1 1 0 0,1 0 0 0 0,-1 1 0 0 0,1-1-1 0 0,-1 0 1 0 0,1 1 0 0 0,-1-1 0 0 0,1 1-1 0 0,-1-1 1 0 0,0 1 0 0 0,1-1 0 0 0,0 1-1 0 0,27 60-63 0 0,30 59-28 0 0,-57-118 94 0 0,-1-1 0 0 0,1 1 1 0 0,0-1-1 0 0,0 1 0 0 0,0-1 1 0 0,0 0-1 0 0,0 1 0 0 0,0-1 1 0 0,0 0-1 0 0,1 0 1 0 0,-1 0-1 0 0,0 0 0 0 0,1 0 1 0 0,-1 0-1 0 0,1 0 0 0 0,-1 0 1 0 0,1 0-1 0 0,-1-1 0 0 0,1 1 1 0 0,0-1-1 0 0,-1 1 0 0 0,1-1 1 0 0,0 1-1 0 0,-1-1 0 0 0,1 0 1 0 0,0 0-1 0 0,-1 0 0 0 0,1 0 1 0 0,0 0-1 0 0,-1 0 1 0 0,1-1-1 0 0,0 1 0 0 0,-1-1 1 0 0,1 1-1 0 0,0-1 0 0 0,-1 1 1 0 0,1-1-1 0 0,-1 0 0 0 0,1 0 1 0 0,-1 0-1 0 0,1 0 0 0 0,-1 0 1 0 0,0 0-1 0 0,1 0 0 0 0,-1 0 1 0 0,0 0-1 0 0,2-3 0 0 0,4-3 2 0 0,-1-1-1 0 0,1 0 0 0 0,-1 0 0 0 0,0 0 0 0 0,-1-1 0 0 0,7-14 0 0 0,2-9 62 0 0,-2-1 0 0 0,-1 0-1 0 0,-2 0 1 0 0,-1-1 0 0 0,-1-1 0 0 0,-2 1 0 0 0,-2-1-1 0 0,-1 1 1 0 0,-3-49 0 0 0,-3 34-22 0 0,-21-201 721 0 0,15 190-436 0 0,9 57-303 0 0,0 6 4 0 0,-2 21 19 0 0,2 1 0 0 0,0 0 0 0 0,1 0 0 0 0,2-1 0 0 0,5 31 0 0 0,-3-19 5 0 0,1 14-396 0 0,2-1 0 0 0,2 0 0 0 0,2-1 0 0 0,2 0 1 0 0,3 0-1 0 0,27 59 0 0 0,-27-88-1140 0 0,-9-15 89 0 0,-8-11-785 0 0,-7-6 2646 0 0,-1 0 0 0 0,-1 1-1 0 0,0 0 1 0 0,0 1 0 0 0,-1 0 0 0 0,0 1-1 0 0,-23-16 1 0 0,-11-12 1049 0 0,42 36-1427 0 0,3 1-74 0 0,-1 0-1 0 0,1 0 1 0 0,-1 0 0 0 0,1 0 0 0 0,-1 0 0 0 0,1 0-1 0 0,-1 0 1 0 0,1 0 0 0 0,0 0 0 0 0,0 0 0 0 0,0 0-1 0 0,-1 0 1 0 0,1 0 0 0 0,0 0 0 0 0,0 0 0 0 0,0 0 0 0 0,1-2-1 0 0,6-5-19 0 0,1 1 0 0 0,0-1 0 0 0,0 1 0 0 0,1 0 0 0 0,-1 1 0 0 0,1 0 0 0 0,1 1-1 0 0,-1 0 1 0 0,1 0 0 0 0,0 1 0 0 0,13-4 0 0 0,0 0-393 0 0,1 2 0 0 0,-1 0 0 0 0,46-4 0 0 0,-24 11-1322 0 0,-43-1 1591 0 0,0 0 0 0 0,0 0 0 0 0,0 1 0 0 0,0-1 0 0 0,-1 0-1 0 0,1 1 1 0 0,0-1 0 0 0,0 1 0 0 0,0-1 0 0 0,-1 1 0 0 0,1 0 0 0 0,0 0 0 0 0,-1 0 0 0 0,1 0-1 0 0,-1 0 1 0 0,1 0 0 0 0,-1 0 0 0 0,1 0 0 0 0,0 2 0 0 0,2 1-384 0 0,9 11-1470 0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6:18:15.847"/>
    </inkml:context>
    <inkml:brush xml:id="br0">
      <inkml:brushProperty name="width" value="0.05" units="cm"/>
      <inkml:brushProperty name="height" value="0.05" units="cm"/>
    </inkml:brush>
  </inkml:definitions>
  <inkml:trace contextRef="#ctx0" brushRef="#br0">301 621 1488 0 0,'-117'66'3605'0'0,"-62"31"822"0"0,175-95-3502 0 0,6-5-826 0 0,8-8-60 0 0,0 0 0 0 0,1 1 0 0 0,1 0 0 0 0,-1 1 0 0 0,1 0 0 0 0,1 1 0 0 0,22-11 0 0 0,-2 0-18 0 0,1050-539 67 0 0,-1057 546-147 0 0,49-22-1310 0 0,121-38 1 0 0,-190 71 218 0 0,-2 2-763 0 0,16 2-209 0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6:18:16.022"/>
    </inkml:context>
    <inkml:brush xml:id="br0">
      <inkml:brushProperty name="width" value="0.05" units="cm"/>
      <inkml:brushProperty name="height" value="0.05" units="cm"/>
    </inkml:brush>
  </inkml:definitions>
  <inkml:trace contextRef="#ctx0" brushRef="#br0">481 537 648 0 0,'-339'190'7425'0'0,"250"-139"-6258"0"0,46-22-352 0 0,33-17-132 0 0,31-15-420 0 0,25-13-60 0 0,85-45 0 0 0,-51 22-138 0 0,194-89 91 0 0,658-292-1352 0 0,-700 317-2771 0 0,-122 55 486 0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6:18:17.244"/>
    </inkml:context>
    <inkml:brush xml:id="br0">
      <inkml:brushProperty name="width" value="0.05" units="cm"/>
      <inkml:brushProperty name="height" value="0.05" units="cm"/>
    </inkml:brush>
  </inkml:definitions>
  <inkml:trace contextRef="#ctx0" brushRef="#br0">1773 586 1288 0 0,'-23'-9'1071'0'0,"1"2"0"0"0,-1 0 0 0 0,0 2 0 0 0,-38-5 0 0 0,28 7-657 0 0,1 2 0 0 0,0 2 0 0 0,-1 1 1 0 0,1 1-1 0 0,-45 10 0 0 0,7 5-190 0 0,2 3-1 0 0,1 3 0 0 0,0 3 1 0 0,2 2-1 0 0,1 4 0 0 0,2 2 1 0 0,1 3-1 0 0,2 2 0 0 0,2 3 1 0 0,2 3-1 0 0,1 2 0 0 0,-70 82 1 0 0,64-57-106 0 0,3 1 0 0 0,4 3 0 0 0,3 3 1 0 0,3 1-1 0 0,4 3 0 0 0,4 1 0 0 0,3 2 0 0 0,5 1 1 0 0,-23 101-1 0 0,41-127-32 0 0,3 0 0 0 0,2 1 0 0 0,3 0 0 0 0,3 0 0 0 0,2 1 0 0 0,4-1 0 0 0,2 0 0 0 0,3-1 0 0 0,2 0 0 0 0,4 0 0 0 0,2-1 0 0 0,2-1 1 0 0,3-1-1 0 0,3-1 0 0 0,34 58 0 0 0,-17-42-39 0 0,3-2 1 0 0,3-2 0 0 0,3-2-1 0 0,80 81 1 0 0,-88-107-35 0 0,2-2-1 0 0,1-2 1 0 0,2-2 0 0 0,2-2-1 0 0,1-3 1 0 0,106 49-1 0 0,-47-38 52 0 0,1-4 0 0 0,2-6-1 0 0,126 20 1 0 0,354 27 106 0 0,-556-75-163 0 0,213 20 256 0 0,266-9-1 0 0,-375-20-119 0 0,0-7-1 0 0,-1-5 1 0 0,197-51-1 0 0,-70-9 177 0 0,-4-11 0 0 0,-3-11 0 0 0,342-185 0 0 0,-503 228-227 0 0,-3-5 0 0 0,-2-3 0 0 0,-3-5 0 0 0,-3-4 0 0 0,-4-3 0 0 0,-3-4-1 0 0,-4-3 1 0 0,-3-4 0 0 0,108-165 0 0 0,-141 185 105 0 0,-2-2 0 0 0,-3-1 0 0 0,34-97-1 0 0,-56 125-114 0 0,-1-1 0 0 0,-2-1 0 0 0,-3 0 0 0 0,-1 0 0 0 0,-2 0-1 0 0,-2-1 1 0 0,-4-59 0 0 0,-9 5 65 0 0,-5 1-1 0 0,-41-147 1 0 0,-87-181-133 0 0,115 354-198 0 0,-3 2 0 0 0,-78-131-1 0 0,86 168 22 0 0,0 1 0 0 0,-2 1 0 0 0,-1 2-1 0 0,-2 0 1 0 0,0 2 0 0 0,-2 1 0 0 0,-55-37-1 0 0,28 30-102 0 0,-1 2 0 0 0,-2 3 0 0 0,0 3 0 0 0,-2 2 0 0 0,-1 3 0 0 0,-88-17 0 0 0,5 12-421 0 0,-255-11-1 0 0,171 33 159 0 0,1 10 0 0 0,-279 44 0 0 0,-448 139-208 0 0,509-73 655 0 0,412-104-349 0 0,-1 1 1 0 0,-58 33 0 0 0,17-7-5023 0 0,59-30 2148 0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6:18:24.356"/>
    </inkml:context>
    <inkml:brush xml:id="br0">
      <inkml:brushProperty name="width" value="0.05" units="cm"/>
      <inkml:brushProperty name="height" value="0.05" units="cm"/>
    </inkml:brush>
  </inkml:definitions>
  <inkml:trace contextRef="#ctx0" brushRef="#br0">4104 1 2640 0 0,'0'0'5019'0'0,"-5"0"-4351"0"0,-11 0-201 0 0,1 0 0 0 0,0 2 0 0 0,-1 0 0 0 0,1 0 0 0 0,-17 6 0 0 0,-85 29 669 0 0,69-21-711 0 0,-557 214 1888 0 0,16 37-1423 0 0,-1092 653 37 0 0,1040-524-393 0 0,420-257-332 0 0,211-132-209 0 0,-4 0-23 0 0,1 2-1 0 0,0 0 0 0 0,1 0 0 0 0,-12 12 1 0 0,22-18-94 0 0,26-5-778 0 0,-20 2 645 0 0,-1-1 1 0 0,1 1-1 0 0,-1-1 0 0 0,1 1 1 0 0,-1-1-1 0 0,0 0 0 0 0,1-1 0 0 0,-1 1 1 0 0,0 0-1 0 0,0-1 0 0 0,0 0 1 0 0,0 0-1 0 0,0 0 0 0 0,0 0 0 0 0,-1 0 1 0 0,1 0-1 0 0,-1-1 0 0 0,1 0 1 0 0,-1 1-1 0 0,3-5 0 0 0,6-17-4709 0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6:18:24.600"/>
    </inkml:context>
    <inkml:brush xml:id="br0">
      <inkml:brushProperty name="width" value="0.05" units="cm"/>
      <inkml:brushProperty name="height" value="0.05" units="cm"/>
    </inkml:brush>
  </inkml:definitions>
  <inkml:trace contextRef="#ctx0" brushRef="#br0">150 115 1572 0 0,'3'-29'3040'0'0,"-1"14"-1325"0"0,-1-1-1 0 0,0 0 1 0 0,-1-19-1 0 0,-1 32-150 0 0,-1 3-1533 0 0,0 1 1 0 0,0-1-1 0 0,-1 1 1 0 0,1-1-1 0 0,0 1 1 0 0,0 0-1 0 0,0 0 1 0 0,0 0-1 0 0,0 0 1 0 0,0 0-1 0 0,0 1 1 0 0,0-1-1 0 0,1 0 1 0 0,-1 1-1 0 0,0 0 1 0 0,1-1-1 0 0,-1 1 1 0 0,1 0 0 0 0,0 0-1 0 0,-1-1 1 0 0,1 1-1 0 0,-1 3 1 0 0,-22 53 268 0 0,19-42-214 0 0,-14 36 116 0 0,2 1 0 0 0,3 1 0 0 0,2 0 1 0 0,3 1-1 0 0,-5 93 0 0 0,14-137-139 0 0,0 0-1 0 0,1 0 1 0 0,1 0-1 0 0,-1 0 1 0 0,2-1-1 0 0,0 1 1 0 0,0 0-1 0 0,0-1 1 0 0,2 0-1 0 0,9 18 1 0 0,-11-23-36 0 0,1 1-1 0 0,0-1 1 0 0,0 0 0 0 0,0-1 0 0 0,1 1-1 0 0,0-1 1 0 0,0 0 0 0 0,0 0 0 0 0,0 0-1 0 0,1-1 1 0 0,-1 0 0 0 0,1 0 0 0 0,0 0-1 0 0,0-1 1 0 0,0 0 0 0 0,0 0 0 0 0,1 0-1 0 0,-1-1 1 0 0,11 1 0 0 0,26-2-212 0 0,0-1 0 0 0,0-2 0 0 0,-1-2-1 0 0,0-2 1 0 0,62-19 0 0 0,27-3-3568 0 0,-120 26 3139 0 0,0 0-325 0 0,5 2-2459 0 0,21-1-384 0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6:18:25.339"/>
    </inkml:context>
    <inkml:brush xml:id="br0">
      <inkml:brushProperty name="width" value="0.05" units="cm"/>
      <inkml:brushProperty name="height" value="0.05" units="cm"/>
    </inkml:brush>
  </inkml:definitions>
  <inkml:trace contextRef="#ctx0" brushRef="#br0">583 134 712 0 0,'-1'-7'487'0'0,"-1"0"1"0"0,-1 0-1 0 0,1 1 1 0 0,-1-1-1 0 0,0 1 1 0 0,-1 0-1 0 0,1 0 0 0 0,-1 0 1 0 0,0 0-1 0 0,-1 1 1 0 0,0-1-1 0 0,1 1 0 0 0,-2 1 1 0 0,1-1-1 0 0,0 0 1 0 0,-1 1-1 0 0,0 0 0 0 0,-9-4 1 0 0,6 4-267 0 0,0 0 0 0 0,-1 1 0 0 0,1 0-1 0 0,-1 0 1 0 0,0 1 0 0 0,0 0 0 0 0,0 1 0 0 0,0 0 0 0 0,0 1 0 0 0,0 0 0 0 0,0 1 0 0 0,-11 1 0 0 0,5 2-126 0 0,0 0 0 0 0,1 1 1 0 0,-1 0-1 0 0,1 2 0 0 0,0-1 1 0 0,1 2-1 0 0,-1 0 1 0 0,2 1-1 0 0,-1 0 0 0 0,1 1 1 0 0,0 1-1 0 0,1 0 1 0 0,1 0-1 0 0,0 1 0 0 0,0 1 1 0 0,1 0-1 0 0,1 0 0 0 0,-8 16 1 0 0,1-2-58 0 0,1 0 0 0 0,2 2 0 0 0,1-1 0 0 0,2 2 1 0 0,0-1-1 0 0,2 2 0 0 0,1-1 0 0 0,-4 47 0 0 0,10-62-3 0 0,1 0 1 0 0,0 0-1 0 0,2 0 0 0 0,-1 0 0 0 0,2 0 1 0 0,0 0-1 0 0,0 0 0 0 0,7 15 0 0 0,-8-24-25 0 0,1 1-1 0 0,-1-1 1 0 0,1 0-1 0 0,0-1 1 0 0,1 1-1 0 0,0 0 1 0 0,0-1-1 0 0,0 0 0 0 0,0 0 1 0 0,1 0-1 0 0,0-1 1 0 0,0 1-1 0 0,0-1 1 0 0,0 0-1 0 0,1-1 1 0 0,-1 1-1 0 0,1-1 1 0 0,0 0-1 0 0,0 0 1 0 0,7 1-1 0 0,-6-3-12 0 0,0 0-1 0 0,-1 0 1 0 0,1-1-1 0 0,0 0 1 0 0,0 0-1 0 0,0 0 1 0 0,-1-1-1 0 0,1 0 1 0 0,0-1-1 0 0,-1 1 1 0 0,1-1-1 0 0,-1-1 1 0 0,1 1-1 0 0,-1-1 1 0 0,0 0-1 0 0,0-1 1 0 0,10-6-1 0 0,-4 1-4 0 0,0-1-1 0 0,-1 0 0 0 0,0 0 0 0 0,-1-1 0 0 0,0-1 0 0 0,14-20 0 0 0,-12 10 121 0 0,-1-1 1 0 0,-1 1-1 0 0,-1-2 0 0 0,-1 1 1 0 0,-1-1-1 0 0,-1-1 0 0 0,-1 1 1 0 0,-2-1-1 0 0,0 0 1 0 0,-1 0-1 0 0,-2 0 0 0 0,-1 1 1 0 0,-5-39-1 0 0,1-10 1554 0 0,26 113-1742 0 0,-2 18-217 0 0,37 99-997 0 0,-48-137 440 0 0,2 0 0 0 0,0-1 0 0 0,1 0 0 0 0,1-1 0 0 0,18 22 0 0 0,-29-39 698 0 0,0 0 0 0 0,0-1 0 0 0,0 1-1 0 0,-1 0 1 0 0,1-1 0 0 0,0 1 0 0 0,0-1 0 0 0,0 1 0 0 0,0-1 0 0 0,0 1-1 0 0,0-1 1 0 0,0 1 0 0 0,0-1 0 0 0,0 0 0 0 0,0 0 0 0 0,0 0-1 0 0,0 0 1 0 0,0 0 0 0 0,0 0 0 0 0,0 0 0 0 0,0 0 0 0 0,1 0 0 0 0,-1 0-1 0 0,0 0 1 0 0,0-1 0 0 0,0 1 0 0 0,0 0 0 0 0,0-1 0 0 0,0 1-1 0 0,0-1 1 0 0,-1 1 0 0 0,1-1 0 0 0,0 1 0 0 0,0-1 0 0 0,0 0 0 0 0,0 1-1 0 0,-1-1 1 0 0,1 0 0 0 0,1-1 0 0 0,-2 2 89 0 0,14-14-2675 0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6:18:28.217"/>
    </inkml:context>
    <inkml:brush xml:id="br0">
      <inkml:brushProperty name="width" value="0.05" units="cm"/>
      <inkml:brushProperty name="height" value="0.05" units="cm"/>
    </inkml:brush>
  </inkml:definitions>
  <inkml:trace contextRef="#ctx0" brushRef="#br0">188 1759 1296 0 0,'-186'-488'12815'0'0,"185"484"-12214"0"0,2 8-565 0 0,0-1 0 0 0,1 1 0 0 0,-1-1 0 0 0,1 1 0 0 0,0-1-1 0 0,0 0 1 0 0,5 6 0 0 0,4 8 20 0 0,279 602 478 0 0,-39 19-1477 0 0,-244-617 876 0 0,29 68-366 0 0,28 80-2179 0 0,-63-166 2121 0 0,-3-4 413 0 0,0 0 0 0 0,0-1 0 0 0,0 1 0 0 0,0 0-1 0 0,0-1 1 0 0,1 0 0 0 0,-1 1 0 0 0,0-1 0 0 0,1 0 0 0 0,0 1 0 0 0,-1-1 0 0 0,-1-4-1 0 0,-1 0-50 0 0,-53-77 169 0 0,4-3-1 0 0,4-1 0 0 0,4-3 1 0 0,-35-97-1 0 0,65 150 143 0 0,1-1 1 0 0,2 0-1 0 0,1-1 0 0 0,3-1 1 0 0,-5-40-1 0 0,12 69-160 0 0,0-1-1 0 0,1 1 1 0 0,0-1-1 0 0,1 1 0 0 0,0-1 1 0 0,0 0-1 0 0,1 1 1 0 0,1 0-1 0 0,0 0 1 0 0,1 0-1 0 0,0 0 1 0 0,1 0-1 0 0,0 1 0 0 0,0-1 1 0 0,1 1-1 0 0,0 1 1 0 0,1-1-1 0 0,0 1 1 0 0,1 0-1 0 0,0 1 1 0 0,17-15-1 0 0,-19 19-28 0 0,0 0-1 0 0,0 1 1 0 0,1-1 0 0 0,-1 1-1 0 0,9-2 1 0 0,10-1 139 0 0,-19 6-107 0 0,0 0 1 0 0,0 0-1 0 0,0 0 1 0 0,0 1-1 0 0,0 0 1 0 0,0 0-1 0 0,0 0 0 0 0,0 1 1 0 0,-1 0-1 0 0,1 0 1 0 0,0 0-1 0 0,-1 1 1 0 0,0 0-1 0 0,1 0 0 0 0,-1 0 1 0 0,0 0-1 0 0,-1 1 1 0 0,1 0-1 0 0,-1 0 0 0 0,1 1 1 0 0,-1-1-1 0 0,-1 1 1 0 0,1 0-1 0 0,5 8 1 0 0,-5-5-9 0 0,-1 0 1 0 0,0 0 0 0 0,0 0-1 0 0,0 0 1 0 0,-1 1 0 0 0,-1-1-1 0 0,1 0 1 0 0,-1 1 0 0 0,-1-1-1 0 0,1 1 1 0 0,-1 0 0 0 0,-1-1-1 0 0,0 1 1 0 0,0-1 0 0 0,0 1-1 0 0,-1-1 1 0 0,-5 12 0 0 0,2-4-7 0 0,-2-1 0 0 0,0 1 1 0 0,-15 22-1 0 0,19-32-17 0 0,-1 0 0 0 0,-1-1 0 0 0,1 0 0 0 0,-1 0 0 0 0,1 0 0 0 0,-1 0 0 0 0,-1-1 0 0 0,1 0 0 0 0,-1 0 0 0 0,1-1 0 0 0,-10 5 0 0 0,11-7-22 0 0,1 0-1 0 0,0 0 1 0 0,-1 0 0 0 0,1-1 0 0 0,-1 0 0 0 0,1 1 0 0 0,-1-1-1 0 0,1-1 1 0 0,-1 1 0 0 0,1 0 0 0 0,-1-1 0 0 0,1 0 0 0 0,0 1-1 0 0,-1-1 1 0 0,1-1 0 0 0,0 1 0 0 0,0 0 0 0 0,-1-1 0 0 0,1 0-1 0 0,0 0 1 0 0,1 0 0 0 0,-1 0 0 0 0,0 0 0 0 0,-3-4-1 0 0,-5-4-108 0 0,1-1 0 0 0,0-1 0 0 0,1 1 0 0 0,-9-15 0 0 0,0-4-71 0 0,1-2 0 0 0,1 0 0 0 0,2-1 0 0 0,2 0 1 0 0,-13-49-1 0 0,-24-179-195 0 0,39 175 790 0 0,3 1 0 0 0,5-1 0 0 0,3 0 0 0 0,13-94 1 0 0,-14 179-366 0 0,0 0 1 0 0,0 0 0 0 0,0 0 0 0 0,0 0-1 0 0,1 0 1 0 0,-1-1 0 0 0,0 1 0 0 0,0 0-1 0 0,1 0 1 0 0,-1 0 0 0 0,0 0 0 0 0,1 0-1 0 0,-1 0 1 0 0,1 0 0 0 0,0 1 0 0 0,-1-1-1 0 0,1 0 1 0 0,0 0 0 0 0,-1 0 0 0 0,1 0-1 0 0,0 1 1 0 0,0-1 0 0 0,0 0-1 0 0,0 1 1 0 0,-1-1 0 0 0,1 1 0 0 0,0-1-1 0 0,0 1 1 0 0,0-1 0 0 0,0 1 0 0 0,0 0-1 0 0,1-1 1 0 0,-1 1 0 0 0,0 0 0 0 0,0 0-1 0 0,0 0 1 0 0,0 0 0 0 0,0 0 0 0 0,0 0-1 0 0,0 0 1 0 0,0 0 0 0 0,0 0 0 0 0,0 0-1 0 0,0 1 1 0 0,0-1 0 0 0,0 0 0 0 0,0 1-1 0 0,0-1 1 0 0,0 1 0 0 0,0-1-1 0 0,0 1 1 0 0,1 0 0 0 0,6 4 25 0 0,-1-1-1 0 0,0 1 1 0 0,0 0 0 0 0,0 1-1 0 0,6 7 1 0 0,25 27 139 0 0,-2 3 0 0 0,58 90-1 0 0,45 108 196 0 0,-101-170-252 0 0,328 638-230 0 0,-348-672 85 0 0,-1 0 0 0 0,-3 2 0 0 0,-1 0 0 0 0,12 60 0 0 0,-24-98-5 0 0,-1 0 1 0 0,0-1 0 0 0,0 1-1 0 0,1 0 1 0 0,-1 0-1 0 0,0-1 1 0 0,0 1-1 0 0,0 0 1 0 0,0-1-1 0 0,0 1 1 0 0,0 0-1 0 0,0 0 1 0 0,0-1-1 0 0,0 1 1 0 0,0 0 0 0 0,0 0-1 0 0,0-1 1 0 0,-1 1-1 0 0,1 0 1 0 0,0-1-1 0 0,-1 1 1 0 0,1 0-1 0 0,0-1 1 0 0,-1 1-1 0 0,1 0 1 0 0,-1-1-1 0 0,1 1 1 0 0,-1-1 0 0 0,1 1-1 0 0,-1-1 1 0 0,1 1-1 0 0,-1-1 1 0 0,1 1-1 0 0,-2 0 1 0 0,-21-9-338 0 0,16 4 313 0 0,0-1 0 0 0,1 1-1 0 0,-1-1 1 0 0,1-1 0 0 0,0 1 0 0 0,1-1 0 0 0,-1 0 0 0 0,-4-8-1 0 0,-38-59-121 0 0,33 47 117 0 0,-50-83 118 0 0,-67-154 0 0 0,108 207 80 0 0,3-1 1 0 0,2-1-1 0 0,3 0 0 0 0,-17-120 1 0 0,32 167-127 0 0,0 1 0 0 0,0-1 1 0 0,1 1-1 0 0,0 0 0 0 0,1-1 1 0 0,1 1-1 0 0,-1-1 0 0 0,1 1 0 0 0,1 0 1 0 0,0 0-1 0 0,1 0 0 0 0,8-17 1 0 0,-11 26-23 0 0,0 0 0 0 0,0-1 1 0 0,0 1-1 0 0,0 0 0 0 0,1 0 1 0 0,-1 0-1 0 0,0 0 1 0 0,0 0-1 0 0,1 1 0 0 0,-1-1 1 0 0,1 0-1 0 0,-1 0 1 0 0,1 1-1 0 0,-1-1 0 0 0,1 1 1 0 0,0 0-1 0 0,-1-1 0 0 0,1 1 1 0 0,-1 0-1 0 0,1 0 1 0 0,0 0-1 0 0,-1 0 0 0 0,1 0 1 0 0,-1 0-1 0 0,1 1 1 0 0,0-1-1 0 0,-1 0 0 0 0,3 2 1 0 0,39 18-8 0 0,-33-13 26 0 0,-2 1 0 0 0,1 0 0 0 0,-1 0 1 0 0,0 1-1 0 0,-1 0 0 0 0,0 0 0 0 0,0 0 0 0 0,-1 1 1 0 0,-1 1-1 0 0,1-1 0 0 0,-2 1 0 0 0,1-1 1 0 0,-2 1-1 0 0,1 0 0 0 0,1 13 0 0 0,2 11 16 0 0,-2 2 0 0 0,-1-1 0 0 0,-2 48 0 0 0,-7 13 74 0 0,5-94-109 0 0,5-4-59 0 0,2-3 40 0 0,0 1 0 0 0,0-2 0 0 0,0 1 0 0 0,0-1 0 0 0,-1 0 1 0 0,0 0-1 0 0,0-1 0 0 0,0 0 0 0 0,-1 0 0 0 0,0 0 0 0 0,0 0 0 0 0,0-1 1 0 0,-1 0-1 0 0,0 0 0 0 0,-1 0 0 0 0,5-12 0 0 0,2-3-192 0 0,-2-1 0 0 0,0-1 1 0 0,-1 1-1 0 0,5-37 0 0 0,-9 21 22 0 0,-1 0 0 0 0,-2-1 1 0 0,-2 1-1 0 0,-1 0 0 0 0,-2 0 0 0 0,-15-58 1 0 0,-6 7 74 0 0,-57-136 0 0 0,65 186 466 0 0,-2 0 0 0 0,-35-54 0 0 0,41 73 92 0 0,-1 1 0 0 0,-1 0-1 0 0,-1 1 1 0 0,-1 1 0 0 0,-31-25-1 0 0,45 41-306 0 0,-22 10-78 0 0,26-7-58 0 0,-1 0-1 0 0,0 0 1 0 0,0 0-1 0 0,0 0 0 0 0,1 0 1 0 0,-1 0-1 0 0,0 0 1 0 0,1 0-1 0 0,-1 0 0 0 0,1 0 1 0 0,-1 1-1 0 0,1-1 1 0 0,0 0-1 0 0,-1 0 0 0 0,1 1 1 0 0,0-1-1 0 0,0 0 1 0 0,0 0-1 0 0,0 1 0 0 0,0-1 1 0 0,0 0-1 0 0,1 3 1 0 0,-1-3 0 0 0,-1 22 9 0 0,1 0-1 0 0,2-1 1 0 0,0 1 0 0 0,1-1-1 0 0,1 1 1 0 0,12 35 0 0 0,55 124 87 0 0,-63-164-90 0 0,135 269 345 0 0,-121-251-430 0 0,1-1 1 0 0,2-1-1 0 0,1-2 0 0 0,1 0 1 0 0,51 44-1 0 0,-77-74 23 0 0,1 0 0 0 0,0 0 0 0 0,0 0-1 0 0,0 0 1 0 0,1-1 0 0 0,-1 1 0 0 0,0-1 0 0 0,1 1 0 0 0,-1-1-1 0 0,1 0 1 0 0,-1 0 0 0 0,1 0 0 0 0,-1 0 0 0 0,1-1 0 0 0,0 1-1 0 0,-1-1 1 0 0,1 1 0 0 0,0-1 0 0 0,-1 0 0 0 0,1 0 0 0 0,0 0-1 0 0,0-1 1 0 0,-1 1 0 0 0,1-1 0 0 0,0 1 0 0 0,-1-1 0 0 0,1 0-1 0 0,-1 0 1 0 0,1 0 0 0 0,3-2 0 0 0,-2-1-9 0 0,0 0 1 0 0,-1 0-1 0 0,1 0 1 0 0,-1 0-1 0 0,0-1 1 0 0,0 1-1 0 0,0-1 1 0 0,0 0-1 0 0,-1 0 1 0 0,0 0-1 0 0,0 0 1 0 0,0 0-1 0 0,2-11 1 0 0,1-15 13 0 0,-1 1 0 0 0,-1-1 0 0 0,-1 0 1 0 0,-5-58-1 0 0,-27-119 2351 0 0,29 204-2003 0 0,4 7-286 0 0,0-1 0 0 0,-1 1-1 0 0,1-1 1 0 0,-1 1 0 0 0,1 0-1 0 0,-1 0 1 0 0,0 0 0 0 0,0 0-1 0 0,-1 0 1 0 0,1 0 0 0 0,0 0-1 0 0,-1 1 1 0 0,2 4 0 0 0,0-1-1 0 0,68 162 228 0 0,28 55-2270 0 0,-98-221 1461 0 0,-4-46-1141 0 0,-2 0 1282 0 0,-2 1-1 0 0,-2-1 1 0 0,-2 1 0 0 0,-21-51-1 0 0,7 15 310 0 0,14 43 148 0 0,-79-222 1951 0 0,89 255-1566 0 0,1 4-414 0 0,-1 1-1 0 0,1-1 1 0 0,0 1-1 0 0,0-1 1 0 0,0 1 0 0 0,0-1-1 0 0,1 1 1 0 0,-1-1-1 0 0,1 1 1 0 0,0 3-1 0 0,0-2-1 0 0,9 37 10 0 0,2-1 0 0 0,1 0 0 0 0,2-1 0 0 0,2-1 0 0 0,1 0-1 0 0,24 36 1 0 0,-24-46-49 0 0,0 0 0 0 0,43 48 0 0 0,-50-64-33 0 0,1 0-1 0 0,0-1 1 0 0,1 0 0 0 0,0-1-1 0 0,1 0 1 0 0,0-1 0 0 0,22 10-1 0 0,-32-17 11 0 0,0 0 0 0 0,1-1 0 0 0,-1 1 0 0 0,1-1 0 0 0,0 0 0 0 0,-1-1-1 0 0,1 1 1 0 0,0-1 0 0 0,-1 0 0 0 0,1 0 0 0 0,0 0 0 0 0,0-1 0 0 0,-1 1 0 0 0,1-1-1 0 0,-1 0 1 0 0,1-1 0 0 0,-1 1 0 0 0,1-1 0 0 0,-1 0 0 0 0,0 0 0 0 0,1 0 0 0 0,-1-1-1 0 0,0 1 1 0 0,-1-1 0 0 0,1 0 0 0 0,0 0 0 0 0,-1 0 0 0 0,0-1 0 0 0,0 1 0 0 0,0-1-1 0 0,0 0 1 0 0,0 0 0 0 0,-1 0 0 0 0,3-5 0 0 0,2-4 51 0 0,0-1-1 0 0,0-1 1 0 0,-2 1 0 0 0,0-1 0 0 0,-1 0-1 0 0,0 0 1 0 0,-1 0 0 0 0,-1 0 0 0 0,1-17-1 0 0,-3 6 234 0 0,-1 1 0 0 0,-2-1 0 0 0,0 0 0 0 0,-2 1-1 0 0,-9-31 1 0 0,10 42 46 0 0,0 1 0 0 0,-1 0 0 0 0,-1 0 0 0 0,0 1-1 0 0,-1-1 1 0 0,0 1 0 0 0,-1 0 0 0 0,0 1 0 0 0,-1 0 0 0 0,-19-19-1 0 0,1 14 367 0 0,22 13-377 0 0,-1 3-51 0 0,2 1-184 0 0,1 0 0 0 0,-1-1 0 0 0,1 1 0 0 0,0 0 0 0 0,-1 0 0 0 0,1 1 0 0 0,0-1 0 0 0,0 1 0 0 0,0 0 0 0 0,0 0 0 0 0,0 0 0 0 0,0 0 0 0 0,0 0 0 0 0,0 1 0 0 0,1-1 0 0 0,0 1 0 0 0,-1-1 1 0 0,1 1-1 0 0,0 0 0 0 0,0 0 0 0 0,0 0 0 0 0,1 0 0 0 0,-1 1 0 0 0,1-1 0 0 0,-2 4 0 0 0,-3 12 11 0 0,0 0 1 0 0,1 0-1 0 0,0 0 1 0 0,2 1-1 0 0,0-1 0 0 0,2 1 1 0 0,0 0-1 0 0,1 0 1 0 0,3 22-1 0 0,-2-29-65 0 0,1 1 0 0 0,1-1 1 0 0,0 1-1 0 0,0-1 0 0 0,2 0 0 0 0,0 0 1 0 0,0 0-1 0 0,1-1 0 0 0,0 0 0 0 0,1 0 1 0 0,1 0-1 0 0,0-1 0 0 0,18 19 0 0 0,-25-28-8 0 0,1-1 0 0 0,0 1 0 0 0,0-1 0 0 0,0 0 0 0 0,0 0 0 0 0,0 0 0 0 0,0 0 0 0 0,0 0 0 0 0,0 0 0 0 0,0 0 0 0 0,0-1 0 0 0,0 1 0 0 0,0-1 0 0 0,1 0 0 0 0,-1 0 0 0 0,0 0 0 0 0,0 0 0 0 0,0 0 0 0 0,1 0 0 0 0,-1 0 0 0 0,0-1 0 0 0,0 1 0 0 0,0-1 0 0 0,1 1 0 0 0,-1-1 0 0 0,0 0 0 0 0,0 0 0 0 0,0 0 0 0 0,0 0 0 0 0,0 0 0 0 0,-1-1 0 0 0,1 1 0 0 0,3-3 0 0 0,1-2-54 0 0,1 0-1 0 0,-1 0 1 0 0,-1-1 0 0 0,1 1-1 0 0,-1-1 1 0 0,8-14-1 0 0,-7 8 22 0 0,0 1-1 0 0,-1-1 0 0 0,-1 0 0 0 0,0 0 1 0 0,-1-1-1 0 0,0 1 0 0 0,0-15 0 0 0,0-12 449 0 0,-4-42-1 0 0,-1 23 1562 0 0,2 71-1969 0 0,1-1-1 0 0,0 1 0 0 0,0 0 0 0 0,1-1 1 0 0,1 1-1 0 0,0-1 0 0 0,0 0 0 0 0,1 0 1 0 0,1 0-1 0 0,0 0 0 0 0,0-1 0 0 0,13 18 1 0 0,-16-25-175 0 0,7-3-53 0 0,-7 0 230 0 0,-1 1 0 0 0,0-1 0 0 0,1 0-1 0 0,-1 0 1 0 0,0 0 0 0 0,1 0 0 0 0,-1 0-1 0 0,0-1 1 0 0,1 1 0 0 0,-1 0 0 0 0,1-1-1 0 0,-1 1 1 0 0,0-1 0 0 0,0 1 0 0 0,1-1 0 0 0,-1 1-1 0 0,0-1 1 0 0,0 0 0 0 0,0 0 0 0 0,0 0-1 0 0,0 0 1 0 0,0 1 0 0 0,0-1 0 0 0,0-1-1 0 0,0 1 1 0 0,0 0 0 0 0,0 0 0 0 0,-1 0 0 0 0,1 0-1 0 0,0 0 1 0 0,-1-1 0 0 0,1 1 0 0 0,0-3-1 0 0,5-10-53 0 0,-1-1-1 0 0,0 0 0 0 0,-1 0 0 0 0,0 0 0 0 0,-1 0 0 0 0,-1 0 0 0 0,-1-1 0 0 0,0 1 0 0 0,-1-1 0 0 0,-2-17 0 0 0,-4-19-25 0 0,-20-84-1 0 0,-185-611 1838 0 0,190 688-493 0 0,19 55-742 0 0,2 9-422 0 0,3 25 15 0 0,2 0 0 0 0,0 0 0 0 0,2-1-1 0 0,20 54 1 0 0,-5-14 39 0 0,50 154-930 0 0,116 245 0 0 0,-138-358-1506 0 0,-49-107 2025 0 0,-1-7-204 0 0,-70-225 4183 0 0,70 225-3679 0 0,0 1 1 0 0,0-1-1 0 0,1 1 1 0 0,-1-1-1 0 0,1 0 1 0 0,0 1-1 0 0,0-1 1 0 0,0 1-1 0 0,0-1 1 0 0,1 1-1 0 0,-1 0 1 0 0,1 0-1 0 0,0 0 1 0 0,0-1-1 0 0,0 2 1 0 0,3-5-1 0 0,33-41-914 0 0,62-61 0 0 0,-9 11-106 0 0,-33 41 2793 0 0,-56 55-1571 0 0,-1 2-169 0 0,0 1-1 0 0,0 0 1 0 0,0 0 0 0 0,0 0-1 0 0,0 0 1 0 0,-1 0 0 0 0,1 0-1 0 0,0 0 1 0 0,-1 0 0 0 0,1 0 0 0 0,0 0-1 0 0,-1 1 1 0 0,1-1 0 0 0,-1 0-1 0 0,0 0 1 0 0,1 1 0 0 0,-1-1 0 0 0,0 0-1 0 0,0 2 1 0 0,6 28 259 0 0,-2 3-289 0 0,2 22-488 0 0,2 0-1 0 0,2-1 1 0 0,30 90-1 0 0,-25-120-2537 0 0,-15-25 2934 0 0,1 0 0 0 0,-1 0-1 0 0,1 0 1 0 0,-1 0 0 0 0,0 0 0 0 0,1 0 0 0 0,-1 0-1 0 0,0-1 1 0 0,1 1 0 0 0,-1 0 0 0 0,0 0-1 0 0,1 0 1 0 0,-1 0 0 0 0,0 0 0 0 0,0-1-1 0 0,1 1 1 0 0,-1 0 0 0 0,0 0 0 0 0,0 0 0 0 0,1-1-1 0 0,-1 1 1 0 0,0 0 0 0 0,0-1 0 0 0,1 1-1 0 0,-1 0 1 0 0,0 0 0 0 0,0-1 0 0 0,0 1-1 0 0,0 0 1 0 0,0-1 0 0 0,1 1 0 0 0,-1 0 0 0 0,0-1-1 0 0,0 1 1 0 0,0 0 0 0 0,0-1 0 0 0,0 1-1 0 0,0-1 1 0 0,1-7-215 0 0,0 0-1 0 0,0 0 1 0 0,-1 0 0 0 0,-1-15-1 0 0,-12-57 1401 0 0,-3 2 0 0 0,-40-113 0 0 0,53 182-931 0 0,-53-144 2262 0 0,55 149-2043 0 0,3 26-560 0 0,2-1 0 0 0,0-1 0 0 0,2 1-1 0 0,0-1 1 0 0,1 1 0 0 0,1-2 0 0 0,11 21-1 0 0,-2-2-405 0 0,-11-22 301 0 0,1 0 1 0 0,1 0 0 0 0,1-1 0 0 0,0 0 0 0 0,0 0 0 0 0,2-1 0 0 0,0 0 0 0 0,1-1 0 0 0,0 0 0 0 0,0-1 0 0 0,23 17 0 0 0,-31-27 171 0 0,2-3-22 0 0,-2 0 127 0 0,0 0 1 0 0,0 0 0 0 0,-1 0-1 0 0,1-1 1 0 0,0 1 0 0 0,-1-1 0 0 0,1 0-1 0 0,-1 0 1 0 0,0 0 0 0 0,1-1 0 0 0,-1 1-1 0 0,0-1 1 0 0,-1 0 0 0 0,1 0 0 0 0,0 0-1 0 0,-1 0 1 0 0,5-7 0 0 0,-3 3 124 0 0,0-2 1 0 0,-1 1-1 0 0,0 0 0 0 0,0-1 1 0 0,-1 1-1 0 0,0-1 0 0 0,2-17 1 0 0,-3 5 386 0 0,0-1 0 0 0,-2 1 0 0 0,0 0 0 0 0,-2-1 0 0 0,0 1 0 0 0,-9-29 1 0 0,12 49-455 0 0,0 0 1 0 0,0 0 0 0 0,0 0-1 0 0,-1 0 1 0 0,1 0 0 0 0,0 0-1 0 0,-1 0 1 0 0,1 0 0 0 0,-1 0 0 0 0,1 1-1 0 0,-1-1 1 0 0,1 0 0 0 0,-1 0-1 0 0,0 0 1 0 0,1 0 0 0 0,-1 1-1 0 0,0-1 1 0 0,0 0 0 0 0,1 1-1 0 0,-1-1 1 0 0,0 1 0 0 0,0-1-1 0 0,-2 0 1 0 0,2 1-46 0 0,0 0-1 0 0,1 0 1 0 0,-1 1-1 0 0,0-1 1 0 0,0 0 0 0 0,0 1-1 0 0,0-1 1 0 0,0 1-1 0 0,0-1 1 0 0,1 1-1 0 0,-1-1 1 0 0,0 1-1 0 0,0-1 1 0 0,1 1 0 0 0,-1 0-1 0 0,0-1 1 0 0,1 1-1 0 0,-1 0 1 0 0,1 0-1 0 0,-1 0 1 0 0,-3 5 9 0 0,1-1 1 0 0,0 1-1 0 0,0 0 0 0 0,1 0 0 0 0,-1 0 1 0 0,-1 9-1 0 0,0 6-33 0 0,2 0-1 0 0,0 0 1 0 0,1 0 0 0 0,2 0 0 0 0,0 0-1 0 0,4 24 1 0 0,-3-34-46 0 0,0 0 1 0 0,1 0-1 0 0,1 0 1 0 0,0 0-1 0 0,0 0 0 0 0,1-1 1 0 0,0 1-1 0 0,0-1 1 0 0,2-1-1 0 0,-1 1 0 0 0,1-1 1 0 0,13 14-1 0 0,-18-22 26 0 0,1 1 0 0 0,-1-1 0 0 0,1 1 0 0 0,-1-1 0 0 0,1 0 1 0 0,0 0-1 0 0,0 0 0 0 0,-1 0 0 0 0,1 0 0 0 0,0-1 0 0 0,0 0 0 0 0,0 1 0 0 0,0-1 0 0 0,0 0 0 0 0,-1 0 0 0 0,1 0 0 0 0,0-1 0 0 0,0 1 0 0 0,0-1 0 0 0,2 0 1 0 0,-2 0 18 0 0,2 0-9 0 0,0-1 0 0 0,0 0 0 0 0,0 0 0 0 0,-1 0 0 0 0,1-1 0 0 0,-1 0 0 0 0,1 0 0 0 0,-1 0 0 0 0,0 0 0 0 0,0-1 0 0 0,-1 1 0 0 0,1-1 0 0 0,-1 0 0 0 0,4-4 0 0 0,1-3 56 0 0,-1 0 0 0 0,0 0 0 0 0,10-24 0 0 0,-12 24 102 0 0,-1 0 1 0 0,-1-1-1 0 0,0 1 0 0 0,0-1 0 0 0,-1 0 0 0 0,-1 0 1 0 0,0 0-1 0 0,-1-17 0 0 0,-1 23-51 0 0,1 0 1 0 0,-1 1-1 0 0,0-1 0 0 0,0 0 1 0 0,0 1-1 0 0,-1 0 0 0 0,0-1 1 0 0,0 1-1 0 0,0 0 0 0 0,-1 0 1 0 0,0 0-1 0 0,0 0 0 0 0,0 0 1 0 0,0 1-1 0 0,-1-1 0 0 0,0 1 1 0 0,0 0-1 0 0,0 0 0 0 0,-5-3 1 0 0,5 5-69 0 0,1 0 0 0 0,-1 1 0 0 0,1-1 0 0 0,-1 1 0 0 0,0 0 0 0 0,1 1 0 0 0,-1-1 0 0 0,0 0 0 0 0,0 1 0 0 0,0 0 0 0 0,1 0 1 0 0,-1 0-1 0 0,0 1 0 0 0,0-1 0 0 0,-6 2 0 0 0,3 0-46 0 0,-1 0 1 0 0,1 1-1 0 0,-1-1 1 0 0,1 1-1 0 0,0 1 1 0 0,-11 6-1 0 0,-36 34-2693 0 0,52-42 1852 0 0,21-10-5386 0 0,-3-5 4379 0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6:18:28.500"/>
    </inkml:context>
    <inkml:brush xml:id="br0">
      <inkml:brushProperty name="width" value="0.05" units="cm"/>
      <inkml:brushProperty name="height" value="0.05" units="cm"/>
    </inkml:brush>
  </inkml:definitions>
  <inkml:trace contextRef="#ctx0" brushRef="#br0">0 417 3244 0 0,'111'-92'4855'0'0,"-108"91"-4733"0"0,0 0 0 0 0,0-1-1 0 0,0 1 1 0 0,0 0 0 0 0,0 0-1 0 0,0 1 1 0 0,0-1 0 0 0,1 1-1 0 0,-1-1 1 0 0,0 1-1 0 0,0 0 1 0 0,1 0 0 0 0,-1 1-1 0 0,0-1 1 0 0,0 1 0 0 0,1-1-1 0 0,-1 1 1 0 0,0 0 0 0 0,0 0-1 0 0,0 1 1 0 0,0-1 0 0 0,0 1-1 0 0,0-1 1 0 0,-1 1 0 0 0,1 0-1 0 0,0 0 1 0 0,-1 0-1 0 0,4 4 1 0 0,3 5 40 0 0,0 0 1 0 0,-1 1-1 0 0,-1 0 0 0 0,0 0 0 0 0,0 0 0 0 0,-2 1 1 0 0,1 0-1 0 0,4 19 0 0 0,2 15-73 0 0,5 52 0 0 0,-5-30-41 0 0,-11-65 20 0 0,0-9 75 0 0,6-39-86 0 0,-2 0 1 0 0,-1-62-1 0 0,1-10-193 0 0,18-65-63 0 0,-19 156 175 0 0,1 1 0 0 0,2 1 1 0 0,1-1-1 0 0,0 1 0 0 0,17-31 0 0 0,-25 53 26 0 0,1 0 0 0 0,-1 0 0 0 0,0 0-1 0 0,1 0 1 0 0,-1 0 0 0 0,1 0 0 0 0,0 0 0 0 0,-1 0 0 0 0,1 0 0 0 0,0 1 0 0 0,0-1 0 0 0,0 0-1 0 0,-1 0 1 0 0,1 1 0 0 0,0-1 0 0 0,0 0 0 0 0,0 1 0 0 0,0-1 0 0 0,0 1 0 0 0,0-1 0 0 0,0 1-1 0 0,0 0 1 0 0,0-1 0 0 0,1 1 0 0 0,-1 0 0 0 0,0 0 0 0 0,0 0 0 0 0,0 0 0 0 0,0 0 0 0 0,0 0-1 0 0,0 0 1 0 0,0 0 0 0 0,1 0 0 0 0,-1 0 0 0 0,0 1 0 0 0,0-1 0 0 0,0 0 0 0 0,0 1 0 0 0,0-1-1 0 0,0 1 1 0 0,0-1 0 0 0,0 1 0 0 0,0-1 0 0 0,0 1 0 0 0,0 0 0 0 0,-1 0 0 0 0,1-1 0 0 0,0 1-1 0 0,0 0 1 0 0,-1 0 0 0 0,1 0 0 0 0,1 2 0 0 0,3 3 8 0 0,-1 0 0 0 0,0 1-1 0 0,0 0 1 0 0,0-1 0 0 0,-1 1 0 0 0,4 11 0 0 0,2 18-99 0 0,-1 0 0 0 0,-2 0 1 0 0,-2 1-1 0 0,-1-1 0 0 0,-3 52 1 0 0,-25 184-4667 0 0,21-246 3868 0 0,-10 81-3342 0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6:18:29.472"/>
    </inkml:context>
    <inkml:brush xml:id="br0">
      <inkml:brushProperty name="width" value="0.05" units="cm"/>
      <inkml:brushProperty name="height" value="0.05" units="cm"/>
    </inkml:brush>
  </inkml:definitions>
  <inkml:trace contextRef="#ctx0" brushRef="#br0">195 948 2788 0 0,'-11'-197'9036'0'0,"9"175"-7942"0"0,2 18 773 0 0,0 6-1822 0 0,1 0 0 0 0,0 0 0 0 0,-1 0 0 0 0,1 0 0 0 0,0-1 0 0 0,0 1 0 0 0,1 0 0 0 0,-1 0 0 0 0,0-1 0 0 0,1 1 0 0 0,1 2 0 0 0,3 3 42 0 0,10 25 151 0 0,-2 1 0 0 0,-1 0 0 0 0,11 48 0 0 0,-9-30-79 0 0,184 611-4068 0 0,-197-657 2895 0 0,-4-10 425 0 0,-8-29 290 0 0,-17-47 477 0 0,-116-257 237 0 0,-37-98 491 0 0,148 343-117 0 0,3-1 0 0 0,-27-175-1 0 0,53 249-672 0 0,1-1-1 0 0,2 1 0 0 0,2-31 0 0 0,-2 44-88 0 0,1 1 0 0 0,0-1 0 0 0,0 1 0 0 0,1-1 0 0 0,0 1 0 0 0,0 0 0 0 0,0 0 0 0 0,1 0 1 0 0,0 0-1 0 0,0 0 0 0 0,1 1 0 0 0,-1-1 0 0 0,10-9 0 0 0,-12 14-22 0 0,0 0 0 0 0,0 0 0 0 0,0 0 0 0 0,0 0 0 0 0,1 1 0 0 0,-1-1 1 0 0,0 0-1 0 0,1 1 0 0 0,-1-1 0 0 0,1 1 0 0 0,-1-1 0 0 0,1 1 0 0 0,-1-1 1 0 0,1 1-1 0 0,1 0 0 0 0,2-1 6 0 0,8 2 64 0 0,-4 3-76 0 0,0-1-1 0 0,0 2 1 0 0,-1-1-1 0 0,1 1 1 0 0,-1 0-1 0 0,-1 1 1 0 0,1-1-1 0 0,-1 2 1 0 0,0-1-1 0 0,13 15 1 0 0,-9-6-22 0 0,0 0 0 0 0,-1 1 1 0 0,-1 0-1 0 0,-1 0 1 0 0,9 24-1 0 0,-3 2-21 0 0,-1 0 1 0 0,-3 1-1 0 0,-1 1 0 0 0,3 53 0 0 0,0 204 128 0 0,-12-296-161 0 0,1-8-328 0 0,1 1 384 0 0,-1-1 0 0 0,0 0 0 0 0,0 1 0 0 0,0-1-1 0 0,0 0 1 0 0,-1 0 0 0 0,1 0 0 0 0,-1 0 0 0 0,1-4 0 0 0,1-7-19 0 0,53-196-183 0 0,-48 189 247 0 0,1 1 0 0 0,0 0 0 0 0,2 1 0 0 0,1 0 1 0 0,0 0-1 0 0,1 1 0 0 0,28-33 0 0 0,-38 49-17 0 0,0 0 0 0 0,0 0 0 0 0,0 0 0 0 0,0 1 1 0 0,0-1-1 0 0,0 1 0 0 0,0-1 0 0 0,1 1 0 0 0,-1 0 1 0 0,1-1-1 0 0,-1 1 0 0 0,1 0 0 0 0,-1 1 0 0 0,1-1 1 0 0,-1 0-1 0 0,1 1 0 0 0,0 0 0 0 0,-1-1 0 0 0,1 1 1 0 0,0 0-1 0 0,-1 0 0 0 0,5 1 0 0 0,-3 0-9 0 0,0 1-1 0 0,0 0 1 0 0,-1-1-1 0 0,1 2 1 0 0,0-1-1 0 0,-1 0 0 0 0,1 1 1 0 0,-1-1-1 0 0,0 1 1 0 0,0 0-1 0 0,0 0 1 0 0,5 6-1 0 0,3 7-11 0 0,-1 0 0 0 0,0 1 0 0 0,-1 0 0 0 0,12 34 0 0 0,20 79 2 0 0,-40-127 11 0 0,0-3-100 0 0,0-1 99 0 0,1 1 0 0 0,-1 0 0 0 0,0-1 0 0 0,0 1-1 0 0,0-1 1 0 0,0 1 0 0 0,0-1 0 0 0,-1 0 0 0 0,1 1 0 0 0,0-1-1 0 0,0 0 1 0 0,0 0 0 0 0,0 1 0 0 0,-1-1 0 0 0,1 0 0 0 0,0 0 0 0 0,-1 0-1 0 0,1 0 1 0 0,-1 0 0 0 0,1-2 0 0 0,12-29-32 0 0,-7 17 31 0 0,13-26-21 0 0,27-43 0 0 0,-39 73 27 0 0,1-1-1 0 0,0 2 0 0 0,1-1 0 0 0,0 1 1 0 0,0 0-1 0 0,1 1 0 0 0,0 0 1 0 0,13-8-1 0 0,71-30-6 0 0,-13 8 7 0 0,-3-8-253 0 0,89-71 0 0 0,-21-7-4020 0 0,-144 123 3115 0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6:18:29.820"/>
    </inkml:context>
    <inkml:brush xml:id="br0">
      <inkml:brushProperty name="width" value="0.05" units="cm"/>
      <inkml:brushProperty name="height" value="0.05" units="cm"/>
    </inkml:brush>
  </inkml:definitions>
  <inkml:trace contextRef="#ctx0" brushRef="#br0">215 1290 2016 0 0,'-207'57'8700'0'0,"202"-56"-7520"0"0,3-14-202 0 0,2 12-955 0 0,0 1-1 0 0,-1-1 1 0 0,1 0-1 0 0,0 0 1 0 0,0 1-1 0 0,0-1 1 0 0,0 0-1 0 0,0 0 1 0 0,0 1-1 0 0,0-1 1 0 0,0 0 0 0 0,1 0-1 0 0,-1 0 1 0 0,0 1-1 0 0,0-1 1 0 0,0 0-1 0 0,1 1 1 0 0,-1-1-1 0 0,1 0 1 0 0,-1 1-1 0 0,0-1 1 0 0,1 0-1 0 0,-1 1 1 0 0,1-1-1 0 0,-1 1 1 0 0,1-1-1 0 0,0 0 1 0 0,-1 1 0 0 0,1 0-1 0 0,0-1 1 0 0,89-85 1060 0 0,112-82 0 0 0,-116 99-851 0 0,428-322 211 0 0,-167 131-2282 0 0,-12-12-5684 0 0,-259 205 3455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6:18:30.033"/>
    </inkml:context>
    <inkml:brush xml:id="br0">
      <inkml:brushProperty name="width" value="0.05" units="cm"/>
      <inkml:brushProperty name="height" value="0.05" units="cm"/>
    </inkml:brush>
  </inkml:definitions>
  <inkml:trace contextRef="#ctx0" brushRef="#br0">0 427 1280 0 0,'5'-1'3940'0'0,"50"-16"3524"0"0,-1-4-3423 0 0,-31 11-3432 0 0,-1-1-1 0 0,-1 0 1 0 0,0-2 0 0 0,-1-1 0 0 0,26-22 0 0 0,-36 28-653 0 0,113-112-985 0 0,-72 53-2543 0 0,-41 52 922 0 0,-2 0 0 0 0,13-31 0 0 0,-14 25-2149 0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6:18:36.529"/>
    </inkml:context>
    <inkml:brush xml:id="br0">
      <inkml:brushProperty name="width" value="0.05" units="cm"/>
      <inkml:brushProperty name="height" value="0.05" units="cm"/>
    </inkml:brush>
  </inkml:definitions>
  <inkml:trace contextRef="#ctx0" brushRef="#br0">237 984 356 0 0,'-18'19'1524'0'0,"0"-1"1"0"0,-2 0-1 0 0,-25 18 0 0 0,-21 17 2070 0 0,6 1 792 0 0,57-51-3951 0 0,-1 13 671 0 0,3-16-1070 0 0,1 0-1 0 0,0 1 1 0 0,0-1-1 0 0,0 0 1 0 0,-1 1-1 0 0,1-1 1 0 0,0 1 0 0 0,0-1-1 0 0,0 0 1 0 0,0 1-1 0 0,0-1 1 0 0,0 1-1 0 0,0-1 1 0 0,0 0-1 0 0,0 1 1 0 0,0-1-1 0 0,0 1 1 0 0,0-1-1 0 0,0 0 1 0 0,0 1-1 0 0,0-1 1 0 0,1 1-1 0 0,-1-1 1 0 0,0 0-1 0 0,0 1 1 0 0,0-1-1 0 0,1 0 1 0 0,-1 1-1 0 0,0-1 1 0 0,0 0 0 0 0,1 1-1 0 0,-1-1 1 0 0,0 0-1 0 0,1 1 1 0 0,-1-1-1 0 0,0 0 1 0 0,1 0-1 0 0,-1 0 1 0 0,0 1-1 0 0,1-1 1 0 0,0 0-1 0 0,147-86 259 0 0,568-312 154 0 0,475-201-546 0 0,-1175 591 96 0 0,43-28 27 0 0,-56 34-27 0 0,-6 0-40 0 0,-2 0-10 0 0,0 0-1 0 0,-1 0 1 0 0,1 1 0 0 0,0-1-1 0 0,-1 1 1 0 0,1 0 0 0 0,-1 1-1 0 0,1-1 1 0 0,-1 1 0 0 0,1 0-1 0 0,-9 1 1 0 0,-81 11-600 0 0,57-6 435 0 0,-581 18-700 0 0,557-24 1157 0 0,-55 8 751 0 0,112-8-891 0 0,0 0-22 0 0,0 0-116 0 0,-9 2 254 0 0,14-2-210 0 0,0 0 0 0 0,0 1 1 0 0,0-1-1 0 0,0 0 0 0 0,0 1 0 0 0,0-1 0 0 0,0 0 0 0 0,0 1 0 0 0,0-1 0 0 0,0 0 0 0 0,0 0 0 0 0,0 1 1 0 0,0-1-1 0 0,0 0 0 0 0,0 1 0 0 0,1-1 0 0 0,-1 0 0 0 0,0 1 0 0 0,0-1 0 0 0,0 0 0 0 0,1 0 0 0 0,-1 1 1 0 0,0-1-1 0 0,0 0 0 0 0,0 0 0 0 0,1 0 0 0 0,-1 1 0 0 0,0-1 0 0 0,1 0 0 0 0,-1 0 0 0 0,0 0 0 0 0,0 0 0 0 0,1 0 1 0 0,-1 1-1 0 0,0-1 0 0 0,1 0 0 0 0,-1 0 0 0 0,0 0 0 0 0,1 0 0 0 0,0 0 0 0 0,14 1 94 0 0,493-73 665 0 0,-184 19-560 0 0,-316 52-211 0 0,15-3 26 0 0,-1 2 0 0 0,1 0-1 0 0,0 1 1 0 0,0 1 0 0 0,23 4 0 0 0,-42-3-3 0 0,-1-1 1 0 0,1 1 0 0 0,0 0-1 0 0,0 0 1 0 0,0 0 0 0 0,-1 0-1 0 0,1 1 1 0 0,0 0 0 0 0,-1-1 0 0 0,0 1-1 0 0,1 0 1 0 0,-1 1 0 0 0,0-1-1 0 0,0 1 1 0 0,0-1 0 0 0,0 1-1 0 0,-1 0 1 0 0,1 0 0 0 0,-1 0-1 0 0,0 1 1 0 0,0-1 0 0 0,0 0-1 0 0,0 1 1 0 0,0-1 0 0 0,-1 1 0 0 0,1 0-1 0 0,-1-1 1 0 0,0 1 0 0 0,0 0-1 0 0,-1 0 1 0 0,1 0 0 0 0,-1 0-1 0 0,0 0 1 0 0,0 0 0 0 0,0 0-1 0 0,-1 6 1 0 0,-3 11 7 0 0,0 0 0 0 0,0 0 0 0 0,-2 0 0 0 0,-1-1 0 0 0,-1 0 0 0 0,0 0 0 0 0,-13 21 0 0 0,-88 130-569 0 0,89-140 277 0 0,-127 197-3714 0 0,59-74-2539 0 0,58-100 1267 0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6:23:22.448"/>
    </inkml:context>
    <inkml:brush xml:id="br0">
      <inkml:brushProperty name="width" value="0.05" units="cm"/>
      <inkml:brushProperty name="height" value="0.05" units="cm"/>
    </inkml:brush>
  </inkml:definitions>
  <inkml:trace contextRef="#ctx0" brushRef="#br0">188 1115 1736 0 0,'0'0'1490'0'0,"-4"-2"-348"0"0,-4-1-675 0 0,1 1-1 0 0,-1 0 1 0 0,0 0 0 0 0,0 1 0 0 0,0 0 0 0 0,0 0-1 0 0,0 1 1 0 0,0 0 0 0 0,-17 2 0 0 0,13-1 58 0 0,7-1-172 0 0,-33 14 1006 0 0,34-13-1054 0 0,2 1-138 0 0,-1 0 0 0 0,1 1 1 0 0,0-1-1 0 0,0 0 0 0 0,0 1 0 0 0,0 0 1 0 0,0 0-1 0 0,0-1 0 0 0,1 1 0 0 0,-1 0 1 0 0,1 0-1 0 0,0 0 0 0 0,0 1 1 0 0,0-1-1 0 0,0 0 0 0 0,0 6 0 0 0,1-6-66 0 0,0 0 0 0 0,0 0 1 0 0,0 0-1 0 0,0 1 0 0 0,1-1 0 0 0,0 0 0 0 0,-1 0 0 0 0,1 0 0 0 0,0 0 0 0 0,1 0 0 0 0,-1 0 0 0 0,0 0 0 0 0,1 0 0 0 0,0-1 0 0 0,-1 1 0 0 0,1-1 1 0 0,0 1-1 0 0,1-1 0 0 0,-1 1 0 0 0,0-1 0 0 0,1 0 0 0 0,-1 0 0 0 0,1 0 0 0 0,-1-1 0 0 0,1 1 0 0 0,3 1 0 0 0,2 0 28 0 0,1 0 0 0 0,0-1 0 0 0,-1 0 0 0 0,1-1 0 0 0,0 1 0 0 0,0-2 0 0 0,0 1-1 0 0,16-2 1 0 0,16-3 57 0 0,1-2 1 0 0,-1-1-1 0 0,0-2 0 0 0,52-20 0 0 0,154-72 147 0 0,436-245 69 0 0,-422 207-345 0 0,-106 58-40 0 0,613-295 74 0 0,-687 334 313 0 0,-77 41-400 0 0,-28 6-847 0 0,19-4 471 0 0,-24-3-3601 0 0,24 0 3608 0 0,-98-31-1176 0 0,35 9 1724 0 0,-83-18-1 0 0,116 35 410 0 0,1 2-1 0 0,-1 1 0 0 0,0 2 0 0 0,-48 2 0 0 0,32 13 1338 0 0,51-7-1617 0 0,-1-6-298 0 0,1 1 0 0 0,0 0 0 0 0,0 0 0 0 0,0-1 0 0 0,0 1 0 0 0,0 0 0 0 0,0 0 0 0 0,0 0 0 0 0,0 0 0 0 0,0-1 1 0 0,0 1-1 0 0,0 0 0 0 0,0 0 0 0 0,1 0 0 0 0,-1-1 0 0 0,0 1 0 0 0,1 0 0 0 0,-1-1 0 0 0,0 1 0 0 0,1 1 0 0 0,13 6 55 0 0,-1-1 0 0 0,1 0 0 0 0,0-1 0 0 0,0-1-1 0 0,1 0 1 0 0,0-1 0 0 0,18 3 0 0 0,118 12 38 0 0,-112-15-75 0 0,-10-1-15 0 0,15 1 5 0 0,62 14 0 0 0,-95-16 5 0 0,0 1 1 0 0,-1 0 0 0 0,1 1-1 0 0,-1 1 1 0 0,0-1-1 0 0,0 1 1 0 0,0 1-1 0 0,-1 0 1 0 0,0 0 0 0 0,0 1-1 0 0,9 9 1 0 0,-15-12-8 0 0,1 1 0 0 0,-1 0 0 0 0,0 0-1 0 0,0 0 1 0 0,-1 0 0 0 0,1 1 0 0 0,-1-1 0 0 0,0 1 0 0 0,-1-1 0 0 0,1 1 0 0 0,-1 0 0 0 0,0-1-1 0 0,-1 1 1 0 0,1 0 0 0 0,-1 0 0 0 0,0 0 0 0 0,-1-1 0 0 0,1 1 0 0 0,-1 0 0 0 0,0 0 0 0 0,-2 5 0 0 0,-6 17-126 0 0,0-1 0 0 0,-1-1 0 0 0,-17 30 0 0 0,3-3-550 0 0,-2 20-1736 0 0,20-24-5868 0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6:23:23.285"/>
    </inkml:context>
    <inkml:brush xml:id="br0">
      <inkml:brushProperty name="width" value="0.05" units="cm"/>
      <inkml:brushProperty name="height" value="0.05" units="cm"/>
    </inkml:brush>
  </inkml:definitions>
  <inkml:trace contextRef="#ctx0" brushRef="#br0">295 59 1108 0 0,'-1'-3'1817'0'0,"-2"-2"-1377"0"0,0 1-1 0 0,0 0 1 0 0,0 0 0 0 0,0 1 0 0 0,0-1-1 0 0,-1 1 1 0 0,0 0 0 0 0,0 0-1 0 0,0 0 1 0 0,0 0 0 0 0,0 0 0 0 0,0 1-1 0 0,-9-4 1 0 0,8 5-265 0 0,0-1-1 0 0,0 1 1 0 0,0 0 0 0 0,0 1-1 0 0,1-1 1 0 0,-1 1 0 0 0,0 0-1 0 0,0 0 1 0 0,0 1-1 0 0,0-1 1 0 0,0 1 0 0 0,0 0-1 0 0,0 0 1 0 0,0 1 0 0 0,1 0-1 0 0,-1-1 1 0 0,1 2 0 0 0,-1-1-1 0 0,1 0 1 0 0,0 1 0 0 0,0 0-1 0 0,-5 4 1 0 0,-2 4-52 0 0,0 0-1 0 0,1 1 1 0 0,1 0 0 0 0,0 1-1 0 0,0 0 1 0 0,1 1 0 0 0,1-1 0 0 0,0 1-1 0 0,1 1 1 0 0,1 0 0 0 0,0-1-1 0 0,1 1 1 0 0,-5 28 0 0 0,4 0-68 0 0,1-1 1 0 0,1 0-1 0 0,8 84 0 0 0,-2-93-47 0 0,1 0 0 0 0,2 0 0 0 0,1-1 0 0 0,1 1 0 0 0,14 30 0 0 0,-19-53-34 0 0,1 0 0 0 0,1-1 0 0 0,0 1 0 0 0,0-1 0 0 0,1 0 0 0 0,0-1 0 0 0,0 0 0 0 0,1 1 0 0 0,0-2 1 0 0,0 1-1 0 0,1-1 0 0 0,0 0 0 0 0,0-1 0 0 0,1 0 0 0 0,0 0 0 0 0,0-1 0 0 0,0 0 0 0 0,1-1 1 0 0,16 6-1 0 0,-23-9-5 0 0,0-1 1 0 0,0 1-1 0 0,0-1 1 0 0,0 1-1 0 0,1-1 1 0 0,-1 0-1 0 0,0 0 1 0 0,0-1 0 0 0,0 1-1 0 0,0-1 1 0 0,0 1-1 0 0,4-2 1 0 0,4-1-50 0 0,1 1 12 0 0,0-1-1 0 0,-1 0 1 0 0,1-1 0 0 0,-1 0 0 0 0,0-1 0 0 0,-1 0 0 0 0,1-1 0 0 0,-1 0 0 0 0,0 0 0 0 0,0-1 0 0 0,-1-1 0 0 0,0 1-1 0 0,0-2 1 0 0,-1 1 0 0 0,8-11 0 0 0,8-13 505 0 0,-1-1 1 0 0,36-71-1 0 0,-49 85 72 0 0,-8 16-272 0 0,5-12 477 0 0,-4 32-689 0 0,-2 1-1 0 0,0 0 1 0 0,-2 22 0 0 0,1 42-160 0 0,20 51-2244 0 0,-15-115 780 0 0,0 0 0 0 0,13 29 0 0 0,-15-41-880 0 0,10 9-619 0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6:23:23.499"/>
    </inkml:context>
    <inkml:brush xml:id="br0">
      <inkml:brushProperty name="width" value="0.05" units="cm"/>
      <inkml:brushProperty name="height" value="0.05" units="cm"/>
    </inkml:brush>
  </inkml:definitions>
  <inkml:trace contextRef="#ctx0" brushRef="#br0">9 124 3640 0 0,'-8'-106'6605'0'0,"8"102"-6312"0"0,1-10 914 0 0,48 176-671 0 0,-5-10-1399 0 0,-18-75-4936 0 0,-25-73 3164 0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6:23:23.655"/>
    </inkml:context>
    <inkml:brush xml:id="br0">
      <inkml:brushProperty name="width" value="0.05" units="cm"/>
      <inkml:brushProperty name="height" value="0.05" units="cm"/>
    </inkml:brush>
  </inkml:definitions>
  <inkml:trace contextRef="#ctx0" brushRef="#br0">82 44 56 0 0,'0'0'2972'0'0,"-13"-22"189"0"0,0 7-869 0 0,-9 9-1260 0 0,0 12-928 0 0,11 9-624 0 0,17 5-3817 0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6:23:23.840"/>
    </inkml:context>
    <inkml:brush xml:id="br0">
      <inkml:brushProperty name="width" value="0.05" units="cm"/>
      <inkml:brushProperty name="height" value="0.05" units="cm"/>
    </inkml:brush>
  </inkml:definitions>
  <inkml:trace contextRef="#ctx0" brushRef="#br0">0 20 1960 0 0,'6'-4'479'0'0,"22"-11"4733"0"0,-27 15-5139 0 0,-1 0 1 0 0,1 0-1 0 0,0-1 0 0 0,0 1 1 0 0,-1 0-1 0 0,1 0 0 0 0,0 0 1 0 0,0 0-1 0 0,0 1 0 0 0,-1-1 0 0 0,1 0 1 0 0,0 0-1 0 0,0 0 0 0 0,-1 1 1 0 0,1-1-1 0 0,0 0 0 0 0,0 1 1 0 0,-1-1-1 0 0,1 0 0 0 0,0 1 1 0 0,-1-1-1 0 0,1 1 0 0 0,-1-1 1 0 0,1 1-1 0 0,0-1 0 0 0,-1 1 1 0 0,1 0-1 0 0,-1-1 0 0 0,0 1 0 0 0,1 0 1 0 0,-1-1-1 0 0,0 1 0 0 0,1 0 1 0 0,-1 0-1 0 0,0-1 0 0 0,1 1 1 0 0,-1 0-1 0 0,0 0 0 0 0,0 0 1 0 0,44 223 2060 0 0,-1 2-2083 0 0,10-63-1350 0 0,-12-58-4394 0 0,-34-89 2900 0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6:23:23.998"/>
    </inkml:context>
    <inkml:brush xml:id="br0">
      <inkml:brushProperty name="width" value="0.05" units="cm"/>
      <inkml:brushProperty name="height" value="0.05" units="cm"/>
    </inkml:brush>
  </inkml:definitions>
  <inkml:trace contextRef="#ctx0" brushRef="#br0">58 191 1352 0 0,'-3'-4'2587'0'0,"-49"-64"4776"0"0,50 65-7019 0 0,7-13 178 0 0,-5 15-512 0 0,0 0 0 0 0,0 0 0 0 0,1 0-1 0 0,-1 0 1 0 0,0 0 0 0 0,1-1 0 0 0,-1 1 0 0 0,1 0 0 0 0,-1 1-1 0 0,1-1 1 0 0,-1 0 0 0 0,1 0 0 0 0,0 0 0 0 0,-1 0 0 0 0,1 0-1 0 0,0 1 1 0 0,1-2 0 0 0,13-8-420 0 0,1 0 0 0 0,0 2 0 0 0,0 0 0 0 0,1 0 0 0 0,0 2 0 0 0,1 0 1 0 0,-1 1-1 0 0,23-3 0 0 0,3-3-2928 0 0,-39 10 1004 0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6:23:24.207"/>
    </inkml:context>
    <inkml:brush xml:id="br0">
      <inkml:brushProperty name="width" value="0.05" units="cm"/>
      <inkml:brushProperty name="height" value="0.05" units="cm"/>
    </inkml:brush>
  </inkml:definitions>
  <inkml:trace contextRef="#ctx0" brushRef="#br0">100 282 2788 0 0,'-16'13'999'0'0,"2"0"1"0"0,0 1-1 0 0,1 1 0 0 0,0 0 0 0 0,-15 24 0 0 0,26-36-568 0 0,24 4 277 0 0,-13-7-642 0 0,0-1 0 0 0,-1 0-1 0 0,1 0 1 0 0,-1-1 0 0 0,0 0-1 0 0,1-1 1 0 0,-1 0 0 0 0,11-5-1 0 0,4-1-10 0 0,611-283-883 0 0,-517 225-3519 0 0,-96 56 1938 0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1T06:23:24.370"/>
    </inkml:context>
    <inkml:brush xml:id="br0">
      <inkml:brushProperty name="width" value="0.05" units="cm"/>
      <inkml:brushProperty name="height" value="0.05" units="cm"/>
    </inkml:brush>
  </inkml:definitions>
  <inkml:trace contextRef="#ctx0" brushRef="#br0">150 135 1688 0 0,'-16'11'1156'0'0,"-5"1"386"0"0,0 1 0 0 0,1 2-1 0 0,1 0 1 0 0,-30 30 0 0 0,47-42-911 0 0,2 4 168 0 0,0-7-775 0 0,0 0 1 0 0,0 0 0 0 0,0 1-1 0 0,0-1 1 0 0,-1 0 0 0 0,1 1 0 0 0,0-1-1 0 0,0 0 1 0 0,0 1 0 0 0,0-1-1 0 0,0 0 1 0 0,0 1 0 0 0,0-1 0 0 0,0 1-1 0 0,0-1 1 0 0,0 0 0 0 0,0 1-1 0 0,0-1 1 0 0,0 0 0 0 0,0 1 0 0 0,0-1-1 0 0,0 0 1 0 0,1 1 0 0 0,-1-1-1 0 0,0 0 1 0 0,0 1 0 0 0,0-1-1 0 0,0 0 1 0 0,1 0 0 0 0,-1 1 0 0 0,0-1-1 0 0,0 0 1 0 0,1 0 0 0 0,-1 1-1 0 0,0-1 1 0 0,1 0 0 0 0,-1 0 0 0 0,0 0-1 0 0,0 1 1 0 0,1-1 0 0 0,-1 0-1 0 0,1 0 1 0 0,9 1 59 0 0,-1-1 1 0 0,1-1-1 0 0,0 0 0 0 0,0 0 1 0 0,-1 0-1 0 0,1-2 0 0 0,-1 1 0 0 0,1-1 1 0 0,10-5-1 0 0,91-44-289 0 0,-75 33-40 0 0,117-64-1480 0 0,-54 19-3016 0 0,-56 33 753 0 0</inkml:trace>
</inkml:ink>
</file>

<file path=ppt/ink/ink8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1.05591" units="1/cm"/>
          <inkml:channelProperty channel="Y" name="resolution" value="2150.06567" units="1/cm"/>
          <inkml:channelProperty channel="F" name="resolution" value="0" units="1/dev"/>
          <inkml:channelProperty channel="T" name="resolution" value="1" units="1/dev"/>
        </inkml:channelProperties>
      </inkml:inkSource>
      <inkml:timestamp xml:id="ts0" timeString="2025-05-11T06:37:59.103"/>
    </inkml:context>
    <inkml:brush xml:id="br0">
      <inkml:brushProperty name="width" value="0.05292" units="cm"/>
      <inkml:brushProperty name="height" value="0.05292" units="cm"/>
      <inkml:brushProperty name="color" value="#FF0000"/>
    </inkml:brush>
  </inkml:definitions>
  <inkml:trace contextRef="#ctx0" brushRef="#br0">21970 4834 236 0,'0'0'243'0,"0"0"-56"0,14-6-32 0,-14 6-28 15,0 0-12-15,0 0-18 0,10-6 8 0,-10 6-12 16,0 0 10-16,0 0-15 0,9-6 0 0,-9 6 6 16,0 0-1-16,0 0-11 0,5-9 6 0,-5 9-10 15,0 0-6-15,0 0-8 0,0 0-8 0,0-11 5 16,0 11 21-16,0 0-42 0,-5-9 20 16,5 9-32-16,0 0 27 0,0 0-39 15,-12-9 29-15,12 9-40 0,0 0 34 0,-15-3-33 16,15 3 27-16,0 0-38 0,-18-4 27 0,18 4-26 15,0 0 31-15,-23-1-36 0,23 1 39 0,-17 1-40 16,17-1 36-16,-17 3-37 0,17-3 3 0,-17 2 3 16,17-2 5-16,-22 5 3 0,22-5 8 0,-21 6 15 15,9-1-18-15,-2-1 7 0,-2 1 3 0,-1 3 0 16,-1 0 0-16,-3 0-1 0,1 1 1 0,-1-1 1 16,-2 1 2-16,2 1-5 0,-5 3-8 0,4-3 7 15,-1-1 1-15,0 1 1 0,4 0-2 16,-3 2 0-16,3-1-14 0,1-1 14 0,-1 1 4 15,4 0-7-15,-2 0-5 0,2 1 6 16,-2-2-1-16,4 1 6 0,-2 1-2 0,3-2 3 16,1-1-4-16,-1 2-1 0,2 1 8 0,-1-2-5 15,0 1-3-15,2 2-1 0,-1-3 0 0,0 5-1 16,0-2 0-16,-2 1 2 0,3 1-1 0,-1 2-5 16,0-2 19-16,2 1-17 0,-1-2 15 0,-1 6-20 15,2-4 18-15,2 1-14 0,-2 1 18 0,3-1-15 16,-4 1 24-16,4 0-2 0,0 3 3 0,0-2 2 15,0 1-13-15,1 2 12 0,0 0-7 0,0-1 9 16,2 2-13-16,-1 1 5 0,2 0-10 16,-2-2 11-16,2 2-8 0,1 1-3 15,-1-2-3-15,1 1-5 0,1 1 5 0,-1 0-1 16,2 0 1-16,1-1 11 0,0 0-9 0,-1 1 5 16,2-3-3-16,0 2 0 0,2 0-9 0,-1 0 0 15,0 1 0-15,2-5-1 0,-2 3-2 0,4 0 0 16,-1-2-1-16,-1 0-1 0,2 0 1 0,3 0-1 15,-3-1 1-15,0 1-5 0,2-1 6 0,1 1 1 16,-1-2-4-16,-1 2 0 0,2-2-1 0,2-1-2 16,-1 1 1-16,-2 1 3 0,3-2-2 0,-1 0 0 15,1 0-1-15,0-1 2 0,2 2-3 0,0 1 2 16,0-3-2-16,-1 0 2 16,0-1 28-16,1 1-35 0,3 1-5 0,-5-2 6 15,3 1-1-15,-2-1 1 0,3-1-2 0,0 0 2 16,-3 0-3-16,3-1 9 0,-3 1-9 0,2-3 2 15,0 2-1-15,-1 0 4 0,1-3-3 0,2 0 2 16,-1 1-3-16,-3-2 3 0,4-2 3 0,-2 2-4 16,2-2-4-16,-2 0 4 0,2 1-2 0,1-2 1 15,-2-1 1-15,3-1 2 0,-4 0-3 0,0-3 9 16,1 0-11-16,-1 1 3 0,2-1-2 0,-19-2 1 16,29 0-9-16,-13-3-3 0,3-1-23 15,-6 1-51-15,3-4-46 0,-3 1-88 0,3-4-26 16,-5 0-39-16,-1-4-91 0,2-2-60 0,-4 1-350 15,-2-3-319-15</inkml:trace>
  <inkml:trace contextRef="#ctx0" brushRef="#br0" timeOffset="1684.99">21981 4800 94 0,'-5'-8'431'0,"5"8"-162"0,0 0-30 0,0 0-68 16,0 0 2-16,-4-8-33 0,4 8-20 0,0 0-29 15,0 0-3-15,0 0-5 0,4-12-16 16,-4 12-2-16,0 0-5 0,6-11-5 0,-6 11-7 16,12-9-4-16,-12 9 22 0,19-10-26 0,-6 4 24 15,2 1-44-15,2-1 40 0,6-2-36 0,-1 2 31 16,2 0-45-16,0 0 34 0,3-1-35 0,5 0 33 16,0 0-37-16,0 1 35 0,0 0-40 15,3 0 34-15,-3-1-35 0,2 3 42 0,-1-2-49 16,2 1 21-16,-1 1-3 0,1 0 33 0,-2 0-40 15,3 0 37-15,0 0-36 0,-1 3 35 0,3-3-33 16,-1 2 29-16,1 1-41 0,2 0 39 16,-2 1-32-16,2-2 34 0,0 1-29 0,0 1 29 15,0 1-28-15,0-1 25 0,-1 2-12 0,0 0 5 16,-2 2-28-16,-1-2 29 0,-2 3-23 0,1 0 28 16,-2 2-24-16,-7-3 21 0,6 4-23 0,-2 1 24 15,1-1-25-15,-3 3 15 0,1-1-13 0,-2 1 22 16,0 1-21-16,-4-2 17 0,3 1-22 15,-2 3 5-15,2 1 0 0,-2 0 11 0,0 0-6 16,-1 3-1-16,2-1-2 0,-1 3 7 0,0-1 1 16,-2 1-4-16,0 1 0 0,-2 2 0 0,0 2 1 15,1-1 5-15,-2 1-3 0,-2 1 1 16,-1-1-3-16,1 1-3 0,-2 0-1 0,2 0 0 16,-5 3-3-16,0-2 2 0,1 0 4 0,-3 0-6 0,1 1 6 15,-4-4-10-15,2-1 14 0,-2 6-1 16,-1-4-15-16,0 0-1 0,-2 1 0 0,0 1 13 15,-1-1-12-15,-1 0-1 0,-1 1 2 0,-1-1-2 16,0-1 5-16,0 0-4 0,-1 0 0 16,1 0 0-16,-2 0 1 0,-1 0 3 0,-1-1-2 15,0-3 1-15,-1 1-2 0,2-1 2 0,-3 1 1 16,2-1-2-16,-2 0-2 0,-3 1 3 0,2-3 1 16,-3 4 0-16,0-4 11 0,0 2-14 0,-4 1 12 15,-1 1-12-15,-1 1 12 0,0-3-13 0,-1 0 14 16,-2-1-3-16,-1 2-3 0,0-4 6 0,0 1-3 15,-2 1 1-15,0-2 1 0,-1-2 0 0,-1 1-3 16,1 0 4-16,-1-1-2 0,-2-1 2 16,-1-1-2-16,-1 0-7 0,-1 2 7 0,-1-3-9 15,-3 1 8-15,0 0-1 0,-2-2-4 16,-2 2 1-16,-1-2 10 0,1 1-4 0,0 1 3 16,-1-3-8-16,3 1 3 0,-2 0-4 0,2-1 4 15,1 2-2-15,-1-3 1 0,0-1-2 0,2 2 3 16,0 1 0-16,0-3-2 0,-1 2 3 0,1-2 4 15,0 2-2-15,-2-2-4 0,2 1 2 0,0-1-4 16,-2 0-1-16,2 0-1 0,1 1 1 0,-1-2-3 16,1 0 1-16,0 0 0 0,1-1 2 15,4 0 1-15,2 0 5 0,-1-2-8 0,2 0-2 16,1 2 3-16,0-3 0 0,0 2 2 0,1-3 10 16,-1 2-5-16,0-1 21 0,1 1-26 15,0 0 3-15,1-1-10 0,-1 2 11 0,-1-2-7 16,1 1 6-16,1-2-7 0,-2 3 4 0,1 0-5 15,-1-3 13-15,0 4-13 0,1-3 2 0,0 2-2 16,2 0 8-16,2-4-10 0,1 4 9 0,2-4-10 16,2 1 9-16,13-3-7 0,-24 6 4 0,24-6-13 15,-19 5 14-15,19-5-8 0,-18 2 6 0,18-2-10 16,-17 1 7-16,17-1-26 0,0 0-18 16,-19 2-26-16,19-2-29 0,0 0-17 0,-19-3-70 0,19 3-22 15,-12-5-55-15,12 5-2 16,-5-8-60-16,5 8-54 0,-4-12-418 0,4 12-339 15</inkml:trace>
  <inkml:trace contextRef="#ctx0" brushRef="#br0" timeOffset="3452.04">19834 4977 39 0,'-8'-9'677'0,"2"1"-221"16,-2-1-84-16,3 1-74 0,-2 0-36 0,7 8-24 16,-7-11-20-16,7 11-42 0,-9-11-24 0,9 11-33 15,-5-8-24-15,5 8-17 0,0 0-19 0,-7-8-12 16,7 8-10-16,0 0-6 0,0 0-9 0,0 0 1 16,26 6 4-16,-8 3 2 0,9 3 3 0,5-1 4 15,1 3-2-15,6-1-2 0,9 4 3 0,3 3 1 16,3-2 1-16,0 1-1 0,2-1-1 0,1 3-6 15,2-3-3-15,0 1-5 0,0 0-4 16,-3 0-2-16,-2-2-1 0,-2 2-6 16,-2-2 1-16,-12-2-2 0,-2-1 7 0,-1-1-12 15,-4-1 8-15,-2-2-8 0,-7-1 7 0,-2-1-9 16,-2-1 9-16,-4-2-11 0,-2-1 5 0,-12-4-6 16,17 7 10-16,-17-7-10 0,15 8 5 0,-15-8-25 15,0 0-17-15,13 3-69 0,-13-3-27 0,0 0-63 16,0 0 11-16,0 0-25 0,0 0-43 0,-10 8-28 15,10-8-74-15,-15 2-268 0,15-2-160 0</inkml:trace>
  <inkml:trace contextRef="#ctx0" brushRef="#br0" timeOffset="3670.01">20388 5534 587 0,'0'0'527'15,"-17"3"-168"-15,17-3-64 0,0 0-94 0,-15 5 5 16,15-5-87-16,0 0 24 0,0 0-73 0,0 0 36 16,0 0-45-16,0 0 34 0,3-7-19 0,9 1-18 15,3 2-9-15,8-4-10 0,5-2-8 0,4-1-12 16,3 0-1-16,1-2-40 0,1 0 13 0,4-1-54 16,0 0-2-16,-2-1-58 0,1-1-66 15,-2 0-67-15,-2-3-111 0,-4-1-200 16,0 2-85-16</inkml:trace>
  <inkml:trace contextRef="#ctx0" brushRef="#br0" timeOffset="3869.01">20931 5000 695 0,'-14'-21'509'0,"0"8"-99"0,0-1-83 0,1 2-21 16,4 2-6-16,-1 0-39 0,1 3-26 0,9 7-28 16,-12-12-31-16,12 12-34 0,-11-9-30 0,11 9-22 15,-6-6-22-15,6 6 13 0,0 0-42 0,0 0-5 16,0 0-6-16,1 16-6 0,4-2-2 15,1 4-5-15,5-1-6 0,-2 4 2 16,1 6-3-16,5 0 0 0,-3 0-5 0,-1 1-11 16,2 1-23-16,-1-1-50 0,-1 2-69 0,-2 1-96 15,-1-3-55-15,-4-3-104 0,-1 0-447 0,-3 0-444 16</inkml:trace>
  <inkml:trace contextRef="#ctx0" brushRef="#br0" timeOffset="6021.01">21765 5310 210 0,'2'-10'435'0,"-2"10"-100"0,0 0-97 15,-1-9 4-15,1 9-56 0,0 0-24 0,-4-10-25 16,4 10-5-16,0 0-19 0,-6-7-3 0,6 7-6 15,0 0-10-15,-5-8-8 0,5 8-12 16,0 0-10-16,0 0-6 0,-9-6-7 0,9 6-3 16,0 0-12-16,0 0 6 0,0 0-7 0,-20 2 0 15,20-2-2-15,-12 9-3 0,3-3-6 16,1 3 1-16,-1 1 5 0,0 3 13 0,-2 3-27 16,2 0 22-16,0 3-23 0,0 0 20 0,-1 2-23 15,2 1 14-15,3 1-22 0,-3-1 17 0,2 2-22 16,4-2-2-16,-1 1 4 0,3-3 0 0,1-1-2 15,3 3 1-15,1-1 0 0,0-2-2 0,4 1 3 16,0-3-12-16,5-4-13 0,0 0-15 0,4-2-21 16,-1-4-39-16,6-1 0 0,0-4-14 15,-4-3 2-15,8-3-22 0,-1-2-34 16,3-5-10-16,-1-1-13 0,-1-3 13 0,-3 0 19 16,-2-2 37-16,0-1 32 0,-7 3 46 0,-1-1 53 15,-4 1 56-15,-2 1 7 0,-2 0 31 0,-3 3 22 16,1-2-19-16,-3 2 21 0,-1 2-35 0,0-3 47 15,-2 1-59-15,-1 1 51 0,3 10-44 0,-4-17 28 16,4 17-37-16,-5-17 12 0,5 17-34 0,-5-11 14 16,5 11-33-16,-4-10 2 0,4 10-19 0,0 0 12 15,-4-11-26-15,4 11 17 0,0 0-20 16,0 0 14-16,0 0-22 0,-14 3 21 0,14-3-22 16,-9 14 17-16,4-5-17 0,0 5 21 0,-1 1-21 15,2-2 19-15,-2 4-25 0,4-1 21 0,-2 1-11 16,4 1-5-16,-1 1 1 0,2-3 3 0,3 2 0 15,-3-2 4-15,4-3 2 0,-1 2 1 16,3-1 6-16,0-4 9 0,1 0 0 0,1-2 3 16,1-3 17-16,-10-5-4 0,23 3-5 0,-23-3-15 15,30-6 7-15,-11 1-9 0,-3-3 14 0,2-4-9 16,-1 0 12-16,-2-1 0 0,-1 0 19 0,-1-4-2 16,-1 2 16-16,-3 0 1 0,-3 1 0 15,-1 1-5-15,-2-1-5 0,-2 3-9 0,-1-3-7 16,-1 3-8-16,-3-2-7 0,-1 2-3 0,-2 1-7 15,1 0-4-15,-2 3-13 0,-1-1-5 0,0 2-5 16,-1 0-5-16,10 6-20 0,-23-7-7 16,23 7-31-16,-20-4-20 0,20 4-48 0,-17-1-6 0,17 1-53 15,-18 3 36-15,18-3-28 0,-14 5-18 16,14-5-20-16,-13 9-37 0,13-9-33 0,-7 6-41 16,7-6-169-16,0 0 11 0</inkml:trace>
  <inkml:trace contextRef="#ctx0" brushRef="#br0" timeOffset="6387.02">22186 5352 429 0,'0'0'449'0,"9"-6"-90"0,-9 6-60 16,0 0-18-16,9-5-78 0,-9 5 25 0,0 0-62 0,0 0 6 16,9-6-70-16,-9 6 6 0,0 0-45 15,0 0 10-15,0 0-39 0,0 0 10 0,0 0-26 16,0 0 21-16,14 3-33 0,-14-3 23 15,5 13-33-15,-1-3 30 0,0 0-26 0,1 3 21 16,2 0-31-16,-3 1 35 0,4 0-32 0,-3-2 28 16,3 2-28-16,2 0 25 0,-4-3-26 0,3 0 28 15,3-1-24-15,-2-3 24 0,-1 0-21 0,-9-7 28 16,23 6-21-16,-23-6 25 0,24-2-22 0,-8-3 24 16,-1-3-15-16,-1-1 30 0,4 0-19 0,-5-5 16 15,1 1-14-15,-4-2 15 0,0-1-16 0,-1 0 3 16,-4 1-2-16,-2-1-4 0,-2 4-1 0,-2-2-4 15,-1 2-6-15,-1-1-7 0,-5 2-13 16,2 1-15-16,-3 2-20 0,-4 0-21 16,4 2-30-16,-4 2-29 0,13 4-21 0,-20-5 8 15,20 5-16-15,-18 0-37 0,18 0-50 0,-17 2-61 16,17-2-58-16,0 0-197 0,-18 4-60 0</inkml:trace>
  <inkml:trace contextRef="#ctx0" brushRef="#br0" timeOffset="6921.02">22444 5261 165 0,'0'0'477'15,"18"-4"-120"-15,-18 4-71 0,18-6-62 0,-18 6-54 16,14-2-28-16,-14 2-26 0,17-6-10 16,-17 6-19-16,0 0-23 0,23-1-4 0,-23 1 0 15,16 4-12-15,-3 0-8 0,-4 0 2 16,4 3-16-16,0 2-5 0,-2 0-12 0,3 4 7 16,-1-2 31-16,-3 3-42 0,3-2 31 0,-1 2-36 15,-5-3 31-15,3 2-38 0,-2-3 33 0,-3 0-36 16,0 0 31-16,-1-1-39 0,-4-9 38 0,9 14-35 15,-9-14 51-15,5 9-21 0,-5-9 77 0,4 9 17 16,-4-9 5-16,0 0-41 0,0 0 11 0,0 0-33 16,0 0 9-16,0 0-31 0,-4-13 13 0,2 0-26 15,-1-2-3-15,0-3-7 16,2 0-1-16,1-2 0 0,0-4 0 0,1 6-6 0,2-6-5 16,0 2-4-16,0 3-4 0,1 2-12 15,0 1-16-15,1 2-33 0,-1 2-26 0,2 3-4 16,0-1-6-16,-1 3 3 0,-5 7-38 0,10-12 9 15,-10 12-38-15,10-5-14 0,-10 5 4 0,13-5-23 16,-13 5 16-16,0 0-18 0,20-2 3 0,-20 2 42 16,0 0 42-16,21 0 55 0,-21 0 81 0,0 0 26 15,20-3 59-15,-20 3 33 0,0 0 23 0,17-2 41 16,-17 2-17-16,0 0-9 0,0 0-14 0,13-3-18 16,-13 3-11-16,0 0-15 0,0 0-6 15,0 0-14-15,0 0-11 0,0 0-31 0,0 0 0 16,0 0-9-16,0 0-5 0,0 0-9 0,0 0-6 15,1 11-2-15,-1-11-2 0,-5 14-3 16,5-14-9-16,-4 20 5 0,0-7 0 0,3-1-2 16,0 1 33-16,-2 2-43 0,2-2 36 0,1 2-36 15,0-1 24-15,0 0-30 0,1 0 35 0,3 0-34 16,-3 2 29-16,3-6-42 0,0 1 30 0,1-2-51 16,0-1 6-16,3-1-23 0,-8-7-59 0,18 8-76 15,-18-8-44-15,23-1-112 0,-8-4-212 16,6-3-79-16</inkml:trace>
  <inkml:trace contextRef="#ctx0" brushRef="#br0" timeOffset="7355.02">23196 5111 354 0,'2'-15'412'16,"-2"15"-74"-16,0-11-100 0,0 11-10 0,0 0-45 16,0-10-28-16,0 10-27 0,0 0-27 0,0 0-29 15,0-13-11-15,0 13-15 0,0 0 1 0,0 0-12 16,0 0-5-16,0 0-5 0,21 1-7 15,-21-1-1-15,18 8-13 0,-9-3 8 0,1 3-1 16,3 0 2-16,-4 0-6 0,1 1 1 0,-2-2 2 16,0 2 0-16,-2 0-3 0,-2-1 11 0,-4-8-2 15,2 18 12-15,-2-18 3 0,-2 17 4 16,-2-7-3-16,-4 2-6 0,-2-2-1 0,-4 2-6 16,0-2-2-16,-3 0 23 0,-2-1-34 0,2-2 27 15,-3-2-39-15,2-1 37 0,1-2-46 0,17-2 25 16,-29-1-51-16,29 1 18 0,-28-8-52 0,15-1-2 15,-1-3 7-15,3-1 14 0,4 0-5 16,0 0 15-16,3-2-4 0,1-2 22 0,2 4 12 16,0 0 7-16,-1 3 13 0,1 0 9 0,1 10 10 15,0-14-2-15,0 14-10 0,0-12 9 0,0 12-8 16,-1-10 3-16,1 10-6 0,0 0 9 0,0 0 5 16,0 0 1-16,0 0 0 0,0 0-12 0,0 0-11 15,0 0 14-15,-3 15 0 0,3-15-4 0,-1 24-2 16,1-12-1-16,-3 5-2 0,1 2 23 0,-1 4-28 15,1-1 26-15,-2 3-46 0,0-2 33 16,1-1-48-16,1 2-3 0,-1-3-79 16,2-3-75-16,0-5-60 0,1-1-77 0,0-12-183 15,2 17 15-15</inkml:trace>
  <inkml:trace contextRef="#ctx0" brushRef="#br0" timeOffset="7688.01">23347 5145 504 0,'0'0'450'0,"7"-9"-118"0,-7 9-75 16,0 0-68-16,7-8-47 15,-7 8-18-15,0 0-26 0,0 0-16 0,0 0-13 16,10 8-14-16,-10-8-12 0,8 13-7 0,-8-13-8 16,10 12-11-16,-3-5 5 0,-1 1-7 0,3 0 0 15,-1-4-3-15,2 3-1 0,-10-7-2 0,19 7-3 16,-19-7-9-16,18 1 10 0,-18-1-5 0,22-2 4 15,-12-3-1-15,-1 0 4 0,4-2 3 0,-4-3 2 16,-2-2-4-16,2 0 9 0,-5-2-4 0,1-2 10 16,-3-1-1-16,-2 0 1 0,0-1-2 15,-2 1-5-15,-3 1 0 0,2-1-3 0,-1 3-2 16,-2 2-4-16,0 4-21 0,0 0 17 16,6 8-6-16,-17-8-4 0,17 8-4 0,-25 7-8 15,6 3-5-15,-5 6-17 0,-3 4-15 0,-2 4-73 16,-7 8-38-16,-4 4-61 0,-3 1-104 0,2 4-189 15,-3 2 4-15</inkml:trace>
  <inkml:trace contextRef="#ctx0" brushRef="#br0" timeOffset="8156.01">21821 6268 422 0,'0'-18'513'0,"0"18"-81"16,0-14-135-16,0 14-1 0,-2-11-72 15,2 11 2-15,0 0-62 0,0-13-11 0,0 13-45 16,0 0-41-16,0 0-3 0,-1-11 15 0,1 11-38 15,0 0 17-15,0 0-32 0,7 10 12 0,-7-10 0 16,5 17-8-16,-1-3-21 0,0 3 8 0,1 1-19 16,0 4 21-16,0 0-26 0,-1 0 22 0,1 2-26 15,-2 0 11-15,-1 0-40 0,1-2 6 16,1 1-73-16,-2-1 13 0,1-3-48 0,-2-3-26 16,4 1-24-16,-4-6-54 0,-1-11-36 0,3 17-296 15,-3-17-109-15</inkml:trace>
  <inkml:trace contextRef="#ctx0" brushRef="#br0" timeOffset="8555.01">21830 6362 381 0,'-8'-21'500'0,"0"1"-101"0,0 2-119 0,0 1-25 15,3 5-79-15,-1-2 29 0,2 4-61 0,0 1 28 16,4 9-56-16,-6-15-2 0,6 15-57 0,-4-13 23 16,4 13-43-16,0 0 22 0,4-13-43 0,-4 13 26 15,10-4-39-15,-10 4 25 0,18 0-28 16,-18 0 21-16,25 6-24 0,-9-1 28 0,-1 1-4 15,3 2-3-15,0 0-7 0,-1 0 13 16,-1 1-32-16,-3-2-4 0,1 1-14 0,0-2-13 16,-3 1-4-16,1-3-13 0,-12-4 1 0,18 7-7 15,-18-7 17-15,15 1 6 0,-15-1 2 0,14-2 5 16,-14 2 10-16,14-10 5 0,-8 1 3 0,-2-2-30 16,-2-1 42-16,2-3-27 0,-3-2 38 0,-1-1-22 15,0 1 42-15,-4-1-25 0,2 2 56 0,-1 2-27 16,1 2 45-16,-1-1-29 0,0 3 21 0,3 10-34 15,-5-15 13-15,5 15-31 0,-7-10-2 0,7 10 0 16,0 0 19-16,0 0-35 0,-19 4 30 16,12 4-30-16,-2 5 24 0,2 2-36 0,-2 3 33 15,1-1-30-15,-1 4 30 0,0 1-7 16,1 0-43-16,3 2 15 0,-4-3-70 0,5 2 19 16,-1-2-48-16,4-5-12 0,-2 3-35 0,2-7-21 15,1-2-30-15,0-10-5 0,-1 17-62 0,1-17-221 16,0 0 43-16</inkml:trace>
  <inkml:trace contextRef="#ctx0" brushRef="#br0" timeOffset="9172.28">22109 6112 67 0,'0'0'568'0,"0"0"-145"16,0 0-104-16,0 0-29 0,0 0-74 0,-4-9 27 16,4 9-47-16,0 0 21 0,0 0-63 0,0 0 3 15,0 0-43-15,0 0-8 0,0 0-41 0,0 0 7 16,0 0-27-16,0 0 17 0,0 0-26 0,0 0 12 15,7 15-26-15,-4-4 15 0,1 2-7 0,1 4-11 16,3 1 2-16,0 2-3 0,-1 1-5 0,1 2-19 16,1 1 19-16,0 3-27 0,0-3 29 0,0 2-24 15,0 3 2-15,-4-7-24 0,3 2 5 0,-3 0-55 16,0-3-4-16,0 1-53 16,-3-3 11-16,1-1-28 0,-3-4-33 0,3 0-3 15,-3-2-123-15,0-12-42 0,1 16-183 0,-1-16-34 16</inkml:trace>
  <inkml:trace contextRef="#ctx0" brushRef="#br0" timeOffset="9423.28">22339 6278 588 0,'3'-16'558'0,"-1"4"-139"0,0-2-39 16,-1 3-69-16,-1 11 8 0,0-19-68 0,0 19-15 15,1-14-35-15,-1 14-31 0,0-13-42 16,0 13-20-16,0 0-31 0,3-11-11 0,-3 11-18 16,0 0-2-16,0 0-15 0,6 10 1 0,-6-10-8 15,7 21 0-15,-2-9-6 0,-1 4-4 0,-1 0-8 16,2 6-9-16,-1-2-8 0,0 2-38 0,0-2-33 16,-3-1-76-16,2-2-20 0,-1 1-49 15,1-2-32-15,1-3-34 0,-3-2-62 0,-1-11-368 16,4 14-248-16</inkml:trace>
  <inkml:trace contextRef="#ctx0" brushRef="#br0" timeOffset="9572.28">22429 6167 469 0,'-4'-15'440'0,"1"0"-115"0,1 4-81 0,-2 1-69 16,0 1-23-16,4 9-31 0,-9-12-25 0,9 12-22 15,-5-8-15-15,5 8-16 0,0 0-31 16,0 0-3-16,0 0-42 0,-8 8-55 0,8-8-55 15,3 14-16-15,1-6-42 0,0 2-270 0,2 0 93 16</inkml:trace>
  <inkml:trace contextRef="#ctx0" brushRef="#br0" timeOffset="9822.28">22558 6217 456 0,'10'-11'379'0,"-10"11"-74"15,5-13-36-15,-5 13-9 0,5-9-70 16,-5 9 12-16,3-12-37 0,-3 12 43 0,0 0-41 15,3-12-8-15,-3 12-46 0,0 0 7 0,0 0-43 16,1-10 4-16,-1 10-38 0,0 0 15 0,0 0-28 16,-4 11 4-16,4-11-21 0,-5 20 18 0,4-8-4 15,-1 2-6-15,1 0-24 0,1 1 14 0,1 2-7 16,2 1 6-16,-2-2-32 0,3 1 14 0,1-1-31 16,1-1 12-16,1-1-59 0,1-3 18 0,1-3-44 15,-1 0-1-15,3-3-42 0,-11-5-39 0,20 3-36 16,-8-8-56-16,2 0-318 15,-2-3-136-15</inkml:trace>
  <inkml:trace contextRef="#ctx0" brushRef="#br0" timeOffset="10407.27">22783 6127 570 0,'0'0'504'16,"-1"-18"-154"-16,1 18-56 0,-3-13-92 0,3 13 1 16,0-11-81-16,0 11 14 0,0 0-69 0,0-10 34 15,0 10-65-15,0 0 31 0,0 0-52 0,0 0 43 16,13 2-52-16,-13-2 38 0,18 14-48 0,-8-5 39 15,-1 0-46-15,5 3 42 0,-1 1-8 16,1 0-17-16,-5-1 0 0,1 0-4 0,0 1-2 16,-2-2-8-16,0 0-1 0,-3-1-4 15,-5-10 2-15,5 15 2 0,-5-15-9 0,5 11 15 16,-5-11-1-16,0 0 2 0,-1 10 2 0,1-10 0 16,0 0 2-16,0 0 1 0,0 0 4 0,-22-5-12 15,16-1 13-15,-2-1-49 0,3-2 56 0,0-1-39 16,0-3 38-16,1 2-37 0,1-3 26 0,2 2-35 15,1-2 45-15,1 0-41 0,2-1 36 0,1 0-35 16,1 0 19-16,3-1-39 0,2 0-23 16,0 1 0-16,0 2-6 0,3-1-6 15,-4 3 1-15,0 3 13 0,1-1 13 0,-1 1 11 16,-3 1-9-16,-6 7 30 0,12-9 17 0,-12 9 6 0,10-7 22 16,-10 7 22-16,0 0 11 0,0 0 7 15,0 0-25-15,0 0 39 0,13 8 22 0,-13-8-48 16,0 11 35-16,0-11-50 0,0 18 29 0,0-8-49 15,-1 1 39-15,1 1-49 0,0 2 40 0,0 0-50 16,0-3 44-16,1 5-40 0,0-4 34 0,2 2-8 16,0 1-4-16,1-3-3 0,2 2-3 15,0-2-9-15,-1 0-4 0,2-3 3 0,0-1 3 16,1 0-2-16,-8-8 0 0,17 9-51 0,-17-9 58 16,20 1-4-16,-20-1-1 0,24-4-47 0,-11-3 51 15,5-2-41-15,-4-4 45 0,0 1-42 0,-1-3 50 16,-3 0-28-16,0-2 69 0,-2 1-13 0,-3 1 40 15,-1 0-14-15,-4 2-2 0,1-1-10 16,-2 1-10-16,-3-2-11 0,-2 1-11 0,-2 2-5 16,-5 0-7-16,3 4-9 0,-3 0-2 0,-3 2-7 15,0 1-12-15,-2 3-20 0,18 2-4 16,-29 0-67-16,29 0 2 0,-28 3-58 0,15 3-12 16,13-6-45-16,-23 8-34 0,14-4-100 0,9-4-265 15,-13 7-145-15</inkml:trace>
  <inkml:trace contextRef="#ctx0" brushRef="#br0" timeOffset="10740.28">23379 5790 443 0,'4'-11'472'16,"-4"11"-122"-16,3-13-70 0,-3 13-28 0,-3-13-73 15,3 13 17-15,-4-8-69 0,4 8 26 0,-10-7-59 16,10 7 14-16,0 0-67 0,-22 3 2 0,22-3-9 15,-17 10-8-15,9-2-9 0,-1 1 1 0,3 1-5 16,3 2-4-16,0-1-3 0,-1 3-8 0,4-2 8 16,3 2-6-16,-1 2 3 0,3-1 27 0,3 4-40 15,1-3 38-15,2 2-47 0,1-3 43 0,3-2-55 16,0 2 53-16,1-1-46 0,-2-3 45 16,1 0-45-16,-3-2 43 0,-2-1-46 15,0-2 38-15,-10-6-34 0,15 10 42 0,-15-10-35 16,10 9 49-16,-10-9-39 0,0 0 39 0,6 10-50 15,-6-10 47-15,0 0-43 0,-10 9 31 0,10-9-32 16,-18 7 38-16,4-3-44 0,1-1 38 0,-5 2-50 16,4-2 15-16,-4 2-91 0,4-2-26 0,14-3-97 15,-25 1-116-15,25-1-255 0,-19-1-135 0</inkml:trace>
  <inkml:trace contextRef="#ctx0" brushRef="#br0" timeOffset="11107.28">23507 5888 606 0,'0'0'540'16,"0"0"-101"-16,9-10-152 0,-9 10-17 0,0 0-94 15,0 0-11-15,6-7-65 0,-6 7 5 0,0 0-55 16,0 0 24-16,0 0-53 0,11 5 34 0,-11-5-40 16,9 9 11-16,-9-9-45 0,12 10 43 0,-12-10-42 15,12 9 36-15,-12-9-42 0,14 8 39 16,-14-8-45-16,11 5 31 0,-11-5-23 0,0 0 36 15,18 1-34-15,-18-1 42 0,0 0-43 0,13-3 41 16,-13 3-39-16,7-8 46 0,-7 8-43 0,6-14 47 16,-6 14-38-16,0-15 47 0,0 15-31 15,-1-17 42-15,1 17-26 0,-5-16 20 0,5 16-25 16,-11-11 20-16,11 11-31 0,-9-7 16 0,9 7-24 16,-16 4 1-16,16-4-1 0,-22 14 0 0,9-2 22 15,1 3-29-15,1 3 21 0,1-1-47 0,1 1 0 16,1-3-49-16,4-2 20 0,3 1-35 15,2-5 7-15,3 1-27 0,4-3 3 0,-8-7-43 16,18 9-21-16,-18-9 1 0,24 0-10 0,-24 0-7 16,28-7-30-16,-11-2-9 0,-1 0-132 15,0-1 231-15</inkml:trace>
  <inkml:trace contextRef="#ctx0" brushRef="#br0" timeOffset="11372.27">23689 5918 815 0,'12'-14'125'0,"-4"2"12"0,-4 2 9 0,1-4 2 16,0 5-6-16,-1-1-2 0,2-1-9 15,-6 11-8-15,5-14 10 0,-5 14-54 0,4-13 29 16,-4 13-53-16,5-10 17 0,-5 10-44 0,7-6 19 15,-7 6-34-15,0 0 25 0,15-4-48 16,-15 4 38-16,0 0-42 0,23 4-12 0,-23-4 2 16,18 8-6-16,-9-1-5 0,1 0 1 0,-2 0-13 15,0 0 27-15,-2 0 12 0,2 0-7 0,-8-7 6 16,7 12 9-16,-7-12 12 0,7 10 11 0,-7-10-5 16,0 0 14-16,-2 11 40 0,2-11-35 0,0 0 47 15,-10 8-54-15,10-8 37 0,0 0-48 0,0 0 29 16,-24-2-36-16,24 2 35 0,-14-8-50 0,5 2 32 15,1-2-51-15,2-2 23 0,-1-2-48 16,4-1-11-16,0 1-54 0,3-3-27 16,3-1-38-16,2-1-31 0,1-1 1 0,2 0-70 15,0 0-173-15,3 4 129 0</inkml:trace>
  <inkml:trace contextRef="#ctx0" brushRef="#br0" timeOffset="11526.28">23898 5622 156 0,'0'0'516'0,"8"-7"-151"15,-8 7-28-15,0 0-102 0,9-6-7 0,-9 6-74 16,0 0 16-16,0 0-65 0,0 0 21 0,10-6-30 15,-10 6 22-15,0 0-48 0,0 0 32 0,5 9-45 16,-5-9 16-16,4 13-45 0,-4-13 25 16,5 16-43-16,-1-7 30 0,1 1-34 15,0 1 17-15,-1 2-30 0,3-1 20 0,-1 1-55 16,-1-2 12-16,4 0-61 0,-4-1-20 0,3-2-45 16,-8-8-60-16,12 8-74 0,-12-8-330 0,15 4-152 15</inkml:trace>
  <inkml:trace contextRef="#ctx0" brushRef="#br0" timeOffset="11723.28">24132 5625 557 0,'0'-9'482'16,"0"9"-38"-16,0-16-115 0,0 16 20 15,-1-13-30-15,1 13-54 0,0-10-49 0,0 10-30 0,0 0-46 16,0-11-19-16,0 11-37 0,0 0-12 16,0 0-18-16,0 0 1 0,0 0-18 0,0 0-5 15,-4 12-14-15,4-12 7 0,0 21-18 0,-1-8 10 16,1 3-19-16,-1 3 3 0,0 0-29 0,-1 0-36 15,1-2-30-15,-2 2-84 0,2 0 23 0,1-6-72 16,-1 1-40-16,-1-4-84 0,2-10-374 0,0 16-248 16</inkml:trace>
  <inkml:trace contextRef="#ctx0" brushRef="#br0" timeOffset="11890.29">24269 5579 868 0,'4'-9'601'0,"-1"-1"-153"16,-3 10-78-16,2-15-65 0,-2 15-86 0,4-11-51 15,-4 11-31-15,0 0-24 0,0 0-38 16,0 0-13-16,0 0 1 0,0 0-31 0,-2 13 16 16,0-1-30-16,1 3-4 0,-2 1-40 0,2 1-20 15,0 2-97-15,-2-2 14 0,3 1-85 16,0-3-21-16,-1-1-35 0,0-3-119 0,1-11-215 16,1 17-135-16</inkml:trace>
  <inkml:trace contextRef="#ctx0" brushRef="#br0" timeOffset="12023.28">24308 5509 377 0,'0'-16'430'0,"0"2"-133"16,0 3-59-16,0 11-61 0,-2-18-40 15,2 18-33-15,-2-13-22 0,2 13-23 16,0 0-36-16,0 0-43 0,0 0-92 0,0 0-114 16,0 0-237-16,-14 6 106 0</inkml:trace>
  <inkml:trace contextRef="#ctx0" brushRef="#br0" timeOffset="12223.28">24585 5431 390 0,'10'-10'556'0,"-10"10"-188"0,0 0-45 16,8-6-116-16,-8 6 9 0,0 0-89 15,0 0 20-15,-3 12-23 0,0-2-18 0,0 3-33 16,-3 2-6-16,-1 4-61 0,2-1 44 0,0 4-47 15,0-1 37-15,2 1-55 0,-2-4 11 0,4-1-45 16,1 1-23-16,1-3-73 0,3-1-71 0,1-2-98 16,-1-3-259-16,1-2-96 0</inkml:trace>
  <inkml:trace contextRef="#ctx0" brushRef="#br0" timeOffset="12540.27">24867 5431 532 0,'0'0'483'0,"7"-11"-75"0,-7 11-155 16,0 0-14-16,0 0-83 0,0 0 11 0,0 0-75 16,0 0 23-16,0 0-23 0,9 5-21 0,-9-5-18 15,3 10-13-15,-3-10-22 0,5 10 5 0,-5-10-61 16,9 8 26-16,-9-8-41 0,9 7-11 16,-9-7-31-16,0 0-13 0,16-1 25 0,-16 1 10 15,13-8 26-15,-13 8 22 0,9-11 30 0,-9 11 32 16,5-16 6-16,-5 16 36 0,-2-22-21 0,-1 12 44 15,-1-1-46-15,-1 1 53 0,0 0-51 0,-4 2 34 16,3 1-37-16,6 7 13 0,-17-6-40 16,17 6 29-16,-20 0-36 0,20 0 18 0,-25 10-28 15,11 0 26-15,0 2-8 0,3 2-6 0,-1 1-5 16,4 2-7-16,2-1-16 0,3 0-17 0,2-1-80 16,0-2 24-16,2 1-51 0,0-2-83 0,3 1-58 15,1-4-427-15,2 0-222 0</inkml:trace>
  <inkml:trace contextRef="#ctx0" brushRef="#br0" timeOffset="12740.27">24982 5561 1433 0,'0'0'607'0,"0"0"-142"0,-9 7-139 16,9-7-83-16,0 0-69 0,0 0-91 0,0 0-81 16,0 0-120-16,0 0-25 0,0 0-81 0,0 0-193 15,-19-2-302-15,19 2-247 0</inkml:trace>
  <inkml:trace contextRef="#ctx0" brushRef="#br0" timeOffset="14124.37">24029 4991 181 0,'-21'-3'209'15,"21"3"17"-15,0 0 5 0,0 0-19 0,-19-1-17 16,19 1-29-16,0 0-19 0,-16-2-26 0,16 2 3 15,0 0-8-15,0 0-1 0,-16-3-14 0,16 3-25 16,0 0 39-16,0 0-53 0,0 0 33 0,-15-3-57 16,15 3 40-16,0 0-56 0,0 0 35 0,0 0-48 15,0 0 23-15,0 0-33 0,0-11 32 16,11 3-44-16,6-2 45 0,11-6-40 0,5-3 39 16,18-8-40-16,8 0 43 0,8-4-37 15,3-2 33-15,26-11 12 0,2 0-52 0,6-2 49 16,2 0-45-16,2-3 33 0,-2 1-37 0,-3 2 1 15,-4-2 3-15,-4 4 27 0,-22 11-22 0,-2-1-14 16,-6 3 16-16,-6 2-15 0,-4 2 26 0,-6 4-3 16,-13 5 6-16,-6 3 7 0,0 2 12 0,-6-1 13 15,-5 4 19-15,-2 2 20 0,-3 1 4 0,-5 2 13 16,0 0 11-16,-9 5 2 0,15-8-4 16,-15 8-1-16,9-6-13 0,-9 6-22 15,0 0-18-15,8-8-13 0,-8 8-16 0,0 0-9 0,0 0-22 16,0 0-22-16,0 0-30 0,-8-7-30 15,8 7-38-15,0 0-46 0,0 0-28 0,0 0 48 16,0 0-38-16,-18 3 12 0,18-3 17 0,0 0-3 16,0 0 22-16,-20 0 1 0,20 0 23 0,-21-6 22 15,21 6 25-15,-25-7 42 0,9 2 36 0,0 0 28 16,-5 0 23-16,2 0 33 0,-3 0-30 0,2 1 42 16,-1 0-42-16,4 2 39 0,-1 0-20 15,1-1 17-15,0 0-3 0,17 3 19 0,-27-3-20 16,27 3 12-16,-20-3-18 0,20 3-5 0,-15-1-22 15,15 1-2-15,0 0-26 0,-20-3 2 0,20 3-17 16,0 0 9-16,0 0-16 0,0 0 10 0,3 14-11 16,6-9 14-16,5 1-14 0,3 3 14 15,3-1-11-15,3 0 5 0,1-1 8 0,2 2 6 16,0-2 9-16,-1-1-9 0,1 0-3 0,-3 1 0 16,-3 0 3-16,3 0-8 0,-5-1-4 0,-2-1-5 15,-1 1-2-15,-15-6-3 0,19 8-2 16,-19-8-5-16,18 8 0 0,-18-8 0 0,10 10-1 15,-10-10 1-15,5 11-2 0,-5-11-1 0,0 15 2 16,-2-3-4-16,-5 0-7 0,1 3-19 0,-5 0-78 16,0 1-90-16,-2 2-68 0,1 0-87 0,-4-6-133 15,1 4-357-15,1-1-416 0</inkml:trace>
  <inkml:trace contextRef="#ctx0" brushRef="#br0" timeOffset="14857.36">26450 3764 197 0,'-5'-13'530'0,"-3"-1"-156"0,4 4-82 0,-2 1-64 15,1 1-42-15,-2 0-30 0,7 8-21 0,-12-10-18 16,12 10-22-16,-15-5-8 0,15 5 20 0,-16 2-58 16,16-2 35-16,-21 13-47 0,11 1 31 15,-3 1-34-15,4 4 32 0,-1 1-33 16,1 3 32-16,1 6-25 0,3 2 16 0,-1 2-20 16,2 2 23-16,4-6-21 0,0 3-4 0,0 3-4 15,3 1 0-15,1-1-1 0,3-2-4 0,1-2-6 16,0-1 0-16,4-3 17 0,0-2-19 0,1-8-1 15,2-1 0-15,-1-3 2 0,5-2 1 0,4-3-6 16,-1-6-3-16,4-2-2 0,3-4-3 0,4-5-1 16,3-4-3-16,1-3-6 0,-4-6 3 0,7-5 1 15,-3-5-8-15,-2-4-7 0,-4-3-12 0,-3-3 14 16,-3-3-35-16,-4-4 18 0,-5 0-25 16,0-2 5-16,-7 8 9 0,-3-1 0 15,-2 1 18-15,-3 2 13 0,-3 2 15 0,-5 2 5 16,-2 3 3-16,-4 3 8 0,1 2 12 0,-4 3-3 15,-3 3-2-15,0 3 5 0,-2 2 0 0,4 6-1 16,1 2-3-16,-3 2-6 0,2 2 1 0,2 4-7 16,15 2-5-16,-31 4 1 0,13 3-1 0,3 6 0 15,-2 1 5-15,3 9-1 0,0 2 9 0,4 5 6 16,2 0 1-16,3 4 2 0,0-1-3 0,4 3 8 16,1 0-17-16,4-1 11 0,-1 3-17 15,4-4 7-15,1 1-11 0,1 0 11 0,3-2-20 16,1-2 1-16,1-2-3 0,3-1-1 0,-1-3-10 15,1-3-20-15,2-3-47 0,-5-3-65 16,4-5-46-16,1-1-8 0,-1-4-58 0,0-4-26 16,0-2-161-16,5-4-205 0,0-2-176 0</inkml:trace>
  <inkml:trace contextRef="#ctx0" brushRef="#br0" timeOffset="15025.36">27042 3897 474 0,'4'-11'596'0,"-2"0"-86"0,1 2-122 0,-3 9-22 16,1-16-67-16,-1 16-64 0,5-12-57 0,-5 12-26 15,2-10-42-15,-2 10-19 0,0 0-24 0,0 0-1 16,0 0-24-16,0 0 4 0,6 10-19 0,-5-1 6 16,3 4-18-16,0 2 7 0,0 2-27 15,1 2 4-15,1 2-59 0,-1-1-60 0,2 2-37 16,-1-3 9-16,-1 0-54 0,3-3-49 0,-3-2-59 16,0-5-420-16,0 0-257 0</inkml:trace>
  <inkml:trace contextRef="#ctx0" brushRef="#br0" timeOffset="15475.36">27192 3626 114 0,'-6'-10'381'0,"6"10"-137"0,0 0-60 16,0 0-51-16,0 0-21 0,-12 6-26 15,12-6-14-15,-3 17-16 0,3-5-12 16,2 3-14-16,0 1-4 0,4-1-6 0,-1 6 0 15,2-1 3-15,1 1 10 0,-1-2 5 0,3 0-2 16,-1 0 15-16,2-3-6 0,-1 1 6 0,0-4-6 16,-2 0-2-16,1-2 7 0,-2-1 3 0,1-1-6 15,-3-3 16-15,4 0 1 0,-9-6 4 0,13 9-6 16,-13-9-6-16,13 4 22 0,-13-4-47 0,16-3 15 16,-16 3-39-16,23-9 39 0,-10 1-43 0,2-3 28 15,0-3-31-15,-1-1 3 0,-2-3 3 16,-1 0 5-16,-2-3-4 0,-2 1 12 0,-2 2 19 15,-1 2 24-15,-4 0 9 0,0 4 8 16,0-1-1-16,-2 4-10 0,-3-1-7 0,-2 2-2 16,7 8-16-16,-14-9-1 0,14 9-12 0,-17-2-3 15,17 2-5-15,-23 12-18 0,10-1 14 0,-2 3 4 16,4 4 12-16,-1 2-21 0,3 0 19 0,0 1-20 16,1 1 14-16,2 2-22 0,4 0 10 0,-1-2-16 15,3-1-4-15,4 0-13 0,0-1-26 0,1-3-11 16,5 0-14-16,-1-6-32 0,3-3-13 15,3-1-17-15,-1-4-7 0,-14-3-43 0,35-3-34 16,-13-4-59-16,4-4-11 0,1-4-251 0,-3-1-32 16</inkml:trace>
  <inkml:trace contextRef="#ctx0" brushRef="#br0" timeOffset="15791.36">27683 3784 393 0,'9'-18'403'0,"0"2"-125"0,-2 2 41 0,-3 4-88 16,1 0 4-16,-5 10-13 0,9-15-22 0,-9 15-35 15,4-10-34-15,-4 10-37 0,6-9-16 0,-6 9-23 16,0 0 0-16,0 0-8 0,0 0-3 0,0 0-6 15,2 15-3-15,-2-15-8 0,-3 19 3 16,2-8-7-16,-1 0 13 0,0 2-22 0,1-1 23 16,1 1-31-16,-1-1 21 0,-1 0-33 0,2-12 24 15,0 20-35-15,0-20 20 0,0 15-40 0,0-15 36 16,4 11-34-16,-4-11 32 0,8 6-35 0,-8-6 38 16,0 0-31-16,18-5 31 0,-9 0-31 15,2-3 35-15,2-5-30 0,1 1-3 0,-1-1 14 16,1 1-1-16,-3 0 4 0,-2 3 9 0,1 1 1 15,-2 0-5-15,-8 8 6 0,12-11 4 0,-12 11 1 16,12-6-1-16,-12 6 7 0,0 0 2 16,0 0 2-16,16 1-3 0,-16-1-8 0,8 7 7 15,-8-7-1-15,8 12-1 0,-8-12 25 0,8 14-35 16,-8-14 32-16,9 16-36 0,-9-16 20 0,5 15-67 16,-5-15 14-16,8 12-57 0,-8-12-26 0,5 11-48 15,-5-11-87-15,0 0-50 0,0 0-283 0,0 0-124 16</inkml:trace>
  <inkml:trace contextRef="#ctx0" brushRef="#br0" timeOffset="15992.36">28115 3387 345 0,'4'-18'615'0,"-1"1"-135"0,-1 6-108 16,-2 0-49-16,0 11-32 0,1-19-55 0,-1 19-56 16,0-14-39-16,0 14-33 0,3-9-21 0,-3 9-16 15,0 0-11-15,0 0-15 0,0 0-1 0,3 21-13 16,1-6-5-16,-1 6-8 0,1 3 1 0,1 2-8 15,0 6 3-15,0 0-10 0,1 1 6 0,2 0-11 16,-3 1-13-16,2-2-19 0,-2-1-52 0,-1-3-54 16,0-2 4-16,-2-1-70 15,-1-1-28-15,-2-7-143 0,-4 1-303 0,3-3-206 16</inkml:trace>
  <inkml:trace contextRef="#ctx0" brushRef="#br0" timeOffset="16142.36">28142 3725 74 0,'2'-9'659'0,"-2"9"-235"16,7-19-97-16,-1 8-90 0,4 0-76 0,5-3-5 16,2 0-48-16,4-1-12 0,2-1-63 15,3 0 7-15,2 0-83 0,2 0-59 0,0 0-95 16,-1-1-372-16,3 2-89 0</inkml:trace>
  <inkml:trace contextRef="#ctx0" brushRef="#br0" timeOffset="23462.27">29667 4250 101 0,'0'0'421'0,"0"0"-135"0,0 0-77 0,0 0-34 15,-2-9-34-15,2 9-8 0,0 0-37 0,-7-7-3 16,7 7-4-16,0 0-6 0,-11-6-2 0,11 6-11 16,0 0-8-16,0 0-16 0,-21-1 9 15,21 1-11-15,-13 5-2 0,13-5-5 0,-19 9 1 16,7 0 0-16,-1 0 1 0,0 3-8 16,-2 3 5-16,0 1 16 0,-1 3-28 0,2 2 19 15,-2 2-26-15,2-1 11 0,1 2-17 0,1-3 4 16,3-1-11-16,2 0 16 0,0 0-4 0,4-1-3 15,0-3 4-15,2-1-9 0,1-2-1 0,2 0-6 16,1 3 4-16,3-4 2 0,3 1-4 0,0-4-2 16,4 0-5-16,2-2-1 0,3-1-8 0,5-3-15 15,-2-3 1-15,5 0-5 0,0-3-6 16,0-2-11-16,6-4-5 0,-2-1-62 0,0-3 71 16,-2 1-24-16,-3-4 47 0,-2 0-29 15,-5 2 45-15,-1-3-25 0,-4 2 17 0,-2 2 7 16,-3-1 28-16,-2 2 6 0,-2 0 8 0,-2 2 39 15,-2 10-40-15,2-17 26 0,-2 17-28 0,-2-17 24 16,2 17-19-16,-7-12 7 0,7 12-13 0,-8-10 8 16,8 10-19-16,-10-8 8 0,10 8-17 0,0 0 9 15,-18-2-12-15,18 2-2 0,-15 6-3 0,15-6 14 16,-18 11-16-16,9-2 14 0,-1 3-16 0,2-1 14 16,0 1-17-16,2 1 6 0,1 2 10 15,1-2-9-15,0 0 8 0,4-1-3 16,0 1-1-16,2-1 1 0,2 1 3 0,-1-3-9 0,4 0 7 15,0 0-11-15,4-1 15 0,1-3-8 16,2-2 1-16,4-2-3 0,-18-2 0 0,34 0 0 16,-16-2 0-16,5-3 0 0,-3 1-12 0,-2-3 1 15,-2-1 15-15,-3 2-14 0,0-2 13 0,-3-1-12 16,-1 3 11-16,-2-1 0 0,-7 7-2 0,6-14-19 16,-6 14 15-16,-1-13-27 0,1 13 8 0,-10-11-30 15,2 5 1-15,-2 2-33 0,10 4 35 16,-19-8-64-16,19 8 10 0,-17-6-54 0,17 6-7 15,-15-3-17-15,15 3-10 0,0 0-35 0,-10-9-207 16,10 9 162-16</inkml:trace>
  <inkml:trace contextRef="#ctx0" brushRef="#br0" timeOffset="25362.27">29995 4390 151 0,'16'-12'366'0,"1"2"-89"16,0 1-63-16,-4 0-6 0,-2 1-22 0,2 2-31 16,-4 0-19-16,-9 6-17 0,15-9-19 0,-15 9-14 15,12-8-15-15,-12 8-20 0,0 0-3 16,12-4-12-16,-12 4-4 0,0 0 0 0,0 0-8 15,10 4-4-15,-10-4-5 0,2 11-9 0,-2-11 7 16,1 11-3-16,-1-11-6 0,0 14 2 0,0-14-1 16,2 12 0-16,-2-12 30 0,1 13-40 0,-1-13 34 15,1 11-38-15,-1-11 33 0,3 10-38 0,-3-10 36 16,5 7-38-16,-5-7 32 0,0 0-30 0,15 7 37 16,-15-7-41-16,14-6 5 0,-2 3-10 15,-1-4 16-15,4-1 3 0,2-2-6 16,-2 1 7-16,2-4 2 0,-2 2 6 0,0-1-6 15,-1 0-1-15,-3 3 0 0,1 0 1 0,-2 0-5 16,0-1 7-16,1 1-1 0,-4 3-1 0,3-3 1 16,-3 2 1-16,-1 0-4 0,2 0-2 0,1 1 6 15,-3 0 1-15,2-1-3 0,0-1 2 0,2-1-2 16,-2 1 8-16,-1-2-9 0,2-1-6 0,0 1 7 16,-1-1 35-16,-3-3-40 0,1 0 35 15,-2-1-40-15,0-1 19 0,-2 0-18 0,-2-2 29 16,0 3-25-16,-1 0 36 0,0 1-23 0,-3 1 37 15,4 1-5-15,-2 1-11 0,2 11-2 16,-4-16-12-16,4 16 4 0,-4-11-4 0,4 11-2 16,0 0-4-16,-5-8 2 0,5 8-17 0,0 0 14 15,-7 14-21-15,5-2 25 0,1 5-19 0,1 7 19 16,0 2-19-16,0 4 18 0,1 7-12 0,-1 2-7 16,2 2 4-16,0 2 20 0,0-2-20 0,0 2 20 15,-1-2-3-15,1 1-2 0,-2-2-2 16,0-1 3-16,3-1-6 0,-3-2-8 0,1-6 11 15,-1-4 0-15,0 0-8 0,0-2-17 0,0-5 25 16,-1-3-20-16,0-2 9 0,-1-3 8 0,0 0-19 16,2-11 23-16,-7 14-19 0,7-14 19 15,-7 7-2-15,7-7 0 0,0 0 2 0,-19-5-11 16,11-1 4-16,-2-4-2 0,3-3 2 0,1-3-1 16,1-2-2-16,0-5-1 0,3 2-11 0,0-3 7 15,6 1-6-15,-2-2 11 0,3 0-9 0,3-4 15 16,2 1-16-16,0 1 16 0,3 2-13 15,3 1 10-15,-4 1-12 0,5 2 18 0,-3 2-17 16,4-1 16-16,-4 5-16 0,1 2 16 0,0-1-16 16,1 1 11-16,-3 3-8 0,-1 2 15 0,0-1-17 15,-2 1 16-15,0 4-15 0,-10 4 14 0,13-8-19 16,-13 8 22-16,12-5-18 0,-12 5 16 0,0 0-16 16,0 0 18-16,19 5-19 0,-19-5 15 15,7 9-15-15,-7-9 19 0,2 11-15 0,-2-11 15 16,1 14-18-16,-1-14 24 0,0 15-24 15,0-15 16-15,-3 13-22 0,3-13 22 0,-3 14-25 16,3-14 17-16,-3 10-32 0,3-10 21 0,0 0-45 16,-3 10 16-16,3-10-69 0,0 0-3 0,0 0 10 15,0 0-6-15,0 0 20 0,0 0 18 0,1-16-2 16,1 5 35-16,4 0 0 0,-3-4 0 0,3-1 12 16,2-1 9-16,0 0 5 0,-1 0 9 15,0 3-7-15,1 2 16 0,-2-1 5 0,2 2-6 16,-3 3 2-16,2 0-1 0,1 0-3 0,-8 8-11 15,12-9 13-15,-12 9-9 0,15-6 10 16,-15 6 0-16,0 0-3 0,20-1-1 0,-20 1-1 16,16 7-11-16,-16-7 13 0,17 6 1 0,-17-6-6 15,19 7 3-15,-19-7-1 0,19 8-16 0,-19-8-78 16,17 5 104-16,-17-5 9 0,18 2-4 0,-18-2-6 16,0 0 2-16,18 1 3 0,-18-1 3 0,0 0-4 15,0 0 17-15,15-3-5 0,-15 3-6 0,0 0 8 16,0 0 3-16,6-10-6 0,-6 10 2 15,0 0-14-15,0 0 3 0,0 0 0 0,0 0 1 16,0 0-7-16,0 0 1 0,0 0-3 0,0 0-2 16,0 0 1-16,0 0-9 0,0 0 7 15,-5 13-3-15,5-13 6 0,1 21-6 0,-1-9 35 16,4 4-54-16,-2 2 15 0,1 3-8 0,3 3 8 16,-3-3 0-16,4 3 5 0,-1-2-4 0,1 3 2 15,-2-1-12-15,0-2 7 0,4 1 7 0,-4 0 36 16,2-4-51-16,-1 2 50 0,0-3-48 0,0-3 8 15,-2-1-6-15,0 0 42 0,-1-3-47 16,0-1 40-16,-3-10-42 0,4 15 44 0,-4-15-46 16,3 11 34-16,-3-11-31 0,0 0 43 0,-3 10-44 15,3-10 45-15,0 0-43 0,0 0 52 0,-16-4-41 16,16 4 34-16,-21-12-28 0,11 3 41 0,-1-2-34 16,-1-3 37-16,0-2-33 0,4 0 0 15,-1-2-3-15,2 1 2 0,1-1-11 0,2 2 5 16,3 0-3-16,-1 0 3 0,4-1-3 0,3 0-5 15,-2 1 15-15,4-2-17 0,1 2-6 16,-1 0 8-16,6-1-6 0,-1 1-1 0,2 1-2 16,-2 1-12-16,2 1-6 0,1-3 1 0,2 4-10 15,-2-1 10-15,0 2 9 0,-1 0-1 0,-4 2 5 16,2 0 2-16,-5 3-2 0,-7 6 7 0,15-11 2 16,-15 11 8-16,12-9-4 0,-12 9 7 15,8-6-6-15,-8 6 1 0,0 0-2 0,10-5-4 0,-10 5 11 16,0 0 1-16,0 0 0 0,10 8 0 0,-10-8-2 15,4 12-3-15,-4-12 4 16,2 17-9-16,0-4 7 0,-1-3-3 0,1 2 1 16,0 0 1-16,1 0-3 0,-1 1-1 0,1-3-6 15,1 0 11-15,-4-10-4 0,3 17-1 0,-3-17 1 16,4 13 2-16,-4-13 3 0,2 10 0 0,-2-10-5 16,0 0 6-16,0 0 1 0,0 0-3 0,0 0-5 15,0 0 6-15,0 0-3 0,9-14 0 0,-7 4-6 16,2-1 4-16,1-3 2 0,1 0 0 0,3-1-2 15,-2 0 0-15,-1 1 48 0,7 1-75 16,-7 0 19-16,3 3 0 0,2-1-1 16,-2 1 4-16,0 0-2 0,2 2 3 0,-1 1-17 15,-1 1 7-15,3 0-5 0,-3 0 0 0,2 3-9 16,-11 3-2-16,19-9-3 0,-19 9-3 0,17-7 0 16,-17 7 7-16,15-8 4 0,-15 8 4 0,15-5-1 15,-15 5 10-15,10-5 6 0,-10 5 4 0,7-6 5 16,-7 6 4-16,7-8 7 0,-7 8 0 0,0 0 1 15,6-10 6-15,-6 10 5 0,0 0-5 0,0 0 1 16,2-12 41-16,-2 12-52 0,0 0 38 0,0 0-44 16,-6-9 26-16,6 9-32 0,0 0 27 0,0 0-45 15,0 0 9-15,-14 3 15 0,14-3 3 0,-11 8 0 16,4 0-3-16,1-1 0 0,-2 5 0 0,-1-1 0 16,4 3-6-16,-1-2 7 0,1 2-3 15,1-3 1-15,1 0-3 0,1 0-2 0,0 1 3 16,2-12-2-16,0 19-7 0,0-19 8 15,5 14-3-15,-5-14 0 0,6 12-6 0,-6-12-5 16,9 5-7-16,-9-5-13 0,0 0-12 0,23-5-14 16,-23 5 2-16,20-8 9 0,-10 1 7 0,-1-2 9 15,1 0 21-15,-1-1-2 0,-2 0 7 0,-1-1 4 16,2 2 11-16,-4 0 7 0,-4 9 9 0,7-12 4 16,-7 12 4-16,7-10-5 0,-7 10-2 15,5-8-11-15,-5 8-3 0,0 0 0 0,0 0-3 0,0 0-3 16,0 0 0-16,0 0-2 0,0 0-5 0,1 13-6 15,-1-13-2-15,0 11-23 0,0-11-20 16,2 10-16-16,-2-10-24 0,5 9-127 0,-5-9 95 16,0 0-82-16,9 6 22 0,-9-6-189 0,0 0 219 15</inkml:trace>
  <inkml:trace contextRef="#ctx0" brushRef="#br0" timeOffset="25729.27">31677 3950 483 0,'2'-9'337'0,"-2"9"-74"16,4-17-36-16,-4 17-40 0,4-14-3 0,-4 14-80 15,3-11 12-15,-3 11-55 0,4-8 27 0,-4 8-56 16,0 0 34-16,0 0-53 0,0 0 27 0,0 0-38 16,19 2-1-16,-19-2 1 0,7 16 0 15,-3-5 0-15,2 3 0 0,-3-1 1 0,4 3-4 16,-4-1 3-16,0-2 0 0,0 5-8 0,-1-3 2 16,-1-2 2-16,1 0-3 0,-1-1 3 0,0 0 11 15,-1 0-7-15,0-12 0 0,0 15-7 0,0-15 1 16,0 11 1-16,0-11-1 0,0 0-2 0,0 0 5 15,3 12 3-15,-3-12-7 0,0 0-3 0,0 0 0 16,11-11 2-16,-11 11-1 0,12-13-1 0,-4 6 7 16,-2 0-1-16,3 1 3 0,-9 6 4 0,11-13-1 15,-11 13 4-15,12-8 1 0,-12 8-9 0,9-8 5 16,-9 8 0-16,9-6 2 0,-9 6 1 0,0 0 2 16,0 0 1-16,0 0 1 0,20 2-1 15,-20-2 5-15,7 8-5 0,-7-8-7 0,7 11-4 16,-7-11 0-16,7 11-1 0,-7-11-1 15,6 15 2-15,-6-15-8 0,4 11-11 0,-4-11-33 16,2 10-112-16,-2-10 68 0,0 0-149 0,-2 11-16 16,2-11-164-16,0 0 171 0</inkml:trace>
  <inkml:trace contextRef="#ctx0" brushRef="#br0" timeOffset="26163.27">31878 3872 71 0,'2'-17'356'0,"-2"-1"20"16,2 5-172-16,-2-1 41 0,0 4-104 0,0 10 23 15,0-18-91-15,0 18 39 0,-2-12-79 16,2 12 44-16,0 0-11 0,0 0-11 0,0 0-13 16,0 0-10-16,0 0-5 0,-3 14-7 0,3-14-2 15,3 15-10-15,3-5-4 0,-3 1 4 0,6 1-10 16,-1-1 0-16,0-1-1 0,0 2 2 0,1-2-7 16,1-1 1-16,0-1 0 0,0-1 3 0,-2-1 0 15,-1 0 2-15,-7-6-1 0,14 11 2 0,-14-11-1 16,11 8 5-16,-11-8 3 0,6 7 5 0,-6-7 4 15,4 9-3-15,-4-9 3 0,0 0 3 0,0 15 0 16,0-15-1-16,-4 14 2 0,4-14-1 0,-4 16 11 16,2-6-27-16,-2 1 1 0,1 2-1 15,1-2-2-15,0 3 3 0,0-2 3 0,0 1 1 16,2 0-3-16,0 0 2 0,3-1-4 0,0 0 0 16,-2-1 0-16,4-1 16 0,0-1-20 0,2-2 0 15,1-1 1-15,-8-6 0 0,21 7-2 0,-21-7 4 16,22 1-3-16,-22-1 2 0,28-8-2 0,-14 2 2 15,3-3 1-15,-5-2 4 0,2-1 7 0,-5 2 14 16,-1-1 15-16,-2-2 2 0,-2 1-3 0,-3 0 0 16,-1 2 5-16,-1 0-3 0,-1 0-21 0,-6 0 3 15,0-1-13-15,-2 2 9 0,-3 2-22 0,1 1 10 16,1 0-34-16,11 6-16 0,-23-6-25 0,23 6-24 16,-18-3-25-16,18 3-43 0,0 0-129 15,-16-6 54-15,16 6-255 0,0 0 58 0</inkml:trace>
  <inkml:trace contextRef="#ctx0" brushRef="#br0" timeOffset="26496.27">32196 3915 190 0,'0'0'434'0,"0"0"-141"15,23 0-79-15,-23 0-38 0,0 0-27 16,18 2-20-16,-18-2-18 0,10 5-17 0,-10-5-22 16,9 8-10-16,-9-8-13 0,11 11-5 0,-11-11-9 15,7 11-1-15,-7-11-5 0,5 15-4 0,-5-15-8 16,6 15 0-16,-6-15-6 0,2 13-2 0,-2-13-3 15,1 12 2-15,-1-12-6 0,0 0 5 16,2 13 2-16,-2-13 12 0,0 0 11 0,0 0-3 16,-2 11-5-16,2-11-6 0,0 0-4 0,0 0-2 15,0 0-2-15,5-14-2 0,-5 14-4 0,6-17 0 16,-1 3 31-16,1-1-40 0,1-3 38 0,3 1-46 16,-1 1 9-16,1 1 11 0,1 2-9 0,-2 1 0 15,-1 2-1-15,-1 2 1 0,1 2-3 0,-8 6 4 16,11-10-3-16,-11 10 4 0,0 0-9 0,0 0 3 15,15 4 1-15,-15-4 33 0,4 12-36 0,-4-2 3 16,-2 4-2-16,-2 7-9 0,-3 2-9 16,-3 6-13-16,-5-1-32 0,-1 2-44 0,-4 3-155 15,-8 3 64-15,-1 0-289 0,-3 2 47 0</inkml:trace>
  <inkml:trace contextRef="#ctx0" brushRef="#br0" timeOffset="27514.27">30164 4813 411 0,'0'0'429'0,"6"-7"-73"16,-6 7-109-16,0 0-44 16,0 0-67-16,8-10 6 0,-8 10-58 0,0 0 21 15,0 0-48-15,0 0 29 0,0 0-43 0,1 14 20 16,-3-6-39-16,0 6 35 0,-1 4-34 0,-4 3 26 16,2 4-25-16,-3 5 18 0,-1 3-23 0,-2-1 19 15,0 2-16-15,-2 1 8 0,-3 0-20 0,1-1 19 16,-3 3 4-16,-1-3 1 0,0 1 3 0,-6 5 8 15,2-8 41-15,2-1-21 0,-4-1-2 0,-2 1 1 16,-5 2 5-16,4-6 5 0,-2-4 7 0,-7 8 1 16,3-8-3-16,-8 2-6 0,0-2 2 15,6-4-21-15,-1-1 8 0,-3 1-23 0,2-5 6 16,0 2-18-16,0-1 6 0,0 0-17 0,2-3 9 16,2 1-19-16,2-3 15 0,2-2-20 15,5 0 13-15,1 0-17 0,3-4 14 0,2 1-14 16,3 1-1-16,16-6-2 0,-24 3 17 0,24-3-13 15,-18 5-4-15,18-5-5 0,0 0-24 0,-19 0-20 16,19 0-30-16,-11-5-21 0,11 5-16 0,-4-9-41 16,4 9-8-16,1-11 1 0,2 3 3 0,2-4-34 15,2 0 22-15,2-4-25 0,0-1 3 16,3 0 4-16,-1-1 14 0,0-2 37 0,1 1 2 16,1-4 56-16,1 3 17 0,-1-3 25 0,-3 5 15 15,3-3 29-15,-3 3 30 0,1-1 15 0,0 2 22 16,-2 0-23-16,0 0 53 0,0 4-24 0,-3 2 54 15,-1 1-43-15,1 1 38 0,-6 9-13 16,8-15-17-16,-8 15-16 0,7-10-8 0,-7 10-18 16,0 0 6-16,6-7 8 0,-6 7 5 0,0 0 10 15,0 0-1-15,-4 11-3 0,-1-1-10 16,-5 6 7-16,-1 1-14 0,-5 7-4 0,0 1-1 16,-2 1-1-16,1-1-3 0,-2 3-3 0,2-1-5 15,-1-1-3-15,2-2 0 0,2-1 0 0,3-4-9 16,0-2-3-16,2-1 3 0,4-3-12 0,0-1 10 15,3-3 11-15,2-9-10 0,-2 18-7 16,4-9 10-16,5-2-14 0,-1 1 5 0,10-2-12 0,-1-2 6 16,5-2-12-16,2 1 0 0,5-3-30 15,0-1-59-15,1-2-112 0,-1 2-23 0,-2-1-93 16,0-1-129-16,-6 1-313 0,-2 1-279 16</inkml:trace>
  <inkml:trace contextRef="#ctx0" brushRef="#br0" timeOffset="31732.25">28428 5837 251 0,'-10'-9'315'0,"10"9"-81"0,-15-8-58 0,15 8-22 0,-21-10-30 15,7 4 4-15,1 2-36 0,-3-3 14 16,-1 2-36-16,-2 1 27 0,-3-3-42 0,4 4 21 16,-1-3-36-16,-1 3 44 0,-1-3-44 0,3 3 27 15,-1-2-8-15,0 3-9 0,0-2-5 0,1 1-4 16,-2 2-5-16,0 0 0 0,1-2-3 0,-3 3 0 15,2 0-1-15,-2 0-3 0,-3 3-10 16,-2-1 11-16,0 1-10 0,1 2 7 0,-2-1 0 16,-2 4-1-16,1 0 1 0,-1 1-3 0,-1 2 9 15,1-1-11-15,1 1 6 0,-2 2-6 0,1-1-10 16,0 2 8-16,0-2-5 0,-1 3 11 0,1 0 5 16,2 2 0-16,0 0 7 0,0 0 3 15,-1 2-3-15,1 3-8 0,2-4 2 0,-2 4 0 16,3-1 24-16,-1 2-24 0,0 1 13 0,1 0-18 15,2 0 16-15,-1 2-19 0,3 0 13 0,-1 0-11 16,0 3 15-16,3 0-16 0,0 2 1 0,1 2 3 16,0 1 2-16,0 1 3 0,3-1 2 15,0 1 5-15,2 0-6 0,1 2-2 0,1-3-3 16,2-1-2-16,2 1-2 0,1 0 0 0,1-2-5 16,2-4 0-16,2 1 7 0,0-2-3 0,2-1 3 15,0 3-6-15,3-1 4 0,2 4-3 0,0-2-1 16,1 0-6-16,2 0 8 0,5-1-2 0,-1 0 0 15,4-2-8-15,-1-1 2 0,2 2 9 16,4-1-17-16,-3-2-1 0,4 0-1 0,1 0 5 16,3-2-5-16,-1-1 0 0,2-2 3 0,2 0-1 15,0-2 4-15,1-1-7 0,0-2 1 16,1-1 1-16,0-2 8 0,2 1-2 0,-1-3-1 16,-1-1 1-16,3-2-1 0,-1-2 6 0,0 1-7 15,0-3-2-15,-3 0 0 0,1-2 0 0,0-1-5 16,5-1 3-16,2-2-5 0,-3 0 5 0,1-1-3 15,-5 0 2-15,2-1-9 0,-1 0 11 16,-1-2-8-16,0 0 6 0,-3-1-7 0,2 0 40 16,-2-1-46-16,0 0 10 0,0-2-16 0,0 0 15 0,-1-1 1 15,1-1-8-15,-1-1 6 0,1-1-5 16,0-1 7-16,1-2 4 0,-1 1 27 16,-2-1-49-16,3-2 13 0,-2 2-5 0,0-1 7 15,-2 0-7-15,0-1 3 0,0 1 2 0,-3-1 3 16,-3 0-2-16,3 2 4 0,-2-4-5 0,-3 4 7 15,1-1-8-15,-4 1 7 0,3-2-7 0,-4 4 7 16,0 0-6-16,-2-2 5 0,1 2 0 0,-2 0-1 16,0-2 1-16,0 1-2 0,-1-1 0 0,-1 0 0 15,1-2 1-15,-3 2 6 0,0-2-8 0,1 0 1 16,-2-1-1-16,0-1 4 0,-1 1-1 0,0-1 4 16,-1 0 11-16,-2 1 1 0,1-1-5 15,-2 3 7-15,-1 0-14 0,0 0 17 16,-2-1-11-16,0 2 15 0,1-4-15 0,-2 1 15 15,0-1-13-15,-1 2 7 0,-1-3-17 0,-1 2 6 16,0 0 4-16,0-1 16 0,-1 3-22 0,1-3 23 16,-2 2-25-16,-1 2 23 0,2-3-16 0,-1 3 24 15,-1 0-31-15,-1-2 35 0,1 2-32 0,-3 1 32 16,3 1-6-16,-2-1-6 0,-1 3-5 0,0-1-5 16,-1 0-3-16,-1 1 4 0,2 0-4 0,-4 0 7 15,3 0-16-15,-3 2-5 0,1-1 23 0,-2 1-31 16,3-1 2-16,-1 2 0 0,0 2 1 15,-1-1 3-15,2-2-3 0,0 4 5 16,1 1-3-16,-1 1-3 0,2-1 1 0,0-1 0 16,-2 3 1-16,1 0-1 0,-2-1 2 0,-1 2 4 15,4 0-6-15,-4 1 7 0,0 0-11 0,-1 0 4 16,-1 1 2-16,0-1-1 0,0 2-2 0,18 1 2 16,-32 0 2-16,13 1 3 0,4 2-8 0,-3-2 6 15,18-1-8-15,-28 4 3 0,15-1-1 0,13-3 0 16,-26 4 2-16,26-4 0 0,-19 6-2 0,19-6 8 15,-18 3-7-15,18-3 5 0,-15 4-6 0,15-4 1 16,0 0-2-16,-15 4 2 0,15-4-1 16,0 0 1-16,0 0 12 0,-17 5-29 15,17-5 21-15,0 0 2 0,0 0-5 0,0 0 2 16,0 0-2-16,-13 2 2 0,13-2-2 0,0 0 2 16,0 0 4-16,0 0-8 0,0 0 8 0,0 0-6 15,0 0 2-15,-13 4-2 0,13-4 2 0,0 0 0 16,0 0-1-16,0 0 1 0,0 0 6 0,0 0-8 15,0 0 3-15,0 0-2 0,0 0-3 0,0 0 3 16,0 0-1-16,0 0 3 0,0 0-4 0,0 0 2 16,0 0 7-16,0 0-8 0,0 0 5 0,0 0-6 15,0 0-1-15,0 0 2 0,0 0 1 0,0 0-2 16,0 0-1-16,0 0 2 0,0 0 2 16,0 0-10-16,0 0 3 0,0 0-2 15,0 0-4-15,0 0-2 0,0 0-5 0,0 0-6 16,0 0-24-16,0 0-19 0,0 0-25 0,0 0-15 15,0 0-16-15,0 0-32 0,0 0-52 0,0 0-40 16,-11 5 0-16,11-5 8 0,0 0 6 0,0 0-31 16,5 10-38-16,-5-10-79 0,9 10-315 0,-9-10-223 15</inkml:trace>
  <inkml:trace contextRef="#ctx0" brushRef="#br0" timeOffset="33016.26">28604 6609 578 0,'0'0'328'0,"0"0"-130"0,0 0 2 16,0 0-73-16,0 0-9 0,0 0-47 0,6 7 20 15,-6-7-39-15,0 0 37 0,0 0-47 0,5 10 50 16,-5-10-48-16,4 10 47 0,-4-10-8 0,5 16-13 15,-1-5-8-15,1 3-9 0,-1 2-8 0,2 3-13 16,1 3 20-16,-1-2 0 0,4 2-4 0,-2 1 45 16,1-1-65-16,2 3 43 0,0 1-46 0,3-1 44 15,-1-1-36-15,1 1 35 16,2-1-40-16,1-2 35 0,2 1-35 0,3-2 28 16,1 0-34-16,1-3 26 0,4-1-21 0,3-3 29 15,2-2-22-15,4-1 7 0,0 0-16 0,4-6 13 16,7 0-21-16,-4-2 16 0,6 0-25 0,-1-2 18 15,3-2-15-15,1-2 11 0,-1 1-16 0,12 0 16 16,-2-5-14-16,0 1 18 0,0 1-17 0,0-2 19 16,1 0 5-16,-4-1 19 0,1 0-10 0,-3 0 5 15,2 0-12-15,-12 0 4 0,2-1-16 0,-3 1 8 16,-1-1-12-16,-2 0 4 0,-2 1-9 16,-1-1 4-16,-3 0-2 0,-2-1 0 15,-3 1-1-15,-9 2 10 0,0-1 8 0,-2 1 9 16,-5 2 10-16,-1 0-3 0,-5 0 10 0,2-1-20 15,-3 2 7-15,-9 4-20 0,14-11 7 0,-14 11-21 16,6-13 9-16,-6 13-30 0,3-9-10 0,-3 9-18 16,-6-11-22-16,6 11-30 0,-15-11-20 0,15 11-32 15,-17-11-31-15,6 4-29 0,0 1-4 0,-2 1 9 16,0-2 23-16,0-1 23 0,2 2 28 0,-2-2 24 16,-1 2 18-16,2 0 17 0,-2 1 19 15,2 0 10-15,-1 0 20 0,-1 2 17 0,1-2 12 16,0 3 15-16,0-2 8 0,13 4 22 0,-25-4 20 15,25 4 25-15,-22-5 15 0,22 5 15 16,-15-2 0-16,15 2-12 0,0 0-16 0,-19-3-18 16,19 3-15-16,0 0-15 0,-13-4-13 0,13 4 4 15,0 0-22-15,0 0-5 0,0 0-2 0,0 0 0 16,0 0 10-16,-3 9-1 0,3-9 0 0,12 9 0 16,-5-3 2-16,3 1-4 0,3 1 3 0,-1 0-1 15,4 2 2-15,-4-3 2 0,1 2-6 16,-2 0-3-16,1-1-3 0,1 1 0 0,-2 0-5 15,1 0-5-15,-5-1-4 0,2 0 0 0,-2-2-4 16,-7-6 1-16,10 14-5 0,-10-14 3 16,5 14-6-16,-5-14-14 0,-3 15-26 0,-7-5-61 0,-1 4-59 15,-5-2-95-15,-9 3 3 0,-5 0-91 16,-6-4-72-16,-6 4-396 0,-10 0-375 0</inkml:trace>
  <inkml:trace contextRef="#ctx0" brushRef="#br0" timeOffset="34233.26">27448 6602 55 0,'0'0'430'16,"0"0"-130"-16,0 0-109 0,0 0-13 0,0 0-67 16,0 0 28-16,0 0-52 0,17 1 14 15,-17-1-29-15,0 0 30 0,0 0-41 0,-1 12 37 16,1-12-55-16,0 0 49 0,-4 12-5 0,4-12-17 16,-6 11-7-16,6-11-8 0,-8 13-6 15,8-13-1-15,-9 16-3 0,3-8 8 0,-2 1 0 16,-1 0-15-16,0 1 17 0,-3 2-6 0,-1-1-2 15,-2 0-6-15,-1 2-4 0,-2-1-14 0,1 1 47 16,-3-1-28-16,-2 2 21 0,-1-3-19 0,-1 3 24 16,2-3-25-16,-6 2 19 0,2-2-19 0,-2-1 17 15,0 1-13-15,0-2 1 0,-3 0 16 16,6-3-19-16,-7 0 16 0,4-1-14 0,-7 0 7 16,-1-1-17-16,2-2 2 0,-4 2-9 0,2-1 6 15,-1-2-5-15,5-1 2 0,-2 0-9 0,-3-1 5 16,1 1-6-16,3-1 3 0,-3-2-2 0,6 0 2 15,-1 1-5-15,-4 0 0 0,7-4-3 16,3 4 3-16,-2-3-6 0,0 0-1 0,1 0 0 16,0-1-3-16,1 0 2 0,0-1 4 0,0 0 3 15,-3-3-2-15,1-2 2 0,-1 1-3 0,1 0-1 16,-1-2 4-16,0 1-10 0,0-2-2 16,0 0 1-16,0 2-8 0,2-2-1 0,-3 2-10 15,2-1-14-15,0 2-4 0,0 1 3 0,3 0-9 16,2 1 2-16,-4 0-2 0,3 1 1 0,-5-2-4 15,2 0 1-15,1 1-1 0,-3-1 0 16,2-1 0-16,-2 1 0 0,0 0-4 0,1 0-1 16,-1-2-3-16,0 1-4 0,1 0-2 0,0-2 3 0,2 4-6 15,-4-4 2-15,1 2 4 0,0 1-4 16,0-3 15-16,0 3-18 0,0 0 23 0,0 0-24 16,2 3 30-16,3-1-31 0,-2 1 37 15,0 0-34-15,2 1 20 0,3 1-18 0,-3-1 49 16,6 2-37-16,-1 0 40 0,3 2-36 0,15 2 42 15,-24-5-38-15,24 5 35 0,-18-4-36 0,18 4 47 16,-17-5-36-16,17 5 38 0,-17-3-40 0,17 3 37 16,-17-7-43-16,17 7 31 0,-18-5-36 0,18 5 40 15,-23-5-38-15,23 5 35 0,-26-6-36 0,26 6 35 16,-26-2-32-16,26 2 32 0,-26 0-38 0,26 0 42 16,-21 0-32-16,21 0 33 0,-20-2-33 15,20 2 32-15,0 0-29 0,-21 0 20 16,21 0-23-16,0 0 37 0,0 0-28 0,-15 4 31 15,15-4-30-15,0 0 28 0,0 0-44 0,0 0-42 16,4 11-48-16,-4-11-48 0,0 0-35 0,0 0-33 16,24-1-19-16,-24 1-195 0,18-6 129 0</inkml:trace>
  <inkml:trace contextRef="#ctx0" brushRef="#br0" timeOffset="34517.25">24811 6271 235 0,'8'-12'313'0,"-1"0"-74"0,-1 0-41 15,4 1-17-15,-5-3-2 0,4 3-43 16,-1-2-11-16,1 1-13 0,-1-1-9 0,-1 2-8 15,1 1-4-15,-1 1-9 0,-1 2-5 16,-6 7-26-16,9-13-2 0,-9 13-7 0,6-9-11 16,-6 9 14-16,5-7-26 0,-5 7-6 0,0 0-3 15,0 0-12-15,0 0 5 0,0 0 4 0,0 0-4 16,-22 5-2-16,10 4 9 0,-2-1 12 0,-3 2-27 16,0 3 12-16,1-2-16 0,0 3 26 0,-2-2-26 15,4 2 26-15,-1-1-24 0,2 1 18 0,-1 3-13 16,3-2 6-16,3-4-16 0,-1 3 29 15,4-3-26-15,1 2 29 0,2-2-23 16,2-1 31-16,2 2-20 0,2 1 16 0,5 1-19 16,1 1 35-16,6-1-41 0,5 2 37 0,2 1-37 0,5-1 1 15,3 0-3-15,2 2-7 0,1 1-1 16,0 0-19-16,10 1-47 0,-1 4-95 0,-10-3-89 16,3-3-340-16,-4 5-134 0</inkml:trace>
  <inkml:trace contextRef="#ctx0" brushRef="#br0" timeOffset="38018.73">22440 10151 281 0,'-5'-10'361'0,"1"0"-122"0,1 1-54 15,-1 1-47-15,4 8-23 0,-8-15-27 16,8 15-12-16,-7-13-24 0,7 13-2 15,-7-10-21-15,7 10 3 0,0 0-15 0,-5-10 7 16,5 10-18-16,0 0 5 0,0 0-9 0,0 0 6 16,0 0-6-16,-8 10 10 0,8 4 5 0,0 4 13 15,0 7 0-15,0 13 19 0,0 6 15 0,0 7 8 16,-1 18 5-16,-2 6-14 0,2 7 14 0,-2 6-5 16,1 3 48-16,-1 5-22 0,2 4 31 0,-1 25-35 15,2-25 8-15,0 0-11 0,0-3-15 16,2-5-1-16,2-5 9 0,1-4-19 0,0-7 3 15,3-6-29-15,2-7-8 0,-1-6-7 0,-1-14-8 16,-2-2-2-16,4-5 1 0,-3-3-10 16,-1-8-17-16,-2-3-25 0,1-3-29 0,-1-4-19 15,1-2-13-15,-4-4-13 0,-1-9-22 0,4 10-87 16,-4-10-65-16,0 0-55 0,3-10-246 0,-3-3-120 16</inkml:trace>
  <inkml:trace contextRef="#ctx0" brushRef="#br0" timeOffset="40002.73">22667 10090 130 0,'-4'-10'420'0,"4"10"-150"0,0 0-69 16,0 0-42-16,-1-12-32 0,1 12-47 0,0 0-1 15,6-8-29-15,-6 8-6 0,13-9-14 0,-13 9 0 16,24-11-13-16,-5 3 1 0,3 0-18 0,5-4 18 16,7 1-11-16,3 0 4 0,6-3-19 0,12-1 28 15,6-3-12-15,7 1 9 0,6-3-19 0,4-3 30 16,8 0-22-16,21-6 16 0,6-1-7 0,3-2 18 15,4 3-25-15,4-3 23 0,3 1-38 16,-3 1 41-16,3 0-3 0,-2 3-4 16,-1-3-1-16,3 3 1 0,-5 0-3 0,1 1-3 15,-5 1-9-15,-2 1 12 0,-2 0-1 0,1 0-34 16,2 3 37-16,1 1-35 0,0 0 37 0,0 0-36 16,-2 3 25-16,2 0-27 0,0 1 45 0,-1 0-30 15,3 2 25-15,-22 3-39 0,22-3 40 0,-23 4-39 16,2-1 31-16,23 0-34 0,-23 1 48 0,-1-1-45 15,25 0 42-15,-23 3-42 0,-3-1 42 0,0 1-41 16,-1 2 26-16,-1 0-35 0,-2 1 46 16,2-1-43-16,-3 2 37 0,1-1-40 0,-1 1 39 15,1-1-42-15,1 2 29 0,0-3-33 0,0 1 48 16,4 1-41-16,2-3 38 0,1 1-42 16,4-2 22-16,21 1-19 0,-28 1 34 0,-1-1-27 15,-1 0 50-15,-4 2-43 0,-3-1 36 0,-3-1-41 16,-3 2 30-16,-4 1-26 0,-4-1 22 0,-2 2-32 15,-5 1 42-15,-4-2-37 0,-12 1 42 0,-4-1-45 16,-1 1 30-16,-4 0-18 0,-1 0 26 16,-1 1-28-16,-3-1 35 0,-3-1-30 0,-4 2 28 15,-3-1-31-15,0-1 22 0,-2 3-21 0,-1-2 12 16,-2 0-18-16,-2 2 26 0,-3 0-20 0,-3 1 16 16,-15 0-20-16,28-1 23 0,-28 1-19 0,23 0 9 15,-23 0-17-15,23 0 22 0,-23 0-19 0,18 2 23 16,-18-2-23-16,25 7 17 0,-25-7-15 15,25 8 17-15,-12-1-15 0,1 0 9 0,1 3-4 16,1 0 22-16,-1 1-13 0,0 3 12 0,0 0-5 16,0 2 7-16,-2 2 2 0,4 3 10 15,-2 1-6-15,1 3-1 0,-4 0 16 0,2 2-8 16,-3 3 10-16,1-2-3 0,1 4-6 0,-4 0-4 16,0 2 4-16,2 0-13 0,-3 2-3 0,-1 3-3 15,1 0 1-15,1 2-7 0,-3 3 4 0,1-1-9 16,-2 6 12-16,2 7-4 0,1 2 11 0,-1-3-12 15,0 2 6-15,0 0-11 0,0-12 0 0,-3 3-3 16,1-1 0-16,2-1 2 0,-2 1-6 16,2-1-1-16,-1 1 5 0,-1-1-11 0,1-1 7 15,-1-1-8-15,-1-1 9 0,1 1-11 16,-1-2 9-16,-1 0-9 0,0-2 11 0,0-1-12 16,-2 0 7-16,2-3-5 0,-2 4 3 0,1-5 1 15,-2-4 7-15,0-1 5 0,0 0 1 0,-2 1-2 16,0 3 0-16,3-6-2 0,-4 0 0 0,2 0 1 15,-2-2-2-15,0-1 0 0,0-1 2 0,-1-2 11 16,-1-2-17-16,1-4 11 0,1 1-13 0,0-2 13 16,-1-3-7-16,0 1 10 0,0-3-16 0,0 0 8 15,0-2-10-15,0 1 8 0,4-9-14 0,-7 14 14 16,7-14-12-16,-7 14 12 0,7-14-13 16,-10 11 12-16,10-11-6 0,-11 11 8 15,11-11-17-15,-10 10 12 0,10-10-11 0,-14 9 12 16,14-9-14-16,-19 9 16 0,19-9-15 0,-27 6 17 15,9-2-18-15,-1-3 10 0,-6 0-10 0,0 0 12 16,-3 0-15-16,-3 1 17 0,-6-1-14 0,-2-1 12 16,2 1-8-16,-3 1-2 0,0-1 0 0,1-1 1 15,-1 4 0-15,0-2 14 0,0-1-19 0,-1 3 15 16,3-1-11-16,-2-1 8 0,1 2-11 0,-3-3 11 16,-2 2-13-16,-1 1 3 0,0-1-19 15,-2 0 17-15,-2-1-7 0,-4 2 15 0,-10-2-6 16,-5 1 4-16,0-2 11 0,-2 2-9 15,-3-2 14-15,-5 0-14 0,2 1 10 0,-1 0-12 16,1 0 12-16,-2 1-12 0,5 1 10 0,0-2-9 16,1 3 0-16,1 0 13 0,1 0-14 0,-2 0 10 15,3 0-2-15,0 1 1 0,0-2-13 0,1 2 12 16,-1-2-9-16,3 1 8 0,-1-1-9 0,-1 1 10 16,2 0-11-16,-4-1 4 0,2 2 8 0,-1-2-12 15,0 1 8-15,-4 0-10 0,-1-2 10 0,-2 4-14 16,1-4 9-16,2 4-11 0,-3-2 10 15,5-2-11-15,0 3 2 0,1-3-2 0,2 1 9 16,0 0-9-16,2-3 10 0,-1 2-3 16,1-1 3-16,1-1-5 0,-2-1 6 0,10 1-8 15,-10-1 10-15,2 2-7 0,-2-1 12 0,11 2-10 16,-9-2 7-16,0 1 7 0,-1 2-8 0,2-2 6 16,-1 2-5-16,3 1 5 0,-1 0-9 0,-1 0 8 15,1 1-9-15,3 1 3 0,12-2-5 0,0 1 3 16,3-1-1-16,2-1 1 0,3 1 2 0,1-2-3 15,-1 3-1-15,-1-3 5 0,3 2-3 16,-1-1 2-16,-3 0-1 0,4-1 0 0,1 3 1 16,-3-3-1-16,-1 2-1 0,-1-1 3 0,-4 2 0 15,1 1-2-15,-2-1 2 0,-2 0 0 0,2 0-1 16,-2 1-1-16,-1-3 2 0,2 4-2 16,1-2 3-16,-2 1 3 0,3 0-3 0,-1-2-1 15,3 1 0-15,-1-2 1 0,3 0 1 0,1-2 0 16,-2 2-2-16,0-2 2 0,2 1 4 0,-2-2-6 15,1 2 1-15,-3-3 0 0,3 1-1 0,-3 0 0 16,-1 0 0-16,-1 1 0 0,-1 0 3 16,1 1-2-16,1 0-7 0,-1 1 9 0,-2 0-14 15,2 2 13-15,-2 2-17 0,-10 0 15 0,2 1-17 16,1 1 3-16,8-1 8 0,2 1-4 0,3-3-3 16,1 2 2-16,2-1 1 0,1-2-2 0,4 0-5 15,-1 3-3-15,3-3-5 0,-1-1 1 0,6 0-5 16,3-1 6-16,-4 2 1 0,1-1 4 15,-4 0 2-15,6 1 5 0,-1 1-2 0,0-2 5 16,0 2 3-16,2-1-5 0,0 1 7 0,1 0-1 16,-2 1 0-16,3-2 2 0,3 1-2 0,-1 0-1 15,6-4 8-15,1 2-3 0,14-5-5 16,-23 8 7-16,23-8 5 0,-17 4-2 0,17-4 2 16,-14 5 2-16,14-5-3 0,0 0 7 0,-14 3-8 15,14-3 4-15,0 0-7 0,0 0 5 0,-14 4-5 16,14-4 3-16,0 0-6 0,0 0 7 0,0 0-1 15,0 0 9-15,-13 4-27 0,13-4-5 0,0 0-7 16,0 0-23-16,0 0-21 0,0 0-23 16,0 0-17-16,0 0-48 0,0 0-24 0,0 0-90 15,0 0-91-15,0 0-214 0,-10-9-106 0</inkml:trace>
  <inkml:trace contextRef="#ctx0" brushRef="#br0" timeOffset="40736.73">23424 10917 101 0,'0'0'614'0,"0"0"-194"15,0 0-96-15,11 4-92 0,-11-4-42 0,0 0-33 16,0 0 21-16,0 0-63 0,0 0-15 0,0 0-21 16,0 0-14-16,0 0-27 0,13-10 1 0,-4 4-8 15,0-6-6-15,5-1-7 0,1-2-2 0,6-7-2 16,-2 3-7-16,0-4-12 0,1-1 12 0,-3 1 1 16,1-4-2-16,-5 1-1 0,-1 0 1 0,-1 0 1 15,-5 2 5-15,0 0-10 0,-4 2-10 16,1 3 9-16,-4 1-3 0,-1 2-4 0,-3 2 38 15,-3 2-50-15,1 1 32 0,-5 2-37 0,1 3 42 16,-6 0-41-16,17 6 4 0,-32 1 2 16,10 4 3-16,-1 2 2 0,-1 3-2 0,0 3 6 15,0 1-3-15,2 4 7 0,2 1-1 0,5-2 6 16,4 0-2-16,0 1 2 0,6 1-21 0,0 1 25 16,5-2 1-16,3-1 8 0,3 2 3 0,3 0 6 15,5 1 1-15,1-1 5 0,7 3-6 0,-1-3 4 16,3-2 0-16,-1 0 2 0,3 0-10 15,-1-3 33-15,-3-1-35 0,-3 0 24 0,0-2-34 16,1-1 22-16,-4 3-28 0,-2-4 21 0,-1 0-24 16,-3 0 25-16,-1 1-16 0,-4-2 37 0,0 3-24 15,-5-11 22-15,-2 20-25 0,-6-6 15 0,-6 1-19 16,-6 5 16-16,-7-3-30 0,-4-1 2 16,-3 0-1-16,-4 0 2 0,-1-3-3 0,-1 1-4 15,0-4 2-15,2-1 3 0,2-2-5 0,3-2-4 16,6-2 4-16,0-3 20 0,8 0-26 0,1-3 18 15,3-2-39-15,5 0 0 0,3-1-69 16,7 6 17-16,-5-16-52 0,10 3-22 0,5 0-44 16,6-5-74-16,7-2-42 0,5 1-265 0,3-3-113 15</inkml:trace>
  <inkml:trace contextRef="#ctx0" brushRef="#br0" timeOffset="41602.73">23937 10749 606 0,'0'0'554'15,"16"-7"-138"-15,-16 7-112 0,0 0-44 16,12-6-66-16,-12 6-49 0,0 0-23 0,0 0-31 16,0 0-18-16,0 0-13 0,0 0-12 0,0 0-11 15,0 0-6-15,0 0-6 0,1 14-12 0,-1-14 5 16,0 14-2-16,0-14-4 0,3 16-3 0,-3-16-5 16,6 17 1-16,-1-8 3 0,0 0-4 0,0 0-6 15,2-2 6-15,-1 1-2 0,-6-8 0 0,17 12-3 16,-17-12-1-16,15 6 4 0,-15-6-1 0,18 4-6 15,-18-4-10-15,18-3 0 0,-18 3-9 0,18-8 6 16,-10 0 2-16,-1-1 3 0,-3 1 1 16,0-3 5-16,-4 11 3 0,-1-22-13 15,-5 12 17-15,1-1-1 0,-6 1 0 0,-1 1-4 16,-2 4 6-16,1 1 5 0,13 4-1 0,-33 0-5 16,14 4 10-16,-2 1 1 0,2 4 3 0,-1 2-6 15,-1 0-3-15,1 7 0 0,2-2 1 0,5 0 24 16,2 2-40-16,1-1 43 0,3 4-41 0,6-5 34 15,1-3-34-15,4 4 29 0,5 0-35 0,5-2 32 16,1-1-42-16,7-3 26 0,2-3-64 0,3-4 18 16,4-2-44-16,5-4-1 0,2-3-53 0,-1-3 17 15,0-2-20-15,-2-4-6 0,-2 2 22 16,-4-3 25-16,-2 0 23 0,-5-2 26 16,-7 2 45-16,-2 2 34 0,-3 0 50 0,-5 2-24 15,-1 1 45-15,-1 0 0 0,-3 10-6 0,-2-15-6 16,2 15 15-16,-2-14-34 0,2 14-7 0,-5-10 5 15,5 10-21-15,-5-8 10 0,5 8-13 0,0 0-7 16,-4-12-12-16,4 12-1 0,0 0-3 0,0 0-4 16,0 0-21-16,0 0 21 0,14 6-3 0,-6 2-2 15,2 1 2-15,1-1-4 0,3 5-1 0,0-1 9 16,-2 2-14-16,1 0 31 0,-2 0-37 16,-3-2 37-16,-2 1-43 0,2-2 38 0,-3 0-36 15,-1 0 36-15,-4-11-43 0,4 17 43 0,-4-17-48 16,1 12 53-16,-1-12-34 0,-1 12 41 15,1-12-34-15,-7 7 37 0,7-7-36 0,0 0 29 16,-15 5-32-16,15-5 25 0,0 0-27 0,-19-5 29 16,19 5-35-16,-14-12 0 0,7 5-4 0,4-3-10 15,-1 0-7-15,1-1-13 0,3 11-13 0,1-23 1 16,3 12-5-16,0-3-3 0,4 2-2 0,-2-1-14 16,6 2-39-16,-2 0 43 0,0 1-33 15,3 1 33-15,-3 2-9 0,3-1 32 0,-3 2-5 16,1 1 20-16,0-1-4 0,-11 6 28 0,18-9-13 15,-18 9 43-15,14-8-6 0,-14 8 56 0,10-6 15 16,-10 6 0-16,0 0 10 0,11-6 12 16,-11 6-15-16,0 0-2 0,0 0-22 0,12-5-13 15,-12 5-10-15,0 0-10 0,0 0 1 0,0 0 7 16,13 4-4-16,-13-4-12 0,6 9 2 0,-6-9-5 16,12 12-4-16,-6-3-5 0,-1-1-4 0,3 4 0 15,2-1 3-15,-1 0 22 0,0 1-43 16,4 0 39-16,-3 2-46 0,1-3 23 0,1-2-58 15,-1-1 13-15,0 0-83 0,3-1-11 0,-14-7-43 16,24 6-78-16,-24-6-1 0,22-4-82 0,-8-1-166 16,-1-3 36-16</inkml:trace>
  <inkml:trace contextRef="#ctx0" brushRef="#br0" timeOffset="41770.73">24871 10733 556 0,'-1'-12'487'0,"-2"-1"-87"0,-1 4-110 0,-1-1-52 15,-2 1-45-15,1 0-28 0,-2 2-16 16,8 7-38-16,-13-10-23 0,13 10-10 0,-14-5-15 15,14 5-13-15,0 0-10 0,-19 3-10 0,13 5-7 16,-1 0 1-16,-2 5-9 0,4 2-9 0,0 0 4 16,1 5-6-16,0 0-8 0,2 0-10 0,0-1 16 15,2-1-69-15,3 5 5 0,0-5-65 0,0 0-48 16,3-2-79-16,0-3-57 0,-1-3-267 0,3-2-106 16</inkml:trace>
  <inkml:trace contextRef="#ctx0" brushRef="#br0" timeOffset="42136.73">24979 10755 349 0,'5'-9'571'16,"-5"9"-159"-16,3-16-105 0,-3 16-67 0,0-14-42 15,0 14-37-15,1-10-27 0,-1 10-25 0,0 0-36 16,0-12-8-16,0 12-17 0,0 0-1 0,0 0-18 16,0 0-5-16,1 13-2 0,-1-13-7 0,2 17-2 15,1-8-11-15,-1 2 8 0,0 1-2 0,3-2-2 16,-1 0-3-16,0-1-2 0,1-1-3 15,3 1-5-15,-8-9-9 0,11 12 6 0,-11-12-2 16,11 4-6-16,-11-4-6 0,0 0-13 16,19-3 10-16,-19 3-5 0,15-14 15 0,-5 4 1 15,-1-2 4-15,0-3 3 0,-1 0 2 0,-2-1-6 16,-2 2 12-16,0 1 0 0,-1 0 14 0,-2 2 5 16,-1 11 3-16,1-17-3 0,-1 17 0 0,-4-13 2 15,4 13-3-15,0 0-6 0,-9-8-2 0,9 8-6 16,-12 7 17-16,5-1-11 0,-2 4-5 0,0 0 2 15,0 4-2-15,4 0 0 0,1-1-4 16,-1 2 3-16,4-1-13 0,1-1 5 0,2 1-1 16,4-2-25-16,1 1-19 0,5-4-40 15,-1-1-29-15,3-3-65 0,4-2-28 0,0-5-41 0,3-2-277 16,3-3-18-16</inkml:trace>
  <inkml:trace contextRef="#ctx0" brushRef="#br0" timeOffset="42420.73">25372 10697 302 0,'9'-10'495'16,"-3"3"-133"-16,2-2-60 0,-2 2-72 0,-6 7-37 15,8-13-29-15,-8 13-28 0,6-9-35 16,-6 9-29-16,0 0-4 0,10-9-15 0,-10 9-10 16,0 0-10-16,0 0-6 0,0 0-9 0,17 6-5 15,-17-6-6-15,15 13 4 0,-7 0 0 0,0-2-6 16,0 2-23-16,0-1 23 0,0 2 1 0,-2-3-11 16,2 3-1-16,-3-2 8 0,0-2-1 0,-1 0 1 15,-4-10 2-15,4 15 3 0,-4-15 45 0,0 12-34 16,0-12 56-16,-4 8-24 0,4-8-4 15,0 0 24-15,0 0-22 0,-18 1 3 0,18-1 3 16,-13-7-9-16,13 7-7 0,-13-15-3 16,7 5-4-16,2 1-9 0,1-2-8 0,1 1-4 15,1-1-2-15,1 11-3 0,1-19-6 0,3 9-10 16,0-2-8-16,4 1-13 0,1 2-43 0,1-1-22 16,0 1 1-16,4 1-10 0,-1 1-19 0,1-1-66 15,1 2-61-15,3-3-36 0,-1 3-293 0,1-1-114 16</inkml:trace>
  <inkml:trace contextRef="#ctx0" brushRef="#br0" timeOffset="42820.73">25818 10492 267 0,'0'0'651'0,"8"-7"-172"0,-8 7-124 0,0 0-76 16,0 0-52-16,1-11-37 0,-1 11-37 0,0 0-49 16,0 0-17-16,0 0-18 0,0 0-12 0,0 0-12 15,0 0-10-15,0 0-8 0,-9 15-1 0,9-5-8 16,0 2-10-16,0 2 3 0,0 1-3 0,1 1-2 15,2 0 0-15,1-1-9 0,-1 0 3 0,3 0 1 16,0-1-2-16,1-3-6 0,1 2 5 0,1-4-3 16,-1-4-2-16,1 2-6 0,-9-7-8 0,23 4-12 15,-23-4-9-15,24-4-5 0,-11 0 9 16,2-3 8-16,0-3 5 0,0-3 5 16,-5 1 4-16,0-3 8 0,-1-1-2 0,-2 0 10 15,-3 0 0-15,-1 0 16 0,0 0 9 0,-3 2 20 16,0 0 4-16,-3 0 28 0,1 1-26 0,-3-1 23 15,0 0-24-15,-1 4 10 0,-4 0-19 0,3 2 12 16,0 1-20-16,-3 1 11 0,10 6-26 0,-21-4 1 16,21 4 0-16,-24 4-6 0,10 2-4 0,-4 4-1 15,0 3 0-15,4 2-4 0,1 4 0 0,-2 3-3 16,6-1 1-16,1 2 4 0,2-1-3 16,2 2-1-16,4-2 1 0,2 2 0 0,3-2-5 15,2-1 0-15,4-2-13 0,3 1-15 0,2-5-45 16,5 2-68-16,-2-6 0 0,1-1-40 15,2-3-78-15,-3-5-119 0,3-3-291 0,2 0-199 16</inkml:trace>
  <inkml:trace contextRef="#ctx0" brushRef="#br0" timeOffset="43054.73">26603 10639 1659 0,'0'0'801'0,"0"0"-192"15,0 0-164-15,0 0-59 0,0 0-103 0,0 0-29 16,0 0-77-16,0 0-22 0,0 0-56 0,0 0 0 16,0 0-85-16,0 0-70 0,0 0-102 0,0 0-145 15,0 0-93-15,0 0-65 0,0 0-132 16,4-12-290-16,-4 12-502 0</inkml:trace>
  <inkml:trace contextRef="#ctx0" brushRef="#br0" timeOffset="43655.73">25761 10450 582 0,'2'-17'492'16,"-2"17"-159"-16,1-11-56 0,-1 11-93 0,5-12-3 16,-5 12-69-16,11-11 11 0,-11 11-55 0,16-9 25 15,-16 9-60-15,22-7 39 0,-22 7-50 0,28 4 32 16,-9 1-43-16,2 5-2 0,-2 2-5 0,4 5 7 15,-3 2-7-15,0 3 7 0,-2 0 1 16,-3 2-1-16,-1 1-16 0,-4 0 21 16,-1-2-2-16,0 0 0 0,-4-2-1 0,-1 0 0 15,-3-3-12-15,1-1 12 0,-4-2 5 0,2 0-5 16,-1-3 7-16,-2 1 17 0,2-2 26 0,-3-2 37 16,4-9 24-16,-6 15 18 0,6-15 16 0,-8 8-12 15,8-8-15-15,0 0-20 0,-18-4-10 0,7-4-6 16,-3-3-2-16,1-5-11 0,-2-8-10 0,-2-2-12 15,4-6-9-15,2 1-9 0,-1-1-4 0,3-1-8 16,0 2 0-16,3 0-16 0,2 6 6 16,3 0-14-16,2 1-1 0,3 2-13 0,4-1-1 15,2 0-3-15,4 2 5 0,3 0-26 0,0 9-24 16,5-3-38-16,3-1-65 0,-4 8-37 16,1 0-75-16,2 5 3 0,-1 0-52 0,-2 2-60 15,-2 2-436-15,3 3-379 0</inkml:trace>
  <inkml:trace contextRef="#ctx0" brushRef="#br0" timeOffset="43804.73">26298 10356 821 0,'0'0'659'0,"2"9"-177"16,-2-9-67-16,0 0-88 0,0 0-61 15,-1 11-30-15,1-11-12 0,0 0-14 0,0 0-22 16,-8 7-2-16,8-7-49 0,0 0-17 0,0 0-35 16,0 0-10-16,-7 7-52 0,7-7-47 0,0 0-62 15,0 0-104-15,0 0-57 0,0 0-72 0,0 0-104 16,0 0-500-16,0 0-573 0</inkml:trace>
  <inkml:trace contextRef="#ctx0" brushRef="#br0" timeOffset="45138.45">26433 11583 277 0,'0'0'346'0,"12"-3"-65"15,-12 3-75-15,0 0-5 0,7-7-53 0,-7 7-8 16,0 0-48-16,0 0 43 0,4-7-38 0,-4 7 22 16,0 0-30-16,0 0 27 0,0 0-11 0,0 0-11 15,0 0-18-15,0-11-11 0,0 11-22 0,0 0-8 16,0 0-15-16,0 0 9 0,0 0-1 15,0 0 6-15,0 0 4 0,3 12-2 0,-3-12 2 16,1 15 1-16,0-4 0 0,2 3 11 16,-2 2 5-16,2 2 4 0,-2 3-3 0,5 0 2 15,-3 4 17-15,0 0-14 0,0 0-6 0,1 8-4 16,3-2-1-16,-2 3 0 0,1 0 7 0,-1 1-2 16,0-2 6-16,2 5-9 0,-2-2 6 0,2 0-13 15,0 2 6-15,-1-2-23 0,2 3 8 0,0-3-18 16,-1 3 10-16,1-2-15 0,1 2-4 0,-1 0-2 15,-1-2 0-15,1 2-1 0,0 0 5 0,-1-2-7 16,2 0-2-16,-4 0 0 0,3-1 1 0,-3-2-3 16,2 1 0-16,-2-1 13 15,0-2-15-15,0 1 11 0,-1-4-16 0,1 2 17 16,-1-3-7-16,-2-2 5 0,2 0-18 0,0-1 17 16,-1 0-11-16,-1-1 9 0,2-2-12 0,-1-1 15 15,-1-3-15-15,-1 1 5 0,4-5-3 0,-3 0 0 16,-1-1 5-16,0-1-3 0,-1-12 0 0,4 18 3 15,-4-18-3-15,1 15 0 0,-1-15 1 0,3 11-5 16,-3-11-9-16,1 12-12 0,-1-12-19 0,0 0-25 16,2 10-42-16,-2-10-75 0,0 0-21 0,0 0 2 15,0 0-31-15,0 0 18 16,-7-7-13-16,7 7-58 0,-8-14-12 0,2 4-261 0,2 2-82 16</inkml:trace>
  <inkml:trace contextRef="#ctx0" brushRef="#br0" timeOffset="45472.45">26419 12991 548 0,'-13'-10'371'0,"13"10"-27"0,-10-9-74 0,10 9-56 16,-8-8-24-16,8 8-29 0,-9-9-16 15,9 9 7-15,-7-8 0 0,7 8 6 0,0 0-5 16,-8-8-13-16,8 8-17 0,0 0-21 0,0 0-21 16,-8-9-16-16,8 9-16 0,0 0-14 0,0 0-4 15,0 0-3-15,0 0-9 0,0 0-2 16,0 0-4-16,15 9-2 0,-4-2-2 0,-1 3-3 16,6 1 5-16,0 3-7 0,3 0 6 0,2 3-8 15,2 0 4-15,0 0-6 0,1-1 5 0,1 2-6 16,0-2-5-16,1 0-9 0,-1-1-11 0,2 0-46 15,-1-2-84-15,-4-3-3 0,1-2-10 0,-1 0-53 16,4-2-28-16,-3-3-39 0,-2-3-98 0,4 0-156 16,-1-4-41-16</inkml:trace>
  <inkml:trace contextRef="#ctx0" brushRef="#br0" timeOffset="45639.45">27074 13008 397 0,'0'0'704'0,"5"-13"-151"0,-5 13-125 0,1-12-84 16,-1 12-80-16,0 0-68 0,0-12-36 0,0 12-30 15,0 0-26-15,0 0-19 0,0 0-17 0,0 0-14 16,-15 9-5-16,7 1-15 0,-3 5-5 0,-1 1-7 16,1 4-18-16,-5 4-48 0,0 2-60 15,-1 0-63-15,-2 3-36 0,-2 0-94 0,1-3-533 16,-5 4-404-16</inkml:trace>
  <inkml:trace contextRef="#ctx0" brushRef="#br0" timeOffset="47256.29">27263 13512 172 0,'14'-7'225'0,"-1"-1"-65"16,2 1-20-16,-3-1-37 0,-2 2-20 0,2 0-15 16,-2 0 4-16,-1 0-11 0,-9 6 2 15,19-11 8-15,-10 6 12 0,-9 5 10 0,19-10-13 16,-19 10 18-16,14-9-21 0,-14 9 27 0,14-8-45 15,-14 8 43-15,9-7-48 0,-9 7 40 16,9-4-42-16,-9 4 30 0,9-7-36 0,-9 7 31 16,0 0-14-16,0 0-19 0,9-6-4 0,-9 6 17 15,0 0-8-15,0 0-15 0,0 0-7 0,0 0-6 16,0 0-7-16,0 0 1 0,-8-9-4 0,8 9-2 16,0 0-1-16,-25 0-1 0,25 0-2 0,-26 1-4 15,26-1 3-15,-33 1 1 0,13 2-2 16,0-1 5-16,-4 0-1 0,-1 0 5 0,-1 1-11 15,-1 1 0-15,0 0 1 0,0-1 2 0,-7 2-8 16,-2 0 7-16,2 1-7 0,-2 0 10 0,0-1-1 16,-4 3 0-16,1-2 2 0,0 1 0 15,-2-1-1-15,1-1 0 0,-1 0 4 0,-1 0-15 16,-1-1 7-16,2-1-2 0,-1 3 4 0,0-3 1 16,-2 2-1-16,1 0-1 0,1 1-1 0,-1 2-3 15,-3 1-18-15,1 0 19 0,-8 5-14 0,-1 2 15 16,-1 1-15-16,3 0 9 0,-3 2-2 15,2 3 9-15,2-3-19 0,0 4 29 0,0 0-27 16,2-1 17-16,2 3-17 0,3-3 17 0,0 1-9 16,9-3 11-16,-1 0-19 0,4 0 19 15,-1 0-15-15,1 0 15 0,0 1-15 0,1 1 14 0,-1-3-18 16,3 5 21-16,1 0-18 0,-3 0 13 0,4 0-10 16,-1 2 18-16,0 0 3 0,1 1-6 15,3 2-8-15,-2-1-8 0,3 2 19 0,4 0-19 16,1-1 20-16,4-1-15 0,3-1 17 0,3-3-16 15,-1-1 0-15,8 0 5 0,1-5 2 16,1 1 0-16,5 1 2 0,5-2 4 0,0-1 2 16,4-1 3-16,7 1 11 0,1-4-10 0,5 1 2 15,2-3 3-15,2-1 1 0,1 0-5 0,0-2 5 16,4 1-4-16,-2-2-2 0,2-1 5 0,0 2-11 16,3-2-2-16,1 0-1 0,1 1-2 0,1-1 0 15,2 1-1-15,1-2 1 0,3 0 5 0,2 0-7 16,0-2 3-16,4-2-4 0,0-1 0 0,12-1 3 15,-1-2-8-15,2 0 7 0,0-1 7 16,1-3-9-16,0 1-1 0,0 0 2 16,1-1-2-16,-1-2 0 0,0 2 12 0,-1 0-15 15,0-1 2-15,-2 1 9 0,2 1-10 0,-3 0 3 16,3-2-5-16,-1 2 6 0,2-3-2 0,0 1 1 16,0 0 0-16,1-1 8 0,2-1-6 0,-2 0 3 15,3-3 2-15,-3 3 4 0,1-4-1 0,-1 2 1 16,-2-2-2-16,-2 2-1 0,0-2 3 0,-4 2-7 15,2-1-1-15,-4 0 1 0,-2-1-1 0,-2 0 0 16,-1 0-3-16,-2 1 3 0,-10 0 4 16,8-2-4-16,-10 1 5 0,1 0-6 15,-1-2-1-15,-2 1 3 0,0 0-3 0,-3-2-1 16,0-1 0-16,-2-1 6 0,-2 2-7 0,-1-3 0 16,-1 0 0-16,-2-1 1 0,-3-1 0 0,-2 0 0 15,0 0 3-15,-4-1 16 0,-2 0 15 0,-2 1 14 16,-6 2-10-16,-1-1 2 0,-2-2-5 0,-4-1-5 15,-2 5-7-15,-3-5-5 0,-3 0-1 0,-3-5-8 16,-3 1-7-16,0 2-10 0,-3-1-9 0,-2 0-11 16,-1 2 4-16,-3 0-13 0,1 1 16 15,-1 0-15-15,-4 1-8 0,0 2 9 16,-1 1-8-16,-2 0 1 0,-1 2-2 0,-3-2 6 0,-1 3-6 16,-3 1 12-16,-2 1-14 0,-3 0 5 15,-9-1-4-15,-4 1 15 0,2 1-13 0,7 4 27 16,-2 1-22-16,-2 2 21 0,-2 0-13 0,1 4 20 15,-1-3-16-15,-3 5 20 0,-1 0-21 0,2 2 24 16,-10 2-21-16,-1 1 28 0,-1 2-31 0,1 2 26 16,1 0-28-16,-1 3 29 0,0 2-6 0,0 2-22 15,0 4-48-15,-3 0-56 0,-1 1-62 16,-4 4-49-16,2 1-317 0,-3 1-72 0</inkml:trace>
  <inkml:trace contextRef="#ctx0" brushRef="#br0" timeOffset="48351.28">25120 14533 288 0,'0'0'441'0,"0"0"-145"0,0 0-78 0,0 0-36 15,-8 7-47-15,8-7-31 0,-5 7-18 0,5-7-4 16,-5 11-21-16,5-11-11 0,-4 17 12 0,3-5-3 15,-1 7 5-15,2 0-2 0,2 4-7 0,-1 5-6 16,2 7-3-16,0 2-8 0,1 4-14 0,1 2 27 16,3 4-24-16,0 10 21 0,-1 3-30 0,5 2 0 15,-3 3-4-15,1 0-2 0,-1 4-10 16,4 1 3-16,-2 1 0 0,3 1-3 0,2 3 17 16,0 0-16-16,2 2 13 0,4 2-20 0,-2 1-3 15,6-1 5-15,-3-2-2 0,4 1 1 0,1-3-3 16,0-2-4-16,2 0 14 0,0-3-20 0,2-2 20 15,0-1-50-15,-1-3-33 0,0-3-97 16,-1-4 57-16,-3-3-141 0,1-7 13 0,-1-2-243 16,-8-15 55-16</inkml:trace>
  <inkml:trace contextRef="#ctx0" brushRef="#br0" timeOffset="50207.28">29197 13956 338 0,'0'0'328'0,"8"-14"-65"0,-8 14-36 16,5-11-50-16,-5 11-27 0,5-10-29 0,-5 10-8 16,2-10-8-16,-2 10-11 0,0 0-5 0,4-10 2 15,-4 10 3-15,0 0 0 0,0 0 22 0,5-10-14 16,-5 10-7-16,0 0-12 0,0 0-12 0,0 0-18 16,0 0-13-16,3-10-11 0,-3 10-4 0,0 0-11 15,0 0-5-15,0 0 10 0,0 0 9 0,8 8 11 16,-4-1-1-16,1 4 4 0,1 4 0 0,3 4-1 15,-1 4-5-15,3 5-14 0,1 2 2 0,0 4-4 16,4 0 0-16,0 2-11 0,2 10 2 16,2-1-4-16,0 4-2 0,1 0 0 15,0 2-3-15,-1 0 5 0,1 2-7 0,0-1 1 16,-1 2-2-16,1 0 0 0,-1-1 0 0,-1 3-4 16,0-1 5-16,0 1 2 0,-2 0 5 0,2 0-9 15,-1 1 4-15,0-1-4 0,1 0 0 0,-1-1-1 16,3-1 1-16,-3-2-2 0,1 0 6 0,-1-1-7 15,-2-4 2-15,1-8 1 0,-3-1-3 0,1-1 0 16,-2-2 0-16,1-1-6 0,-4-2 19 16,2-3-16-16,-1 0 6 0,-2-7-6 15,-1-2 2-15,-3-2 1 0,2-5 2 0,-2-1-4 0,-3-1 7 16,-2-11 1-16,7 16 0 0,-7-16-4 0,4 14 5 16,-4-14-2-16,3 10 7 0,-3-10-5 15,0 0 7-15,-1 12 2 0,1-12-2 0,-6 9 2 16,6-9 16-16,-11 8-3 0,11-8-4 0,-17 7-3 15,17-7 12-15,-25 7-1 0,25-7 9 0,-28 6-6 16,14-4 12-16,-4 1-6 0,0-1-4 0,-1 1-3 16,-4 0-1-16,0 1-7 0,-4-1-2 15,0 0-3-15,-7 4-7 0,-1-4-1 0,-4 2 0 16,0 1-1-16,-2 0 8 0,-1-1-2 0,-3 1 5 16,-3 2 3-16,-10 0-4 0,-2 2 2 0,-3 1 7 15,-2 1 3-15,-1 0 5 0,-3 1-9 0,-2-1-3 16,-3 2 3-16,1 0 7 0,-5-1-8 0,1 3-1 15,0-3-5-15,-2 2 9 0,0 1-19 16,-2-1-1-16,-3 2-2 0,-2-1 1 0,0 0-4 16,0-1 2-16,-3 2 10 0,0-1 5 0,1 0 4 15,0 2-11-15,1 0-2 0,0 0 0 16,2 0-4-16,-2 3-2 0,3-3 1 0,2 2 1 16,1 0 3-16,5-1-8 0,0-2 1 0,4 1-17 15,4-2 23-15,2 0-18 0,5 0 14 0,2-3-12 16,3 0 24-16,3 1-23 0,10-4 16 0,1 1-17 15,1 0 19-15,1 0-18 0,0 1 17 0,3 1-22 16,0 1 17-16,0 1 1 0,0 0-6 0,1 1-4 16,2 2 0-16,0-1-3 0,1 2-1 15,1 0-3-15,0-1-4 0,3 1-5 0,-1-2-5 16,2 1-4-16,1-2 4 0,2 0 1 0,-1-2 4 16,7-3 4-16,-4 5 2 0,1-7 1 0,4 2 4 15,-1-1 0-15,-1 0 2 0,2-2 1 0,-4 2 1 16,4-1 4-16,-2 0-3 0,-1-1 35 0,3 1-41 15,-2-1 36-15,2 0-40 0,0 0 41 0,0-2-37 16,5 0 34-16,-2-2-39 0,2 2 38 0,13-6-39 16,-21 6 33-16,21-6-37 0,-16 6 40 0,16-6-41 15,-13 4 42-15,13-4-42 0,0 0 41 0,-12 3-43 16,12-3 38-16,0 0-44 0,0 0 35 0,-13 6-42 16,13-6 14-16,0 0-41 0,0 0 19 15,0 0-54-15,0 0-20 0,-13 3-31 0,13-3-35 16,0 0-8-16,0 0 8 0,0 0-1 0,0 0-106 15,0 0 43-15,0 0-159 0,0 0-169 0,-18-5-102 16</inkml:trace>
  <inkml:trace contextRef="#ctx0" brushRef="#br0" timeOffset="51975.48">25753 15636 327 0,'-12'-5'519'0,"12"5"-161"0,0 0-71 15,-14-2-87-15,14 2-36 0,0 0-33 16,0 0-27-16,-14-4-19 0,14 4-18 0,0 0-11 15,0 0-8-15,0 0-20 0,0 0 4 0,0 0 3 16,-14 4 2-16,14-4 20 0,6 7-25 0,-6-7 9 16,13 12-8-16,-5-4-7 0,2-1-19 0,0 2 20 15,2-2-19-15,2-1 14 0,-1 0-9 0,-2-1 14 16,-11-5-12-16,22 6 14 0,-22-6-10 16,23 3 9-16,-23-3-9 0,22-4 2 0,-12-1-10 15,4-4-4-15,-1-3 1 0,-1-5 5 0,3-5-9 16,-4-6-2-16,2-3 0 0,-4-5 1 0,-3-3 0 15,-2-2 2-15,-2-3 5 0,-2-1 5 0,-3 0 1 16,-3 0 15-16,-1 1 17 0,-3 3 3 0,1 3 5 16,-3 5 13-16,0 4-9 0,0 3-2 15,1 6-19-15,-2 2-1 0,1 4-14 0,-3 1-1 16,5 3-10-16,-2 2 2 0,2 3-10 0,10 5 5 16,-19-3-4-16,19 3 1 0,-17 2-8 15,17-2 4-15,-13 13-2 0,8-3-4 0,0 4 4 16,3 3 5-16,0 5-6 0,2 2 1 0,3 2-2 15,3 7 3-15,1-2-1 0,0 2-1 0,5-1-1 16,2 0-3-16,0-1-9 0,4-2-5 0,-3-2-15 16,4-2-20-16,3-2-27 0,-2-4-30 15,1-1-18-15,-2-5 0 0,-1-2-2 0,1-3-1 0,-1-1 5 16,0-5-5-16,-18-2-2 0,30 1 6 0,-16-3 13 16,1-3-79-16,-2 0 139 15,-2-1 12-15,-2-2-85 0,-2-1 140 0,-2 1 18 16,-1-2 19-16,-4 10 11 0,2-18 24 0,-2 18 2 15,-2-16 12-15,-2 7-4 0,4 9 20 0,-8-16-10 16,8 16 17-16,-8-13-20 0,8 13 3 0,-7-10-8 16,7 10-19-16,-8-8-17 0,8 8-15 0,0 0-11 15,0 0-4-15,0 0-11 0,0 0 0 0,-9 5-2 16,9-5-7-16,0 17-3 0,3-3-3 0,1 0 0 16,4 4-1-16,0 1 8 0,3 0-10 0,1-2 6 15,0 0-7-15,1-1 0 0,3-2-1 16,-2-2-1-16,4-1 1 0,-4-2-1 15,2-3-1-15,-2-2 5 0,-14-4-2 0,25 3-7 16,-25-3 6-16,27-8-3 0,-12 1 3 0,-3-2 0 16,1-5 0-16,-2 2 1 0,-4-2 7 0,-1-1-3 15,-2-1-4-15,-3-2 4 0,-2 2 3 0,-2-2-1 16,-2 0-4-16,-4-1-1 0,-3 2 7 0,-1 1-6 16,-4 1-8-16,0 3 5 0,-2 1-3 0,-4 2-1 15,1 3-4-15,-2 3-8 0,0 2 9 16,0 3-17-16,0 2-9 0,3 3-15 0,0 1-25 15,3 2-18-15,3 1-13 0,2 2-17 0,3-1-14 16,5 1-46-16,1-2-130 0,4-11 75 0,1 19-305 16,5-10-36-16</inkml:trace>
  <inkml:trace contextRef="#ctx0" brushRef="#br0" timeOffset="52742.06">26502 15298 402 0,'3'-8'528'0,"-3"8"-139"0,0-15-59 0,0 15-75 16,-5-17-22-16,5 17-25 0,-8-12-32 0,8 12-29 15,-8-10-26-15,8 10-14 0,-10-7-22 0,10 7-13 16,0 0-16-16,-18-3 13 0,18 3-40 0,-10 6-1 16,2 0-12-16,3 4-2 0,0 3-3 15,1 2-6-15,3 1-6 0,0 3-3 16,2 0-17-16,3 2-8 0,2 0-15 0,4-1-25 15,1 0-19-15,0-2-6 0,7-3 2 0,-2-2-16 16,3-1 9-16,2-5-18 0,0-2-14 0,-1-4-113 16,5-2 98-16,-1-4-102 0,-1-3 90 0,5-5-61 15,-1-3 84-15,-3-3-27 0,0-1 102 0,-3-1-32 16,-2-1 137-16,-1 0-77 0,-6 2 148 0,-3 1 16 16,-1 1 6-16,-2 1 14 0,-4 3-7 0,-1 2 36 15,-1 2-43-15,-1 0 10 0,1 10-43 16,-5-15 12-16,5 15-25 0,-13-13 11 15,13 13-22-15,-13-6-9 0,13 6-17 0,0 0-5 16,-23-1-9-16,23 1-9 0,-16 6-19 0,7 1 8 16,1 0-12-16,2 3-2 0,-1 1-1 0,1 1-4 15,4 2 11-15,0-1-11 0,2 2-3 0,3-1-4 16,3 1-9-16,-1-3-6 0,4 3-9 0,0-5 5 16,3 2-5-16,-1-5-4 0,4-1-12 0,-3-3-7 15,-12-3-9-15,28 0-12 0,-14-4-14 0,5-4 16 16,-2 0 5-16,-2-2 18 0,0-1 10 15,2-2 17-15,-6 3 20 0,-1 1 21 0,-4 0 17 16,-1 2 46-16,-5 7-7 0,11-10 26 0,-11 10-18 16,7-9-7-16,-7 9-22 0,0 0-5 15,9-8-18-15,-9 8-16 0,0 0 15 0,0 0-24 16,0 0 7-16,12 4-3 0,-12-4 24 0,11 9-32 16,-11-9 0-16,17 13-4 0,-6-6 7 0,2 0-7 15,1-1-5-15,4-1 0 0,-1-3 4 0,-1-1-12 16,5-1 11-16,-3 0-21 0,4-3 6 15,-1-2-22-15,0-3 10 0,-1-1-25 0,1-3 28 16,-5-2-27-16,6-5 35 0,-6-2-29 0,-3 1 41 16,-1-5-33-16,-3-2 46 0,-5-1-34 0,-3 1 41 15,-2-8-29-15,-5-1 34 0,-1 0-5 0,-5 3 29 16,2 0 16-16,-4 5 17 0,0 0 12 0,-3 3 4 16,2 4 1-16,0 4-14 0,1 5-1 15,-2 1-13-15,2 3-10 0,2 6-8 0,12 2-13 16,-24-3-9-16,24 3-6 0,-23 10-5 0,11-1-2 15,1 5-4-15,4 2 1 0,0 4-10 16,6 1 3-16,0 3-12 0,3 1-14 0,2 1-33 16,3 5-38-16,0 3-52 0,6-1 0 0,-3 0-75 15,2 1-78-15,-2-3-410 0,0 4-238 0</inkml:trace>
  <inkml:trace contextRef="#ctx0" brushRef="#br0" timeOffset="53526.06">26447 15870 331 0,'-4'-10'527'0,"-3"1"-133"0,-1 2-121 15,0 0-43-15,8 7-69 0,-17-8-7 0,17 8-54 16,-17-4-10-16,17 4-15 0,-19 0 6 0,19 0-21 16,-18 7-4-16,8-2-8 0,3 3-16 0,1-1-20 15,1 2 11-15,3 2 26 0,1 2-40 0,2-1-17 16,3 4 19-16,5 3-14 0,4 0 17 0,6 3-15 16,3 0 17-16,3 0-19 0,0 1-1 0,4-1 3 15,3 1 0-15,9 4 0 0,-4-1-1 16,-4-4-1-16,2 0 0 0,-2 0-7 0,-1 0-9 15,-1-1 2-15,-3 1-4 0,-2-3 2 16,-2 0-7-16,-5 0 0 0,-4-5 1 0,-2 0 2 16,-3-2 6-16,-6-3 6 0,0-1 2 0,-4-8 7 15,-2 17 4-15,-2-10 10 0,-5 2 3 0,-3-2 0 16,-2 0 12-16,-6-1 3 0,-2-2 6 0,-1-2 12 16,-1-2 13-16,-1-1 18 0,0-2 12 0,1 0 2 15,-1-2-12-15,3-3-11 0,-1-1-10 0,4 0-8 16,1-3-9-16,2-1-10 0,2-3-7 15,2 0-5-15,5-1-9 0,4-1-4 16,2 1-5-16,3-6-1 0,6 1 0 0,3-5-4 16,5 1-3-16,0 1 0 0,5 1-13 0,-1 1-14 15,3 2-18-15,0 0-4 0,-1 1-1 0,1 4-13 16,0 0-17-16,-6 4 14 0,-1-1-4 0,1 2 32 16,-2-1-10-16,-2 4 32 0,-1 0-15 0,-12 8 23 15,15-11-6-15,-15 11 14 0,14-8-2 0,-14 8 20 16,9-6-15-16,-9 6 13 0,0 0-11 0,10-5 21 15,-10 5-6-15,0 0 10 0,14 7-17 16,-14-7 11-16,9 11 15 0,-4-4-34 0,1 2-2 16,0 1-1-16,0 3-1 0,-1-1 2 0,-1-1-21 15,3 3-9-15,1-1-22 0,0-2-25 16,-1 0-33-16,-1-2-59 0,-1-1-123 0,-5-8 50 16,12 9-285-16,-12-9-16 0</inkml:trace>
  <inkml:trace contextRef="#ctx0" brushRef="#br0" timeOffset="53675.06">26924 15815 448 0,'-9'-25'533'0,"0"5"-50"0,-1 0-106 0,1 2-74 16,0 2-60-16,-1 1-45 0,2 4-63 0,2 1-28 15,-2 1-28-15,4 0-22 0,4 9-25 0,-10-11-31 16,10 11-18-16,0 0-13 0,0 0-40 0,0 0-27 16,0 0-24-16,0 0-38 0,0 0-44 0,14 4-128 15,-14-4 15-15,20 5-170 0,-20-5 66 16</inkml:trace>
  <inkml:trace contextRef="#ctx0" brushRef="#br0" timeOffset="53843.06">27039 15611 263 0,'7'-6'621'0,"-7"6"-95"0,6-13-102 0,-6 13-48 15,5-13-32-15,-5 13-75 0,3-12-34 0,-3 12-30 16,0 0-41-16,2-11-34 0,-2 11-24 0,0 0-30 16,0 0-13-16,0 0-13 0,0 0-11 0,0 0-4 15,12 14-10-15,-7-2-5 0,4 4-8 0,-1 3-23 16,1 1-17-16,1 1-40 0,4 4-43 15,-1 0-63-15,2 3-25 0,-2-2-2 16,2-1-45-16,-2 0-31 0,-3-5-55 0,2-2-355 16,-2-1-216-16</inkml:trace>
  <inkml:trace contextRef="#ctx0" brushRef="#br0" timeOffset="53993.07">27213 15896 322 0,'0'0'715'0,"-15"-11"-148"0,15 11-120 0,-15-13-92 16,6 8-73-16,9 5-77 0,-12-10-32 0,12 10-37 15,-11-9-19-15,11 9-28 0,-8-7-22 16,8 7-34-16,-4-10-18 0,4 10-84 0,5-11-80 16,3 3-7-16,2 0-76 0,3-4-93 0,6 0-448 15,0 1-300-15</inkml:trace>
  <inkml:trace contextRef="#ctx0" brushRef="#br0" timeOffset="55043.07">27522 15651 16 0,'-16'-13'363'16,"3"1"30"-16,0 1-102 0,2 1-44 0,2 0-45 16,-1 0-45-16,4 2-25 0,-1 1-25 0,7 7-19 15,-8-13-9-15,8 13-7 0,-1-11-9 0,1 11-4 16,3-11-4-16,-3 11-3 0,11-8-7 0,-11 8-3 15,19 0 3-15,-19 0 3 0,32 10 4 16,-11 0-2-16,3 5-2 0,1 3-9 0,-1 2-3 16,3 1 1-16,-3 3-16 0,2 1 3 0,-1 2-8 15,2 3 4-15,2 5-9 0,-2 1 0 16,-3-3-3-16,-2-1 1 0,0 1-11 0,-3-3-6 0,-1 0-3 16,0-5-4-16,-4 0-9 0,-2-8-7 0,-3 1 1 15,-2-5-1-15,-3-4 12 0,-4-9-3 16,5 12-11-16,-5-12-4 0,0 0-4 0,0 0 2 15,-18-9 6-15,4-3 6 0,-5-6 11 16,-4-5 7-16,-1-2 33 0,-6-11-23 0,-3-1 30 16,1-5-25-16,0 0 15 0,3 2 40 0,1 0 19 15,8 8 35-15,-1 0 15 0,3 2-15 0,2 3-10 16,1 1-27-16,4 1-14 0,3 3-16 0,3 2-7 16,2 0-13-16,3 3-7 0,5-3-5 0,4 0-5 15,0 1-1-15,5 1-3 0,2 2-5 0,1 3 0 16,3 1-9-16,0 1-7 0,1 3-5 0,-2 2-4 15,-1 3-4-15,-1 1 0 0,-17 2 4 16,30 4 1-16,-15 1 2 0,-3 1 3 16,-1 3 3-16,-3 2 3 0,-3 2 6 0,-3-1 1 15,-4 3 3-15,1 4-5 0,-4 1 4 0,-2 1 0 16,-3 0 2-16,-1 1 4 0,0-2 7 0,0 1-4 16,-1-2 8-16,2-1-5 0,0 0 0 0,2-2-5 15,-1-2-3-15,5-3 1 0,-2 1 0 0,4-1-2 16,0 0 2-16,2-1 1 0,2 0-6 0,0 0 9 15,4 1-4-15,2 1 6 0,1-3-5 0,8 4 2 16,-2-2-3-16,3 0 4 0,1-1-8 16,3 2 6-16,1-2-5 0,0 0 4 0,-1 0-6 15,1-2 2-15,0 1-17 0,0 0-5 16,-3-2-44-16,3 0-62 0,-1-2 10 0,-4-2-42 16,-2 1-21-16,0-2-36 0,-16-2-49 0,28-2-19 15,-14-2-276-15,-14 4-76 0</inkml:trace>
  <inkml:trace contextRef="#ctx0" brushRef="#br0" timeOffset="55412.07">28196 15695 359 0,'0'0'576'0,"-5"-14"-121"15,5 14-116-15,-8-10-66 0,8 10-63 0,-7-6-43 16,7 6-34-16,0 0-30 0,-10-7-28 0,10 7-14 16,0 0-8-16,0 0 6 0,-9 11-12 0,9-11-5 15,2 14-9-15,0-5-4 0,4 4-5 16,0-1-11-16,1 1 3 0,2 1-4 0,3-1 1 15,-1 0-19-15,2-1-4 0,1 0-6 0,-1-4-17 16,-2 0-1-16,-2-2-20 0,0-1 6 0,-9-5-23 16,18 5 31-16,-18-5-30 0,0 0 37 15,16-3-41-15,-16 3 33 0,6-8-44 0,-6 8 4 16,-4-19 28-16,0 4 8 0,-2-4 18 0,-3 1 2 16,-5-7 10-16,1 2 2 0,-5-1 35 15,3 3 8-15,0 3 24 0,0 5 10 0,0-1 6 16,2 3 7-16,2 2 6 0,-2 3-7 0,1 2-6 15,12 4-5-15,-20-3-10 0,20 3-11 0,-19 4-8 16,10 2-4-16,1 3-4 0,0 1-2 0,3 4-4 16,0 1 2-16,5 2-6 0,0 1-10 15,5-1 5-15,0 4-2 0,3 0-2 0,3-2-2 16,5 3-14-16,-2-5-18 0,4 2-16 0,2-2-40 16,-2-5-37-16,2-2 25 0,0-1-62 0,-1-4-37 15,-1-3-73-15,-2-3-371 0,1-3-167 0</inkml:trace>
  <inkml:trace contextRef="#ctx0" brushRef="#br0" timeOffset="55944.06">28347 14980 817 0,'-3'-13'655'0,"-1"3"-184"0,0 1-96 0,4 9-84 15,-9-12-87-15,9 12-38 0,0 0-37 0,0 0-28 16,-14 4-18-16,14-4-21 0,-3 18 14 0,3-3-39 15,2 8 1-15,1 3-15 0,5 7 2 0,3 4-5 16,0 4-4-16,7 9-4 0,1 4 1 0,-1 0-4 16,5 0 0-16,-1 1-3 0,-3-1 2 15,3-1-7-15,-2-2 3 0,1 1-2 0,-1-2-7 16,-1-3 11-16,0 0-4 0,-3-10-9 0,-2-2-5 16,0-1-17-16,-2-3-12 0,-1-3-25 15,-2-7-47-15,-2-3-20 0,-1-4 0 0,-1 0 21 16,-1-4 18-16,-1-1 9 0,-3-9 3 0,4 10-5 15,-4-10-10-15,0 0 12 0,0 0 1 0,-8 7 18 16,8-7 14-16,-13-6 10 0,3-3 9 0,-6-3 6 16,3-3-4-16,-6-8 11 0,0-4 43 15,2-5-33-15,0-4 4 0,-1-10 0 0,0-3 5 16,6 9 2-16,3 0 28 0,3 4 13 0,2 1 14 16,2 7 2-16,0 3-9 0,4 2-10 15,-1 4-7-15,1 2-4 0,4 1-14 0,1 4 2 0,1 1-3 16,2 1-3-16,0 2 0 0,-10 8-3 15,23-5 1-15,-23 5-5 0,29 3 0 0,-13 3-1 16,-1 1 10-16,3 6-12 0,-2-1-3 0,0 3 3 16,-3 2 6-16,-2-1-8 0,1 1 8 15,-4 2 3-15,-2 0 4 0,0-3 20 0,-4 2-14 16,-1-5 19-16,-4 5-21 0,2-2 19 0,-5 0-14 16,1-2-4-16,-2 0-3 0,2 0 5 0,-3-3-16 15,2-2 2-15,1 0-27 0,5-9-16 0,-10 11-34 16,10-11 12-16,0 0-81 0,-13 4-42 0,13-4-48 15,-4-9-87-15,4 9-196 0,0-19 15 0</inkml:trace>
  <inkml:trace contextRef="#ctx0" brushRef="#br0" timeOffset="56276.06">28802 15446 489 0,'0'0'527'0,"6"-13"-123"15,-6 13-113-15,7-8-55 0,-7 8-58 0,0 0-37 16,0 0-24-16,0 0-17 0,0 0-7 0,0 0-20 15,0 0-8-15,2 15-5 0,-2-15-19 0,1 22-9 16,2-9-6-16,0 3-5 0,3 3-4 0,-1 1-5 16,3-3-3-16,-1 2 6 0,2-3-16 15,0 0-6-15,3-2-5 0,-3-1 3 0,2-5-21 16,-2 1 7-16,2-1-20 0,-2-3 14 0,-9-5-41 16,17 3 10-16,-17-3 7 0,16-1 8 0,-16 1 8 15,16-10 8-15,-10 3 14 0,-1-2 7 16,-3-1 13-16,-2-4 6 0,-2-1 8 0,-5-5 0 15,1 0-5-15,-6-1 5 0,-2-3-8 0,-4 3-5 16,2 2 2-16,-1 4-1 0,0 1-1 0,0 5 11 16,0 0-18-16,0 4 10 0,4 2-32 0,13 3 0 15,-28 1-20-15,28-1-20 0,-23 4-19 16,23-4-134-16,-15 9 71 0,15-9-128 0,-9 7-7 16,9-7-160-16,0 0 148 0</inkml:trace>
  <inkml:trace contextRef="#ctx0" brushRef="#br0" timeOffset="56593.06">29017 15400 422 0,'24'-5'419'0,"-24"5"-120"0,20-4-71 16,-20 4-50-16,20 0-45 0,-20 0-20 0,24 5-12 16,-12 1-11-16,2 0-11 0,-2 3-7 0,2 4-6 15,-2-1-14-15,-2 4-3 0,2 1-8 0,-2 0-9 16,-2-1-4-16,0 3-6 0,-2-4-1 0,-1-1-8 15,-3 1-8-15,2-4 6 0,-1-1-2 0,-3-10 1 16,4 16 2-16,-4-16 7 0,3 14 8 0,-3-14-14 16,0 0 3-16,-3 11-7 0,3-11-3 15,0 0-2-15,0 0 0 0,-15-7 4 16,9-2-7-16,-2-2-7 0,-2-7 6 0,0-1-6 16,0-8-1-16,-2 0 2 0,5-2 0 0,1 4 5 15,1 1-8-15,0 2 7 0,1-1-1 0,3 7 0 16,0 2-3-16,1 0-6 0,-1 4 4 0,1 10-27 15,0-16-17-15,0 16-13 0,3-11-24 0,-3 11-39 16,0 0-41-16,10-9-161 0,-10 9-165 0,0 0 48 16</inkml:trace>
  <inkml:trace contextRef="#ctx0" brushRef="#br0" timeOffset="57843.73">26766 9930 891 0,'2'-11'622'16,"-2"11"-168"-16,6-12-95 0,-6 12-76 0,0 0-80 15,0 0-41-15,-4 12-31 0,-1 5-24 0,-1 7-23 16,-1 8-6-16,-1 6-23 0,-1 3 6 0,3 5 1 16,-2 17-19-16,-2 1 13 0,2 7-5 0,0 0 8 15,3 3-5-15,0-1 0 0,0 1-9 16,4-4 0-16,0-1-5 0,-1-4 0 0,2-2-13 16,3-12-1-16,-3-1-10 0,1-4 1 0,3-1-8 15,0-4-7-15,-2-5-21 0,3-2-16 0,-2-9-48 16,0-2-35-16,-1-6-65 0,2-2 16 15,-1-5-28-15,-3-10-15 0,6 10-48 0,-6-10-95 16,0 0-83-16,14-13-165 0,-8 0-131 0</inkml:trace>
  <inkml:trace contextRef="#ctx0" brushRef="#br0" timeOffset="58627.74">27438 10394 204 0,'0'-14'684'0,"0"14"-213"16,-2-13-129-16,2 13-69 0,-5-10-52 0,5 10-42 15,-9-8-31-15,9 8-26 0,-10-7-21 0,10 7-15 16,0 0-53-16,-17-2 37 0,17 2-3 0,-15 9-10 16,6-1-40-16,-3 9 30 0,3 1-36 0,0 8 31 15,1 5-29-15,1 1 21 0,1 3-41 0,3 0 38 16,2 4-29-16,2-3 25 0,0 3-29 0,4-2 20 16,2 0-22-16,4-2 25 0,0-3-5 15,2-2-11-15,3-1 6 0,3-4-5 0,2-4-5 16,2-2-3-16,2-7-8 0,-1-4-1 15,1-6-20-15,-1-3 1 0,2-3-10 0,3-4-21 16,-1-6 50-16,-4-4-39 0,-1-3 51 0,-6-4-41 16,-2-4 48-16,-7-3-40 0,-3-3 45 0,-5-4-40 15,-4 2 66-15,-3-2-21 0,-5 0 44 0,-3 2-18 16,-4 0 37-16,-7-3 5 0,6 9-5 0,-11-5-6 16,3 8 4-16,1 2 0 0,-1 1 3 0,1 2 7 15,0 3-11-15,4 1-11 0,1-1-8 0,5 7-8 16,1-1-5-16,2-1-8 0,3 2-9 15,1-2-7-15,3 1-11 0,3 0-5 0,3 0-7 16,2-1-2-16,3-1-3 0,3-2 5 16,5 2-3-16,0 0-2 0,4 0 0 0,0 2 0 15,1 1 0-15,3 5 3 0,-2 0-4 0,-1 2 0 16,0 3 3-16,2 3-1 0,-1 0 3 0,0 6-2 16,4-2 1-16,-3 5 5 0,2 4-2 0,-4-1 1 15,3 7-6-15,1 2 8 0,-4 3-2 0,-2 1 4 16,-2 2-3-16,0 4 0 0,-4 1-6 0,-1 3 2 15,-1 4-5-15,-3-1-6 0,1 2-31 16,-2 3-25-16,-1-3-48 0,2 0-7 0,-1-2-65 16,-1 0 38-16,6-3-44 0,-2-1-9 0,2-4-30 15,1-9-53-15,2-2-69 0,0-3-281 0,0-2-167 16</inkml:trace>
  <inkml:trace contextRef="#ctx0" brushRef="#br0" timeOffset="59160.73">28184 10426 402 0,'-2'-18'697'0,"0"2"-194"0,-2 1-132 15,-1 2-74-15,-5 0-67 0,2 4-44 0,-1 2-38 16,9 7-41-16,-19-9 4 0,19 9-17 0,-22 1-22 16,11 5-7-16,-2 3-15 0,1 6-29 0,1 4 16 15,1 7-25-15,0 4 16 0,3 5-24 0,4-1 17 16,1 1-24-16,2 1 20 0,4 0-22 15,1-1 16-15,4-1-15 0,0 0 20 0,1-3-22 16,4-2 19-16,1-3-6 0,2-2-10 0,-1-3 2 16,0-6-10-16,1-4-30 0,0-2 21 15,-1-4-21-15,-16-5-47 0,32-1 37 0,-11-6-51 16,-1-3 61-16,-3-5-32 0,2-4 64 0,-5-5-53 16,-1-2 67-16,-4-3-46 0,-7-4 65 0,-2-3-48 15,-4-3 67-15,-5-2-68 0,-2 0 44 0,-8-6-28 16,-2-1 49-16,-2 3 20 0,-1 1 0 0,2 6-2 15,1 5-28-15,0 3 27 0,3 4-11 0,0 0 18 16,2 2-26-16,3 4 9 0,3 0-24 16,1 1 14-16,1 0-26 0,3 4 15 0,2-1-28 15,2 1 19-15,2 0-18 0,2 0 15 16,2 1-23-16,4 0 1 0,-1 2 3 0,3-1-4 16,2 5 3-16,1 0-2 0,1 5 2 0,-15 3 6 15,26 0-4-15,-11 3 2 0,2 3 0 0,1 3-2 16,0 5 3-16,2 2 17 0,-1 4-22 0,-1 3 22 15,-4 1-16-15,2 2 15 0,-4 1-5 0,-1 5 1 16,-2 0-15-16,-2 2 15 0,-3 1-20 0,-1 1 14 16,-2 3-15-16,-1-3 17 0,1 3-24 0,-1-9-17 15,0 0-42-15,0 0-8 0,3-3-68 0,0-2 19 16,0 0-59-16,5-6-31 0,-2 0-58 16,1-7-96-16,2-3-200 0,3-2-105 15</inkml:trace>
  <inkml:trace contextRef="#ctx0" brushRef="#br0" timeOffset="59694.74">28724 10416 302 0,'2'-14'824'0,"-2"4"-244"0,-1-1-144 0,-2-1-86 16,0 4-94-16,3 8-52 0,-9-11-38 0,9 11-30 16,-12-4-28-16,12 4-11 15,-15 5-21-15,6 2 3 0,-3 6-26 0,-2 5-4 0,2 4-17 16,0 7 6-16,3 0-21 0,1 4-1 15,3 1-4-15,4 2-3 0,2-1 6 0,3 0-3 16,3 0-13-16,2-1 7 0,3-2-17 0,2 1 6 16,4-4-16-16,-1-3-9 0,1-2-14 0,0-3-28 15,-2-5-21-15,2-3-8 0,-2-3-4 0,-1-7-12 16,-15-3 17-16,26 3 5 0,-11-7 7 0,0-5-12 16,2 0 50-16,-3-7-20 0,0-2 34 0,-2-8 0 15,-2-5 38-15,-4-3-35 0,-3-7 47 16,-3-2-34-16,-7-6 49 0,-2-11-36 0,-5 0 47 15,-2-1 30-15,-4 4-21 0,-3 5 53 0,1 3-21 16,-2 5 31-16,3 10-26 0,0 2-6 16,1 4 0-16,1 1-12 0,2 5-7 0,3 4-9 15,1 3-8-15,4 4-4 0,1-2-6 0,2 5-7 16,1-1-10-16,-1 0-9 0,6 9-3 0,-3-15-10 16,3 15-1-16,1-14-8 0,6 5-1 0,0 4-6 15,4-4-1-15,0 1-3 0,4 2-1 0,-2 1-9 16,5 1-7-16,-1 3 2 0,-17 1-10 15,35 0 34-15,-16 2-26 0,3 4 33 0,1-1-34 16,-2 4 36-16,-1 2-33 0,3 0 42 0,-5 0-30 16,5 4 34-16,-5 0-38 0,-2 1 44 0,1 4-33 15,-5-1 42-15,-1 2-8 0,0 5-4 0,-5 5 5 16,-1-5-6-16,-2 1-28 0,-2 10 24 16,-1-2-21-16,-2 2 30 0,-1 1-32 0,-1-1 31 15,0 2-40-15,0-4 15 0,1 1-95 0,0-1 17 16,2-8-68-16,1 0-49 0,0-4-99 0,0-4-383 15,4-3-218-15</inkml:trace>
  <inkml:trace contextRef="#ctx0" brushRef="#br0" timeOffset="60011.74">29322 10367 441 0,'0'0'710'16,"3"-15"-194"-16,-3 15-131 0,0 0-80 15,-4-10-61-15,4 10-73 0,0 0-50 0,-13 13 2 16,6-2-41-16,-1 6 4 0,0 3-29 16,1 4 11-16,-1 6-32 0,3 3-9 0,2 1-8 15,2-4 18-15,2 5-23 0,3 0 7 0,5-3-30 16,0-2 14-16,1 0-36 0,3-4 16 0,0-2-53 16,-2-7 24-16,3 0-60 0,-1-6 35 0,0-1-27 15,-3-5 55-15,-10-5-35 0,19 0 56 0,-19 0-35 16,25-11 60-16,-13-3-30 0,1-5 69 0,0-7-11 15,-3-4 45-15,-1-6-5 0,-2-4 21 0,-4-4-22 16,-1-4 22-16,-5 1-1 0,-6 1-4 16,-4-7-7-16,-6 5-31 0,-3 6-9 15,-7 5-43-15,-7 7-29 0,1 8-100 0,-8 10-7 16,-3 3-102-16,-5 5-181 0,-15 7-384 0,-7 7-354 16</inkml:trace>
  <inkml:trace contextRef="#ctx0" brushRef="#br0" timeOffset="61163.16">25786 11481 1460 0,'10'11'809'15,"-5"-2"-234"-15,2-2-231 0,-7-7-239 0,8 15-225 16,-8-15-125-16,2 14-204 0,-2-14-287 0,-1 18-261 16</inkml:trace>
  <inkml:trace contextRef="#ctx0" brushRef="#br0" timeOffset="63579.95">25764 15756 538 0,'0'0'451'0,"0"0"-125"16,1-10-41-16,-1 10-59 0,0 0-41 0,-6-10-29 15,6 10-18-15,0 0-5 0,-14-5-4 0,14 5-16 16,-18-1 11-16,18 1-3 0,-29 2 9 0,7 2-3 16,-4 2-9-16,-7 2-3 0,-3 0 4 0,-6 5-3 15,-10 3-11-15,-6 2-9 0,-2 2-3 16,-5 2-6-16,-4 1-11 0,-3 3 19 0,-1-1-35 15,-1 2 8-15,1 1-34 0,-3 1 13 0,0-2-30 16,3 1 14-16,-5-1-27 0,5-2 18 16,-1-1-19-16,5-2 13 0,1-1-26 0,7-3 20 15,3-2-25-15,17-4 20 0,2-2-23 0,6-3 18 16,9-1-28-16,4 1-5 0,3-5-45 0,17-2-25 16,-19 3-41-16,19-3-54 0,0 0-32 0,-6-9 27 15,6 9-14-15,9-14 7 0,1 3 26 16,4-4 1-16,4-2-12 0,2-4-22 0,3 0-38 15,-1 0 12-15,1-3-269 0,0 2 15 0</inkml:trace>
  <inkml:trace contextRef="#ctx0" brushRef="#br0" timeOffset="63862.95">24347 15926 688 0,'10'-14'255'0,"1"-1"19"15,-5 3-51-15,3-1-9 0,-5 3-9 16,0 0-7-16,-4 10 7 0,5-16 1 0,-5 16-15 0,4-13-10 16,-4 13-18-16,-2-11-18 0,2 11-16 0,-5-7-17 15,5 7-12-15,0 0-10 0,-16 2-9 16,4 4 1-16,-2 4-7 0,-4 4-10 15,-2 5 0-15,-1 2 12 0,-2 3-15 0,0 4 8 16,-2 0-16-16,-4 7 20 0,0 3-26 0,0-2 18 16,6-6-29-16,0 0 14 0,1 0-23 0,5-3 9 15,-1-2-28-15,8-4 17 0,1-4-24 0,2-2 22 16,4-3-16-16,3-2 30 0,3 1-17 0,4 0 34 16,6-3-38-16,3 2 22 0,5-2-30 0,6-1 22 15,5 1-29-15,2 0 22 0,6-4-28 16,-3 3 29-16,3-2-34 0,-2 0 29 15,-1 1-34-15,0 0 1 0,-1 1-58 0,-5 0-32 16,-2 0-83-16,-2 1-89 0,-5 1-43 0,-2 1-45 16,-1 0-44-16,-3 1-100 0,-1 0-276 0,-3 2-319 15</inkml:trace>
  <inkml:trace contextRef="#ctx0" brushRef="#br0" timeOffset="66115.17">19853 16965 187 0,'0'0'67'0,"0"0"131"0,0 0-175 16,0 0 90-16,0 0-141 0,0 0 119 16,0 0-123-16,0 0 107 0,0 0-118 0,0 0 114 15,-17-2-123-15,17 2 114 0,0 0-118 16,0 0 96-16,0 0-94 0,0 0 76 0,0 0-80 16,-15 4 87-16,15-4-86 0,0 0 82 0,-13 4-87 15,13-4 93-15,0 0-92 0,-14 5 96 0,14-5-77 16,0 0 89-16,-14 5-73 0,14-5 107 0,0 0-109 15,-13 4 125-15,13-4-125 0,0 0 119 0,-14 3-142 16,14-3 136-16,0 0-133 0,0 0 124 16,-15 3-127-16,15-3 121 0,0 0-123 0,-14 4 113 0,14-4-106 15,0 0 101-15,-14 3-102 0,14-3 101 16,0 0-109-16,-18 7 109 0,18-7-115 0,0 0 118 16,-17 6-114-16,17-6 113 0,0 0-102 15,-16 5-6-15,16-5 124 0,0 0-123 0,-16 5 120 16,16-5-116-16,0 0 119 0,-14 3-118 0,14-3 112 15,0 0-112-15,0 0 106 0,0 0-112 0,-18 0 110 16,18 0-116-16,0 0 110 0,0 0-122 0,0 0 104 16,0 0-125-16,0 0 71 0,-20 2-82 0,20-2 10 15,0 0-81-15,0 0 38 0</inkml:trace>
  <inkml:trace contextRef="#ctx0" brushRef="#br0" timeOffset="67581.39">18908 16497 535 0,'-4'-10'344'0,"0"0"-88"0,-1-2-49 0,-4 1-50 16,3-2-22-16,-2 2-19 0,0 0-13 0,-2 0-3 16,1 0-9-16,0 1 3 0,-1 2-8 15,0-1-8-15,2 1-4 0,-2 1-5 0,2 0 0 16,-1 3-11-16,0-2 6 0,9 6-17 0,-15-7-10 15,15 7 7-15,-19-4-5 0,19 4-9 0,-20 2 3 16,20-2-3-16,-25 8 8 0,8 1-11 0,2 2 3 16,0 3-2-16,-3 6 4 0,0 1 8 0,2 5-1 15,1 2-4-15,2 2 13 0,3 4 2 0,-1 2 16 16,3 3 10-16,3 3 5 0,1 3-3 0,0 1-7 16,8 2-15-16,-3-2-3 0,6 1-6 15,-1-3 4-15,4-2-15 0,3-2-5 0,1-3-10 16,4-3-12-16,1-4-8 0,3-1-15 0,3-6-7 15,2-1-16-15,1-5-6 0,2-3-7 0,2-4-20 16,0-2-23-16,-4-5-14 0,-1-3-9 0,1-1-4 16,-4-4 8-16,2-2 10 0,-3-4 15 0,2-2 13 15,-4-3 15-15,-3 0 10 0,-4-1 12 0,-1 0 6 16,-4-2 8-16,-3-1 7 0,-2 0 11 0,-4 1 8 16,0 0 7-16,-5-1 13 0,0 0 12 0,-4 0 29 15,-3 2 18-15,2 0 15 0,-3 2 20 0,-1 1 1 16,0 2-2-16,1 1-1 0,3 3-14 15,-2 1-11-15,1 2-13 0,11 6-16 0,-15-9-14 16,15 9-10-16,-14-4-6 0,14 4-2 0,0 0-10 16,-17 7-5-16,17-7-4 0,-7 16-2 15,6-2-3-15,1 2 27 0,3 6-39 0,2 1 36 16,1 1-42-16,6 4 31 0,1-1-44 0,1-1 34 16,1-1-41-16,2-2-1 0,2-2 0 0,0-4 3 15,-2-2 4-15,-1-3 3 0,1-2-3 0,2-3 2 16,-5-3 1-16,-14-4 5 0,28 2 3 15,-28-2 5-15,30-7-1 0,-15 0 1 0,-2-5-3 0,0 0 1 16,-3-4 1-16,0-1 5 0,-3-1 0 16,-4-3 9-16,0 4-7 0,-2-1 1 0,-2 0-1 15,-4-3 1-15,0 3 0 0,-2-1 2 0,0 2 3 16,-3 1-3-16,-1 2-1 0,2 3-7 0,-2 1-3 16,2 1-15-16,-3 3-27 0,1 0-22 0,11 6-23 15,-22-4-19-15,22 4-10 0,-23 2 0 0,23-2-1 16,-23 8 8-16,13-4-103 0,1 3 72 0,0-1-120 15,1 2 103-15,8-8-90 0,-8 12-218 0,8-12 78 16</inkml:trace>
  <inkml:trace contextRef="#ctx0" brushRef="#br0" timeOffset="67916.39">19156 16798 399 0,'4'-8'426'0,"-4"8"-111"15,6-14-48-15,-6 14-28 0,3-11-73 0,-3 11 9 16,3-10-37-16,-3 10 15 0,0 0-11 0,3-11-1 15,-3 11-34-15,0 0-19 0,0 0-21 0,0 0-15 16,0 0-8-16,0 0-10 0,0 0-8 0,9 17-6 16,-4-2-3-16,3 5-4 0,2 1-5 0,0 6-1 15,3-1-4-15,0-1 2 0,2 0-2 0,1-3 1 16,-1-1-2-16,-1-4-1 0,1-2 3 0,-1-3 1 16,1 0 4-16,-4-4 7 0,2-2 9 0,-13-6 8 15,20 5-2-15,-20-5 3 0,19-3-1 0,-7-3 0 16,-3-3-2-16,1-5-5 0,2-2 1 15,-6-3-1-15,2-1 0 0,-4-2 2 0,-1 0 7 16,0 0-1-16,-3 2-11 0,-3 1 11 0,1-3-15 16,-2 4 7-16,-4-1-18 0,2 5 1 0,-3 1-19 15,1 2-4-15,-2 2-19 0,0 2-20 0,10 7-23 16,-18-9-26-16,18 9-7 0,-20-1-35 0,20 1 18 16,-17 6-44-16,17-6 27 0,-18 9-61 0,18-9-37 15,-12 11-82-15,12-11 29 0,-8 12-177 0,8-12 93 16</inkml:trace>
  <inkml:trace contextRef="#ctx0" brushRef="#br0" timeOffset="68232.39">19396 16726 272 0,'0'0'462'0,"12"-11"-103"15,-12 11-117-15,9-9-20 0,-9 9-92 0,7-7 13 16,-7 7-66-16,0 0 28 0,12-4-42 0,-12 4 28 16,0 0-42-16,17 2 24 0,-17-2-41 0,16 10 24 15,-3-2-40-15,1 3-2 0,6 3-4 0,-4 0 4 16,0-1-8-16,1 2-1 0,4 2 0 0,-6-1-2 15,3-1 0-15,-2 0 0 0,-1-2-3 0,0 1 13 16,-4-1-24-16,-2-4 4 0,-1-2 3 0,1 0 4 16,-9-7 20-16,9 12 23 0,-9-12 1 0,0 0-8 15,3 9-3-15,-3-9-3 0,0 0 7 0,0 0 9 16,-21-5 7-16,12 0 0 0,-2-3-4 0,-6-5-3 16,2 0-7-16,-2-3-9 0,-1-5-5 15,-1 0-5-15,5 0-3 0,-3-2-11 0,6 5-8 16,1-2-2-16,2-1-31 0,0 2-12 0,5 2-19 15,1 1-4-15,2 2-43 0,2 2 32 0,1-1-56 16,5 2-33-16,0 0-27 0,2 1-20 0,0 1-104 16,2 2-155-16,1 1 85 0</inkml:trace>
  <inkml:trace contextRef="#ctx0" brushRef="#br0" timeOffset="68499.39">19752 16520 226 0,'0'0'531'0,"0"0"-168"0,1-10-71 0,-1 10-70 16,0 0-38-16,-6-6-21 0,6 6-12 15,0 0 1-15,-12-6-16 0,12 6-12 0,0 0-29 16,0 0-26-16,0 0-17 0,-12-3-6 0,12 3-16 16,0 0-6-16,0 0-3 0,0 0-6 0,10 7 0 15,-10-7-4-15,16 10 4 0,0-3 2 0,-1 0-22 16,4 0 15-16,-1 2-1 0,4 0-5 16,-3 1 3-16,-1-1-5 0,0 1 5 0,1 0-5 15,-5-1 5-15,-1 0-4 0,-3 0 5 0,0 0 0 16,-3-2-1-16,0 1 1 0,0-1-4 0,-7-7 2 15,5 15-9-15,-5-15 3 0,0 13-8 16,0-13-15-16,-7 14-21 0,7-14-16 0,-12 12-39 16,12-12-20-16,-21 6-26 0,21-6-47 0,-29-1-43 15,10-4-90-15,-3-3-195 0,3-4-2 0</inkml:trace>
  <inkml:trace contextRef="#ctx0" brushRef="#br0" timeOffset="68666.39">19757 16556 286 0,'-5'-14'411'15,"0"2"-82"-15,1 2-44 0,0 0-43 0,0 2-31 16,4 8-15-16,-5-14 2 0,5 14-6 0,-5-9-8 15,5 9-22-15,0 0-32 0,-5-10-20 16,5 10-20-16,0 0-18 0,0 0-14 0,0 0-11 16,0 0-7-16,0 0-5 0,-6 16-10 0,6-4-8 15,1 3-5-15,-1 4 1 0,1 5-4 0,2 1-3 16,-1 0-14-16,1 2-18 0,3 6-27 0,-1 0-53 16,3 1-33-16,-2-3-17 0,3 1-20 15,1-4-138-15,-2-5 51 0,1-4-351 0,1-2-145 16</inkml:trace>
  <inkml:trace contextRef="#ctx0" brushRef="#br0" timeOffset="69065.39">19967 16560 154 0,'-4'-11'797'0,"0"2"-277"15,2 0-147-15,2 9-79 0,-7-15-63 0,7 15-49 16,-4-11-52-16,4 11-27 0,0 0-30 15,-4-10-11-15,4 10-13 0,0 0-10 0,0 0-6 16,12 3-9-16,-12-3-6 0,17 15 7 0,-5-6-13 16,1 2 21-16,2 1-29 0,0-1-1 0,0 0 0 15,-1-1-3-15,0-1-2 0,-2-1-5 0,-2-1-4 16,1-1-3-16,-11-6-7 0,16 9 1 0,-16-9-5 16,11 4 5-16,-11-4-33 0,0 0-4 0,13-5-18 15,-13 5 29-15,4-14-24 0,-4 14 33 0,-3-22-26 16,-1 5 3-16,-2-1 13 0,-4-3 5 0,0 4 10 15,-2-2 12-15,-2 3 14 16,0 0 8-16,0 3 11 0,1 2 11 0,-1 3 4 0,4 4 8 16,-1-2 2-16,11 6-1 0,-17-1 0 15,17 1 2-15,-18 8 1 0,9-1-1 0,1 4 4 16,2 3-13-16,2 3-5 0,0 0 3 0,3 1-10 16,-1 0 3-16,5 1-10 0,1 2 0 0,1-1-9 15,3-1-1-15,3-1-19 0,-1-4-5 0,5 0-41 16,1-3-3-16,0-2-79 0,0-4-77 0,1-4-44 15,2-2-357-15,3-4-155 0</inkml:trace>
  <inkml:trace contextRef="#ctx0" brushRef="#br0" timeOffset="70167.41">20393 16320 135 0,'0'0'880'15,"0"0"-249"-15,0 0-151 0,-8-7-92 0,8 7-107 16,0 0-57-16,0 0-49 0,0 0-36 0,0 0-21 16,0 0-28-16,0 0-16 0,0 0-15 15,0 0-13-15,0 0-7 0,-5-7-9 0,5 7-11 16,8-6-6-16,-8 6-33 0,20-14-32 0,-6 4-69 16,4-3-75-16,4-3-24 0,2-1-10 15,2-2-33-15,-1-2-154 0,2 0-258 0,-4-1-206 16</inkml:trace>
  <inkml:trace contextRef="#ctx0" brushRef="#br0" timeOffset="70616.41">20799 15856 500 0,'0'0'413'0,"-6"-9"-161"0,6 9-4 16,-9-9-94-16,9 9-8 0,-8-8-57 15,8 8 38-15,-9-9-36 0,9 9 34 0,-9-9-1 16,9 9 13-16,-9-6-8 0,9 6-31 16,-13-6-17-16,13 6-11 0,0 0-10 0,-21-3-8 15,21 3-8-15,-23 4 3 0,9 1-4 0,-3 2-12 16,-1 3 6-16,3 0-3 0,-4 4-5 0,3 0-1 16,1 0-9-16,2 1 17 0,1 0-22 0,3 0-4 15,2-3-2-15,5 1-1 0,2-2-3 0,1 2 3 16,4 0-3-16,4 3 2 0,5-1 5 15,3-1-7-15,6 1 4 0,4-1-4 0,2-4 0 16,2 1 0-16,2-2-1 0,1 0-1 0,1-2 4 16,1 1-7-16,1-1 4 0,-4 1-3 15,-1-2-1-15,-4 0 6 0,-6-1-7 0,1 1-1 16,-6 0 4-16,-3 0-2 0,-1 0 5 0,-3-1 4 16,-10-5 9-16,10 14 10 0,-10-14 3 0,-3 15 1 15,-3-3 0-15,-8 3-8 0,-1 0 2 0,-10 3-8 16,-2 1-2-16,-2-2-5 0,0-1-1 0,-2 1-3 15,0-1-1-15,2-3-3 0,2 0 1 0,6-3-12 16,2-3-26-16,5 0-47 0,4-2-79 0,10-5-40 16,-15 4-33-16,15-4-144 0,0 0 17 15,-7-9-265-15,7 9-155 0</inkml:trace>
  <inkml:trace contextRef="#ctx0" brushRef="#br0" timeOffset="70999.41">21135 15988 350 0,'0'0'873'15,"-3"-9"-286"-15,3 9-139 0,0 0-123 0,-5-9-97 16,5 9-60-16,0 0-29 0,0 0-42 0,-8-8-14 16,8 8-23-16,0 0-5 0,0 0-19 0,0 0 2 15,0 0-16-15,0 0-4 0,12 8-20 0,-12-8-6 16,12 7-16-16,-12-7-6 0,17 8-11 15,-17-8-10-15,18 6-6 0,-18-6-18 0,14 5 2 16,-14-5-19-16,0 0 18 0,18 1-17 0,-18-1 20 16,0 0-17-16,10-9 44 0,-10 9-25 15,4-11 45-15,-4 11-26 0,-1-15 39 0,1 15-29 16,-4-16 36-16,-1 8 9 0,-3 1 12 0,8 7 2 16,-14-8-1-16,14 8-21 0,-18-1 27 0,18 1-16 15,-23 7 15-15,9-1-4 0,2 1 7 0,1 3-14 16,1 1 17-16,2 1-20 0,3 0 15 0,0 2-22 15,2-2 1-15,2 1 8 0,3-1-11 16,2 2-5-16,4 0 21 0,1-3 15 0,5-1-56 16,3-2 0-16,-1-3-40 0,4-4-19 0,0-2-31 15,3-3-25-15,3-2-48 0,-3-3-117 16,2-3-232-16,-3 0-29 0</inkml:trace>
  <inkml:trace contextRef="#ctx0" brushRef="#br0" timeOffset="71483.41">21366 15911 302 0,'0'0'616'15,"-13"-13"-136"-15,13 13-112 0,-11-10-72 0,11 10-54 16,-9-7-48-16,9 7-48 0,-9-8-41 0,9 8-10 16,0 0-30-16,0 0-11 0,0 0-18 15,0 0-3-15,0 0-7 0,0 0-4 0,20 4-7 16,-8 0-9-16,0 2-4 0,3 1 0 0,1 1-14 16,-2 0-7-16,0-1 0 0,-2 2 7 15,1-2-4-15,-7 1 3 0,2-1 2 0,-8-7 11 16,5 14-8-16,-5-14 4 0,0 11 3 0,0-11 3 15,-8 12 6-15,8-12 8 0,-19 7 28 0,19-7-9 16,-19 4 6-16,19-4 15 0,-25 0 18 0,25 0-8 16,-24-5 1-16,14 1-19 0,-1-1-5 0,2-1-18 15,2-1-6-15,-1-2-14 0,3-1-2 16,4-2-15-16,1 1-12 0,1-1-15 0,7-3-19 16,-2-2-20-16,3 1-38 0,4 1 1 0,1 0-39 15,1 0 31-15,1 1-43 0,2 2-7 0,-4-1-8 16,2 2 23-16,-1 0 21 0,-5 2 23 15,0 3 30-15,-1 0 29 0,-1-1 34 0,-8 7 32 16,10-8 12-16,-10 8 41 0,0 0 24 0,5-10 22 16,-5 10 43-16,0 0 28 0,0 0 16 0,0-11-13 15,0 11-9-15,0 0-14 0,0 0-30 16,0 0-21-16,-5-9-25 0,5 9-18 0,0 0-17 16,0 0-9-16,0 0-6 0,0 0-6 0,0 0-6 15,0 0-11-15,6 10 6 0,-6-10-11 0,13 14 7 16,-5-6-9-16,2 2 7 0,-1 0-12 0,4 0 0 15,-2 3-18-15,2-1-13 0,2 0-35 16,-3-4-43-16,2 0-39 0,-4-1-1 0,3-1-38 16,-2-2 16-16,-11-4-42 0,20 5-59 0,-20-5-48 15,0 0-266-15,24-3-118 0</inkml:trace>
  <inkml:trace contextRef="#ctx0" brushRef="#br0" timeOffset="71668.41">21724 15651 649 0,'-5'-10'555'0,"0"0"-118"0,-3 1-82 0,3 0-46 15,-3 2-24-15,8 7-55 0,-10-11-27 0,10 11-36 16,-6-9-29-16,6 9-26 0,-8-7-29 0,8 7-17 16,0 0-10-16,0 0-14 0,0 0-8 0,-5 8-7 15,5-8-5-15,5 19-1 0,-4-8-8 0,3 5-9 16,1-1 2-16,3 3-27 0,-3 1-24 16,4 0-57-16,0-2-85 0,-3 0-11 15,2 0-47-15,1-3-43 0,-3-3-54 0,1-3-362 16,-1 0-232-16</inkml:trace>
  <inkml:trace contextRef="#ctx0" brushRef="#br0" timeOffset="71851.42">21790 15533 548 0,'-2'-11'701'0,"1"0"-181"0,-2 1-120 16,3 10-86-16,-1-14-87 0,1 14-51 0,0 0-37 15,0 0-25-15,0 0-24 0,0 0-18 0,0 0-15 16,0 0-11-16,14 13-9 0,-9-2-11 15,3 1-14-15,0 2-28 0,2 0-60 0,0 1-54 16,-1 0 5-16,1-4-43 0,-2 2 1 0,-1-3-59 16,1-2-58-16,-8-8-111 0,13 13-152 0,-13-13-52 15</inkml:trace>
  <inkml:trace contextRef="#ctx0" brushRef="#br0" timeOffset="72232.41">21718 15254 637 0,'-5'-12'481'0,"-2"3"-130"0,2 2-94 16,5 7-55-16,-10-13-73 0,10 13-4 0,0 0-49 16,-8-6 5-16,8 6-49 0,0 0 8 15,0 0-63-15,0 0 1 0,4 15-82 0,2-6-68 16,3 1-45-16,0 0-326 0,3 2-41 16</inkml:trace>
  <inkml:trace contextRef="#ctx0" brushRef="#br0" timeOffset="72324.41">22017 15283 366 0,'0'0'575'0,"0"0"-139"0,0 0-127 0,-14-2-45 15,14 2-60-15,0 0-26 0,-18 2-26 0,18-2-21 16,-10 8-21-16,10-8-9 0,-13 11-11 0,9-2-4 16,-1 1-6-16,1 4-10 0,0 1-12 0,3 1-8 15,1 1-9-15,1 2-13 0,3 1-3 16,1 0-6-16,3 1-7 0,-2-2 2 0,6 0-8 16,-2 0 6-16,3-3-18 0,1-1-12 0,1-3-34 15,2 0-72-15,-2-4-19 0,1-1-58 0,-1-3-43 16,-15-4-77-16,28 2-357 0,-10-3-206 15</inkml:trace>
  <inkml:trace contextRef="#ctx0" brushRef="#br0" timeOffset="72768.41">22265 15326 688 0,'0'0'458'0,"-13"-4"-121"16,13 4-89-16,0 0-63 0,-18-1-19 15,18 1-50-15,0 0-5 0,0 0-36 16,-15 5 21-16,15-5-26 0,-5 9 4 0,5-9-22 16,0 13-6-16,4-4-7 0,-1 1 1 0,3 0-12 15,0 1 0-15,3 1-6 0,-1-2 12 0,2 0-26 16,-1-1-4-16,3-1 1 0,-1-3 1 0,-2 1-15 15,-9-6 2-15,19 7-18 0,-19-7 5 0,17 1-20 16,-17-1 3-16,16-5-30 0,-16 5 1 0,13-14 4 16,-8 4-1-16,-1 0-3 0,-3-3 10 0,-2-1 17 15,-3-5 8-15,-1-2 44 0,-4 0-37 16,0-2 50-16,-2 3-25 0,-1 0 52 0,2 2 6 16,0 3 29-16,1 3-5 0,0 2 4 15,0 3-87-15,3-1 166 0,6 8-90 0,-13-8-3 16,13 8 11-16,0 0-11 0,-19 7 7 0,12 2-18 15,3 0 0-15,2 4-14 0,-1 2 2 0,3 2-14 16,1 2 7-16,2 4-7 0,3-2-5 0,2 0-5 16,2 0-5-16,3-1-4 0,3 3-7 0,1-3-1 15,1-5-30-15,-1-1-35 0,2-3-112 0,-1-2-19 16,4-3-81-16,-6-4-85 0,1 1-445 16,2-6-342-16</inkml:trace>
  <inkml:trace contextRef="#ctx0" brushRef="#br0" timeOffset="73469.53">22674 15446 647 0,'0'0'581'0,"0"0"-136"15,-15 1-89-15,15-1-56 0,0 0-44 0,0 0-57 16,-9-6-27-16,9 6-30 0,0 0-23 15,-1-12-20-15,1 12-18 0,3-14-15 0,3 4-14 16,1-3-15-16,5-2-1 0,3 0-14 0,7-5 2 16,-1 0-9-16,4-2 1 0,-1 2-8 0,3-2-2 15,-1 4 4-15,-4 0-5 0,-1 2 1 16,-4 2-3-16,0 3 1 0,-2 0 4 0,-6 2 4 16,-2 3 27-16,0-1 21 0,-7 7 0 0,10-11-8 15,-10 11-1-15,5-8-13 0,-5 8-6 0,0 0-9 16,0 0-6-16,-4-13-10 0,4 13-24 0,0 0-26 15,0 0-40-15,-16-1-61 0,16 1-61 0,0 0-7 16,-17 5-32-16,17-5-66 0,0 0-80 0,-14 7-339 16,14-7-254-16</inkml:trace>
  <inkml:trace contextRef="#ctx0" brushRef="#br0" timeOffset="74235.53">22766 14608 592 0,'-15'-11'581'0,"-1"1"-152"0,1 0-111 15,1 3-56-15,4-1-58 0,1 2-36 0,9 6-30 16,-15-11-18-16,15 11-20 0,-10-13-21 0,10 13-18 15,-6-12-8-15,6 12-11 0,4-13-8 0,1 6-12 16,4-1 13-16,4 2-22 0,0 1-2 0,3 0-3 16,0 1 0-16,3 3-1 0,-1 1-2 0,2 1-5 15,5 6 2-15,-5-2 2 0,2 5-4 0,0 1 0 16,2 4-2-16,-5 2 2 0,2 2 4 0,-5 1-3 16,2 0-2-16,-6-1 7 0,-1 0-1 15,-1 3 4-15,-2-2 3 0,0 4 18 0,-3-2 9 16,-1 1 18-16,-3-1 8 0,-1-2 18 15,0 0-5-15,-1 3 4 0,-2-1-3 0,-1-2-8 16,0-2-15-16,1-1-11 0,-1-1-7 0,1-3-8 16,2-1-9-16,-2-2-3 0,3-10-6 0,-1 18 0 15,1-18-2-15,3 15-10 0,-3-15-7 0,9 10-7 16,-9-10-10-16,15 4-10 0,-15-4-12 0,24-3-16 16,-8-2-38-16,2-1-18 0,-2-3-26 0,2-1-23 15,0-1 3-15,-1-3-11 0,-1-1 54 16,2-5-18-16,-1-1 59 0,-2-3-16 15,-1-1 50-15,-1 2-18 0,-4 2 59 0,0 2-9 0,-3-2 58 16,-1 7 21-16,-1 0 41 0,-2 1 23 0,-2 13 9 16,0-19 8-16,0 19-11 0,-3-16-2 15,3 16-22-15,-8-11-4 0,8 11-30 0,-9-7 4 16,9 7-31-16,0 0 1 0,-20 1-20 0,20-1 4 16,-15 8-18-16,8 1 6 0,-1 1-14 0,2 3 13 15,2 1-21-15,-1 0 11 0,4 3-13 0,0 0 12 16,2 0-14-16,0 3 10 0,4-1-12 15,-1 0 3-15,2 1-1 0,2-1-1 0,1-3 2 16,0 0-3-16,0-4-5 0,0-1-4 0,2-2 0 16,1 0-2-16,-12-9-4 0,20 8-6 0,-20-8-11 15,21 0-21-15,-8-4-13 0,0 0 0 0,0-5 8 16,3-4 14-16,-3 0 8 0,-2-2 13 16,-3-2 12-16,1 1 13 0,-4 1 7 0,-3-1 13 15,-2 1-2-15,-1-2 8 0,-4 4-8 0,-5-3 24 16,0 1-32-16,-2 1 7 0,-4 3-12 15,-2-2 4-15,1 4-11 0,-3 0-9 0,0 2-24 16,1 2-32-16,1 0-49 0,3 1-38 0,-3 0 20 16,18 4-52-16,-22-4-5 0,22 4-56 0,-19-6-83 15,19 6-292-15,-12-8-155 0</inkml:trace>
  <inkml:trace contextRef="#ctx0" brushRef="#br0" timeOffset="74535.53">23296 14409 14 0,'8'-12'645'0,"-2"-2"-238"0,-1 1-89 0,0 1-82 16,0 4-53-16,2-2-36 0,-2 1-27 0,1 0-33 15,-6 9-6-15,8-11-24 0,-8 11-2 0,11-6-9 16,-11 6-6-16,0 0-8 0,0 0-5 0,21 3-10 16,-12 5 6-16,-3 1-2 0,3 3-5 0,-1 2-4 15,2 2-2-15,-1 1-24 0,0 3 35 0,-2-1-21 16,0 0 19-16,1 3 6 0,-2-2 30 15,1 3 12-15,-3-1-3 0,2-1 11 0,-2 0 0 16,-2-1-7-16,1-3-14 0,-2 1-2 0,2-2-19 16,-1-2 2-16,1-3-14 0,1 1-3 15,-2-2-6-15,3-1-6 0,-5-9-14 0,12 10-27 16,-12-10-53-16,19 3-50 0,-19-3 18 0,26-7-57 16,-10-5-27-16,3 0-53 0,-1-7-54 0,-1-3-250 15,-2-5-74-15</inkml:trace>
  <inkml:trace contextRef="#ctx0" brushRef="#br0" timeOffset="74951.53">23746 14381 281 0,'3'-14'556'0,"-3"1"-78"16,0 0-114-16,-2 2-13 0,2 11-39 0,-2-19-15 16,2 19-70-16,-4-15-15 0,4 15-34 0,-4-13-17 15,4 13-37-15,-1-10-18 0,1 10-28 0,0 0-12 16,-4-8-18-16,4 8-2 0,0 0-10 16,0 0-4-16,4 8-13 0,-4-8-4 0,6 13-2 15,2-4-2-15,0 2-3 0,2 0-3 0,1 4 1 16,3-1-1-16,-1 1-2 0,1-1-2 0,3 1 0 15,-3-1 8-15,4-1-12 0,-3 2 7 0,1-2-12 16,0 0 15-16,-3 0-17 0,1-2 10 16,-2-2-10-16,-2 0 10 0,-2-2-9 0,-1 0 12 15,-7-7-10-15,12 9 14 0,-12-9-6 0,6 9 8 16,-6-9-11-16,0 0 11 0,0 12-14 0,0-12 19 16,-9 7-19-16,9-7 12 0,-19 6-10 0,19-6 7 15,-28 2-18-15,11-3-11 0,-3 0-43 0,-3-4-51 16,-2-2-40-16,-3-5-36 0,0-2 1 15,1-5-41-15,2-4 1 0,-1 0-18 0,4-5-3 16,4 0 21-16,4-3 9 0,2 1 44 0,5 0 24 16,2 5 56-16,1 1 22 0,4 6 108 15,1-2 66-15,2 1-14 0,0 2 64 0,-1 1-35 16,2 2 46-16,1 0-11 0,-1 0-15 0,4 2-13 16,-3-2-11-16,1 3-15 0,3-2-19 0,-1 3-19 15,-1-1-10-15,1 1-21 0,1 2-24 0,0 1 11 16,-1 0-29-16,-8 7-31 0,13-6-61 0,-13 6-26 15,0 0-58-15,16 6-109 0,-16-6-246 0,7 16-57 16</inkml:trace>
  <inkml:trace contextRef="#ctx0" brushRef="#br0" timeOffset="75785.53">20142 17113 349 0,'0'0'495'0,"-13"10"-132"0,13-10-80 16,-11 7-70-16,11-7-51 0,-9 6-23 16,9-6-34-16,0 0 1 0,-9 6-32 15,9-6 14-15,0 0-34 0,0 0 36 0,0 0-46 16,0 0 38-16,13-7-44 0,-3 1 42 0,9-6-39 16,4-3 39-16,5-4-33 0,5-3 47 0,11-8-33 15,7-4 33-15,4-3-38 0,5-6 5 0,21-9 11 16,2-3-5-16,5-3 3 0,2 0-1 0,2-1-1 15,1-3 7-15,7 0-17 0,1-2 22 0,5-2-47 16,4 0 25-16,4-2-39 0,0 1-9 0,1 0 4 16,4 1-14-16,2 1 18 0,3-1-20 15,0 1 13-15,2 0-2 0,-5 0-3 0,3 0 7 16,-1 1-8-16,1-1 0 0,-1 3 0 16,-3 1 9-16,-1 2-13 0,-5 2-9 0,-7 5 3 15,-2 3 7-15,-9 3-2 0,-4 3 11 0,-23 10-7 16,-2 1 3-16,-7 4-11 0,-5 0 10 0,-4 3-10 15,-9 3 10-15,-10 4-8 0,-2 3 9 0,-5 0-7 16,-7 4 33-16,-3 2-2 0,-2 1 22 0,-3 1-20 16,-2 1 7-16,-8 6-25 0,12-10-8 0,-12 10-36 15,0 0 2-15,5-10-38 0,-5 10-22 16,0 0-38-16,0 0-37 0,-13-4-34 0,13 4-32 16,-27 8 23-16,8-1-49 0,-3 1-42 0,-9 2-132 15,1 2-215-15,-5 2-175 0</inkml:trace>
  <inkml:trace contextRef="#ctx0" brushRef="#br0" timeOffset="76220.53">21274 16817 1252 0,'0'0'1164'0,"0"0"-295"0,1-11-205 16,-1 11-204-16,0 0-219 0,-4-11-130 0,4 11-124 15,0 0-45-15,-4-10-34 0,4 10-36 0,-1-9-22 16,1 9-43-16,0 0-59 0,-2-14-3 0,2 14-36 15,0 0-15-15,3-10-56 0,-3 10-429 0,0 0-333 16</inkml:trace>
  <inkml:trace contextRef="#ctx0" brushRef="#br0" timeOffset="76602.53">21613 16360 309 0,'-2'-18'909'0,"2"18"-277"0,-2-12-152 15,2 12-124-15,0 0-109 0,-6-10-54 0,6 10-36 16,0 0-36-16,0 0-22 0,0 0-16 0,-3 11-18 16,8-2-11-16,-1 6-8 0,1 3-7 15,4 5-4-15,4 7-10 0,1 4-3 0,5 2-1 16,4 8-4-16,4 2-3 0,1 1-4 0,4 2 0 16,0 0-4-16,1 0 3 0,2-2-1 0,1-1-3 15,-2 0-7-15,2-4-11 0,-3-2-13 16,2-3-20-16,-2-2-16 0,-7-9-29 0,-1-2-30 15,-2-2-40-15,-1-4-14 0,-3-4-3 0,-5-1 0 16,1-4-5-16,-3-1-17 0,-12-8-139 0,14 6 81 16,-14-6-302-16,0 0-73 0</inkml:trace>
  <inkml:trace contextRef="#ctx0" brushRef="#br0" timeOffset="77687.53">22048 16965 309 0,'-19'-20'410'0,"-1"-1"-106"0,1 2-53 0,-1-3-54 16,0 1-52-16,0 0-28 0,1 0-19 0,2-2-17 15,-1-1-12-15,3-1 39 0,1 0-53 0,1 0-3 16,5 4-11-16,1-1 5 0,3-1-5 0,3 4-2 16,2 0-6-16,2-2-4 0,3 0-4 0,0 2-5 15,5 2-3-15,1 0-4 0,1 3-3 0,1 1-4 16,4 1 4-16,0 3-4 0,0 3-1 0,0 2-8 16,-2 3 6-16,5 1 0 0,0 4 2 15,0 3-3-15,-3 3 1 0,1 3 19 0,-4 4-18 16,1 0 14-16,-6 5-13 0,-2-1 20 15,-3 1-18-15,-3 1 15 0,-2-3-17 0,-1 4 15 16,-1-3-17-16,-4 0 10 0,1-1-13 0,0-2 20 16,-4-5-24-16,3 0 0 0,-1-2 1 0,1-3-2 15,6-8-7-15,-15 7-5 0,15-7-3 0,-16-2-3 16,6-3-6-16,-1-5-2 0,-1-4 32 0,-1-4-29 16,4 0 31-16,0-4-25 0,3 0 10 0,-2-1 5 15,6 1 3-15,-1 0 4 0,2 1 5 0,2 4 5 16,1-1 0-16,0 2-4 0,2 1 9 0,1 2-1 15,0 0 1-15,0 1-3 0,3 3-2 0,-2 1 5 16,4 1-10-16,1 2 2 0,0 1 2 16,3 1-2-16,-14 3-1 0,30-1-2 15,-15 4 3-15,3 0-5 0,4 4-4 0,-3 0 4 16,-2 1 14-16,-1 2-18 0,0 0 15 0,-5 0-15 16,0-1 12-16,-3 2-15 0,-1-1 21 0,-2-1-21 15,-5-9 18-15,4 17-15 0,-4-17 10 0,0 15-14 16,0-15 10-16,-3 11-24 0,3-11 22 0,-6 7-25 15,6-7 20-15,0 0-24 0,0 0 22 0,-22-6-33 16,16-1 27-16,-2-3-57 0,0-4 2 16,1-4-1-16,0-1 5 0,3-3 5 0,2 0 8 15,0-1-4-15,1 0 14 0,2 0 9 0,2 0-6 16,2 1 3-16,-1 1 4 0,5 1 5 16,0 1-88-16,-1 3 116 0,-2 3-94 0,4 2 104 15,-2 1-95-15,-2 2 107 0,2 1-100 0,-8 7 109 16,13-9-102-16,-13 9 109 0,0 0-97 0,15-2 107 15,-15 2-91-15,10 6 104 0,-10-6-88 0,9 14 88 16,-4-4 4-16,1 4 0 0,-3 0 2 16,4 0 0-16,-4 1-3 0,3 2 1 0,-1 1-4 15,-1-1-1-15,2 2-14 0,0-2 0 0,-1-2-8 16,2 0 13-16,-2-1-28 0,3 0 15 0,-1-2-25 16,1-1 6-16,1-1-18 0,1-1 18 0,0-1-22 15,1-4 16-15,-1 0-22 0,-10-4 15 0,24 5-17 16,-24-5 10-16,26-1-19 0,-11-3 21 15,-2-1-28-15,1-1 0 0,-1-3 0 0,1-2 3 16,-3-2-3-16,-3 1 11 0,-3-2 5 16,-1-1 0-16,-3-1 0 0,-2-2 2 0,-3-2 2 15,-5 1 0-15,-2-2-1 0,-5-1 7 0,-3 2 2 16,0 2 1-16,-4 2-3 0,-3 2 3 0,3 6 0 16,0 2-8-16,-1 0 6 0,0 4-1 0,-2 2-2 15,6 0 0-15,-1 1-1 0,2 0-1 0,1 2-6 16,18-3-10-16,-26 4-9 0,26-4-7 0,-16 1 4 15,16-1-8-15,0 0-18 0,0 0-43 0,0 0 5 16,-4-9-124-16,4 9 91 0,17-14-93 16,-7 4 84-16,5-2-70 0,1-3 47 15,3-2-10-15,-4 0 59 0,4-2 17 0,-1-1 184 16,-1 4-64-16,-2 1 159 0,1 0 11 0,-2 0 2 16,-2 3 8-16,-1 2-58 0,-2 1 16 0,-2 1-54 15,-7 8 14-15,12-11-44 0,-12 11 14 0,9-6-1 16,-9 6 45-16,0 0-2 0,15 6-15 0,-7 2-10 15,1 3-6-15,2 5-12 0,-1 3-9 0,6 5-14 16,-3 3-8-16,2 3-15 0,0 3-3 16,4 1-12-16,-2 0-8 0,6 9-3 15,0-1-4-15,0 2-12 0,3-3-1 0,-2 2-1 0,3-3 2 16,-2-1-27-16,-1-8-22 0,-1 0-18 16,1-1-27-16,-1-3-48 0,-3 1 10 0,2-4-34 15,-3-3 33-15,-6-5-43 0,1-2-9 0,-5-3-27 16,-1 0-23-16,-8-11-70 0,6 11 31 0,-6-11-173 15,0 0 148-15</inkml:trace>
  <inkml:trace contextRef="#ctx0" brushRef="#br0" timeOffset="77936.53">22819 16616 110 0,'-36'-34'160'0,"0"-2"141"0,-1-2-184 15,1 0 130-15,3 1-119 0,1 4 101 0,8 6-16 16,2 1-30-16,2 2-16 0,2 2-13 0,2 1-20 16,5 3-10-16,1 1-30 0,2-1-18 0,4 3-19 15,3 1-6-15,1-1 3 0,4 1-28 16,2 0 7-16,3-3-18 0,5 4 0 15,3 1-7-15,2 3 12 0,1 1-16 0,2 3 11 16,1 2-19-16,-2 5 9 0,1 0-11 0,-1 3 8 16,1 3-9-16,-3 0 16 0,-5 2-14 0,-1 3 17 15,-3-1-15-15,-5 1 26 0,-1 1-27 0,-3-2 2 16,-2 2-1-16,-2 1 15 0,-2 0-18 0,-2 2 11 16,-6 0-26-16,1-2-14 0,0-1-18 0,-3-3-23 15,2-1-22-15,1-3-16 0,0-2-56 16,12-5-122-16,-21 3 5 0,21-3-190 0,-19-8 83 15</inkml:trace>
  <inkml:trace contextRef="#ctx0" brushRef="#br0" timeOffset="78586.53">22797 16069 606 0,'0'0'415'0,"0"0"-69"0,0 0-118 16,17 6-33-16,-17-6-67 0,5 11-18 0,-5-11-22 15,6 12-14-15,-6-12-6 0,8 14 17 0,-3-6-23 16,0-1 9-16,0 1-28 0,2 1 15 0,-1-3-32 16,3 0 14-16,-1 0-25 0,-8-6 18 0,15 8-30 15,-15-8 9-15,18 2-22 0,-18-2 8 0,18-2-37 16,-18 2 20-16,18-10-49 0,-12 2-10 16,3 1-24-16,-5-3 25 0,-2-2 8 0,0 2 13 15,-4-3 40-15,0 0-17 0,-3 1 57 16,-3-2-21-16,2 3 37 0,-3 1-8 0,-3 1 34 15,3 3-14-15,-1 1 32 0,10 5 0 0,-19-5 20 16,19 5-6-16,-19 1-12 0,19-1-2 0,-21 7-8 16,12 1-12-16,2 1-10 0,2 1-8 0,1 1-12 15,1 0-9-15,3 2-1 0,0-2-7 0,4 1 1 16,1 1-14-16,4-2-9 0,1-1-14 0,3-1-21 16,1-4-11-16,0 0-37 0,4-4-3 0,-18-1-44 15,32-1 11-15,-13-4-13 0,2-3-18 16,-2-2 4-16,-4 1 4 0,3-5 5 15,-5 0 50-15,1-1 45 0,-1 0 35 0,-3-1 31 16,0-1 67-16,-3 4-43 0,-1 0 66 0,-1-1-20 16,0 4 20-16,-1 1 9 0,-1-1 11 0,-3 10-4 15,5-15-10-15,-5 15-15 0,5-13-19 0,-5 13-17 16,4-9-18-16,-4 9-1 0,0 0-15 0,11-7-7 16,-11 7-4-16,0 0-3 0,22 1-3 0,-22-1-3 15,20 7-9-15,-8 0 3 0,2 0-1 0,-4 1 1 16,3 0-10-16,-4 1 1 0,-3-2 1 15,2 0-1-15,-3 1-2 0,-5-8 3 0,9 12 5 16,-9-12-4-16,4 10-4 0,-4-10 8 0,0 0-3 16,1 10 2-16,-1-10-1 0,0 0 1 15,0 0-3-15,0 0-6 0,0 0-2 0,-10-9 1 16,10 9 1-16,-5-15 0 0,5 15 2 0,0-20-6 16,0 7 1-16,1-1-2 0,4-4-16 0,0 1 9 15,3-2-3-15,1 3-7 0,1 0-27 0,-1 1-1 16,3 1-40-16,-2 3 22 0,0-1-67 0,1 2-31 15,1 1-35-15,-3 1-62 0,2 0-273 16,1 1-46-16</inkml:trace>
  <inkml:trace contextRef="#ctx0" brushRef="#br0" timeOffset="78753.53">23562 15733 318 0,'0'0'519'0,"0"0"-124"0,0 0-114 15,0 0-49-15,15-2-73 0,-15 2-9 0,0 0-38 16,0 0-1-16,0 0 0 0,0 0-2 0,0 0 12 15,0 0-20-15,0 0-5 0,0 0-18 16,0 0-18-16,0 0-10 0,0 0-21 0,0 0-48 16,14-2-40-16,-14 2-23 0,0 0-74 0,0 0-71 15,0 0-108-15,0 0-291 0,-1-12-156 0</inkml:trace>
  <inkml:trace contextRef="#ctx0" brushRef="#br0" timeOffset="78871.53">23492 15760 106 0,'0'0'875'16,"-12"6"-309"-16,12-6-160 0,-15 5-129 0,15-5-145 16,-18 8-92-16,18-8-54 0,-21 7-91 0,21-7-34 15,-21 6-62-15,21-6-67 0,-23 6-224 0,23-6 55 16</inkml:trace>
  <inkml:trace contextRef="#ctx0" brushRef="#br0" timeOffset="79537.53">17839 16688 429 0,'-26'-27'372'15,"3"-1"-105"-15,0 3-47 0,0 2-37 0,5 1-45 16,-1 3-20-16,6 4-17 0,0 1-15 0,6 4-12 16,-1 2-14-16,2 1-14 0,6 7-2 0,-8-10 0 15,8 10-2-15,0 0 3 0,0 0 6 0,20 8 11 16,-2 6 23-16,12 6 12 0,12 10-3 0,4 8 7 16,6 5-18-16,17 18-2 0,2 7 5 0,2 6 23 15,1 5-47-15,1 4 15 0,1 5-40 0,2 2-6 16,-3 0-2-16,3 1-5 0,0 1-6 15,1-1 33-15,-3 1-45 0,1-3 32 0,-3-2-39 0,-4-4 32 16,-1-3-38-16,-2-5 1 0,-5-1-2 0,-1-3 7 16,-14-14-5-16,-1 1-10 0,-1-1-14 15,-2 1-24-15,2-2-31 0,-7-3-35 0,-1-2-7 16,-3-5 5-16,-4-3 1 0,-2-6 1 0,-7-8 2 16,-2-4-22-16,-3-4-104 0,-5-6 92 0,-2-5-140 15,-9-10 104-15,0 0-275 0,0 0 108 0</inkml:trace>
  <inkml:trace contextRef="#ctx0" brushRef="#br0" timeOffset="80655.53">18417 17094 534 0,'-19'-20'445'0,"2"0"-114"0,-2-1-82 16,5 0-65-16,-3-1-41 0,4-2-31 0,2-2-26 16,3-4-16-16,3-1-16 0,4 1-1 0,1 1 4 15,5-8-27-15,2 0-7 0,5-1-9 0,1 1 8 16,7-7-3-16,4 2-5 0,2 1-1 0,5-1-3 16,3 2-2-16,3 1 9 0,6-1-13 0,4-1 2 15,3 0-7-15,6-3 5 0,5-1 0 0,23-12 0 16,-5-2-1-16,5-2 27 0,5-1 3 15,1-1-16-15,5-2 12 0,5-3-18 0,4-1 8 16,5-2 10-16,4-1 0 0,3-2 3 16,1 2 10-16,3-3-3 0,5 3 7 0,4 0-7 15,-1 2-8-15,3-2-8 0,-2 4 1 0,1-1-6 16,2 0-4-16,0-1-2 0,1 3-3 0,1-1 2 16,-1 3-5-16,-5 5 6 0,0 3-4 0,-5 1 14 15,-2 5-16-15,-4 4-5 0,-6 1 1 0,-6 3 2 16,-7 3-3-16,-21 8 3 0,-4-1-3 0,-4 3 2 15,-2 0 5-15,-2 3-7 0,-4-2 4 0,-6 3 19 16,-1-1 12-16,-4 4 2 0,-6 2 0 0,-9 3-4 16,-3 3 12-16,0 1-8 0,-4 3 1 15,-6 1-14-15,-1 3 3 0,0-1-6 16,-1 2 2-16,-2 0-6 0,0 4 11 0,1 1-9 16,1 1 6-16,0 1-1 0,6 1 6 0,-1 4-6 15,1-1 5-15,6 5-10 0,-2 0 8 0,1 1-16 16,2 2 6-16,2-1-10 0,-2 2 8 0,0 0-12 15,2-1 5-15,0 0-8 0,-1 0 7 0,3 1-9 16,-1 0 9-16,-3 1-11 0,3 0 9 0,-1 1-11 16,-2 3 10-16,0 1-9 0,-1 3 3 0,-2-1 0 15,-1 6 2-15,-4 0 4 0,6 8-1 16,-5 4 3-16,-2 2 3 0,-5 3-9 16,-1 2 6-16,-2 2-9 0,-1 2 11 0,-4-1-14 15,1-5 9-15,-2 9-8 0,-1-12 8 0,5 12-10 16,-2-1 7-16,1-3-6 0,2 0 4 0,-1 0-1 15,1-2 2-15,2 1 7 0,1 0-9 0,1 1 6 16,-2-3-10-16,3 2 10 0,-3-1-9 0,0-1 12 16,3 1-13-16,-4-3 6 0,1-7-9 0,-3 1 0 15,1 0-7-15,-1 0-3 0,2-1-6 0,-3 1-3 16,-2-1-3-16,1 1 0 0,-2-2-11 0,-2 1-9 16,0-2-6-16,-3-3-5 0,1 1-6 15,-4-1 4-15,0-6 10 0,-2 0 13 0,-2-2 2 16,-2-2 6-16,0 0 12 0,-2-2-2 15,-3 0 9-15,-1-1-7 0,-7 3 5 0,-1-1-2 16,-2 1 7-16,-6-1-3 0,-2 1 4 0,-4-1 3 16,-10 4 2-16,-6 2-2 0,-4-2 4 0,-4 3 9 15,-8 0 16-15,-1 1 9 0,-8 1-6 0,-19 9 22 16,-4 0-4-16,0 0 5 0,-5 1-4 0,0 0-15 16,-4 6 0-16,0-1-7 0,0 4-5 0,0 1-2 15,0 2-4-15,1-1-1 0,0 2 2 0,-2-1 13 16,4 0 9-16,1 2 9 0,2-1 23 0,2 1 0 15,4 0-6-15,-1 1 19 0,3 3-5 0,-1 0 26 16,4 2-56-16,1 1 31 0,0 1-57 0,4 1 38 16,5 1-52-16,0-1 42 0,6-1-50 15,3-1 0-15,13-14-1 0,2 0-7 0,2-2-4 16,1-1-8-16,1-3-10 0,0-2 27 0,4-2-49 16,0-4 35-16,4-3-41 0,2-1 43 0,-1-3-32 15,10-4 42-15,2 0-34 0,-2-2 44 16,4 1-35-16,0 1 41 0,1-2-37 0,0 0 40 15,1 1-44-15,2 0 30 0,2-1-57 0,-2 0 27 16,3-2-62-16,0 0 29 0,5-4-70 0,-2-1-11 16,2-2 4-16,2-1 5 0,1-2 5 0,1-1 1 15,2-2-61-15,9-6 64 0,-18 6-85 16,18-6 112-16,0 0-96 0,-18 3 128 0,18-3-114 16,0 0 104-16,-15-4-120 0,15 4 33 0,0 0-164 15,-14-7 261-15</inkml:trace>
  <inkml:trace contextRef="#ctx0" brushRef="#br0" timeOffset="82739.46">16653 16020 128 0,'0'0'66'0,"0"0"162"0,0 0-171 16,0 0 116-16,0 0-18 0,0 0-12 0,-5-9-52 16,5 9-11-16,0 0-14 0,0 0-9 0,0 0-17 15,0 0 16-15,-6-7-2 0,6 7 3 16,0 0 5-16,0 0 2 0,0 0-4 0,0 0 0 15,0 0-3-15,-7-8-6 0,7 8 8 0,0 0-12 16,0 0-8-16,0 0-3 0,0 0-5 0,0 0-10 16,0 0 8-16,-14 6 3 0,14-6-5 0,-8 10 5 15,3-1 5-15,-1 3 1 0,-1 3 9 0,1 6-14 16,0 2-10-16,1 7 15 0,-1 3 6 0,4 3 1 16,-1 0 4-16,3 4 20 0,3 0-11 0,-1 3 12 15,5-2-1-15,0 1-18 0,2-1-4 0,2 1 0 16,1-2-9-16,1 0-3 0,1-4-10 15,3 1 3-15,1-5-6 0,0-1 0 16,3-2-7-16,1-4-5 0,-1-4-17 0,2-2-5 16,1-4 4-16,-3-5-23 0,2-4-32 0,1-2-2 15,0-4-22-15,3-5 23 0,1-5-44 0,4-4-11 16,-3-3-18-16,1-4-5 0,-3-4 5 0,6-8 31 16,-10 3 20-16,0-2 25 0,-3 2 17 0,-4-2 33 15,-2 3 22-15,-5 1 26 0,-5 5 13 0,-3 3 8 16,-2 2-4-16,-3 1 15 0,-3-2 1 0,-3 3 12 15,0 1 19-15,1 4 27 0,-2 1 0 0,-1 0-2 16,2 2 5-16,-4 2-8 0,3 1-10 0,11 5-14 16,-21-5-15-16,21 5-13 0,-21 0-16 15,21 0-13-15,-18 8-7 0,11-1-10 0,-2 3-11 16,4 3 3-16,0 2-9 0,2 1 5 16,2 3-13-16,1 1 10 0,4 4-5 0,-2 1 1 15,5 0 4-15,3 2-8 0,0 0 4 0,2 0-10 16,3-4 7-16,-1 1-1 0,4-4-1 0,-3-3-3 15,3-4 3-15,1-1-2 0,0-4-1 0,2-2 0 16,-3-3 0-16,-18-3-2 0,34-4-10 0,-13-1 11 16,-1-3-9-16,-1-3 8 0,-3-1-5 0,-1-4 4 15,-2-2 7-15,-4 0 10 0,0-4-10 16,-4-1 0-16,-3 1 1 0,-2 2 1 0,-3-2 3 0,-5-1 5 16,-1 1 7-16,-4-2-2 0,-3 3-1 15,-1 0-6-15,-4 4-8 0,1 5 9 0,-1 0-6 16,0 5-5-16,-2 0-7 0,0 3-8 0,2 2-9 15,1 2-19-15,-4 2-16 0,2 2-50 0,3-1-38 16,-2 4 9-16,6-3-35 0,1 4 12 16,1-1-63-16,3 1-47 0,-3-1-104 0,7 1-183 15,-1 1-72-15</inkml:trace>
  <inkml:trace contextRef="#ctx0" brushRef="#br0" timeOffset="84506.48">17137 16660 438 0,'0'0'379'16,"0"10"-142"-16,0-10-42 0,3 13-47 0,-3-13-30 16,5 15-25-16,-5-15-13 0,11 15 0 0,-6-7-20 15,5 0-3-15,-1-4-3 0,1 1-5 0,-10-5 1 16,23 7-4-16,-23-7-3 0,28 1 36 0,-28-1-45 16,31-6 30-16,-16 1-41 0,4-4 16 0,-4 0-19 15,1 0 25-15,-2-2-13 0,-2 1-25 0,-3-1 26 16,-3-2-34-16,2 1 27 0,-6-3-32 15,0 1 30-15,-5-2-28 0,-2-4 16 0,-1 0-8 16,-6 0 40-16,-1 1 1 0,-1 2 51 0,-5-2 24 16,2 4 0-16,-2 2-14 0,0 2-13 15,0 3-20-15,-2 1-6 0,5 2-12 0,-2 3-8 16,18 2-5-16,-31 0-3 0,16 3-5 0,-2 2-12 16,6 3 3-16,-5 3-15 0,5 3 8 0,2 2-11 15,0 4 6-15,5 2-6 0,4 1-3 0,1 4 6 16,6 5-9-16,2 1 6 0,2-3 0 0,6 3-2 15,-2-2 2-15,7 0 0 0,1-4 0 0,3-2 6 16,0-1-8-16,4-4-1 0,1-4-5 0,1-2-6 16,-2-5-8-16,-3-5-11 0,0-2-14 15,1-5-13-15,-1-2-62 0,2-5-24 0,-1-3-6 0,-3-5 7 16,-2-2-29-16,-4-4 30 0,-2-1-42 16,-6-5-3-16,-3-1 26 0,-4-3 20 15,-7-1 28-15,-5-3 29 0,-3 0 23 0,-6-1 45 16,-3-4 36-16,-3 1 36 0,2 10 14 0,0 2 20 15,-1 2 17-15,3 6 38 0,-3 2 2 0,1 3-1 16,5 5-10-16,-1 2-6 0,4 2-13 0,-1 2-25 16,14 6-18-16,-19-6-15 0,19 6-15 0,0 0-7 15,-18 5-11-15,18-5-7 0,-4 14-4 0,6-4-6 16,3 3-1-16,2 5-2 0,4 1-3 0,-1 0 2 16,8 3-4-16,-3-1-8 0,3 0 8 15,0 1-8-15,2-3 6 0,0 1-4 0,-6-4 2 16,1-2-4-16,-2 2-5 0,-2-4-15 15,-1-2-14-15,-2-3-7 0,-8-7-8 0,12 12-8 16,-12-12-9-16,0 0-10 0,0 0-1 0,0 0 10 16,15-4-4-16,-15 4 32 0,1-20-10 0,-1 7 33 15,-1-5-19-15,0-3 26 0,-2-2-6 0,2 4 34 16,-2 2 1-16,2 0 20 0,0 3 12 0,1 1 3 16,0 2-7-16,0 11-11 0,-2-18-1 0,2 18-10 15,2-12 6-15,-2 12 0 0,0 0 0 16,11-7-2-16,-11 7-1 0,0 0-4 0,23 3-1 15,-12 2-8-15,0 3-10 0,3-1 6 0,0 3-7 16,3 0 3-16,-4 0-9 0,2 2-6 0,-5-2-17 16,3-2-17-16,-3 2-51 0,-1-2-39 15,-1-1 5-15,1 0-63 0,-9-7-29 0,9 7-70 16,-9-7-340-16,0 0-160 0</inkml:trace>
  <inkml:trace contextRef="#ctx0" brushRef="#br0" timeOffset="85592.48">17556 15986 552 0,'-5'-17'669'0,"0"3"-163"0,-1 4-108 0,2 0-84 16,4 10-86-16,-6-15-64 0,6 15-34 15,0 0-24-15,0 0-20 0,4-9-18 0,-4 9-8 0,14 8-3 16,-2-1-17-16,4 4-1 0,1 3-14 0,5 4-3 16,2 0-7-16,-2 2 1 0,3 2-11 15,0 0 10-15,2 2-11 0,-3-1 7 0,-2 1-5 16,2-1-1-16,-4-1-4 0,-2-1-4 15,0-1-4-15,-3-3-9 0,-3-2-9 0,-4-3-17 16,-1-2-16-16,1-2 3 0,-8-8 7 0,9 11-19 16,-9-11-10-16,0 0-10 0,0 0 15 0,0 0 28 15,-3-12 8-15,0 1-8 0,-3-2 30 0,-1-6-4 16,2 1 24-16,-2-2 8 0,1 2 18 0,2-1 3 16,-1 1 14-16,4 4 18 0,-2 0-3 0,3 1 1 15,0 1-11-15,1-1-3 0,1 2-9 0,4 1-8 16,-2 1-10-16,4 2 1 15,-1 2-7-15,-7 5 2 0,22-9-8 0,-22 9 2 16,28-1-8-16,-11 2 7 0,2 4-11 0,1 0 5 16,1 4-6-16,-3-2 4 0,2 3-6 0,-4 1 7 15,1 1-3-15,-4-1 4 0,0-1-3 0,-4 0 3 16,-1-1-3-16,-3-2 2 0,0 1 8 0,-5-8 9 16,6 12 2-16,-6-12-4 0,0 0-4 0,-1 12-2 15,1-12-7-15,0 0-3 0,-19-2-5 0,10-3-4 16,-5-2-16-16,1-4 11 0,-4-3-12 0,3-1 11 15,-2-2-13-15,3 0-4 0,-1-5-17 16,0-2-18-16,5 4-20 0,-5-5-8 0,7 4 0 16,3 0-7-16,2-1 24 0,2 3 1 15,0 2 7-15,4-1 6 0,1-1-22 0,1 1 39 16,3 2-33-16,1-1 42 0,1 2-44 0,0 1 48 16,1 1-36-16,1 0 47 0,-2 3-35 0,-3 0 54 15,1 2-44-15,1 0 46 0,-2 0-36 0,-2 2 45 16,-6 6-34-16,12-11 40 0,-12 11-24 15,7-9 44-15,-7 9-33 0,0 0 48 0,7-11-21 16,-7 11 37-16,0 0-9 0,0 0 19 0,1-11 11 16,-1 11-4-16,0 0-8 0,0 0-9 0,0 0-13 15,0 0-9-15,0 0-7 0,-12 12-10 0,9-2 7 16,0 3 0-16,2 3-15 0,-1 1 7 16,4 2-3-16,-2-1-4 0,6 4 1 0,-2 1-11 15,2-2 8-15,2-1-4 0,2-1-3 0,3-2-9 16,0-2 5-16,1-2-11 0,1-2 9 0,0-5-5 15,0-1-5-15,-1-2-2 0,-14-3-27 0,24-1-25 16,-9-5-12-16,-2 0-20 0,1-5 5 16,-2-2 9-16,-3 0 4 0,-3-2 15 0,-2-2 4 15,-4-1-10-15,0-1 46 0,0 0-11 0,-3 2 49 16,1-1 28-16,-3 3 38 0,0 0 44 0,1 4 22 16,0 0 13-16,4 11-25 0,-5-16-12 0,5 16-38 15,-4-12-9-15,4 12-26 0,0 0-1 0,0 0-23 16,0 0 5-16,0 0-15 0,0 0 4 15,4 15-17-15,1-6 8 0,4 1-14 0,4 0 0 16,1 1-1-16,1-1-1 0,2 2 0 0,0-4-5 16,2 2 16-16,0-2-32 0,-2-1-1 15,-1-1-5-15,-1-2-7 0,-2 0-9 0,-13-4-17 16,23 1-19-16,-23-1-5 0,21-4-10 0,-10-2-7 16,-1-3 3-16,-2-2 13 0,-1-3 19 0,-3-1 11 15,-1-3 2-15,-3-6 19 0,-3-4-2 0,-3-5 13 16,-5-5-4-16,-4 0 9 0,-6-12-1 0,-4 0 15 15,-1-2-11-15,-2 4 11 0,-1 1 32 0,2 5 25 16,4 9 31-16,2 6 16 0,-2 2 5 0,5 3 1 16,0 6-14-16,4 4-7 0,-1 1-15 15,3 3-11-15,12 8-9 0,-19-4-10 16,19 4-5-16,-13 10-7 0,5 2-3 0,6 4 7 16,0 6-17-16,5 6 7 0,2 7-17 0,3 1 9 15,6 3-10-15,0-2 6 0,8 8-14 0,-1-1 12 16,5-3-13-16,-3-9 9 0,8 2-18 0,-6-6-8 15,2-2-38-15,0-3-54 0,-1-3-67 0,2-3-41 16,-3-4-9-16,-3-5-33 0,-5-4-83 0,3-4-443 16,-1-1-324-16</inkml:trace>
  <inkml:trace contextRef="#ctx0" brushRef="#br0" timeOffset="86173.48">18794 14984 623 0,'-5'-7'612'0,"5"7"-163"0,-9-11-104 16,9 11-64-16,0 0-57 0,0 0-62 0,0 0-23 16,-18 5-24-16,18-5-12 0,-1 20 3 0,1-5-26 15,2 2-11-15,3 7-12 0,4 5-13 16,2 2-1-16,0 0-20 0,3 3 6 0,2-1-12 16,0 2 1-16,1-4-14 0,1 0 0 0,-1-2-21 15,0-2-9-15,0-2-26 0,-3-3-49 0,-4-5-10 16,3-2-25-16,-5-4 30 0,-2-2-23 15,-6-9 46-15,9 8-29 0,-9-8 53 0,0 0-38 16,0 0 62-16,-6-14-32 0,-3-1 53 0,-4-4-37 16,-5-6 50-16,-5-5-40 0,-3-10 36 0,-3-2-31 15,-3-5 51-15,1-3 13 0,2-3 3 16,-2-2 3-16,7 0-24 0,-1 1 40 0,3 1-13 16,5 5 18-16,3 6-13 0,5 5-1 0,2 2-22 15,5 7 14-15,2 3-9 0,0 6-3 0,2-2-5 16,1 5-3-16,2 3-5 0,0 3 1 0,3 2-12 15,-8 8 12-15,20-5-16 0,-20 5 14 0,26 9-19 16,-11 2 18-16,2 5-11 0,1 4 10 0,-4 2-17 16,-1 2 19-16,1 1-16 0,-4 3 19 15,-4-6-1-15,2 3 3 0,-5-1 5 0,-2 2 12 16,-1-1-13-16,-1 0 20 0,-3 0 4 16,-3 0-4-16,2-1-5 0,-1-1-10 0,1-1 3 15,-3-3-1-15,2-3-8 0,2-2-10 0,0-3 4 16,1-2-2-16,3-9 0 0,-2 15-2 0,2-15-13 15,1 12 17-15,-1-12 3 0,7 10-15 0,-7-10 7 16,14 9-1-16,-14-9-1 0,24 9 1 0,-10-3-1 16,4 2 0-16,-1-1 2 0,3 3-8 0,-2 0-3 15,2 2 3-15,1 0-1 0,-1 3-10 0,-2-1-10 16,1-1-17-16,-3 1-8 0,0 0-18 0,0 0-7 16,-1-3-45-16,-1 0-5 15,-2-3-81-15,-2-3-29 0,-10-5-59 0,18 3-242 16,-18-3-29-16</inkml:trace>
  <inkml:trace contextRef="#ctx0" brushRef="#br0" timeOffset="87040.48">19114 15130 538 0,'-9'-10'515'0,"5"1"-91"0,-4 2-99 0,2 0-57 16,6 7-48-16,-13-7-34 0,13 7-38 0,0 0-33 16,0 0-4-16,0 0-8 15,-14 4-14-15,14-4-13 0,1 11-12 0,-1-11-7 0,8 17-8 16,-3-5-5-16,4 2-16 0,1 1-1 15,2 2-11-15,0-2 3 0,0-1-12 0,2 2 6 16,-1-4-4-16,-1 1-3 0,-1-5-9 0,-2 1 2 16,0-1-13-16,-9-8 1 0,16 7-16 0,-16-7-14 15,0 0-24-15,17-1-34 0,-17 1 5 0,10-10 15 16,-7 1 10-16,-1-2 12 0,-2 0 11 0,-2-9 0 16,-5-4 10-16,-1-5 16 0,-4-1 2 0,-1 0 7 15,-2 0 8-15,2 1 15 0,-2 4 16 16,3 6 37-16,1 1 55 0,2 3 0 0,1 5-23 15,3 1-16-15,5 9-19 0,-13-8-7 0,13 8-13 16,0 0 0-16,-14 7-1 0,9 0-2 0,2 5-7 16,1 1-3-16,2 2-5 0,2 2-3 15,2 5-6-15,1-1 4 0,4 3-12 0,4 1 9 16,0 0-11-16,2-2 8 0,3-3-18 0,0-4-1 16,-3-2-18-16,3-3-19 0,-1-2-49 0,0-4-53 15,-17-5 9-15,26 2-40 0,-26-2 22 16,27-9-46-16,-15 2-36 0,1-7 7 0,-2-2 12 15,-3-4 22-15,-3-4 26 0,-5-3 59 0,-1-9 30 16,-6-5 49-16,-5-11 44 0,-3-4 32 16,-1-7 43-16,-5-2 5 0,1-1 41 0,-3-1-29 0,4 3 41 15,-2 1-3-15,1 10 10 0,4 6 17 16,1 13 24-16,5 6-12 0,1 6-10 0,-1 4-22 0,2 1-29 16,3 5-28-16,1 3-17 0,4 9-16 15,0 0-10-15,0 0-8 0,0 0-4 0,4 19-10 16,5 2-6-16,5 8 4 0,1 5-11 15,8 11 3-15,3 1-9 0,2 4 8 0,1 1-10 16,3 3 5-16,-1-1-9 0,3-1 1 0,0 0-1 16,-1 2 15-16,2 0-20 0,-3-1-7 0,0-1-8 15,-3-2-5-15,0-1-22 0,-3-4-11 0,-1-3-24 16,-6-8-24-16,-3-4-9 0,-2-3-13 0,-2-5 29 16,-6-5-29-16,-1-4 38 0,-5-13-46 0,4 13 26 15,-4-13-39-15,0 0 8 0,0 0 0 0,-17-13 30 16,6-5 15-16,-6-7 14 0,-1-5 11 15,-1-5 21-15,-7-11 20 0,0-3 22 16,-1-6 0-16,0 0 43 0,0-3-9 0,3 1 44 16,1 1-15-16,2 2 51 0,5 4-37 0,0 10 28 15,6 4-17-15,0 4 15 0,2 1 11 0,3 8-12 16,1 2-4-16,3 4-20 0,-2 3-14 0,3 3-11 16,0 11-10-16,3-17 7 0,-3 17-20 0,12-12-11 15,-12 12 15-15,19-1 12 0,-19 1 1 0,33 8-3 16,-10 0-10-16,0 6-2 0,1 3-4 0,1 1-5 15,-5 2-9-15,-1 2 2 0,-1-2-1 16,-6 1-2-16,-2-1-3 0,-3 0 1 0,-3 0 3 16,-1-2 3-16,-4 0-13 0,-2 0 4 15,-2 0-2-15,0 1-5 0,-5-2-12 0,-1-1-17 16,-1-3-16-16,-1 0-25 0,2-5-11 0,1-1-13 16,10-7-37-16,-18 4-68 0,18-4-48 0,-15-4-69 15,15 4-232-15,-10-14-62 0</inkml:trace>
  <inkml:trace contextRef="#ctx0" brushRef="#br0" timeOffset="87357.49">19650 14480 115 0,'5'-9'617'0,"-5"9"-228"16,0 0-76-16,0 0-89 0,0 0-41 0,0 0-64 16,0 0 19-16,0 0-15 0,1 16-8 15,-2-3-7-15,-2 1 0 0,4 3-23 0,1 3-4 16,2 2-8-16,2 2-15 0,-1-1-18 0,7 3-4 15,-1-1 2-15,4-1-16 0,1-2-6 0,3-3-21 16,-1-4 6-16,-3-1-7 0,4-3-11 16,-2-3-29-16,2-1-14 0,-5-3-9 0,-14-4-27 15,27 1 42-15,-27-1-28 0,23-7 48 0,-13-2-27 16,-2-1 51-16,-4-2-12 0,-2-1 64 0,-3-1-2 16,-3-6 41-16,-6 0 6 0,-1-4 10 0,-6 2 2 15,-2 0-6-15,-4 5-6 0,-3 1-16 0,-1 5-11 16,3 3-18-16,0 3-7 0,-3 3-15 15,0 2-20-15,3 3-28 0,0 2-33 0,2 4-36 16,1 0-20-16,6 2-65 0,2-3-28 16,7 2-71-16,0-3-400 0,6-7-210 0</inkml:trace>
  <inkml:trace contextRef="#ctx0" brushRef="#br0" timeOffset="87541.48">19999 14837 108 0,'20'5'898'0,"-20"-5"-295"0,0 0-153 0,0 0-96 16,22-1-77-16,-22 1-77 0,9-11-30 16,-4 2-38-16,-1-1-12 0,2-5-35 15,2-2-5-15,1-4-25 0,5-3 9 0,0-1-46 16,1-1-14-16,5 0-31 0,-3-1-58 0,3 1-70 16,1-2-25-16,1 0-61 0,-1 1-73 0,2 2-465 15,-3 1-312-15</inkml:trace>
  <inkml:trace contextRef="#ctx0" brushRef="#br0" timeOffset="87957.48">20206 14057 14 0,'-23'-15'599'0,"0"-1"-169"0,-1 1-136 15,-1 0-38-15,5 2-85 0,2 2-6 0,1 0-41 16,4 1 17-16,1 1-26 0,3 3 20 16,2 0-27-16,7 6-18 0,-7-13-24 0,7 13-5 15,0-11-19-15,0 11-9 0,10-14-7 0,0 9 4 16,7 0-14-16,0 0 7 0,5 3-13 0,4 0 1 16,1 4 1-16,1 2-19 0,5 3 9 0,0 2 4 15,-1 2 4-15,-1 4-10 0,-1 1-2 16,-4 3-2-16,-1 1 3 0,-5 1-3 0,-1 2-5 15,-3-2 9-15,-4-1 3 0,-4 1 1 0,0-1 2 16,-4 3 36-16,-3-2-28 0,-1-1 31 0,-1 3-21 16,-3-1-1-16,-1 0 8 0,-2 0-3 15,1-2-5-15,1-3-3 0,0-3-9 0,0-3 2 16,1 1-2-16,4-12-18 0,-4 16 3 0,4-16-2 16,0 12-15-16,0-12-17 0,5 8-29 0,-5-8-24 15,0 0-18-15,23 1-8 0,-23-1-26 0,27-9-39 16,-10 2-12-16,0-3 10 0,0-1-30 0,1-3 17 15,0-1-25-15,0-5 0 0,-2-2 9 0,-3 0-87 16</inkml:trace>
  <inkml:trace contextRef="#ctx0" brushRef="#br0" timeOffset="88274.48">20642 14150 810 0,'9'-25'155'0,"-7"5"62"0,2 2-22 0,-2 1 30 15,-2 2-52-15,-2 0 20 0,1 1 0 16,-3 3-4-16,-2 0 5 0,1 2-11 0,-2 0-23 16,0 2-11-16,-3 0-23 0,1 2-7 0,9 5-20 15,-19-5 5-15,19 5-38 0,-17 2-2 0,17-2-21 16,-17 7 4-16,11 1-23 0,2 0-1 0,0 3-6 15,1 2-1-15,5 1-6 0,-1 2 1 0,4 4-2 16,2 0 4-16,1 0-8 0,1-1-2 0,3 1 11 16,2-3-15-16,-1 1-1 0,2-3-5 15,-2 0-4-15,2-3-5 0,-1 0-3 0,-1-5-5 16,0-1-4-16,-13-6-7 0,23 6-5 0,-23-6 12 16,18-2-15-16,-18 2 29 0,19-9-17 15,-11 2 6-15,-3-6 15 0,-3 1 9 0,1-3 5 16,-7-3 3-16,-1-3 2 0,-4-3 5 0,-5-2 6 15,0 1-10-15,-3 0 4 0,-1 3-8 0,-2 0 5 16,2 4-11-16,1 4 7 0,1 1-11 0,0 2 6 16,3 2-19-16,1 3-13 0,3 0-58 0,9 6-58 15,-14-9-5-15,14 9 1 0,0 0-58 0,-8-7 14 16,8 7-57-16,0 0-38 0,4-13-315 16,-4 13-136-16</inkml:trace>
  <inkml:trace contextRef="#ctx0" brushRef="#br0" timeOffset="88874.49">20651 13751 483 0,'2'-10'462'0,"2"0"-110"16,0 1-75-16,-4 9-71 0,8-15-47 0,-8 15-24 16,6-15-34-16,-6 15-14 0,12-11-17 0,-12 11-15 15,14-11-8-15,-3 6-13 0,-11 5-13 0,24-6 3 16,-24 6-5-16,28 3-6 0,-12 1 0 16,-2 2-6-16,5 3-1 0,-3 1-3 0,-1 1-10 15,-2 3 4-15,1 1-38 0,-4 0 53 0,-1 1 0 16,0 2-6-16,0-2 11 0,-5 0 2 0,1 1 4 15,-2-1 3-15,-1 1 17 0,1 0-6 0,-2-1 13 16,3 0 2-16,-3-2-14 0,-1 0 0 0,3-2-9 16,-2-1 0-16,0 0-2 0,2 0-19 15,-3-11 0-15,5 17 3 0,-5-17-10 0,8 16-3 16,-8-16-16-16,10 9-12 0,-10-9-27 0,14 6-7 16,-14-6-9-16,0 0-10 0,25-5-38 15,-14-1 26-15,0-3-25 0,1-5 32 0,-2-1 0 16,0-3 40-16,-2-2-12 0,-3-3 50 0,1-1-6 15,0 1 57-15,-3-1-28 0,1 0 71 0,-1 3 5 16,-2 4 34-16,0 0 38 0,2 3 4 0,-3 2-5 16,1-1-5-16,-1 13-26 0,3-17-29 0,-3 17-20 15,1-12-14-15,-1 12-14 0,0 0-7 0,5-9-1 16,-5 9-2-16,0 0-4 0,14 5-3 0,-6 1-6 16,0 0-3-16,3 4-8 0,2 4-1 15,0 1-6-15,2 0-1 0,-1 2-3 16,4 2-1-16,0 1-4 0,-4-2 1 0,1 0-1 15,-2 0 3-15,0-1-8 0,-2-1-2 0,0 1-4 16,-4-3 0-16,-2-2-1 0,0 0-1 0,-2-3 6 16,-3-9 1-16,0 18-1 0,0-18 0 0,-8 13 2 15,8-13 0-15,-10 8 1 0,10-8 0 0,-18 3 0 16,18-3 2-16,-27-7 0 0,9 0-3 0,-1-4-5 16,0-8-7-16,-3-5-13 0,1-3-16 0,0-6-11 15,-2-9-2-15,3-3 2 0,3 6-3 16,3 0 2-16,5 0 13 0,-1 2 34 15,1 0-28-15,4 4 27 0,1 4-48 0,4 3 29 16,0 1-58-16,1 1 35 0,3 3-41 0,2 0 1 16,1 0-11-16,-1 4-23 0,1 5-69 0,0-1-2 15,2 4-41-15,-9 9-330 0,16-8-86 0</inkml:trace>
  <inkml:trace contextRef="#ctx0" brushRef="#br0" timeOffset="89075.49">21054 14233 750 0,'-19'31'528'0,"0"-3"-109"0,1 2-81 0,-3-1-62 15,6-3-46-15,1-3-55 0,3-6-2 0,5-3 8 16,0-5 10-16,6-9-28 0,5 10-2 0,-5-10-45 16,22-8-20-16,6-4-22 0,5-7-15 0,13-8-10 15,8-2-13-15,0-5-27 0,4-1-27 0,6-4-17 16,4 0-17-16,18-12-51 0,-1 1-101 0,1 1-48 15,-5-1-97-15,-20 8-534 0,1-1-499 16</inkml:trace>
  <inkml:trace contextRef="#ctx0" brushRef="#br0" timeOffset="97645.94">23497 6428 231 0,'0'0'328'15,"0"0"-80"-15,0 0-61 0,0 0-30 0,0 0-35 16,0 0-22-16,0 0-18 0,0 0-17 0,0 0-5 15,0 0 1-15,0 0-1 0,0 0 5 0,4 8 1 16,-4-8-9-16,0 0-8 0,0 0-7 0,0 0-7 16,0 0-6-16,0 0-13 0,0 0 8 0,0 0-2 15,0 0-4-15,0 0 2 0,0 0-1 16,0 0 0-16,0 0 2 0,0 0-13 0,0 0 35 16,0 0-27-16,0 0 13 0,0 0-16 0,0 0 21 15,0 0-18-15,0 0 28 0,0 0-39 16,0 0 43-16,0 0-34 0,0 0 31 0,0 0-35 15,0 0 33-15,0 0-37 0,0 0 29 0,0 0-33 16,0 0 32-16,0 0-40 0,0 0 40 0,0 0-32 16,0 0 28-16,0 0-35 0,0 0 44 0,0 0-25 15,0 0 38-15,5 9-41 0,-5-9 38 0,0 0-37 16,0 0 44-16,5 9-29 0,-5-9 28 16,0 0-33-16,6 12 18 0,-6-12-22 0,7 8 19 15,-7-8-27-15,5 8 21 0,-5-8-23 0,6 10 27 16,-6-10-24-16,5 9 24 0,-5-9-20 0,8 11 34 15,-8-11-8-15,8 13 11 0,-8-13-19 0,6 10 19 16,-6-10-15-16,9 11 14 0,-9-11-10 16,9 13 6-16,-9-13-7 0,9 11 6 0,-9-11-14 15,10 11 7-15,-10-11-10 0,11 11 6 0,-11-11-9 16,12 10 6-16,-12-10-12 0,9 13 3 0,-9-13-9 16,14 12 7-16,-9-5-10 0,2 0 4 15,-1 1-7-15,2-1 6 0,-2 2-7 0,-1 0 6 16,3-1-1-16,-3 1 3 0,5 1 6 0,-3 1 2 15,0 1-3-15,1-2 7 0,2-1 2 0,-2 2 2 16,1 1 2-16,0-2-2 0,0 0-2 0,0 1 0 16,0-1 0-16,-1 0-3 0,2-1 1 0,-1 0 0 15,1 1-4-15,0-2 2 0,-1 1-10 16,1 0-1-16,-1 1-1 0,-1-2-1 0,1 0-4 16,1 1-1-16,-2-1 0 0,-1-1-2 0,3 3 2 15,-1-1-5-15,-1 0-1 0,1 1 2 0,1-2 19 16,-1 2-25-16,0 0 20 0,1 0-22 15,2 0 22-15,-3 0-21 0,1 1 13 0,0 1-19 16,1-2 5-16,1 2 1 0,0 1 1 0,2-1 1 16,-5-2 0-16,4 3 0 0,-1-2 13 0,1 2-11 15,0-2-5-15,-3 0 3 0,1 0-2 0,0-1 2 16,-1 0 2-16,1 2 0 0,-1-2-1 0,-1-1 4 16,0 1 1-16,0 1-9 0,-1 0 4 15,0-1 2-15,1 0-2 0,0 1 10 0,0-1-10 16,-1 0 8-16,1 1-11 0,0 2 11 0,-2-3-13 15,1 2 13-15,2-1-9 0,-1 1 8 0,-1-1-11 16,0 0 12-16,0-1-13 0,0 2 32 16,1-1-38-16,-1-1 3 0,-1 1 14 0,1 0-9 15,0-1-3-15,0 1 5 0,0 1-3 0,0-2 3 16,0 1 5-16,-2 0-7 0,3 0 2 0,-1-1 0 16,-2 3 2-16,2-3 0 0,1 0-1 0,-3 0 1 15,3 1-1-15,-4-2 4 0,4 2-4 0,-1-2 34 16,-2 2-40-16,2 1 2 0,0-4-1 0,-2 1 23 15,3 1-24-15,-2 0 21 0,1 0-16 0,-1 0 8 16,-1 0-18-16,2-1 25 0,1 2-22 16,-3-2 22-16,1-1-3 0,-1 1-3 15,2 0 1-15,-1 1-3 0,1-1-5 0,-3 0 5 16,2-2-4-16,0 2 3 0,-2-2-1 0,2 2-2 16,-7-9 2-16,10 14-1 0,-10-14-20 0,11 12 13 15,-11-12-4-15,9 13 13 0,-9-13-15 0,12 13 21 16,-12-13-22-16,10 16 11 0,-4-9-7 0,1-1 18 15,-2 2-19-15,2 0 15 0,0 1-15 0,-2 0 0 16,2 0 7-16,-1 0-1 0,1 1-1 0,-1-2 1 16,0 1 2-16,1 0 0 0,-1-1 3 0,-1 1-4 15,0 0-1-15,2 0 3 0,-2-2 0 16,0 1 0-16,-5-8 0 0,8 14 0 0,-8-14 0 16,10 12 3-16,-10-12-3 0,9 14-3 0,-9-14 3 15,7 12 2-15,-7-12-2 0,10 14 0 16,-10-14 0-16,8 12 0 0,-8-12 4 0,9 14-4 15,-9-14-3-15,8 15 5 0,-8-15 1 0,9 14-3 16,-5-5 2-16,-4-9 0 0,9 15 1 0,-9-15 4 16,6 16-3-16,-1-7-2 0,-5-9 6 0,8 15 6 15,-8-15 4-15,6 15 9 0,-6-15 5 16,7 15 0-16,-7-15 5 0,6 13-11 0,-6-13-4 0,6 14-3 16,-6-14-3-16,4 13-3 0,-4-13 2 15,7 13-5-15,-7-13 0 0,5 15-7 16,-5-15 4-16,6 16-14 0,-6-16 15 0,4 15-4 15,-4-15 1-15,8 13-3 0,-8-13 3 0,5 15-5 16,-5-15 11-16,6 16-13 0,-6-16 4 0,5 17-3 16,-5-17 4-16,6 16-5 0,-6-16 5 0,7 15-4 15,-7-15 5-15,5 16-6 0,-5-16 14 0,5 17-18 16,-5-17-1-16,5 14 6 0,-5-14 1 0,7 15 0 16,-7-15 1-16,5 15-1 0,-5-15 1 0,6 14-1 15,-6-14 0-15,5 14-5 0,-5-14 6 0,7 14 1 16,-7-14 0-16,6 15-1 0,-6-15 1 15,5 12-1-15,-5-12 1 0,8 15 0 0,-8-15 0 16,5 15-8-16,-5-15 9 0,8 15 3 16,-4-6-5-16,-4-9 3 0,6 14-9 0,-6-14 5 15,6 16 1-15,0-7 1 0,-3-1-5 0,1 3 5 16,0-1 1-16,1-1 0 0,-1 1-1 0,2 0 10 16,-2 1-10-16,0-1 13 0,1-1-5 0,-1 0 31 15,0 1-14-15,0 2 13 0,1-2-34 0,-3-1 26 16,2 0-27-16,0 1 21 0,0-1-26 0,0 1 23 15,-4-10-28-15,6 16 24 0,-6-16-18 0,5 15 15 16,-5-15-28-16,7 15 28 0,-7-15-23 16,5 15 21-16,-5-15-24 0,5 12 25 0,-5-12-24 15,5 14 22-15,-5-14-3 0,4 11 5 16,-4-11-28-16,5 13 24 0,-5-13-26 0,5 11 25 16,-5-11-23-16,4 10 22 0,-4-10-26 0,2 11 28 15,-2-11-28-15,4 10 37 0,-4-10-33 0,4 9 29 16,-4-9-30-16,4 9 27 0,-4-9-28 0,4 10 25 15,-4-10-22-15,5 9 24 0,-5-9-24 0,2 10 31 16,-2-10-26-16,4 9 22 0,-4-9-34 0,4 9 29 16,-4-9-23-16,0 0 25 0,5 12-30 0,-5-12 32 15,4 9-25-15,-4-9 24 0,4 8-20 0,-4-8 19 16,4 9-31-16,-4-9 33 0,5 9-25 16,-5-9 25-16,5 8-31 0,-5-8 30 15,4 9-26-15,-4-9 27 0,5 9-20 0,-5-9 18 16,5 10-30-16,-5-10 38 0,5 9-33 0,-5-9 3 15,5 9 1-15,-5-9 2 0,7 9 4 0,-7-9-2 16,5 9 1-16,-5-9 8 0,5 9-10 0,-5-9-1 16,5 10 7-16,-5-10 0 0,4 9 0 0,-4-9 0 15,6 8 1-15,-6-8-3 0,4 8-1 0,-4-8 4 16,0 0 6-16,5 14-6 0,-5-14-6 0,0 0 6 16,4 11 4-16,-4-11-4 0,5 9 1 0,-5-9-3 15,0 0 0-15,4 13 1 0,-4-13 21 0,0 0-20 16,4 9-5-16,-4-9-4 0,0 0 3 0,5 9 4 15,-5-9-1-15,0 0 2 0,0 0 0 16,2 10 0-16,-2-10 4 0,0 0 1 16,4 9-2-16,-4-9-12 0,0 0 4 0,0 0 7 15,4 11-2-15,-4-11 1 0,0 0-2 0,0 0 1 16,0 0-1-16,4 10 1 0,-4-10 7 0,0 0-3 16,0 0-10-16,0 0 2 0,0 0 7 0,0 0-2 15,0 0 1-15,5 9 1 0,-5-9-6 0,0 0 1 16,0 0 8-16,0 0 5 0,0 0-8 0,0 0-5 15,0 0 0-15,0 0 4 0,0 0-4 0,0 0-18 16,0 0-19-16,0 0 18 0,0 0-60 0,-1-13-22 16,1 13-27-16,-3-11-72 0,3 11 6 0,-1-12-100 15,1 12 26-15,-4-15-47 16,4 15-47-16,-4-15-22 0,4 15-90 0,-5-14-259 0,5 14-258 16</inkml:trace>
  <inkml:trace contextRef="#ctx0" brushRef="#br0" timeOffset="98228.93">24896 9292 222 0,'0'0'483'0,"0"0"-89"0,0 0-67 0,-10-6-73 16,10 6-39-16,0 0-31 0,0 0-25 0,0 0-18 15,-11-5-12-15,11 5-19 0,0 0-19 0,0 0 17 16,0 0-30-16,0 0 1 0,0 0-7 0,0 0-3 15,-8-6 1-15,8 6-2 0,0 0 6 0,0 0 4 16,0 0-4-16,0 0-10 0,15-4 3 16,-15 4-1-16,0 0-3 0,20-2-3 0,-20 2-6 0,0 0 16 15,23 0-21-15,-23 0 0 0,23 2 0 16,-23-2-4-16,27 3-5 0,-27-3 37 16,28 2-57-16,-28-2 30 0,32 5-41 0,-18-3 39 15,4 1-45-15,-2 1 36 0,0-2-43 0,-2 0 39 16,3 3-46-16,-2-3 42 0,-15-2-44 0,27 5 31 15,-27-5-32-15,28 2 38 0,-28-2-36 0,30 2 34 16,-30-2-40-16,28 0 41 0,-28 0-46 0,28-2 44 16,-28 2-46-16,28-2 38 0,-28 2-55 0,28-1 37 15,-28 1-73-15,26-4 28 0,-26 4-80 16,25-2 35-16,-25 2-65 0,21-2-7 0,-21 2 14 16,24-4 36-16,-24 4-40 0,23-2 22 0,-23 2-19 15,18-2-7-15,-18 2-7 0,21-6 11 16,-21 6-24-16,20-7 27 0,-20 7-28 0,18-8 41 15,-18 8-23-15,15-7 42 0,-15 7-20 0,16-8 51 16,-16 8-24-16,15-9 31 0,-15 9-10 0,12-9 1 16,-12 9-27-16,11-10-25 0,-11 10-64 15,10-10 45-15</inkml:trace>
  <inkml:trace contextRef="#ctx0" brushRef="#br0" timeOffset="98495.93">25663 9132 85 0,'4'-8'201'0,"-4"8"17"0,6-16-38 15,-6 16-35-15,4-15 11 16,-4 15-28-16,3-12 24 0,-3 12-10 0,1-12 5 15,-1 12-4-15,3-9-18 0,-3 9 31 0,0 0 4 16,1-10-4-16,-1 10 0 0,0 0-6 0,0 0-10 16,0 0-5-16,0-11-2 0,0 11-13 0,0 0 1 15,0 0-9-15,0 0-11 0,0 0-9 0,0 0-16 16,0 0 3-16,0 0 1 0,0 0 3 0,0 0 5 16,-13 10 1-16,7-2 3 0,1 2 7 0,-2 3 27 15,-2 1-24-15,-1 6 8 0,1-2-20 16,-1 1-9-16,-4 5-14 0,0-2-15 0,-1 0-9 15,-1 2-11-15,-2 0 24 0,2 1-51 0,-1-1 3 16,0 0-60-16,-2-3-4 0,4 1-76 16,-2 1-64-16,4-7-119 0,-1 2-41 0,4-3-102 15,-3-3-85-15,4-1-312 0,2 0-448 0</inkml:trace>
  <inkml:trace contextRef="#ctx0" brushRef="#br0" timeOffset="99879.93">22449 11241 245 0,'0'0'791'0,"0"0"-213"16,8-8-142-16,-8 8-84 0,0 0-83 0,0 0-72 16,0 0-29-16,0 0-46 0,4-8-25 0,-4 8-18 0,0 0-17 15,0 0-18-15,0 0-5 0,0 0-4 16,0 0-15-16,0 0 7 0,15 7 0 0,-6 1-4 15,0 0-3-15,2 2-3 0,2 3-9 0,1-1 4 16,0 2 0-16,0-1-8 0,1-1 5 0,-1-1 1 16,-2-2 16-16,0-1 18 0,2-2 13 0,0-2 9 15,1-2 5-15,2-4 4 0,6-3-2 0,3-7-5 16,2-4-5-16,1-3 30 0,3-4-25 16,5-8 26-16,2-5-9 0,0 0 1 15,2 0-11-15,0-4-2 0,-1 0-9 0,1 0-13 16,-2 0-2-16,-1 4-20 0,-4 3 6 0,-6 7-19 15,-4 3-2-15,-2 5-27 0,-6 3-33 0,-2 5-49 16,-4 2-26-16,-10 8-6 0,11-6-36 0,-11 6-38 16,0 0-34-16,0 14-24 0,-3-4-34 0,-8 7-44 15,-4 6-27-15,-3 1-94 0,-5 2-239 0,0 0-226 16</inkml:trace>
  <inkml:trace contextRef="#ctx0" brushRef="#br0" timeOffset="100312.93">22416 11451 681 0,'0'0'543'0,"-14"-5"-80"0,14 5-112 16,-12-6-63-16,12 6-57 0,-9-5-66 15,9 5-32-15,0 0-28 0,-11-5-13 0,11 5-10 16,0 0-6-16,0 0-17 0,-10-7-6 0,10 7-6 15,0 0 16-15,0 0 11 0,0 0-7 0,10 9 0 16,0-2-9-16,2 1-12 0,3 2-1 0,2 0-3 16,2 3-2-16,0-1 3 0,5 2 6 0,-1 1 5 15,3 0 6-15,-3 0 10 0,0-1 8 16,-1-3-5-16,-2 0 2 0,-1-1 3 0,2-1 2 16,-1-1 18-16,-2-4 2 0,1 1-18 0,-1-3 45 15,1-4 46-15,6-3-16 0,-1-3 18 0,3-9-39 16,1-3 18-16,0-5-44 0,6-9 21 15,-1-5-25-15,0-1 31 0,3-3-40 0,-3 2-7 16,-1 1-12-16,-3 2-17 0,-3 8-13 0,-4 3 13 16,-2 2-35-16,-3 3-18 0,-3 8 4 0,-4-1-13 15,0 5-30-15,-2 1-19 0,-2 2-19 0,-6 7-27 16,9-10-39-16,-9 10-22 0,0 0-33 0,11-6-6 16,-11 6-4-16,0 0-22 0,0 0-52 0,2 12 17 15,-2-12-72-15,-2 16-4 0,0-5-27 16,-3 2-45-16,3-1-31 0,-5 1-432 0,3 2-475 15</inkml:trace>
  <inkml:trace contextRef="#ctx0" brushRef="#br0" timeOffset="103447.96">21146 5857 626 0,'0'0'390'16,"0"0"-69"-16,0 0-101 0,0 0-52 0,0 0-9 15,0 0-56-15,-18-1 1 0,18 1-25 0,0 0 17 16,0 0-33-16,-20-3 23 0,20 3-29 0,0 0 37 15,-17-1-48-15,17 1 29 0,0 0-43 0,-18 0 31 16,18 0-51-16,0 0 39 0,-18 0-46 0,18 0 36 16,0 0-42-16,-20 2 27 0,20-2-34 0,0 0 32 15,-21 3-32-15,21-3 38 0,0 0-38 0,-15 3 36 16,15-3-36-16,0 0 37 0,0 0-29 0,-18 2 31 16,18-2-23-16,0 0 29 0,0 0-10 15,-13 4 34-15,13-4-21 0,0 0 24 16,0 0-22-16,-14 2 20 0,14-2-16 0,0 0 15 15,0 0-12-15,-14 4 11 0,14-4-11 0,0 0 14 16,0 0 17-16,-20 3-23 0,20-3 1 0,-22 3 9 16,4 1-20-16,-8 1 35 0,-9 3 15 0,-10 1-14 15,-17 8 15-15,-9 2-13 0,-9 2-5 0,-28 10-2 16,-11 4-6-16,-6 5-27 0,-9 3-26 0,-1 6 2 16,-3 2-33-16,-5 4-9 0,0 1-11 0,0 4-5 15,5-3-12-15,5-3-6 0,7-1-5 16,4-5-3-16,12-5 2 0,5-4 0 0,30-12 14 15,3-4-5-15,11-3 14 0,10-5-5 0,15-4 14 0,4-3-7 16,7-1 14-16,9-3-4 16,16-4 10-16,-22 0-3 0,22 0 10 0,-9-12-11 15,9 12 10-15,5-18-11 0,4 4 9 0,3-1-9 16,3 0 15-16,0 0-12 0,2 1 13 0,-2 3-14 16,2 1-1-16,-2 1-38 0,-1 2-26 0,-3 2-66 15,-11 5 17-15,19-7-51 0,-19 7 42 0,14-3-29 16,-14 3-65-16,0 0-43 0,0 0-88 0,15 2-214 15,-15-2-112-15</inkml:trace>
  <inkml:trace contextRef="#ctx0" brushRef="#br0" timeOffset="103714.96">18630 6274 19 0,'9'-13'847'0,"-1"2"-265"0,-2 3-198 0,-6 8-43 16,10-13-80-16,-10 13-82 0,0 0-69 0,6-8-26 15,-6 8-20-15,0 0-10 0,-13 16 42 0,-1 0-64 16,-4 8 2-16,-4 8-1 0,-7 8 4 0,-3 6-25 16,0 4 22-16,-3 5-16 0,2-1 24 0,2 3-22 15,2-2 7-15,3-3 7 0,2 1 1 0,6-6-5 16,5-8 42-16,6-4-59 0,0-1 41 0,7-6-58 16,4-1 12-16,5 1 17 0,9-3 14 15,1-2 2-15,7-5-5 0,6-2-3 0,4-5-7 16,3-1 41-16,6-4-58 0,1 0 33 15,4-3-84-15,1 1-51 0,1-1-71 0,0 0-39 16,0 2-107-16,-4 0-82 0,-1 1-401 0,-5 1-334 16</inkml:trace>
  <inkml:trace contextRef="#ctx0" brushRef="#br0" timeOffset="104864.96">15946 5542 356 0,'-9'-14'370'0,"2"3"-73"0,1 3-41 15,1 0-54-15,5 8-50 0,-11-8-30 0,11 8-8 16,-11 6-19-16,5 4 9 0,-1 7-34 0,1 8 17 15,0 12-38-15,2 9 4 0,-1 16 36 0,2 9-37 16,3 7 47-16,0 11-2 0,4 6 70 0,4 35-62 16,2 6-8-16,3 5 14 0,4 5-5 0,3 4 53 15,3 5-67-15,2 4-16 0,2-2 0 0,0-2 35 16,1-3-3-16,-1-4-58 0,0-5-7 0,-3-8-6 16,2-9 35-16,-2-8-55 0,-3-9 29 0,-2-26 11 15,-2-5-13-15,0-3-52 0,2-4 35 16,-1-6-49-16,0-6 16 0,-1-5-31 0,-2-14-23 0,-2-5-23 15,0-6-36-15,-4-7-15 0,-3-4-7 16,3-6-28-16,-9-12-23 0,0 0-57 0,0 0-65 16,9-22-103-16,-10-5-263 0,-6-15-208 15</inkml:trace>
  <inkml:trace contextRef="#ctx0" brushRef="#br0" timeOffset="105448.96">15957 6565 627 0,'-11'-54'381'0,"1"13"-41"0,1 5-69 0,0 2-58 16,-1-1-39-16,-1 2-32 0,1 2-22 16,1 2-53-16,-1 2 30 0,2 4-40 0,3 2 42 0,-2-1-56 15,1 3 31-15,4 1-49 0,2 1 25 16,0-6-39-16,7-1 34 0,3-4-50 0,5-4 40 16,6-1-35-16,9-10 35 0,6-2-40 0,3-2 33 15,8-4-39-15,5-5 33 0,17-11-5 16,0-2-1-16,5-2-37 0,0 0 36 0,2-3-43 15,0 0 36-15,0-1-31 0,-2 1 34 0,-1 2-41 16,1 2 46-16,-4 3-35 0,-1 4 44 0,-12 16-29 16,-4 0 35-16,-4 6-38 0,-2 4 37 0,-4 4-34 15,-11 9 24-15,-3 7-25 0,-2 1 29 16,-7 7-39-16,-3 5 39 0,-17 4-21 0,31 6 48 0,-14 8-4 16,3 7 26-16,-1 10-19 0,0 17 16 15,-2 8-28-15,2 9-5 0,-2 7-3 0,0 7 9 16,2 8-23-16,6 24 16 0,-1 10-10 0,2 0-15 15,2 2 11-15,4 3-6 0,0-1-2 0,5 1 55 16,1-1-64-16,6-1 3 0,-1-5 0 0,3-6 1 16,0-7 0-16,3-10-1 0,-4-6 42 0,1-6-48 15,-10-18 44-15,-1 0-55 0,0-2 48 16,-3-3-59-16,-3 0 6 0,1 1 3 0,-6-5 0 16,-5-1-2-16,-2-1 3 0,-8-11 4 0,0-1 49 15,-5-2-55-15,-4-2 52 0,-4-2-55 16,-5-2 48-16,-4-2-52 0,-4-3 58 0,-3-3-46 15,-4 1 52-15,-12 0 0 0,-5 1 6 0,-5-2 7 16,-5-1 2-16,-4-1 0 0,-7 0-6 0,-4 1-4 16,-7 1-45-16,-4 3 40 0,-21 7-43 0,-2 3 2 15,0 0 6-15,0 2-3 0,2 2 38 0,2 2-36 16,3-2 37-16,4 1-46 0,18-9 37 0,3 0-37 16,3 1 24-16,1-2-30 0,5-3 21 0,4-2-18 15,5 0-25-15,5-4-30 0,12-7-29 0,5-3-69 16,1-1 4-16,9-5-153 0,4-3-30 15,14-7-127-15,0 0-406 0,-20-5-474 16</inkml:trace>
  <inkml:trace contextRef="#ctx0" brushRef="#br0" timeOffset="106466.96">14951 4695 30 0,'-4'-11'338'0,"1"-1"-114"16,1 3-47-16,2 9-53 0,-5-12-28 0,5 12-19 15,0 0-15-15,0 0-8 0,-23 14 7 0,14 5 2 16,-3 7 2-16,1 9-3 0,2 6 8 0,-3 15-11 15,1 4 25-15,5 5 10 0,1 3 0 0,4 4-1 16,2-1 21-16,4 4 9 16,2 0-44-16,6 0 39 0,-1-1-49 0,5-2 41 15,1-6-40-15,5-5 15 0,3-3-24 0,2-8 37 16,2-5-29-16,2-3 25 0,4-7-7 0,1-6-9 16,-3-11-14-16,3-3-10 0,2-6-12 0,1-7-11 15,1-5-22-15,2-7 17 0,5-13-22 0,2-5 17 16,-4-10-23-16,-3-5 19 0,-3-6-25 0,-3-5 15 15,-5-5 14-15,-3-3-10 0,-4-5-2 0,-8-1-31 16,-4-5 9-16,-5-2-38 0,-5-1 11 0,-6 1-39 16,-2 0 21-16,-4 2-41 0,-6 6 38 0,-2 5-4 15,-4 4-19-15,-2 4 35 0,-1 8-25 16,-4 4 28-16,0 4-10 0,0 11 0 0,1 2 4 16,-3 4 1-16,1 4-8 0,1 3 11 0,0 4 5 15,4 4 15-15,2 2 4 0,2 3 5 0,1 5-5 16,1 2 7-16,2 7 10 0,0 8-2 0,2 6 28 15,5 7-4-15,3 3 28 0,5 10-18 16,1 3 29-16,6 11-26 0,3 2 44 0,4-2-35 16,5 0 41-16,2-3-28 0,3-2 24 0,4-3-1 15,2-4 3-15,5-2 3 0,2-4-6 0,1-4-7 16,0-4-20-16,5-7-2 0,-1-1-8 0,-7-9-10 16,1-7-6-16,2-3-5 0,-1-2-3 0,-4-8-13 15,2-3-16-15,0-5 25 0,-4-5-86 0,1-5-13 16,-4-2-3-16,-5-3 0 0,-1-4-9 15,-4-2 30-15,-4-2-4 0,-7-4 29 0,-2-1-3 16,-3-2 19-16,-3 1-3 0,-5 2 68 0,0 2-11 16,-1 4 83-16,-3 1-27 0,1 9 5 0,1 1-40 15,-3 3 21-15,1 5-40 0,2 0 21 0,-1 4-35 16,10 8 22-16,-14-9-33 0,14 9 27 0,0 0-34 16,-18 4 30-16,18-4-31 0,-10 13 26 0,9-1-23 15,1 0 21-15,0 2-28 0,1 3 33 0,6 5-30 16,-2-1 28-16,3 0-31 0,2-1 24 15,-1 2-47-15,1-5 10 0,1 1-71 0,0-2-19 16,0-4-56-16,-2-4-93 0,0-2-39 16,-9-6-311-16,0 0-145 0</inkml:trace>
  <inkml:trace contextRef="#ctx0" brushRef="#br0" timeOffset="107266.96">16001 4618 457 0,'-13'-27'511'0,"0"2"-158"16,0 5-57-16,2 2-108 0,-3 6-33 0,1 3-31 15,1 3-28-15,12 6-19 0,-24-2 14 0,24 2-46 16,-23 11 20-16,13-1-40 0,1 5 12 0,0 3-37 16,5 3 44-16,4-2-14 0,3 5-34 0,7 5 24 15,1 1-38-15,4-1 12 0,6 0-40 0,2-1-4 16,3 0-1-16,1-2 9 0,0-4-9 16,3 0 27-16,0-4 1 0,-2 0 5 0,-1-2 3 15,1-2 3-15,-7-3 6 0,-1-2 5 16,-2 0 3-16,-4-3 5 0,0 0 6 0,-14-6 15 15,18 9 41-15,-18-9-14 0,14 6 71 0,-14-6-32 16,0 0 28-16,14 4-33 0,-14-4 2 0,0 0-35 16,11-4 17-16,-11 4-39 0,7-11 13 0,-7 11-30 15,6-19 17-15,-3 8-28 0,-1-5 19 0,0 0-28 16,0-3 21-16,-1 0-29 0,-1 0 30 0,-1 2-6 16,-1-1-2-16,2 3-1 0,-4 3-7 0,1 0-8 15,-1 2-4-15,-1 2 4 0,5 8-2 16,-10-10 1-16,10 10 0 0,0 0 3 0,-24 7 0 15,11 3 0-15,3 5-30 0,-2 4 37 0,-2 6-23 0,4 2 32 16,1 4-24-16,0-2 22 0,5-1-23 16,2-2 21-16,2-1-26 0,1-1 32 0,3-3-26 15,1 1 28-15,5-5-29 0,-1-1 27 16,4-4-29-16,3-3 24 0,0-4-33 0,2-3 4 16,1-5-61-16,3-4 25 0,7-6-41 0,0-6 35 15,1 0-12-15,-5-6 27 0,2-5-11 0,-4 2 29 16,-2-5-14-16,-2 1 27 0,-6-3-26 15,-3 0 28-15,-4-1 21 0,-2-1-27 0,-1 4 52 0,-3 5-22 16,-2 2 50-16,1 2-12 0,0 3 57 16,-2 3-36-16,1 6 9 0,-1-1-41 0,2 4 19 15,1 9-38-15,-5-17 18 0,5 17-35 0,0 0 29 16,-5-10-29-16,5 10 20 0,0 0-26 0,0 0 10 16,5 11-16-16,-5-11 34 0,9 18-1 0,-2-7-2 15,1 2-9-15,2 2-2 0,2-3-5 0,-3 0 3 16,2-2-8-16,-2-2 5 0,3 1-3 0,-3-3-1 15,0-1-5-15,-9-5 2 0,19 6 0 0,-19-6-7 16,18-1-1-16,-9-4-1 0,3-2 4 0,1-6 3 16,1-2-3-16,-2-1-28 0,1-3 34 15,-3-3-29-15,0-3 36 0,1-2-17 16,-1 4 15-16,-4 2-18 0,2-1 0 0,0 4 10 16,-2 2 28-16,-1 3-20 0,-1 1 23 0,0 3-31 15,-4 9 23-15,6-14-23 0,-6 14 21 0,0 0-35 16,11-5 34-16,-11 5-30 0,11 5 30 0,-11-5-25 15,14 15 27-15,-7-4-34 0,1 2 34 0,4 0-28 16,-2 1 21-16,0 0-9 0,-2-2-9 0,2 0-14 16,-1-2-33-16,0-3-28 0,0 1-26 0,-9-8-36 15,14 6-59-15,-14-6-54 0,14-5-41 0,-5-4-17 16,1-7-189-16,0-2 28 0</inkml:trace>
  <inkml:trace contextRef="#ctx0" brushRef="#br0" timeOffset="107416.96">17044 4337 1239 0,'-1'-34'210'0,"-1"-2"-35"15,-6-1-14-15,-1-1 7 0,-1 1-29 16,-2 2 46-16,2 2-52 0,-3 7 12 0,3 3-38 15,1 6-24-15,0 1-17 0,3 3-17 0,-1 5-7 16,7 8-10-16,-9-9-33 0,9 9 22 16,0 0-27-16,-7 12 37 0,5 2-45 0,4 5 36 15,4 4-27-15,2 9 29 0,2-1-36 0,6 3 33 16,2-2-45-16,3 3 21 0,7 1-57 0,-4-4-9 16,2-4-43-16,0-1-35 0,-2 0-78 0,0-4-45 15,-2-1-35-15,-4-2-219 0,-7-5-6 0</inkml:trace>
  <inkml:trace contextRef="#ctx0" brushRef="#br0" timeOffset="107599.96">16895 4712 279 0,'-45'25'619'0,"0"-1"-113"0,-2 0-154 15,2 0-36-15,2-1-84 0,8-5-16 0,3-1-63 16,5-3-15-16,7-3-45 0,3-2-3 0,6-3-33 16,11-6 10-16,-13 4-33 0,13-4 15 15,9-9-29-15,6-5 11 0,11-6-29 0,12-11 25 16,9-3-8-16,6-3-1 0,6-4-9 0,6 0-40 15,19-11-21-15,1 4-73 0,-17 13 2 0,-3 2-62 16,-3 5-68-16,-5 6-84 0,-8 5-312 0,-15 9-177 16</inkml:trace>
  <inkml:trace contextRef="#ctx0" brushRef="#br0" timeOffset="107733.97">16872 5228 733 0,'-31'35'707'15,"7"-8"-164"-15,3-8-101 0,6-3-70 0,1-4-131 16,5 0-5-16,0-2-91 0,2-4 15 0,7-6-79 15,0 0-15-15,0 0-6 0,13-8-12 0,12-14-13 16,12-13-10-16,11-11-14 0,24-21-51 0,11-10-92 16,9-7-111-16,8-6-142 0,4-5-522 15,-1-6-545-15</inkml:trace>
</inkml:ink>
</file>

<file path=ppt/ink/ink8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1.05591" units="1/cm"/>
          <inkml:channelProperty channel="Y" name="resolution" value="2150.06567" units="1/cm"/>
          <inkml:channelProperty channel="F" name="resolution" value="0" units="1/dev"/>
          <inkml:channelProperty channel="T" name="resolution" value="1" units="1/dev"/>
        </inkml:channelProperties>
      </inkml:inkSource>
      <inkml:timestamp xml:id="ts0" timeString="2025-05-11T05:57:11.612"/>
    </inkml:context>
    <inkml:brush xml:id="br0">
      <inkml:brushProperty name="width" value="0.05292" units="cm"/>
      <inkml:brushProperty name="height" value="0.05292" units="cm"/>
      <inkml:brushProperty name="color" value="#FF0000"/>
    </inkml:brush>
  </inkml:definitions>
  <inkml:trace contextRef="#ctx0" brushRef="#br0">3973 7461 151 0,'-13'6'715'0,"1"1"-258"0,-1-3-71 0,1 1-127 16,12-5-55-16,-18 7-29 0,18-7-31 0,-13 5-32 16,13-5-26-16,0 0-6 0,-13 5-3 0,13-5 0 15,0 0-2-15,0 0 3 0,0 0 8 0,2-9 1 16,9-1-8-16,10-7-7 0,3-5 5 0,12-8-9 16,7-4 16-16,5-2-11 0,6-3-1 15,3-2-17-15,2 0 2 0,5-3-12 0,0 3-14 16,-3 0-1-16,2 2-12 0,-5 0-2 0,-2 6-7 15,-5-1 5-15,-4 5-10 0,-3 5 3 0,-11 6-9 16,-5 4-5-16,-1 1-37 0,-8 3-27 16,-1 3-65-16,-5 3 7 0,-13 4-59 0,21 0 29 15,-21 0-46-15,10 8-46 0,-10-8-44 0,2 17-78 16,-8-2-268-16,-3 5-172 0</inkml:trace>
  <inkml:trace contextRef="#ctx0" brushRef="#br0" timeOffset="549">4426 9024 524 0,'-5'8'620'0,"5"-8"-118"15,0 0-152-15,-6 9-38 0,6-9-84 0,0 0-44 16,0 0-60-16,-6 9-11 0,6-9-32 0,0 0 22 15,0 0-14-15,0 0 11 0,0 0-8 0,0 0 8 16,18-1-15-16,-5-7 4 0,8-5-12 0,7-3-9 16,5-5-8-16,9-9-7 0,4-1-10 0,0-5-11 15,1 2 43-15,2-1-59 0,2-4 39 0,2 4-51 16,-5 0 40-16,2 1-53 0,-5 2-1 0,0 4-15 16,-4 1-42-16,-9 7-49 0,-3 2-48 0,-1 2-37 15,0 1-36-15,-7 6-55 0,-1 0-45 0,-1 2-40 16,-4 5-328-16,-15 2-232 0</inkml:trace>
  <inkml:trace contextRef="#ctx0" brushRef="#br0" timeOffset="1016">4633 11004 882 0,'-5'11'843'0,"1"-2"-160"0,4-9-172 16,-4 9-149-16,4-9-68 0,0 0-66 0,13 4-48 15,3-10-39-15,5-7-31 0,7-4-19 0,12-13-20 16,4-5-17-16,4-2-8 0,8-8-61 0,16-16-40 16,2 0-42-16,6-3-44 0,1 0-61 0,1-4-25 15,5 3-126-15,1-1-121 0,-2 3-388 0,-5-1-462 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a:t>
            </a:fld>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 name="Google Shape;4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 name="Google Shape;5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 name="Google Shape;5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3" name="Google Shape;6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64" name="Google Shape;64;p4:notes"/>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2990467e5a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 name="Google Shape;71;g12990467e5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12990467e5a_0_3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 name="Google Shape;79;g12990467e5a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 name="Google Shape;5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4888338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2990467e5a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 name="Google Shape;71;g12990467e5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7045427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4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 name="Google Shape;85;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28"/>
          <p:cNvSpPr txBox="1">
            <a:spLocks noGrp="1"/>
          </p:cNvSpPr>
          <p:nvPr>
            <p:ph type="ctrTitle"/>
          </p:nvPr>
        </p:nvSpPr>
        <p:spPr>
          <a:xfrm>
            <a:off x="914400" y="2130426"/>
            <a:ext cx="10363200" cy="1470025"/>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1pPr>
            <a:lvl2pPr marR="0" lvl="1"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2pPr>
            <a:lvl3pPr marR="0" lvl="2"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3pPr>
            <a:lvl4pPr marR="0" lvl="3"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4pPr>
            <a:lvl5pPr marR="0" lvl="4"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5pPr>
            <a:lvl6pPr marR="0" lvl="5"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6pPr>
            <a:lvl7pPr marR="0" lvl="6"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7pPr>
            <a:lvl8pPr marR="0" lvl="7"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8pPr>
            <a:lvl9pPr marR="0" lvl="8"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9pPr>
          </a:lstStyle>
          <a:p>
            <a:endParaRPr/>
          </a:p>
        </p:txBody>
      </p:sp>
      <p:sp>
        <p:nvSpPr>
          <p:cNvPr id="19" name="Google Shape;19;p28"/>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Autofit/>
          </a:bodyPr>
          <a:lstStyle>
            <a:lvl1pPr marR="0" lvl="0" algn="ctr">
              <a:lnSpc>
                <a:spcPct val="100000"/>
              </a:lnSpc>
              <a:spcBef>
                <a:spcPts val="640"/>
              </a:spcBef>
              <a:spcAft>
                <a:spcPts val="0"/>
              </a:spcAft>
              <a:buClr>
                <a:srgbClr val="888888"/>
              </a:buClr>
              <a:buSzPts val="3200"/>
              <a:buFont typeface="Arial"/>
              <a:buNone/>
              <a:defRPr sz="3200" b="0" i="0" u="none" strike="noStrike" cap="none">
                <a:solidFill>
                  <a:srgbClr val="888888"/>
                </a:solidFill>
                <a:latin typeface="Candara"/>
                <a:ea typeface="Candara"/>
                <a:cs typeface="Candara"/>
                <a:sym typeface="Candara"/>
              </a:defRPr>
            </a:lvl1pPr>
            <a:lvl2pPr marR="0" lvl="1" algn="ctr">
              <a:lnSpc>
                <a:spcPct val="100000"/>
              </a:lnSpc>
              <a:spcBef>
                <a:spcPts val="560"/>
              </a:spcBef>
              <a:spcAft>
                <a:spcPts val="0"/>
              </a:spcAft>
              <a:buClr>
                <a:srgbClr val="888888"/>
              </a:buClr>
              <a:buSzPts val="2800"/>
              <a:buFont typeface="Arial"/>
              <a:buNone/>
              <a:defRPr sz="2800" b="0" i="0" u="none" strike="noStrike" cap="none">
                <a:solidFill>
                  <a:srgbClr val="888888"/>
                </a:solidFill>
                <a:latin typeface="Candara"/>
                <a:ea typeface="Candara"/>
                <a:cs typeface="Candara"/>
                <a:sym typeface="Candara"/>
              </a:defRPr>
            </a:lvl2pPr>
            <a:lvl3pPr marR="0" lvl="2" algn="ctr">
              <a:lnSpc>
                <a:spcPct val="100000"/>
              </a:lnSpc>
              <a:spcBef>
                <a:spcPts val="480"/>
              </a:spcBef>
              <a:spcAft>
                <a:spcPts val="0"/>
              </a:spcAft>
              <a:buClr>
                <a:srgbClr val="888888"/>
              </a:buClr>
              <a:buSzPts val="2400"/>
              <a:buFont typeface="Arial"/>
              <a:buNone/>
              <a:defRPr sz="2400" b="0" i="0" u="none" strike="noStrike" cap="none">
                <a:solidFill>
                  <a:srgbClr val="888888"/>
                </a:solidFill>
                <a:latin typeface="Candara"/>
                <a:ea typeface="Candara"/>
                <a:cs typeface="Candara"/>
                <a:sym typeface="Candara"/>
              </a:defRPr>
            </a:lvl3pPr>
            <a:lvl4pPr marR="0" lvl="3"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ndara"/>
                <a:ea typeface="Candara"/>
                <a:cs typeface="Candara"/>
                <a:sym typeface="Candara"/>
              </a:defRPr>
            </a:lvl4pPr>
            <a:lvl5pPr marR="0" lvl="4"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ndara"/>
                <a:ea typeface="Candara"/>
                <a:cs typeface="Candara"/>
                <a:sym typeface="Candara"/>
              </a:defRPr>
            </a:lvl5pPr>
            <a:lvl6pPr marR="0" lvl="5"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20" name="Google Shape;20;p28"/>
          <p:cNvSpPr txBox="1">
            <a:spLocks noGrp="1"/>
          </p:cNvSpPr>
          <p:nvPr>
            <p:ph type="dt" idx="10"/>
          </p:nvPr>
        </p:nvSpPr>
        <p:spPr>
          <a:xfrm>
            <a:off x="609600" y="6356350"/>
            <a:ext cx="2844800" cy="365125"/>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SzPts val="1400"/>
              <a:buNone/>
              <a:defRPr sz="1800" b="0" i="0" u="none">
                <a:solidFill>
                  <a:schemeClr val="dk1"/>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1" name="Google Shape;21;p28"/>
          <p:cNvSpPr txBox="1">
            <a:spLocks noGrp="1"/>
          </p:cNvSpPr>
          <p:nvPr>
            <p:ph type="ftr" idx="11"/>
          </p:nvPr>
        </p:nvSpPr>
        <p:spPr>
          <a:xfrm>
            <a:off x="4165600" y="6356350"/>
            <a:ext cx="3860800" cy="365125"/>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1400" b="0" i="0" u="none">
                <a:solidFill>
                  <a:srgbClr val="595959"/>
                </a:solidFill>
                <a:latin typeface="Candara"/>
                <a:ea typeface="Candara"/>
                <a:cs typeface="Candara"/>
                <a:sym typeface="Candara"/>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2" name="Google Shape;22;p28"/>
          <p:cNvSpPr txBox="1">
            <a:spLocks noGrp="1"/>
          </p:cNvSpPr>
          <p:nvPr>
            <p:ph type="sldNum" idx="12"/>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1pPr>
            <a:lvl2pPr marL="0" marR="0" lvl="1"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2pPr>
            <a:lvl3pPr marL="0" marR="0" lvl="2"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3pPr>
            <a:lvl4pPr marL="0" marR="0" lvl="3"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4pPr>
            <a:lvl5pPr marL="0" marR="0" lvl="4"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5pPr>
            <a:lvl6pPr marL="0" marR="0" lvl="5"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6pPr>
            <a:lvl7pPr marL="0" marR="0" lvl="6"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7pPr>
            <a:lvl8pPr marL="0" marR="0" lvl="7"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8pPr>
            <a:lvl9pPr marL="0" marR="0" lvl="8"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9pPr>
          </a:lstStyle>
          <a:p>
            <a:pPr marL="0" lvl="0" indent="0" algn="ct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3"/>
        <p:cNvGrpSpPr/>
        <p:nvPr/>
      </p:nvGrpSpPr>
      <p:grpSpPr>
        <a:xfrm>
          <a:off x="0" y="0"/>
          <a:ext cx="0" cy="0"/>
          <a:chOff x="0" y="0"/>
          <a:chExt cx="0" cy="0"/>
        </a:xfrm>
      </p:grpSpPr>
      <p:sp>
        <p:nvSpPr>
          <p:cNvPr id="24" name="Google Shape;24;p46"/>
          <p:cNvSpPr txBox="1">
            <a:spLocks noGrp="1"/>
          </p:cNvSpPr>
          <p:nvPr>
            <p:ph type="body" idx="1"/>
          </p:nvPr>
        </p:nvSpPr>
        <p:spPr>
          <a:xfrm>
            <a:off x="622300" y="1160003"/>
            <a:ext cx="10947400" cy="2263006"/>
          </a:xfrm>
          <a:prstGeom prst="rect">
            <a:avLst/>
          </a:prstGeom>
          <a:noFill/>
          <a:ln>
            <a:noFill/>
          </a:ln>
        </p:spPr>
        <p:txBody>
          <a:bodyPr spcFirstLastPara="1" wrap="square" lIns="16925" tIns="16925" rIns="16925" bIns="16925" anchor="t" anchorCtr="0">
            <a:spAutoFit/>
          </a:bodyPr>
          <a:lstStyle>
            <a:lvl1pPr marL="457200" lvl="0" indent="-431800" algn="l">
              <a:lnSpc>
                <a:spcPct val="100000"/>
              </a:lnSpc>
              <a:spcBef>
                <a:spcPts val="640"/>
              </a:spcBef>
              <a:spcAft>
                <a:spcPts val="0"/>
              </a:spcAft>
              <a:buSzPts val="3200"/>
              <a:buChar char="•"/>
              <a:defRPr/>
            </a:lvl1pPr>
            <a:lvl2pPr marL="914400" lvl="1" indent="-406400" algn="l">
              <a:lnSpc>
                <a:spcPct val="100000"/>
              </a:lnSpc>
              <a:spcBef>
                <a:spcPts val="560"/>
              </a:spcBef>
              <a:spcAft>
                <a:spcPts val="0"/>
              </a:spcAft>
              <a:buSzPts val="2800"/>
              <a:buChar char="–"/>
              <a:defRPr/>
            </a:lvl2pPr>
            <a:lvl3pPr marL="1371600" lvl="2" indent="-381000" algn="l">
              <a:lnSpc>
                <a:spcPct val="100000"/>
              </a:lnSpc>
              <a:spcBef>
                <a:spcPts val="480"/>
              </a:spcBef>
              <a:spcAft>
                <a:spcPts val="0"/>
              </a:spcAft>
              <a:buClr>
                <a:srgbClr val="A5A5A5"/>
              </a:buClr>
              <a:buSzPts val="2400"/>
              <a:buChar char="•"/>
              <a:defRPr/>
            </a:lvl3pPr>
            <a:lvl4pPr marL="1828800" lvl="3" indent="-355600" algn="l">
              <a:lnSpc>
                <a:spcPct val="100000"/>
              </a:lnSpc>
              <a:spcBef>
                <a:spcPts val="400"/>
              </a:spcBef>
              <a:spcAft>
                <a:spcPts val="0"/>
              </a:spcAft>
              <a:buClr>
                <a:srgbClr val="A5A5A5"/>
              </a:buClr>
              <a:buSzPts val="2000"/>
              <a:buChar char="–"/>
              <a:defRPr/>
            </a:lvl4pPr>
            <a:lvl5pPr marL="2286000" lvl="4" indent="-355600" algn="l">
              <a:lnSpc>
                <a:spcPct val="100000"/>
              </a:lnSpc>
              <a:spcBef>
                <a:spcPts val="400"/>
              </a:spcBef>
              <a:spcAft>
                <a:spcPts val="0"/>
              </a:spcAft>
              <a:buClr>
                <a:srgbClr val="A5A5A5"/>
              </a:buClr>
              <a:buSzPts val="2000"/>
              <a:buChar char="»"/>
              <a:defRPr/>
            </a:lvl5pPr>
            <a:lvl6pPr marL="2743200" lvl="5" indent="-355600" algn="l">
              <a:lnSpc>
                <a:spcPct val="100000"/>
              </a:lnSpc>
              <a:spcBef>
                <a:spcPts val="400"/>
              </a:spcBef>
              <a:spcAft>
                <a:spcPts val="0"/>
              </a:spcAft>
              <a:buSzPts val="2000"/>
              <a:buChar char="•"/>
              <a:defRPr/>
            </a:lvl6pPr>
            <a:lvl7pPr marL="3200400" lvl="6" indent="-355600" algn="l">
              <a:lnSpc>
                <a:spcPct val="100000"/>
              </a:lnSpc>
              <a:spcBef>
                <a:spcPts val="400"/>
              </a:spcBef>
              <a:spcAft>
                <a:spcPts val="0"/>
              </a:spcAft>
              <a:buSzPts val="2000"/>
              <a:buChar char="•"/>
              <a:defRPr/>
            </a:lvl7pPr>
            <a:lvl8pPr marL="3657600" lvl="7" indent="-355600" algn="l">
              <a:lnSpc>
                <a:spcPct val="100000"/>
              </a:lnSpc>
              <a:spcBef>
                <a:spcPts val="400"/>
              </a:spcBef>
              <a:spcAft>
                <a:spcPts val="0"/>
              </a:spcAft>
              <a:buSzPts val="2000"/>
              <a:buChar char="•"/>
              <a:defRPr/>
            </a:lvl8pPr>
            <a:lvl9pPr marL="4114800" lvl="8" indent="-355600" algn="l">
              <a:lnSpc>
                <a:spcPct val="100000"/>
              </a:lnSpc>
              <a:spcBef>
                <a:spcPts val="400"/>
              </a:spcBef>
              <a:spcAft>
                <a:spcPts val="0"/>
              </a:spcAft>
              <a:buSzPts val="2000"/>
              <a:buChar char="•"/>
              <a:defRPr/>
            </a:lvl9pPr>
          </a:lstStyle>
          <a:p>
            <a:endParaRPr/>
          </a:p>
        </p:txBody>
      </p:sp>
      <p:cxnSp>
        <p:nvCxnSpPr>
          <p:cNvPr id="25" name="Google Shape;25;p46"/>
          <p:cNvCxnSpPr/>
          <p:nvPr/>
        </p:nvCxnSpPr>
        <p:spPr>
          <a:xfrm>
            <a:off x="622300" y="1143000"/>
            <a:ext cx="10947400" cy="0"/>
          </a:xfrm>
          <a:prstGeom prst="straightConnector1">
            <a:avLst/>
          </a:prstGeom>
          <a:noFill/>
          <a:ln w="28575" cap="flat" cmpd="sng">
            <a:solidFill>
              <a:srgbClr val="095A82"/>
            </a:solidFill>
            <a:prstDash val="solid"/>
            <a:round/>
            <a:headEnd type="none" w="sm" len="sm"/>
            <a:tailEnd type="none" w="sm" len="sm"/>
          </a:ln>
        </p:spPr>
      </p:cxnSp>
      <p:sp>
        <p:nvSpPr>
          <p:cNvPr id="26" name="Google Shape;26;p46"/>
          <p:cNvSpPr txBox="1">
            <a:spLocks noGrp="1"/>
          </p:cNvSpPr>
          <p:nvPr>
            <p:ph type="title"/>
          </p:nvPr>
        </p:nvSpPr>
        <p:spPr>
          <a:xfrm>
            <a:off x="622300" y="457202"/>
            <a:ext cx="10947400" cy="497415"/>
          </a:xfrm>
          <a:prstGeom prst="rect">
            <a:avLst/>
          </a:prstGeom>
          <a:noFill/>
          <a:ln>
            <a:noFill/>
          </a:ln>
        </p:spPr>
        <p:txBody>
          <a:bodyPr spcFirstLastPara="1" wrap="square" lIns="16925" tIns="16925" rIns="16925" bIns="16925" anchor="t" anchorCtr="0">
            <a:noAutofit/>
          </a:bodyPr>
          <a:lstStyle>
            <a:lvl1pPr lvl="0" algn="l">
              <a:lnSpc>
                <a:spcPct val="100000"/>
              </a:lnSpc>
              <a:spcBef>
                <a:spcPts val="0"/>
              </a:spcBef>
              <a:spcAft>
                <a:spcPts val="0"/>
              </a:spcAft>
              <a:buSzPts val="1400"/>
              <a:buNone/>
              <a:defRPr>
                <a:solidFill>
                  <a:srgbClr val="095A8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7"/>
        <p:cNvGrpSpPr/>
        <p:nvPr/>
      </p:nvGrpSpPr>
      <p:grpSpPr>
        <a:xfrm>
          <a:off x="0" y="0"/>
          <a:ext cx="0" cy="0"/>
          <a:chOff x="0" y="0"/>
          <a:chExt cx="0" cy="0"/>
        </a:xfrm>
      </p:grpSpPr>
      <p:sp>
        <p:nvSpPr>
          <p:cNvPr id="28" name="Google Shape;28;p37"/>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Autofit/>
          </a:bodyPr>
          <a:lstStyle>
            <a:lvl1pPr marR="0" lvl="0" algn="l">
              <a:lnSpc>
                <a:spcPct val="100000"/>
              </a:lnSpc>
              <a:spcBef>
                <a:spcPts val="0"/>
              </a:spcBef>
              <a:spcAft>
                <a:spcPts val="0"/>
              </a:spcAft>
              <a:buSzPts val="1400"/>
              <a:buNone/>
              <a:defRPr sz="2000" b="1" i="0" u="none" strike="noStrike" cap="none">
                <a:solidFill>
                  <a:schemeClr val="dk1"/>
                </a:solidFill>
                <a:latin typeface="Corbel"/>
                <a:ea typeface="Corbel"/>
                <a:cs typeface="Corbel"/>
                <a:sym typeface="Corbel"/>
              </a:defRPr>
            </a:lvl1pPr>
            <a:lvl2pPr marR="0" lvl="1"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2pPr>
            <a:lvl3pPr marR="0" lvl="2"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3pPr>
            <a:lvl4pPr marR="0" lvl="3"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4pPr>
            <a:lvl5pPr marR="0" lvl="4"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5pPr>
            <a:lvl6pPr marR="0" lvl="5"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6pPr>
            <a:lvl7pPr marR="0" lvl="6"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7pPr>
            <a:lvl8pPr marR="0" lvl="7"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8pPr>
            <a:lvl9pPr marR="0" lvl="8"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9pPr>
          </a:lstStyle>
          <a:p>
            <a:endParaRPr/>
          </a:p>
        </p:txBody>
      </p:sp>
      <p:sp>
        <p:nvSpPr>
          <p:cNvPr id="29" name="Google Shape;29;p37"/>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Autofit/>
          </a:bodyPr>
          <a:lstStyle>
            <a:lvl1pPr marL="457200" marR="0" lvl="0" indent="-431800" algn="l">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ndara"/>
                <a:ea typeface="Candara"/>
                <a:cs typeface="Candara"/>
                <a:sym typeface="Candara"/>
              </a:defRPr>
            </a:lvl1pPr>
            <a:lvl2pPr marL="914400" marR="0" lvl="1" indent="-406400" algn="l">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ndara"/>
                <a:ea typeface="Candara"/>
                <a:cs typeface="Candara"/>
                <a:sym typeface="Candara"/>
              </a:defRPr>
            </a:lvl2pPr>
            <a:lvl3pPr marL="1371600" marR="0" lvl="2" indent="-381000" algn="l">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ndara"/>
                <a:ea typeface="Candara"/>
                <a:cs typeface="Candara"/>
                <a:sym typeface="Candara"/>
              </a:defRPr>
            </a:lvl3pPr>
            <a:lvl4pPr marL="1828800" marR="0" lvl="3"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ndara"/>
                <a:ea typeface="Candara"/>
                <a:cs typeface="Candara"/>
                <a:sym typeface="Candara"/>
              </a:defRPr>
            </a:lvl4pPr>
            <a:lvl5pPr marL="2286000" marR="0" lvl="4"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ndara"/>
                <a:ea typeface="Candara"/>
                <a:cs typeface="Candara"/>
                <a:sym typeface="Candara"/>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0" name="Google Shape;30;p37"/>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280"/>
              </a:spcBef>
              <a:spcAft>
                <a:spcPts val="0"/>
              </a:spcAft>
              <a:buClr>
                <a:schemeClr val="dk1"/>
              </a:buClr>
              <a:buSzPts val="1400"/>
              <a:buFont typeface="Arial"/>
              <a:buNone/>
              <a:defRPr sz="1400" b="0" i="0" u="none" strike="noStrike" cap="none">
                <a:solidFill>
                  <a:schemeClr val="dk1"/>
                </a:solidFill>
                <a:latin typeface="Candara"/>
                <a:ea typeface="Candara"/>
                <a:cs typeface="Candara"/>
                <a:sym typeface="Candara"/>
              </a:defRPr>
            </a:lvl1pPr>
            <a:lvl2pPr marL="914400" marR="0" lvl="1" indent="-228600" algn="l">
              <a:lnSpc>
                <a:spcPct val="100000"/>
              </a:lnSpc>
              <a:spcBef>
                <a:spcPts val="240"/>
              </a:spcBef>
              <a:spcAft>
                <a:spcPts val="0"/>
              </a:spcAft>
              <a:buClr>
                <a:schemeClr val="dk1"/>
              </a:buClr>
              <a:buSzPts val="1200"/>
              <a:buFont typeface="Arial"/>
              <a:buNone/>
              <a:defRPr sz="1200" b="0" i="0" u="none" strike="noStrike" cap="none">
                <a:solidFill>
                  <a:schemeClr val="dk1"/>
                </a:solidFill>
                <a:latin typeface="Candara"/>
                <a:ea typeface="Candara"/>
                <a:cs typeface="Candara"/>
                <a:sym typeface="Candara"/>
              </a:defRPr>
            </a:lvl2pPr>
            <a:lvl3pPr marL="1371600" marR="0" lvl="2" indent="-228600" algn="l">
              <a:lnSpc>
                <a:spcPct val="100000"/>
              </a:lnSpc>
              <a:spcBef>
                <a:spcPts val="200"/>
              </a:spcBef>
              <a:spcAft>
                <a:spcPts val="0"/>
              </a:spcAft>
              <a:buClr>
                <a:schemeClr val="dk1"/>
              </a:buClr>
              <a:buSzPts val="1000"/>
              <a:buFont typeface="Arial"/>
              <a:buNone/>
              <a:defRPr sz="1000" b="0" i="0" u="none" strike="noStrike" cap="none">
                <a:solidFill>
                  <a:schemeClr val="dk1"/>
                </a:solidFill>
                <a:latin typeface="Candara"/>
                <a:ea typeface="Candara"/>
                <a:cs typeface="Candara"/>
                <a:sym typeface="Candara"/>
              </a:defRPr>
            </a:lvl3pPr>
            <a:lvl4pPr marL="1828800" marR="0" lvl="3"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ndara"/>
                <a:ea typeface="Candara"/>
                <a:cs typeface="Candara"/>
                <a:sym typeface="Candara"/>
              </a:defRPr>
            </a:lvl4pPr>
            <a:lvl5pPr marL="2286000" marR="0" lvl="4"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ndara"/>
                <a:ea typeface="Candara"/>
                <a:cs typeface="Candara"/>
                <a:sym typeface="Candara"/>
              </a:defRPr>
            </a:lvl5pPr>
            <a:lvl6pPr marL="2743200" marR="0" lvl="5"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31" name="Google Shape;31;p37"/>
          <p:cNvSpPr txBox="1">
            <a:spLocks noGrp="1"/>
          </p:cNvSpPr>
          <p:nvPr>
            <p:ph type="dt" idx="10"/>
          </p:nvPr>
        </p:nvSpPr>
        <p:spPr>
          <a:xfrm>
            <a:off x="609600" y="6356350"/>
            <a:ext cx="2844800" cy="365125"/>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SzPts val="1400"/>
              <a:buNone/>
              <a:defRPr sz="1800" b="0" i="0" u="none">
                <a:solidFill>
                  <a:schemeClr val="dk1"/>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2" name="Google Shape;32;p37"/>
          <p:cNvSpPr txBox="1">
            <a:spLocks noGrp="1"/>
          </p:cNvSpPr>
          <p:nvPr>
            <p:ph type="ftr" idx="11"/>
          </p:nvPr>
        </p:nvSpPr>
        <p:spPr>
          <a:xfrm>
            <a:off x="4165600" y="6356350"/>
            <a:ext cx="3860800" cy="365125"/>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1400" b="0" i="0" u="none">
                <a:solidFill>
                  <a:srgbClr val="595959"/>
                </a:solidFill>
                <a:latin typeface="Candara"/>
                <a:ea typeface="Candara"/>
                <a:cs typeface="Candara"/>
                <a:sym typeface="Candara"/>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3" name="Google Shape;33;p37"/>
          <p:cNvSpPr txBox="1">
            <a:spLocks noGrp="1"/>
          </p:cNvSpPr>
          <p:nvPr>
            <p:ph type="sldNum" idx="12"/>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1pPr>
            <a:lvl2pPr marL="0" marR="0" lvl="1"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2pPr>
            <a:lvl3pPr marL="0" marR="0" lvl="2"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3pPr>
            <a:lvl4pPr marL="0" marR="0" lvl="3"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4pPr>
            <a:lvl5pPr marL="0" marR="0" lvl="4"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5pPr>
            <a:lvl6pPr marL="0" marR="0" lvl="5"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6pPr>
            <a:lvl7pPr marL="0" marR="0" lvl="6"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7pPr>
            <a:lvl8pPr marL="0" marR="0" lvl="7"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8pPr>
            <a:lvl9pPr marL="0" marR="0" lvl="8"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9pPr>
          </a:lstStyle>
          <a:p>
            <a:pPr marL="0" lvl="0" indent="0" algn="ct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4"/>
        <p:cNvGrpSpPr/>
        <p:nvPr/>
      </p:nvGrpSpPr>
      <p:grpSpPr>
        <a:xfrm>
          <a:off x="0" y="0"/>
          <a:ext cx="0" cy="0"/>
          <a:chOff x="0" y="0"/>
          <a:chExt cx="0" cy="0"/>
        </a:xfrm>
      </p:grpSpPr>
      <p:sp>
        <p:nvSpPr>
          <p:cNvPr id="35" name="Google Shape;35;p38"/>
          <p:cNvSpPr txBox="1">
            <a:spLocks noGrp="1"/>
          </p:cNvSpPr>
          <p:nvPr>
            <p:ph type="title"/>
          </p:nvPr>
        </p:nvSpPr>
        <p:spPr>
          <a:xfrm>
            <a:off x="609600" y="274637"/>
            <a:ext cx="10972800" cy="1143000"/>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1pPr>
            <a:lvl2pPr marR="0" lvl="1"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2pPr>
            <a:lvl3pPr marR="0" lvl="2"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3pPr>
            <a:lvl4pPr marR="0" lvl="3"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4pPr>
            <a:lvl5pPr marR="0" lvl="4"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5pPr>
            <a:lvl6pPr marR="0" lvl="5"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6pPr>
            <a:lvl7pPr marR="0" lvl="6"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7pPr>
            <a:lvl8pPr marR="0" lvl="7"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8pPr>
            <a:lvl9pPr marR="0" lvl="8"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9pPr>
          </a:lstStyle>
          <a:p>
            <a:endParaRPr/>
          </a:p>
        </p:txBody>
      </p:sp>
      <p:sp>
        <p:nvSpPr>
          <p:cNvPr id="36" name="Google Shape;36;p38"/>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Autofit/>
          </a:bodyPr>
          <a:lstStyle>
            <a:lvl1pPr marL="457200" marR="0" lvl="0" indent="-228600" algn="l">
              <a:lnSpc>
                <a:spcPct val="100000"/>
              </a:lnSpc>
              <a:spcBef>
                <a:spcPts val="480"/>
              </a:spcBef>
              <a:spcAft>
                <a:spcPts val="0"/>
              </a:spcAft>
              <a:buClr>
                <a:schemeClr val="dk1"/>
              </a:buClr>
              <a:buSzPts val="2400"/>
              <a:buFont typeface="Arial"/>
              <a:buNone/>
              <a:defRPr sz="2400" b="1" i="0" u="none" strike="noStrike" cap="none">
                <a:solidFill>
                  <a:schemeClr val="dk1"/>
                </a:solidFill>
                <a:latin typeface="Candara"/>
                <a:ea typeface="Candara"/>
                <a:cs typeface="Candara"/>
                <a:sym typeface="Candara"/>
              </a:defRPr>
            </a:lvl1pPr>
            <a:lvl2pPr marL="914400" marR="0" lvl="1" indent="-228600" algn="l">
              <a:lnSpc>
                <a:spcPct val="100000"/>
              </a:lnSpc>
              <a:spcBef>
                <a:spcPts val="400"/>
              </a:spcBef>
              <a:spcAft>
                <a:spcPts val="0"/>
              </a:spcAft>
              <a:buClr>
                <a:schemeClr val="dk1"/>
              </a:buClr>
              <a:buSzPts val="2000"/>
              <a:buFont typeface="Arial"/>
              <a:buNone/>
              <a:defRPr sz="2000" b="1" i="0" u="none" strike="noStrike" cap="none">
                <a:solidFill>
                  <a:schemeClr val="dk1"/>
                </a:solidFill>
                <a:latin typeface="Candara"/>
                <a:ea typeface="Candara"/>
                <a:cs typeface="Candara"/>
                <a:sym typeface="Candara"/>
              </a:defRPr>
            </a:lvl2pPr>
            <a:lvl3pPr marL="1371600" marR="0" lvl="2" indent="-228600" algn="l">
              <a:lnSpc>
                <a:spcPct val="100000"/>
              </a:lnSpc>
              <a:spcBef>
                <a:spcPts val="360"/>
              </a:spcBef>
              <a:spcAft>
                <a:spcPts val="0"/>
              </a:spcAft>
              <a:buClr>
                <a:schemeClr val="dk1"/>
              </a:buClr>
              <a:buSzPts val="1800"/>
              <a:buFont typeface="Arial"/>
              <a:buNone/>
              <a:defRPr sz="1800" b="1" i="0" u="none" strike="noStrike" cap="none">
                <a:solidFill>
                  <a:schemeClr val="dk1"/>
                </a:solidFill>
                <a:latin typeface="Candara"/>
                <a:ea typeface="Candara"/>
                <a:cs typeface="Candara"/>
                <a:sym typeface="Candara"/>
              </a:defRPr>
            </a:lvl3pPr>
            <a:lvl4pPr marL="1828800" marR="0" lvl="3"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ndara"/>
                <a:ea typeface="Candara"/>
                <a:cs typeface="Candara"/>
                <a:sym typeface="Candara"/>
              </a:defRPr>
            </a:lvl4pPr>
            <a:lvl5pPr marL="2286000" marR="0" lvl="4"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ndara"/>
                <a:ea typeface="Candara"/>
                <a:cs typeface="Candara"/>
                <a:sym typeface="Candara"/>
              </a:defRPr>
            </a:lvl5pPr>
            <a:lvl6pPr marL="2743200" marR="0" lvl="5"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37" name="Google Shape;37;p38"/>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Autofit/>
          </a:bodyPr>
          <a:lstStyle>
            <a:lvl1pPr marL="457200" marR="0" lvl="0" indent="-381000" algn="l">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ndara"/>
                <a:ea typeface="Candara"/>
                <a:cs typeface="Candara"/>
                <a:sym typeface="Candara"/>
              </a:defRPr>
            </a:lvl1pPr>
            <a:lvl2pPr marL="914400" marR="0" lvl="1"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ndara"/>
                <a:ea typeface="Candara"/>
                <a:cs typeface="Candara"/>
                <a:sym typeface="Candara"/>
              </a:defRPr>
            </a:lvl2pPr>
            <a:lvl3pPr marL="1371600" marR="0" lvl="2"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ndara"/>
                <a:ea typeface="Candara"/>
                <a:cs typeface="Candara"/>
                <a:sym typeface="Candara"/>
              </a:defRPr>
            </a:lvl3pPr>
            <a:lvl4pPr marL="1828800" marR="0" lvl="3"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ndara"/>
                <a:ea typeface="Candara"/>
                <a:cs typeface="Candara"/>
                <a:sym typeface="Candara"/>
              </a:defRPr>
            </a:lvl4pPr>
            <a:lvl5pPr marL="2286000" marR="0" lvl="4"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ndara"/>
                <a:ea typeface="Candara"/>
                <a:cs typeface="Candara"/>
                <a:sym typeface="Candara"/>
              </a:defRPr>
            </a:lvl5pPr>
            <a:lvl6pPr marL="2743200" marR="0" lvl="5"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38" name="Google Shape;38;p38"/>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Autofit/>
          </a:bodyPr>
          <a:lstStyle>
            <a:lvl1pPr marL="457200" marR="0" lvl="0" indent="-228600" algn="l">
              <a:lnSpc>
                <a:spcPct val="100000"/>
              </a:lnSpc>
              <a:spcBef>
                <a:spcPts val="480"/>
              </a:spcBef>
              <a:spcAft>
                <a:spcPts val="0"/>
              </a:spcAft>
              <a:buClr>
                <a:schemeClr val="dk1"/>
              </a:buClr>
              <a:buSzPts val="2400"/>
              <a:buFont typeface="Arial"/>
              <a:buNone/>
              <a:defRPr sz="2400" b="1" i="0" u="none" strike="noStrike" cap="none">
                <a:solidFill>
                  <a:schemeClr val="dk1"/>
                </a:solidFill>
                <a:latin typeface="Candara"/>
                <a:ea typeface="Candara"/>
                <a:cs typeface="Candara"/>
                <a:sym typeface="Candara"/>
              </a:defRPr>
            </a:lvl1pPr>
            <a:lvl2pPr marL="914400" marR="0" lvl="1" indent="-228600" algn="l">
              <a:lnSpc>
                <a:spcPct val="100000"/>
              </a:lnSpc>
              <a:spcBef>
                <a:spcPts val="400"/>
              </a:spcBef>
              <a:spcAft>
                <a:spcPts val="0"/>
              </a:spcAft>
              <a:buClr>
                <a:schemeClr val="dk1"/>
              </a:buClr>
              <a:buSzPts val="2000"/>
              <a:buFont typeface="Arial"/>
              <a:buNone/>
              <a:defRPr sz="2000" b="1" i="0" u="none" strike="noStrike" cap="none">
                <a:solidFill>
                  <a:schemeClr val="dk1"/>
                </a:solidFill>
                <a:latin typeface="Candara"/>
                <a:ea typeface="Candara"/>
                <a:cs typeface="Candara"/>
                <a:sym typeface="Candara"/>
              </a:defRPr>
            </a:lvl2pPr>
            <a:lvl3pPr marL="1371600" marR="0" lvl="2" indent="-228600" algn="l">
              <a:lnSpc>
                <a:spcPct val="100000"/>
              </a:lnSpc>
              <a:spcBef>
                <a:spcPts val="360"/>
              </a:spcBef>
              <a:spcAft>
                <a:spcPts val="0"/>
              </a:spcAft>
              <a:buClr>
                <a:schemeClr val="dk1"/>
              </a:buClr>
              <a:buSzPts val="1800"/>
              <a:buFont typeface="Arial"/>
              <a:buNone/>
              <a:defRPr sz="1800" b="1" i="0" u="none" strike="noStrike" cap="none">
                <a:solidFill>
                  <a:schemeClr val="dk1"/>
                </a:solidFill>
                <a:latin typeface="Candara"/>
                <a:ea typeface="Candara"/>
                <a:cs typeface="Candara"/>
                <a:sym typeface="Candara"/>
              </a:defRPr>
            </a:lvl3pPr>
            <a:lvl4pPr marL="1828800" marR="0" lvl="3"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ndara"/>
                <a:ea typeface="Candara"/>
                <a:cs typeface="Candara"/>
                <a:sym typeface="Candara"/>
              </a:defRPr>
            </a:lvl4pPr>
            <a:lvl5pPr marL="2286000" marR="0" lvl="4"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ndara"/>
                <a:ea typeface="Candara"/>
                <a:cs typeface="Candara"/>
                <a:sym typeface="Candara"/>
              </a:defRPr>
            </a:lvl5pPr>
            <a:lvl6pPr marL="2743200" marR="0" lvl="5"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39" name="Google Shape;39;p38"/>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Autofit/>
          </a:bodyPr>
          <a:lstStyle>
            <a:lvl1pPr marL="457200" marR="0" lvl="0" indent="-381000" algn="l">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ndara"/>
                <a:ea typeface="Candara"/>
                <a:cs typeface="Candara"/>
                <a:sym typeface="Candara"/>
              </a:defRPr>
            </a:lvl1pPr>
            <a:lvl2pPr marL="914400" marR="0" lvl="1"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ndara"/>
                <a:ea typeface="Candara"/>
                <a:cs typeface="Candara"/>
                <a:sym typeface="Candara"/>
              </a:defRPr>
            </a:lvl2pPr>
            <a:lvl3pPr marL="1371600" marR="0" lvl="2"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ndara"/>
                <a:ea typeface="Candara"/>
                <a:cs typeface="Candara"/>
                <a:sym typeface="Candara"/>
              </a:defRPr>
            </a:lvl3pPr>
            <a:lvl4pPr marL="1828800" marR="0" lvl="3"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ndara"/>
                <a:ea typeface="Candara"/>
                <a:cs typeface="Candara"/>
                <a:sym typeface="Candara"/>
              </a:defRPr>
            </a:lvl4pPr>
            <a:lvl5pPr marL="2286000" marR="0" lvl="4"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ndara"/>
                <a:ea typeface="Candara"/>
                <a:cs typeface="Candara"/>
                <a:sym typeface="Candara"/>
              </a:defRPr>
            </a:lvl5pPr>
            <a:lvl6pPr marL="2743200" marR="0" lvl="5"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40" name="Google Shape;40;p38"/>
          <p:cNvSpPr txBox="1">
            <a:spLocks noGrp="1"/>
          </p:cNvSpPr>
          <p:nvPr>
            <p:ph type="dt" idx="10"/>
          </p:nvPr>
        </p:nvSpPr>
        <p:spPr>
          <a:xfrm>
            <a:off x="609600" y="6356350"/>
            <a:ext cx="2844800" cy="365125"/>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SzPts val="1400"/>
              <a:buNone/>
              <a:defRPr sz="1800" b="0" i="0" u="none">
                <a:solidFill>
                  <a:schemeClr val="dk1"/>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1" name="Google Shape;41;p38"/>
          <p:cNvSpPr txBox="1">
            <a:spLocks noGrp="1"/>
          </p:cNvSpPr>
          <p:nvPr>
            <p:ph type="ftr" idx="11"/>
          </p:nvPr>
        </p:nvSpPr>
        <p:spPr>
          <a:xfrm>
            <a:off x="4165600" y="6356350"/>
            <a:ext cx="3860800" cy="365125"/>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1400" b="0" i="0" u="none">
                <a:solidFill>
                  <a:srgbClr val="595959"/>
                </a:solidFill>
                <a:latin typeface="Candara"/>
                <a:ea typeface="Candara"/>
                <a:cs typeface="Candara"/>
                <a:sym typeface="Candara"/>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2" name="Google Shape;42;p38"/>
          <p:cNvSpPr txBox="1">
            <a:spLocks noGrp="1"/>
          </p:cNvSpPr>
          <p:nvPr>
            <p:ph type="sldNum" idx="12"/>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1pPr>
            <a:lvl2pPr marL="0" marR="0" lvl="1"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2pPr>
            <a:lvl3pPr marL="0" marR="0" lvl="2"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3pPr>
            <a:lvl4pPr marL="0" marR="0" lvl="3"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4pPr>
            <a:lvl5pPr marL="0" marR="0" lvl="4"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5pPr>
            <a:lvl6pPr marL="0" marR="0" lvl="5"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6pPr>
            <a:lvl7pPr marL="0" marR="0" lvl="6"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7pPr>
            <a:lvl8pPr marL="0" marR="0" lvl="7"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8pPr>
            <a:lvl9pPr marL="0" marR="0" lvl="8"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9pPr>
          </a:lstStyle>
          <a:p>
            <a:pPr marL="0" lvl="0" indent="0" algn="ct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7"/>
          <p:cNvSpPr txBox="1">
            <a:spLocks noGrp="1"/>
          </p:cNvSpPr>
          <p:nvPr>
            <p:ph type="title"/>
          </p:nvPr>
        </p:nvSpPr>
        <p:spPr>
          <a:xfrm>
            <a:off x="609600" y="274637"/>
            <a:ext cx="10972800" cy="11430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orbel"/>
                <a:ea typeface="Corbel"/>
                <a:cs typeface="Corbel"/>
                <a:sym typeface="Corbel"/>
              </a:defRPr>
            </a:lvl1pPr>
            <a:lvl2pPr marR="0" lvl="1" algn="l"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orbel"/>
                <a:ea typeface="Corbel"/>
                <a:cs typeface="Corbel"/>
                <a:sym typeface="Corbel"/>
              </a:defRPr>
            </a:lvl2pPr>
            <a:lvl3pPr marR="0" lvl="2" algn="l"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orbel"/>
                <a:ea typeface="Corbel"/>
                <a:cs typeface="Corbel"/>
                <a:sym typeface="Corbel"/>
              </a:defRPr>
            </a:lvl3pPr>
            <a:lvl4pPr marR="0" lvl="3" algn="l"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orbel"/>
                <a:ea typeface="Corbel"/>
                <a:cs typeface="Corbel"/>
                <a:sym typeface="Corbel"/>
              </a:defRPr>
            </a:lvl4pPr>
            <a:lvl5pPr marR="0" lvl="4" algn="l"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orbel"/>
                <a:ea typeface="Corbel"/>
                <a:cs typeface="Corbel"/>
                <a:sym typeface="Corbel"/>
              </a:defRPr>
            </a:lvl5pPr>
            <a:lvl6pPr marR="0" lvl="5" algn="l"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orbel"/>
                <a:ea typeface="Corbel"/>
                <a:cs typeface="Corbel"/>
                <a:sym typeface="Corbel"/>
              </a:defRPr>
            </a:lvl6pPr>
            <a:lvl7pPr marR="0" lvl="6" algn="l"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orbel"/>
                <a:ea typeface="Corbel"/>
                <a:cs typeface="Corbel"/>
                <a:sym typeface="Corbel"/>
              </a:defRPr>
            </a:lvl7pPr>
            <a:lvl8pPr marR="0" lvl="7" algn="l"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orbel"/>
                <a:ea typeface="Corbel"/>
                <a:cs typeface="Corbel"/>
                <a:sym typeface="Corbel"/>
              </a:defRPr>
            </a:lvl8pPr>
            <a:lvl9pPr marR="0" lvl="8" algn="l"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orbel"/>
                <a:ea typeface="Corbel"/>
                <a:cs typeface="Corbel"/>
                <a:sym typeface="Corbel"/>
              </a:defRPr>
            </a:lvl9pPr>
          </a:lstStyle>
          <a:p>
            <a:endParaRPr/>
          </a:p>
        </p:txBody>
      </p:sp>
      <p:sp>
        <p:nvSpPr>
          <p:cNvPr id="11" name="Google Shape;11;p27"/>
          <p:cNvSpPr txBox="1">
            <a:spLocks noGrp="1"/>
          </p:cNvSpPr>
          <p:nvPr>
            <p:ph type="body" idx="1"/>
          </p:nvPr>
        </p:nvSpPr>
        <p:spPr>
          <a:xfrm>
            <a:off x="609600" y="1600200"/>
            <a:ext cx="109728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ndara"/>
                <a:ea typeface="Candara"/>
                <a:cs typeface="Candara"/>
                <a:sym typeface="Candara"/>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ndara"/>
                <a:ea typeface="Candara"/>
                <a:cs typeface="Candara"/>
                <a:sym typeface="Candara"/>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ndara"/>
                <a:ea typeface="Candara"/>
                <a:cs typeface="Candara"/>
                <a:sym typeface="Candara"/>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ndara"/>
                <a:ea typeface="Candara"/>
                <a:cs typeface="Candara"/>
                <a:sym typeface="Candara"/>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ndara"/>
                <a:ea typeface="Candara"/>
                <a:cs typeface="Candara"/>
                <a:sym typeface="Candara"/>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27"/>
          <p:cNvSpPr txBox="1">
            <a:spLocks noGrp="1"/>
          </p:cNvSpPr>
          <p:nvPr>
            <p:ph type="dt" idx="10"/>
          </p:nvPr>
        </p:nvSpPr>
        <p:spPr>
          <a:xfrm>
            <a:off x="609600" y="6356350"/>
            <a:ext cx="284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7"/>
          <p:cNvSpPr txBox="1">
            <a:spLocks noGrp="1"/>
          </p:cNvSpPr>
          <p:nvPr>
            <p:ph type="ftr" idx="11"/>
          </p:nvPr>
        </p:nvSpPr>
        <p:spPr>
          <a:xfrm>
            <a:off x="4165600" y="6356350"/>
            <a:ext cx="3860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595959"/>
                </a:solidFill>
                <a:latin typeface="Candara"/>
                <a:ea typeface="Candara"/>
                <a:cs typeface="Candara"/>
                <a:sym typeface="Candar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7"/>
          <p:cNvSpPr txBox="1">
            <a:spLocks noGrp="1"/>
          </p:cNvSpPr>
          <p:nvPr>
            <p:ph type="sldNum" idx="12"/>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lvl1pPr marL="0" marR="0" lvl="0" indent="0" algn="ctr" rtl="0">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1pPr>
            <a:lvl2pPr marL="0" marR="0" lvl="1" indent="0" algn="ctr" rtl="0">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2pPr>
            <a:lvl3pPr marL="0" marR="0" lvl="2" indent="0" algn="ctr" rtl="0">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3pPr>
            <a:lvl4pPr marL="0" marR="0" lvl="3" indent="0" algn="ctr" rtl="0">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4pPr>
            <a:lvl5pPr marL="0" marR="0" lvl="4" indent="0" algn="ctr" rtl="0">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5pPr>
            <a:lvl6pPr marL="0" marR="0" lvl="5" indent="0" algn="ctr" rtl="0">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6pPr>
            <a:lvl7pPr marL="0" marR="0" lvl="6" indent="0" algn="ctr" rtl="0">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7pPr>
            <a:lvl8pPr marL="0" marR="0" lvl="7" indent="0" algn="ctr" rtl="0">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8pPr>
            <a:lvl9pPr marL="0" marR="0" lvl="8" indent="0" algn="ctr" rtl="0">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9pPr>
          </a:lstStyle>
          <a:p>
            <a:pPr marL="0" lvl="0" indent="0" algn="ctr" rtl="0">
              <a:spcBef>
                <a:spcPts val="0"/>
              </a:spcBef>
              <a:spcAft>
                <a:spcPts val="0"/>
              </a:spcAft>
              <a:buNone/>
            </a:pPr>
            <a:fld id="{00000000-1234-1234-1234-123412341234}" type="slidenum">
              <a:rPr lang="en-IN"/>
              <a:t>‹#›</a:t>
            </a:fld>
            <a:endParaRPr>
              <a:solidFill>
                <a:srgbClr val="000000"/>
              </a:solidFill>
              <a:latin typeface="Arial"/>
              <a:ea typeface="Arial"/>
              <a:cs typeface="Arial"/>
              <a:sym typeface="Arial"/>
            </a:endParaRPr>
          </a:p>
        </p:txBody>
      </p:sp>
      <p:sp>
        <p:nvSpPr>
          <p:cNvPr id="15" name="Google Shape;15;p27"/>
          <p:cNvSpPr txBox="1"/>
          <p:nvPr/>
        </p:nvSpPr>
        <p:spPr>
          <a:xfrm>
            <a:off x="0" y="0"/>
            <a:ext cx="508000" cy="685800"/>
          </a:xfrm>
          <a:prstGeom prst="rect">
            <a:avLst/>
          </a:prstGeom>
          <a:solidFill>
            <a:srgbClr val="0F75B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 name="Google Shape;16;p27"/>
          <p:cNvSpPr txBox="1"/>
          <p:nvPr/>
        </p:nvSpPr>
        <p:spPr>
          <a:xfrm>
            <a:off x="0" y="685800"/>
            <a:ext cx="508000" cy="685800"/>
          </a:xfrm>
          <a:prstGeom prst="rect">
            <a:avLst/>
          </a:prstGeom>
          <a:solidFill>
            <a:srgbClr val="25AAE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mc:AlternateContent xmlns:mc="http://schemas.openxmlformats.org/markup-compatibility/2006" xmlns:p14="http://schemas.microsoft.com/office/powerpoint/2010/main">
    <mc:Choice Requires="p14">
      <p:transition spd="slow" p14:dur="3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customXml" Target="../ink/ink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customXml" Target="../ink/ink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17" Type="http://schemas.openxmlformats.org/officeDocument/2006/relationships/image" Target="../media/image62.png"/><Relationship Id="rId21" Type="http://schemas.openxmlformats.org/officeDocument/2006/relationships/image" Target="../media/image13.png"/><Relationship Id="rId42" Type="http://schemas.openxmlformats.org/officeDocument/2006/relationships/customXml" Target="../ink/ink24.xml"/><Relationship Id="rId63" Type="http://schemas.openxmlformats.org/officeDocument/2006/relationships/image" Target="../media/image35.png"/><Relationship Id="rId84" Type="http://schemas.openxmlformats.org/officeDocument/2006/relationships/customXml" Target="../ink/ink45.xml"/><Relationship Id="rId138" Type="http://schemas.openxmlformats.org/officeDocument/2006/relationships/customXml" Target="../ink/ink72.xml"/><Relationship Id="rId159" Type="http://schemas.openxmlformats.org/officeDocument/2006/relationships/image" Target="../media/image83.png"/><Relationship Id="rId107" Type="http://schemas.openxmlformats.org/officeDocument/2006/relationships/image" Target="../media/image57.png"/><Relationship Id="rId11" Type="http://schemas.openxmlformats.org/officeDocument/2006/relationships/image" Target="../media/image7.png"/><Relationship Id="rId32" Type="http://schemas.openxmlformats.org/officeDocument/2006/relationships/customXml" Target="../ink/ink19.xml"/><Relationship Id="rId53" Type="http://schemas.openxmlformats.org/officeDocument/2006/relationships/image" Target="../media/image30.png"/><Relationship Id="rId74" Type="http://schemas.openxmlformats.org/officeDocument/2006/relationships/customXml" Target="../ink/ink40.xml"/><Relationship Id="rId128" Type="http://schemas.openxmlformats.org/officeDocument/2006/relationships/customXml" Target="../ink/ink67.xml"/><Relationship Id="rId149" Type="http://schemas.openxmlformats.org/officeDocument/2006/relationships/image" Target="../media/image78.png"/><Relationship Id="rId5" Type="http://schemas.openxmlformats.org/officeDocument/2006/relationships/image" Target="../media/image4.png"/><Relationship Id="rId95" Type="http://schemas.openxmlformats.org/officeDocument/2006/relationships/image" Target="../media/image51.png"/><Relationship Id="rId160" Type="http://schemas.openxmlformats.org/officeDocument/2006/relationships/customXml" Target="../ink/ink83.xml"/><Relationship Id="rId22" Type="http://schemas.openxmlformats.org/officeDocument/2006/relationships/customXml" Target="../ink/ink14.xml"/><Relationship Id="rId43" Type="http://schemas.openxmlformats.org/officeDocument/2006/relationships/image" Target="../media/image25.png"/><Relationship Id="rId64" Type="http://schemas.openxmlformats.org/officeDocument/2006/relationships/customXml" Target="../ink/ink35.xml"/><Relationship Id="rId118" Type="http://schemas.openxmlformats.org/officeDocument/2006/relationships/customXml" Target="../ink/ink62.xml"/><Relationship Id="rId139" Type="http://schemas.openxmlformats.org/officeDocument/2006/relationships/image" Target="../media/image73.png"/><Relationship Id="rId85" Type="http://schemas.openxmlformats.org/officeDocument/2006/relationships/image" Target="../media/image46.png"/><Relationship Id="rId150" Type="http://schemas.openxmlformats.org/officeDocument/2006/relationships/customXml" Target="../ink/ink78.xml"/><Relationship Id="rId12" Type="http://schemas.openxmlformats.org/officeDocument/2006/relationships/customXml" Target="../ink/ink9.xml"/><Relationship Id="rId17" Type="http://schemas.openxmlformats.org/officeDocument/2006/relationships/image" Target="../media/image10.png"/><Relationship Id="rId33" Type="http://schemas.openxmlformats.org/officeDocument/2006/relationships/image" Target="../media/image19.png"/><Relationship Id="rId38" Type="http://schemas.openxmlformats.org/officeDocument/2006/relationships/customXml" Target="../ink/ink22.xml"/><Relationship Id="rId59" Type="http://schemas.openxmlformats.org/officeDocument/2006/relationships/image" Target="../media/image33.png"/><Relationship Id="rId103" Type="http://schemas.openxmlformats.org/officeDocument/2006/relationships/image" Target="../media/image55.png"/><Relationship Id="rId108" Type="http://schemas.openxmlformats.org/officeDocument/2006/relationships/customXml" Target="../ink/ink57.xml"/><Relationship Id="rId124" Type="http://schemas.openxmlformats.org/officeDocument/2006/relationships/customXml" Target="../ink/ink65.xml"/><Relationship Id="rId129" Type="http://schemas.openxmlformats.org/officeDocument/2006/relationships/image" Target="../media/image68.png"/><Relationship Id="rId54" Type="http://schemas.openxmlformats.org/officeDocument/2006/relationships/customXml" Target="../ink/ink30.xml"/><Relationship Id="rId70" Type="http://schemas.openxmlformats.org/officeDocument/2006/relationships/customXml" Target="../ink/ink38.xml"/><Relationship Id="rId75" Type="http://schemas.openxmlformats.org/officeDocument/2006/relationships/image" Target="../media/image41.png"/><Relationship Id="rId91" Type="http://schemas.openxmlformats.org/officeDocument/2006/relationships/image" Target="../media/image49.png"/><Relationship Id="rId96" Type="http://schemas.openxmlformats.org/officeDocument/2006/relationships/customXml" Target="../ink/ink51.xml"/><Relationship Id="rId140" Type="http://schemas.openxmlformats.org/officeDocument/2006/relationships/customXml" Target="../ink/ink73.xml"/><Relationship Id="rId145" Type="http://schemas.openxmlformats.org/officeDocument/2006/relationships/image" Target="../media/image76.png"/><Relationship Id="rId161" Type="http://schemas.openxmlformats.org/officeDocument/2006/relationships/image" Target="../media/image84.png"/><Relationship Id="rId1" Type="http://schemas.openxmlformats.org/officeDocument/2006/relationships/slideLayout" Target="../slideLayouts/slideLayout2.xml"/><Relationship Id="rId6" Type="http://schemas.openxmlformats.org/officeDocument/2006/relationships/customXml" Target="../ink/ink6.xml"/><Relationship Id="rId23" Type="http://schemas.openxmlformats.org/officeDocument/2006/relationships/image" Target="../media/image14.png"/><Relationship Id="rId28" Type="http://schemas.openxmlformats.org/officeDocument/2006/relationships/customXml" Target="../ink/ink17.xml"/><Relationship Id="rId49" Type="http://schemas.openxmlformats.org/officeDocument/2006/relationships/image" Target="../media/image28.png"/><Relationship Id="rId114" Type="http://schemas.openxmlformats.org/officeDocument/2006/relationships/customXml" Target="../ink/ink60.xml"/><Relationship Id="rId119" Type="http://schemas.openxmlformats.org/officeDocument/2006/relationships/image" Target="../media/image63.png"/><Relationship Id="rId44" Type="http://schemas.openxmlformats.org/officeDocument/2006/relationships/customXml" Target="../ink/ink25.xml"/><Relationship Id="rId60" Type="http://schemas.openxmlformats.org/officeDocument/2006/relationships/customXml" Target="../ink/ink33.xml"/><Relationship Id="rId65" Type="http://schemas.openxmlformats.org/officeDocument/2006/relationships/image" Target="../media/image36.png"/><Relationship Id="rId81" Type="http://schemas.openxmlformats.org/officeDocument/2006/relationships/image" Target="../media/image44.png"/><Relationship Id="rId86" Type="http://schemas.openxmlformats.org/officeDocument/2006/relationships/customXml" Target="../ink/ink46.xml"/><Relationship Id="rId130" Type="http://schemas.openxmlformats.org/officeDocument/2006/relationships/customXml" Target="../ink/ink68.xml"/><Relationship Id="rId135" Type="http://schemas.openxmlformats.org/officeDocument/2006/relationships/image" Target="../media/image71.png"/><Relationship Id="rId151" Type="http://schemas.openxmlformats.org/officeDocument/2006/relationships/image" Target="../media/image79.png"/><Relationship Id="rId156" Type="http://schemas.openxmlformats.org/officeDocument/2006/relationships/customXml" Target="../ink/ink81.xml"/><Relationship Id="rId13" Type="http://schemas.openxmlformats.org/officeDocument/2006/relationships/image" Target="../media/image8.png"/><Relationship Id="rId18" Type="http://schemas.openxmlformats.org/officeDocument/2006/relationships/customXml" Target="../ink/ink12.xml"/><Relationship Id="rId39" Type="http://schemas.openxmlformats.org/officeDocument/2006/relationships/image" Target="../media/image23.png"/><Relationship Id="rId109" Type="http://schemas.openxmlformats.org/officeDocument/2006/relationships/image" Target="../media/image58.png"/><Relationship Id="rId34" Type="http://schemas.openxmlformats.org/officeDocument/2006/relationships/customXml" Target="../ink/ink20.xml"/><Relationship Id="rId50" Type="http://schemas.openxmlformats.org/officeDocument/2006/relationships/customXml" Target="../ink/ink28.xml"/><Relationship Id="rId55" Type="http://schemas.openxmlformats.org/officeDocument/2006/relationships/image" Target="../media/image31.png"/><Relationship Id="rId76" Type="http://schemas.openxmlformats.org/officeDocument/2006/relationships/customXml" Target="../ink/ink41.xml"/><Relationship Id="rId97" Type="http://schemas.openxmlformats.org/officeDocument/2006/relationships/image" Target="../media/image52.png"/><Relationship Id="rId104" Type="http://schemas.openxmlformats.org/officeDocument/2006/relationships/customXml" Target="../ink/ink55.xml"/><Relationship Id="rId120" Type="http://schemas.openxmlformats.org/officeDocument/2006/relationships/customXml" Target="../ink/ink63.xml"/><Relationship Id="rId125" Type="http://schemas.openxmlformats.org/officeDocument/2006/relationships/image" Target="../media/image66.png"/><Relationship Id="rId141" Type="http://schemas.openxmlformats.org/officeDocument/2006/relationships/image" Target="../media/image74.png"/><Relationship Id="rId146" Type="http://schemas.openxmlformats.org/officeDocument/2006/relationships/customXml" Target="../ink/ink76.xml"/><Relationship Id="rId7" Type="http://schemas.openxmlformats.org/officeDocument/2006/relationships/image" Target="../media/image5.png"/><Relationship Id="rId71" Type="http://schemas.openxmlformats.org/officeDocument/2006/relationships/image" Target="../media/image39.png"/><Relationship Id="rId92" Type="http://schemas.openxmlformats.org/officeDocument/2006/relationships/customXml" Target="../ink/ink49.xml"/><Relationship Id="rId162" Type="http://schemas.openxmlformats.org/officeDocument/2006/relationships/customXml" Target="../ink/ink84.xml"/><Relationship Id="rId2" Type="http://schemas.openxmlformats.org/officeDocument/2006/relationships/customXml" Target="../ink/ink4.xml"/><Relationship Id="rId29" Type="http://schemas.openxmlformats.org/officeDocument/2006/relationships/image" Target="../media/image17.png"/><Relationship Id="rId24" Type="http://schemas.openxmlformats.org/officeDocument/2006/relationships/customXml" Target="../ink/ink15.xml"/><Relationship Id="rId40" Type="http://schemas.openxmlformats.org/officeDocument/2006/relationships/customXml" Target="../ink/ink23.xml"/><Relationship Id="rId45" Type="http://schemas.openxmlformats.org/officeDocument/2006/relationships/image" Target="../media/image26.png"/><Relationship Id="rId66" Type="http://schemas.openxmlformats.org/officeDocument/2006/relationships/customXml" Target="../ink/ink36.xml"/><Relationship Id="rId87" Type="http://schemas.openxmlformats.org/officeDocument/2006/relationships/image" Target="../media/image47.png"/><Relationship Id="rId110" Type="http://schemas.openxmlformats.org/officeDocument/2006/relationships/customXml" Target="../ink/ink58.xml"/><Relationship Id="rId115" Type="http://schemas.openxmlformats.org/officeDocument/2006/relationships/image" Target="../media/image61.png"/><Relationship Id="rId131" Type="http://schemas.openxmlformats.org/officeDocument/2006/relationships/image" Target="../media/image69.png"/><Relationship Id="rId136" Type="http://schemas.openxmlformats.org/officeDocument/2006/relationships/customXml" Target="../ink/ink71.xml"/><Relationship Id="rId157" Type="http://schemas.openxmlformats.org/officeDocument/2006/relationships/image" Target="../media/image82.png"/><Relationship Id="rId61" Type="http://schemas.openxmlformats.org/officeDocument/2006/relationships/image" Target="../media/image34.png"/><Relationship Id="rId82" Type="http://schemas.openxmlformats.org/officeDocument/2006/relationships/customXml" Target="../ink/ink44.xml"/><Relationship Id="rId152" Type="http://schemas.openxmlformats.org/officeDocument/2006/relationships/customXml" Target="../ink/ink79.xml"/><Relationship Id="rId19" Type="http://schemas.openxmlformats.org/officeDocument/2006/relationships/image" Target="../media/image11.png"/><Relationship Id="rId14" Type="http://schemas.openxmlformats.org/officeDocument/2006/relationships/customXml" Target="../ink/ink10.xml"/><Relationship Id="rId30" Type="http://schemas.openxmlformats.org/officeDocument/2006/relationships/customXml" Target="../ink/ink18.xml"/><Relationship Id="rId35" Type="http://schemas.openxmlformats.org/officeDocument/2006/relationships/image" Target="../media/image21.png"/><Relationship Id="rId56" Type="http://schemas.openxmlformats.org/officeDocument/2006/relationships/customXml" Target="../ink/ink31.xml"/><Relationship Id="rId77" Type="http://schemas.openxmlformats.org/officeDocument/2006/relationships/image" Target="../media/image42.png"/><Relationship Id="rId100" Type="http://schemas.openxmlformats.org/officeDocument/2006/relationships/customXml" Target="../ink/ink53.xml"/><Relationship Id="rId105" Type="http://schemas.openxmlformats.org/officeDocument/2006/relationships/image" Target="../media/image56.png"/><Relationship Id="rId126" Type="http://schemas.openxmlformats.org/officeDocument/2006/relationships/customXml" Target="../ink/ink66.xml"/><Relationship Id="rId147" Type="http://schemas.openxmlformats.org/officeDocument/2006/relationships/image" Target="../media/image77.png"/><Relationship Id="rId8" Type="http://schemas.openxmlformats.org/officeDocument/2006/relationships/customXml" Target="../ink/ink7.xml"/><Relationship Id="rId51" Type="http://schemas.openxmlformats.org/officeDocument/2006/relationships/image" Target="../media/image29.png"/><Relationship Id="rId72" Type="http://schemas.openxmlformats.org/officeDocument/2006/relationships/customXml" Target="../ink/ink39.xml"/><Relationship Id="rId93" Type="http://schemas.openxmlformats.org/officeDocument/2006/relationships/image" Target="../media/image50.png"/><Relationship Id="rId98" Type="http://schemas.openxmlformats.org/officeDocument/2006/relationships/customXml" Target="../ink/ink52.xml"/><Relationship Id="rId121" Type="http://schemas.openxmlformats.org/officeDocument/2006/relationships/image" Target="../media/image64.png"/><Relationship Id="rId142" Type="http://schemas.openxmlformats.org/officeDocument/2006/relationships/customXml" Target="../ink/ink74.xml"/><Relationship Id="rId163" Type="http://schemas.openxmlformats.org/officeDocument/2006/relationships/image" Target="../media/image85.png"/><Relationship Id="rId3" Type="http://schemas.openxmlformats.org/officeDocument/2006/relationships/image" Target="../media/image3.png"/><Relationship Id="rId25" Type="http://schemas.openxmlformats.org/officeDocument/2006/relationships/image" Target="../media/image15.png"/><Relationship Id="rId46" Type="http://schemas.openxmlformats.org/officeDocument/2006/relationships/customXml" Target="../ink/ink26.xml"/><Relationship Id="rId67" Type="http://schemas.openxmlformats.org/officeDocument/2006/relationships/image" Target="../media/image37.png"/><Relationship Id="rId116" Type="http://schemas.openxmlformats.org/officeDocument/2006/relationships/customXml" Target="../ink/ink61.xml"/><Relationship Id="rId137" Type="http://schemas.openxmlformats.org/officeDocument/2006/relationships/image" Target="../media/image72.png"/><Relationship Id="rId158" Type="http://schemas.openxmlformats.org/officeDocument/2006/relationships/customXml" Target="../ink/ink82.xml"/><Relationship Id="rId20" Type="http://schemas.openxmlformats.org/officeDocument/2006/relationships/customXml" Target="../ink/ink13.xml"/><Relationship Id="rId41" Type="http://schemas.openxmlformats.org/officeDocument/2006/relationships/image" Target="../media/image24.png"/><Relationship Id="rId62" Type="http://schemas.openxmlformats.org/officeDocument/2006/relationships/customXml" Target="../ink/ink34.xml"/><Relationship Id="rId83" Type="http://schemas.openxmlformats.org/officeDocument/2006/relationships/image" Target="../media/image45.png"/><Relationship Id="rId88" Type="http://schemas.openxmlformats.org/officeDocument/2006/relationships/customXml" Target="../ink/ink47.xml"/><Relationship Id="rId111" Type="http://schemas.openxmlformats.org/officeDocument/2006/relationships/image" Target="../media/image59.png"/><Relationship Id="rId132" Type="http://schemas.openxmlformats.org/officeDocument/2006/relationships/customXml" Target="../ink/ink69.xml"/><Relationship Id="rId153" Type="http://schemas.openxmlformats.org/officeDocument/2006/relationships/image" Target="../media/image80.png"/><Relationship Id="rId15" Type="http://schemas.openxmlformats.org/officeDocument/2006/relationships/image" Target="../media/image9.png"/><Relationship Id="rId36" Type="http://schemas.openxmlformats.org/officeDocument/2006/relationships/customXml" Target="../ink/ink21.xml"/><Relationship Id="rId57" Type="http://schemas.openxmlformats.org/officeDocument/2006/relationships/image" Target="../media/image32.png"/><Relationship Id="rId106" Type="http://schemas.openxmlformats.org/officeDocument/2006/relationships/customXml" Target="../ink/ink56.xml"/><Relationship Id="rId127" Type="http://schemas.openxmlformats.org/officeDocument/2006/relationships/image" Target="../media/image67.png"/><Relationship Id="rId10" Type="http://schemas.openxmlformats.org/officeDocument/2006/relationships/customXml" Target="../ink/ink8.xml"/><Relationship Id="rId31" Type="http://schemas.openxmlformats.org/officeDocument/2006/relationships/image" Target="../media/image18.png"/><Relationship Id="rId52" Type="http://schemas.openxmlformats.org/officeDocument/2006/relationships/customXml" Target="../ink/ink29.xml"/><Relationship Id="rId73" Type="http://schemas.openxmlformats.org/officeDocument/2006/relationships/image" Target="../media/image40.png"/><Relationship Id="rId78" Type="http://schemas.openxmlformats.org/officeDocument/2006/relationships/customXml" Target="../ink/ink42.xml"/><Relationship Id="rId94" Type="http://schemas.openxmlformats.org/officeDocument/2006/relationships/customXml" Target="../ink/ink50.xml"/><Relationship Id="rId99" Type="http://schemas.openxmlformats.org/officeDocument/2006/relationships/image" Target="../media/image53.png"/><Relationship Id="rId101" Type="http://schemas.openxmlformats.org/officeDocument/2006/relationships/image" Target="../media/image54.png"/><Relationship Id="rId122" Type="http://schemas.openxmlformats.org/officeDocument/2006/relationships/customXml" Target="../ink/ink64.xml"/><Relationship Id="rId143" Type="http://schemas.openxmlformats.org/officeDocument/2006/relationships/image" Target="../media/image75.png"/><Relationship Id="rId148" Type="http://schemas.openxmlformats.org/officeDocument/2006/relationships/customXml" Target="../ink/ink77.xml"/><Relationship Id="rId4" Type="http://schemas.openxmlformats.org/officeDocument/2006/relationships/customXml" Target="../ink/ink5.xml"/><Relationship Id="rId9" Type="http://schemas.openxmlformats.org/officeDocument/2006/relationships/image" Target="../media/image6.png"/><Relationship Id="rId26" Type="http://schemas.openxmlformats.org/officeDocument/2006/relationships/customXml" Target="../ink/ink16.xml"/><Relationship Id="rId47" Type="http://schemas.openxmlformats.org/officeDocument/2006/relationships/image" Target="../media/image27.png"/><Relationship Id="rId68" Type="http://schemas.openxmlformats.org/officeDocument/2006/relationships/customXml" Target="../ink/ink37.xml"/><Relationship Id="rId89" Type="http://schemas.openxmlformats.org/officeDocument/2006/relationships/image" Target="../media/image48.png"/><Relationship Id="rId112" Type="http://schemas.openxmlformats.org/officeDocument/2006/relationships/customXml" Target="../ink/ink59.xml"/><Relationship Id="rId133" Type="http://schemas.openxmlformats.org/officeDocument/2006/relationships/image" Target="../media/image70.png"/><Relationship Id="rId154" Type="http://schemas.openxmlformats.org/officeDocument/2006/relationships/customXml" Target="../ink/ink80.xml"/><Relationship Id="rId16" Type="http://schemas.openxmlformats.org/officeDocument/2006/relationships/customXml" Target="../ink/ink11.xml"/><Relationship Id="rId37" Type="http://schemas.openxmlformats.org/officeDocument/2006/relationships/image" Target="../media/image22.png"/><Relationship Id="rId58" Type="http://schemas.openxmlformats.org/officeDocument/2006/relationships/customXml" Target="../ink/ink32.xml"/><Relationship Id="rId79" Type="http://schemas.openxmlformats.org/officeDocument/2006/relationships/image" Target="../media/image43.png"/><Relationship Id="rId102" Type="http://schemas.openxmlformats.org/officeDocument/2006/relationships/customXml" Target="../ink/ink54.xml"/><Relationship Id="rId123" Type="http://schemas.openxmlformats.org/officeDocument/2006/relationships/image" Target="../media/image65.png"/><Relationship Id="rId144" Type="http://schemas.openxmlformats.org/officeDocument/2006/relationships/customXml" Target="../ink/ink75.xml"/><Relationship Id="rId90" Type="http://schemas.openxmlformats.org/officeDocument/2006/relationships/customXml" Target="../ink/ink48.xml"/><Relationship Id="rId27" Type="http://schemas.openxmlformats.org/officeDocument/2006/relationships/image" Target="../media/image16.png"/><Relationship Id="rId48" Type="http://schemas.openxmlformats.org/officeDocument/2006/relationships/customXml" Target="../ink/ink27.xml"/><Relationship Id="rId69" Type="http://schemas.openxmlformats.org/officeDocument/2006/relationships/image" Target="../media/image38.png"/><Relationship Id="rId113" Type="http://schemas.openxmlformats.org/officeDocument/2006/relationships/image" Target="../media/image60.png"/><Relationship Id="rId134" Type="http://schemas.openxmlformats.org/officeDocument/2006/relationships/customXml" Target="../ink/ink70.xml"/><Relationship Id="rId80" Type="http://schemas.openxmlformats.org/officeDocument/2006/relationships/customXml" Target="../ink/ink43.xml"/><Relationship Id="rId155" Type="http://schemas.openxmlformats.org/officeDocument/2006/relationships/image" Target="../media/image81.png"/></Relationships>
</file>

<file path=ppt/slides/_rels/slide22.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customXml" Target="../ink/ink8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customXml" Target="../ink/ink8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localhost:8080/course-service/courses" TargetMode="External"/><Relationship Id="rId2" Type="http://schemas.openxmlformats.org/officeDocument/2006/relationships/hyperlink" Target="http://localhost:8080/course-service/%7bid%7d"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localhost:8000/mentor-service/%7bmname%7d"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
          <p:cNvSpPr txBox="1"/>
          <p:nvPr/>
        </p:nvSpPr>
        <p:spPr>
          <a:xfrm>
            <a:off x="2096137" y="1885870"/>
            <a:ext cx="7999725" cy="121564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IN" sz="4400" b="1" i="0" u="none" strike="noStrike" cap="none" dirty="0">
                <a:solidFill>
                  <a:schemeClr val="dk1"/>
                </a:solidFill>
                <a:latin typeface="Calibri"/>
                <a:ea typeface="Calibri"/>
                <a:cs typeface="Calibri"/>
                <a:sym typeface="Calibri"/>
              </a:rPr>
              <a:t>Live Virtual Class 7</a:t>
            </a:r>
            <a:endParaRPr sz="1400" b="1" i="0" u="none" strike="noStrike" cap="none" dirty="0">
              <a:solidFill>
                <a:schemeClr val="dk1"/>
              </a:solidFill>
              <a:latin typeface="Calibri"/>
              <a:ea typeface="Calibri"/>
              <a:cs typeface="Calibri"/>
              <a:sym typeface="Calibri"/>
            </a:endParaRPr>
          </a:p>
        </p:txBody>
      </p:sp>
      <p:sp>
        <p:nvSpPr>
          <p:cNvPr id="48" name="Google Shape;48;p1"/>
          <p:cNvSpPr txBox="1"/>
          <p:nvPr/>
        </p:nvSpPr>
        <p:spPr>
          <a:xfrm>
            <a:off x="2096062" y="3101515"/>
            <a:ext cx="7999800" cy="1215600"/>
          </a:xfrm>
          <a:prstGeom prst="rect">
            <a:avLst/>
          </a:prstGeom>
          <a:noFill/>
          <a:ln>
            <a:no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None/>
            </a:pPr>
            <a:r>
              <a:rPr lang="en-US" sz="2800" dirty="0"/>
              <a:t>Spring Boot with Microservices</a:t>
            </a:r>
            <a:br>
              <a:rPr lang="en-US" sz="2000" b="1" i="0" dirty="0">
                <a:solidFill>
                  <a:srgbClr val="222222"/>
                </a:solidFill>
                <a:effectLst/>
                <a:latin typeface="Arial" panose="020B0604020202020204" pitchFamily="34" charset="0"/>
              </a:rPr>
            </a:br>
            <a:r>
              <a:rPr lang="en-US" sz="4000" b="1" i="0" dirty="0">
                <a:solidFill>
                  <a:srgbClr val="222222"/>
                </a:solidFill>
                <a:effectLst/>
                <a:latin typeface="Arial" panose="020B0604020202020204" pitchFamily="34" charset="0"/>
              </a:rPr>
              <a:t>Rahul Dixit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2"/>
          <p:cNvSpPr txBox="1">
            <a:spLocks noGrp="1"/>
          </p:cNvSpPr>
          <p:nvPr>
            <p:ph type="body" idx="1"/>
          </p:nvPr>
        </p:nvSpPr>
        <p:spPr>
          <a:xfrm>
            <a:off x="622300" y="1248493"/>
            <a:ext cx="10947400" cy="5389493"/>
          </a:xfrm>
          <a:prstGeom prst="rect">
            <a:avLst/>
          </a:prstGeom>
          <a:noFill/>
          <a:ln>
            <a:noFill/>
          </a:ln>
        </p:spPr>
        <p:txBody>
          <a:bodyPr spcFirstLastPara="1" wrap="square" lIns="16925" tIns="16925" rIns="16925" bIns="16925" anchor="t" anchorCtr="0">
            <a:spAutoFit/>
          </a:bodyPr>
          <a:lstStyle/>
          <a:p>
            <a:pPr marL="0" lvl="0" indent="0" algn="l" rtl="0">
              <a:lnSpc>
                <a:spcPct val="100000"/>
              </a:lnSpc>
              <a:spcBef>
                <a:spcPts val="0"/>
              </a:spcBef>
              <a:spcAft>
                <a:spcPts val="0"/>
              </a:spcAft>
              <a:buSzPts val="2400"/>
              <a:buChar char="•"/>
            </a:pPr>
            <a:r>
              <a:rPr lang="en-US" sz="2800" dirty="0"/>
              <a:t>In this Unit you will learn : -</a:t>
            </a:r>
          </a:p>
          <a:p>
            <a:pPr marL="514350" lvl="0" indent="-514350" algn="l" rtl="0">
              <a:lnSpc>
                <a:spcPct val="100000"/>
              </a:lnSpc>
              <a:spcBef>
                <a:spcPts val="0"/>
              </a:spcBef>
              <a:spcAft>
                <a:spcPts val="0"/>
              </a:spcAft>
              <a:buSzPts val="2400"/>
              <a:buFont typeface="+mj-lt"/>
              <a:buAutoNum type="arabicPeriod"/>
            </a:pPr>
            <a:r>
              <a:rPr lang="en-US" sz="2800" dirty="0"/>
              <a:t>Understand the fundamentals of microservices, including their architecture and the benefits they offer in developing scalable and modular applications.</a:t>
            </a:r>
          </a:p>
          <a:p>
            <a:pPr marL="514350" lvl="0" indent="-514350" algn="l" rtl="0">
              <a:lnSpc>
                <a:spcPct val="100000"/>
              </a:lnSpc>
              <a:spcBef>
                <a:spcPts val="0"/>
              </a:spcBef>
              <a:spcAft>
                <a:spcPts val="0"/>
              </a:spcAft>
              <a:buSzPts val="2400"/>
              <a:buFont typeface="+mj-lt"/>
              <a:buAutoNum type="arabicPeriod"/>
            </a:pPr>
            <a:r>
              <a:rPr lang="en-US" sz="2800" dirty="0"/>
              <a:t>Gain proficiency in creating a project structure suitable for microservices using Spring Boot.</a:t>
            </a:r>
          </a:p>
          <a:p>
            <a:pPr marL="514350" lvl="0" indent="-514350" algn="l" rtl="0">
              <a:lnSpc>
                <a:spcPct val="100000"/>
              </a:lnSpc>
              <a:spcBef>
                <a:spcPts val="0"/>
              </a:spcBef>
              <a:spcAft>
                <a:spcPts val="0"/>
              </a:spcAft>
              <a:buSzPts val="2400"/>
              <a:buFont typeface="+mj-lt"/>
              <a:buAutoNum type="arabicPeriod"/>
            </a:pPr>
            <a:r>
              <a:rPr lang="en-US" sz="2800" dirty="0"/>
              <a:t>Acquire practical knowledge of implementing microservices using Spring Boot, including building and deploying individual services, as well as managing their interactions and dependencies.</a:t>
            </a:r>
          </a:p>
          <a:p>
            <a:pPr marL="514350" indent="-514350">
              <a:spcBef>
                <a:spcPts val="0"/>
              </a:spcBef>
              <a:buSzPts val="2400"/>
              <a:buFont typeface="+mj-lt"/>
              <a:buAutoNum type="arabicPeriod"/>
            </a:pPr>
            <a:r>
              <a:rPr lang="en-US" sz="2800" dirty="0"/>
              <a:t>Develop an understanding of coding standards specific to microservices development.</a:t>
            </a:r>
          </a:p>
          <a:p>
            <a:pPr marL="514350" lvl="0" indent="-514350" algn="l" rtl="0">
              <a:lnSpc>
                <a:spcPct val="100000"/>
              </a:lnSpc>
              <a:spcBef>
                <a:spcPts val="0"/>
              </a:spcBef>
              <a:spcAft>
                <a:spcPts val="0"/>
              </a:spcAft>
              <a:buSzPts val="2400"/>
              <a:buFont typeface="+mj-lt"/>
              <a:buAutoNum type="arabicPeriod"/>
            </a:pPr>
            <a:endParaRPr sz="2800" dirty="0"/>
          </a:p>
        </p:txBody>
      </p:sp>
      <p:sp>
        <p:nvSpPr>
          <p:cNvPr id="54" name="Google Shape;54;p2"/>
          <p:cNvSpPr txBox="1">
            <a:spLocks noGrp="1"/>
          </p:cNvSpPr>
          <p:nvPr>
            <p:ph type="title"/>
          </p:nvPr>
        </p:nvSpPr>
        <p:spPr>
          <a:xfrm>
            <a:off x="622300" y="457202"/>
            <a:ext cx="10947400" cy="497415"/>
          </a:xfrm>
          <a:prstGeom prst="rect">
            <a:avLst/>
          </a:prstGeom>
          <a:noFill/>
          <a:ln>
            <a:noFill/>
          </a:ln>
        </p:spPr>
        <p:txBody>
          <a:bodyPr spcFirstLastPara="1" wrap="square" lIns="16925" tIns="16925" rIns="16925" bIns="16925" anchor="t" anchorCtr="0">
            <a:noAutofit/>
          </a:bodyPr>
          <a:lstStyle/>
          <a:p>
            <a:pPr marL="0" lvl="0" indent="0" algn="l" rtl="0">
              <a:lnSpc>
                <a:spcPct val="100000"/>
              </a:lnSpc>
              <a:spcBef>
                <a:spcPts val="0"/>
              </a:spcBef>
              <a:spcAft>
                <a:spcPts val="0"/>
              </a:spcAft>
              <a:buSzPts val="1400"/>
              <a:buNone/>
            </a:pPr>
            <a:r>
              <a:rPr lang="en-IN" sz="3200" b="1" dirty="0">
                <a:latin typeface="Calibri"/>
                <a:ea typeface="Calibri"/>
                <a:cs typeface="Calibri"/>
                <a:sym typeface="Calibri"/>
              </a:rPr>
              <a:t>Agenda</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5A15360-B311-4E3E-C6F7-9BE40438F4B5}"/>
              </a:ext>
            </a:extLst>
          </p:cNvPr>
          <p:cNvSpPr>
            <a:spLocks noGrp="1"/>
          </p:cNvSpPr>
          <p:nvPr>
            <p:ph type="body" idx="1"/>
          </p:nvPr>
        </p:nvSpPr>
        <p:spPr>
          <a:xfrm>
            <a:off x="622300" y="1160003"/>
            <a:ext cx="10947400" cy="603567"/>
          </a:xfrm>
        </p:spPr>
        <p:txBody>
          <a:bodyPr/>
          <a:lstStyle/>
          <a:p>
            <a:r>
              <a:rPr lang="en-US" dirty="0"/>
              <a:t>Learn about Spring Boot Microservices</a:t>
            </a:r>
          </a:p>
        </p:txBody>
      </p:sp>
      <p:sp>
        <p:nvSpPr>
          <p:cNvPr id="3" name="Title 2">
            <a:extLst>
              <a:ext uri="{FF2B5EF4-FFF2-40B4-BE49-F238E27FC236}">
                <a16:creationId xmlns:a16="http://schemas.microsoft.com/office/drawing/2014/main" id="{4CC918D9-B750-1682-149E-07F28DA00B45}"/>
              </a:ext>
            </a:extLst>
          </p:cNvPr>
          <p:cNvSpPr>
            <a:spLocks noGrp="1"/>
          </p:cNvSpPr>
          <p:nvPr>
            <p:ph type="title"/>
          </p:nvPr>
        </p:nvSpPr>
        <p:spPr/>
        <p:txBody>
          <a:bodyPr/>
          <a:lstStyle/>
          <a:p>
            <a:r>
              <a:rPr lang="en-US" dirty="0"/>
              <a:t>Learning Outcome:</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9CB2C1D8-9092-1E1B-4361-885212308142}"/>
                  </a:ext>
                </a:extLst>
              </p14:cNvPr>
              <p14:cNvContentPartPr/>
              <p14:nvPr/>
            </p14:nvContentPartPr>
            <p14:xfrm>
              <a:off x="1342440" y="2122560"/>
              <a:ext cx="9068040" cy="3348000"/>
            </p14:xfrm>
          </p:contentPart>
        </mc:Choice>
        <mc:Fallback xmlns="">
          <p:pic>
            <p:nvPicPr>
              <p:cNvPr id="4" name="Ink 3">
                <a:extLst>
                  <a:ext uri="{FF2B5EF4-FFF2-40B4-BE49-F238E27FC236}">
                    <a16:creationId xmlns:a16="http://schemas.microsoft.com/office/drawing/2014/main" id="{9CB2C1D8-9092-1E1B-4361-885212308142}"/>
                  </a:ext>
                </a:extLst>
              </p:cNvPr>
              <p:cNvPicPr/>
              <p:nvPr/>
            </p:nvPicPr>
            <p:blipFill>
              <a:blip r:embed="rId3"/>
              <a:stretch>
                <a:fillRect/>
              </a:stretch>
            </p:blipFill>
            <p:spPr>
              <a:xfrm>
                <a:off x="1333080" y="2113200"/>
                <a:ext cx="9086760" cy="3366720"/>
              </a:xfrm>
              <a:prstGeom prst="rect">
                <a:avLst/>
              </a:prstGeom>
            </p:spPr>
          </p:pic>
        </mc:Fallback>
      </mc:AlternateContent>
    </p:spTree>
    <p:extLst>
      <p:ext uri="{BB962C8B-B14F-4D97-AF65-F5344CB8AC3E}">
        <p14:creationId xmlns:p14="http://schemas.microsoft.com/office/powerpoint/2010/main" val="21139902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5A15360-B311-4E3E-C6F7-9BE40438F4B5}"/>
              </a:ext>
            </a:extLst>
          </p:cNvPr>
          <p:cNvSpPr>
            <a:spLocks noGrp="1"/>
          </p:cNvSpPr>
          <p:nvPr>
            <p:ph type="body" idx="1"/>
          </p:nvPr>
        </p:nvSpPr>
        <p:spPr>
          <a:xfrm>
            <a:off x="622300" y="1160003"/>
            <a:ext cx="10947400" cy="4189164"/>
          </a:xfrm>
        </p:spPr>
        <p:txBody>
          <a:bodyPr/>
          <a:lstStyle/>
          <a:p>
            <a:r>
              <a:rPr lang="en-US" dirty="0"/>
              <a:t>Service which is delivered over the web</a:t>
            </a:r>
          </a:p>
          <a:p>
            <a:r>
              <a:rPr lang="en-US" dirty="0"/>
              <a:t>Output format which is consumed by other application.</a:t>
            </a:r>
          </a:p>
          <a:p>
            <a:r>
              <a:rPr lang="en-US" dirty="0"/>
              <a:t>Software system designed to support interoperable machine to machine interaction over the web.</a:t>
            </a:r>
          </a:p>
          <a:p>
            <a:pPr lvl="1"/>
            <a:r>
              <a:rPr lang="en-US" dirty="0"/>
              <a:t>Designed for machine to machine (application to application) interaction </a:t>
            </a:r>
          </a:p>
          <a:p>
            <a:pPr lvl="1"/>
            <a:r>
              <a:rPr lang="en-US" dirty="0"/>
              <a:t>Should be interoperable – Not platform dependent</a:t>
            </a:r>
          </a:p>
          <a:p>
            <a:pPr lvl="1"/>
            <a:r>
              <a:rPr lang="en-US" dirty="0"/>
              <a:t>Should allow communication over the network.</a:t>
            </a:r>
          </a:p>
        </p:txBody>
      </p:sp>
      <p:sp>
        <p:nvSpPr>
          <p:cNvPr id="3" name="Title 2">
            <a:extLst>
              <a:ext uri="{FF2B5EF4-FFF2-40B4-BE49-F238E27FC236}">
                <a16:creationId xmlns:a16="http://schemas.microsoft.com/office/drawing/2014/main" id="{4CC918D9-B750-1682-149E-07F28DA00B45}"/>
              </a:ext>
            </a:extLst>
          </p:cNvPr>
          <p:cNvSpPr>
            <a:spLocks noGrp="1"/>
          </p:cNvSpPr>
          <p:nvPr>
            <p:ph type="title"/>
          </p:nvPr>
        </p:nvSpPr>
        <p:spPr/>
        <p:txBody>
          <a:bodyPr/>
          <a:lstStyle/>
          <a:p>
            <a:r>
              <a:rPr lang="en-US" dirty="0"/>
              <a:t>Web Services </a:t>
            </a:r>
          </a:p>
        </p:txBody>
      </p:sp>
    </p:spTree>
    <p:extLst>
      <p:ext uri="{BB962C8B-B14F-4D97-AF65-F5344CB8AC3E}">
        <p14:creationId xmlns:p14="http://schemas.microsoft.com/office/powerpoint/2010/main" val="39229790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5A15360-B311-4E3E-C6F7-9BE40438F4B5}"/>
              </a:ext>
            </a:extLst>
          </p:cNvPr>
          <p:cNvSpPr>
            <a:spLocks noGrp="1"/>
          </p:cNvSpPr>
          <p:nvPr>
            <p:ph type="body" idx="1"/>
          </p:nvPr>
        </p:nvSpPr>
        <p:spPr>
          <a:xfrm>
            <a:off x="622300" y="1160003"/>
            <a:ext cx="10947400" cy="5476696"/>
          </a:xfrm>
        </p:spPr>
        <p:txBody>
          <a:bodyPr/>
          <a:lstStyle/>
          <a:p>
            <a:r>
              <a:rPr lang="en-US" dirty="0"/>
              <a:t>Q1 : How does data exchange between application takes place ?</a:t>
            </a:r>
          </a:p>
          <a:p>
            <a:r>
              <a:rPr lang="en-US" dirty="0"/>
              <a:t>Q2 : How can we make web service platform independent?</a:t>
            </a:r>
          </a:p>
          <a:p>
            <a:pPr lvl="1"/>
            <a:r>
              <a:rPr lang="en-US" dirty="0"/>
              <a:t>Request | Response object should be platform Independent.</a:t>
            </a:r>
          </a:p>
          <a:p>
            <a:r>
              <a:rPr lang="en-US" dirty="0"/>
              <a:t>Q3 : How does application know the format of Request and response ? </a:t>
            </a:r>
          </a:p>
          <a:p>
            <a:pPr lvl="1"/>
            <a:r>
              <a:rPr lang="en-US" dirty="0"/>
              <a:t>Service Definition : </a:t>
            </a:r>
          </a:p>
          <a:p>
            <a:pPr lvl="2"/>
            <a:r>
              <a:rPr lang="en-US" dirty="0"/>
              <a:t>Request | Response format (XML | Json)</a:t>
            </a:r>
          </a:p>
          <a:p>
            <a:pPr lvl="2"/>
            <a:r>
              <a:rPr lang="en-US" dirty="0"/>
              <a:t>Request Structure : </a:t>
            </a:r>
          </a:p>
          <a:p>
            <a:pPr lvl="2"/>
            <a:r>
              <a:rPr lang="en-US" dirty="0"/>
              <a:t>Response Structure :  </a:t>
            </a:r>
          </a:p>
          <a:p>
            <a:pPr lvl="2"/>
            <a:r>
              <a:rPr lang="en-US" dirty="0"/>
              <a:t>End Point : </a:t>
            </a:r>
            <a:r>
              <a:rPr lang="en-US" dirty="0" err="1"/>
              <a:t>url</a:t>
            </a:r>
            <a:r>
              <a:rPr lang="en-US" dirty="0"/>
              <a:t> Exposed. </a:t>
            </a:r>
          </a:p>
        </p:txBody>
      </p:sp>
      <p:sp>
        <p:nvSpPr>
          <p:cNvPr id="3" name="Title 2">
            <a:extLst>
              <a:ext uri="{FF2B5EF4-FFF2-40B4-BE49-F238E27FC236}">
                <a16:creationId xmlns:a16="http://schemas.microsoft.com/office/drawing/2014/main" id="{4CC918D9-B750-1682-149E-07F28DA00B45}"/>
              </a:ext>
            </a:extLst>
          </p:cNvPr>
          <p:cNvSpPr>
            <a:spLocks noGrp="1"/>
          </p:cNvSpPr>
          <p:nvPr>
            <p:ph type="title"/>
          </p:nvPr>
        </p:nvSpPr>
        <p:spPr>
          <a:xfrm>
            <a:off x="622300" y="203983"/>
            <a:ext cx="10947400" cy="497415"/>
          </a:xfrm>
        </p:spPr>
        <p:txBody>
          <a:bodyPr/>
          <a:lstStyle/>
          <a:p>
            <a:pPr algn="ctr"/>
            <a:r>
              <a:rPr lang="en-US" sz="6600" dirty="0"/>
              <a:t>?</a:t>
            </a:r>
          </a:p>
        </p:txBody>
      </p:sp>
    </p:spTree>
    <p:extLst>
      <p:ext uri="{BB962C8B-B14F-4D97-AF65-F5344CB8AC3E}">
        <p14:creationId xmlns:p14="http://schemas.microsoft.com/office/powerpoint/2010/main" val="4282956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C0FD34D-EAF8-2597-1AA3-D3B295505BF6}"/>
              </a:ext>
            </a:extLst>
          </p:cNvPr>
          <p:cNvSpPr>
            <a:spLocks noGrp="1"/>
          </p:cNvSpPr>
          <p:nvPr>
            <p:ph type="body" idx="1"/>
          </p:nvPr>
        </p:nvSpPr>
        <p:spPr>
          <a:xfrm>
            <a:off x="734842" y="1399154"/>
            <a:ext cx="10947400" cy="3727499"/>
          </a:xfrm>
        </p:spPr>
        <p:txBody>
          <a:bodyPr/>
          <a:lstStyle/>
          <a:p>
            <a:pPr algn="just"/>
            <a:r>
              <a:rPr lang="en-US" sz="2800" dirty="0"/>
              <a:t>Microservices :-</a:t>
            </a:r>
          </a:p>
          <a:p>
            <a:pPr lvl="1" algn="just"/>
            <a:r>
              <a:rPr lang="en-US" sz="2400" dirty="0"/>
              <a:t>architectural style that structures an application as a collection of small, loosely coupled, and independently deployable services. </a:t>
            </a:r>
          </a:p>
          <a:p>
            <a:pPr lvl="1" algn="just"/>
            <a:r>
              <a:rPr lang="en-US" sz="2400" dirty="0"/>
              <a:t>Each microservice focuses on a specific business capability and operates as a separate entity that communicates with other services through well-defined APIs. </a:t>
            </a:r>
          </a:p>
          <a:p>
            <a:pPr lvl="1" algn="just"/>
            <a:r>
              <a:rPr lang="en-US" sz="2400" dirty="0"/>
              <a:t>Microservices promote modularity, scalability, and flexibility in software development, allowing teams to work on different services independently, using different technologies and deployment strategies.</a:t>
            </a:r>
            <a:endParaRPr lang="en-US" sz="4000" dirty="0"/>
          </a:p>
        </p:txBody>
      </p:sp>
      <p:sp>
        <p:nvSpPr>
          <p:cNvPr id="3" name="Title 2">
            <a:extLst>
              <a:ext uri="{FF2B5EF4-FFF2-40B4-BE49-F238E27FC236}">
                <a16:creationId xmlns:a16="http://schemas.microsoft.com/office/drawing/2014/main" id="{39031DE6-3699-C892-17AD-9E10C44D9172}"/>
              </a:ext>
            </a:extLst>
          </p:cNvPr>
          <p:cNvSpPr>
            <a:spLocks noGrp="1"/>
          </p:cNvSpPr>
          <p:nvPr>
            <p:ph type="title"/>
          </p:nvPr>
        </p:nvSpPr>
        <p:spPr/>
        <p:txBody>
          <a:bodyPr/>
          <a:lstStyle/>
          <a:p>
            <a:r>
              <a:rPr lang="en-US" dirty="0"/>
              <a:t>Introduction to Microservices</a:t>
            </a:r>
          </a:p>
        </p:txBody>
      </p:sp>
    </p:spTree>
    <p:extLst>
      <p:ext uri="{BB962C8B-B14F-4D97-AF65-F5344CB8AC3E}">
        <p14:creationId xmlns:p14="http://schemas.microsoft.com/office/powerpoint/2010/main" val="28262164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3"/>
          <p:cNvSpPr txBox="1"/>
          <p:nvPr/>
        </p:nvSpPr>
        <p:spPr>
          <a:xfrm>
            <a:off x="2096137" y="1885870"/>
            <a:ext cx="7999725" cy="121564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4800" b="1" i="0" u="none" strike="noStrike" cap="none" dirty="0">
                <a:solidFill>
                  <a:schemeClr val="dk1"/>
                </a:solidFill>
                <a:latin typeface="Calibri"/>
                <a:ea typeface="Calibri"/>
                <a:cs typeface="Calibri"/>
                <a:sym typeface="Calibri"/>
              </a:rPr>
              <a:t>Microservices Architecture</a:t>
            </a:r>
            <a:endParaRPr sz="4800" b="1" i="0" u="none" strike="noStrike" cap="none" dirty="0">
              <a:solidFill>
                <a:schemeClr val="dk1"/>
              </a:solidFill>
              <a:latin typeface="Calibri"/>
              <a:ea typeface="Calibri"/>
              <a:cs typeface="Calibri"/>
              <a:sym typeface="Calibri"/>
            </a:endParaRPr>
          </a:p>
        </p:txBody>
      </p:sp>
      <p:sp>
        <p:nvSpPr>
          <p:cNvPr id="60" name="Google Shape;60;p3"/>
          <p:cNvSpPr txBox="1"/>
          <p:nvPr/>
        </p:nvSpPr>
        <p:spPr>
          <a:xfrm>
            <a:off x="2096062" y="3101515"/>
            <a:ext cx="7999800" cy="1215600"/>
          </a:xfrm>
          <a:prstGeom prst="rect">
            <a:avLst/>
          </a:prstGeom>
          <a:noFill/>
          <a:ln>
            <a:no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None/>
            </a:pPr>
            <a:endParaRPr sz="3200" b="1"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7" name="Google Shape;67;p4"/>
          <p:cNvSpPr txBox="1">
            <a:spLocks noGrp="1"/>
          </p:cNvSpPr>
          <p:nvPr>
            <p:ph type="title"/>
          </p:nvPr>
        </p:nvSpPr>
        <p:spPr>
          <a:xfrm>
            <a:off x="622300" y="457202"/>
            <a:ext cx="10947400" cy="497415"/>
          </a:xfrm>
          <a:prstGeom prst="rect">
            <a:avLst/>
          </a:prstGeom>
          <a:noFill/>
          <a:ln>
            <a:noFill/>
          </a:ln>
        </p:spPr>
        <p:txBody>
          <a:bodyPr spcFirstLastPara="1" wrap="square" lIns="16925" tIns="16925" rIns="16925" bIns="16925" anchor="t" anchorCtr="0">
            <a:noAutofit/>
          </a:bodyPr>
          <a:lstStyle/>
          <a:p>
            <a:pPr marL="0" lvl="0" indent="0" algn="l" rtl="0">
              <a:lnSpc>
                <a:spcPct val="100000"/>
              </a:lnSpc>
              <a:spcBef>
                <a:spcPts val="0"/>
              </a:spcBef>
              <a:spcAft>
                <a:spcPts val="0"/>
              </a:spcAft>
              <a:buSzPts val="1400"/>
              <a:buNone/>
            </a:pPr>
            <a:endParaRPr sz="3200" b="1" dirty="0">
              <a:latin typeface="Calibri"/>
              <a:ea typeface="Calibri"/>
              <a:cs typeface="Calibri"/>
              <a:sym typeface="Calibri"/>
            </a:endParaRPr>
          </a:p>
        </p:txBody>
      </p:sp>
      <p:sp>
        <p:nvSpPr>
          <p:cNvPr id="5" name="TextBox 4">
            <a:extLst>
              <a:ext uri="{FF2B5EF4-FFF2-40B4-BE49-F238E27FC236}">
                <a16:creationId xmlns:a16="http://schemas.microsoft.com/office/drawing/2014/main" id="{60F2497B-4826-8D50-99D7-09B8247784A7}"/>
              </a:ext>
            </a:extLst>
          </p:cNvPr>
          <p:cNvSpPr txBox="1"/>
          <p:nvPr/>
        </p:nvSpPr>
        <p:spPr>
          <a:xfrm>
            <a:off x="622300" y="1297690"/>
            <a:ext cx="10947400" cy="1384995"/>
          </a:xfrm>
          <a:prstGeom prst="rect">
            <a:avLst/>
          </a:prstGeom>
          <a:noFill/>
        </p:spPr>
        <p:txBody>
          <a:bodyPr wrap="square">
            <a:spAutoFit/>
          </a:bodyPr>
          <a:lstStyle/>
          <a:p>
            <a:r>
              <a:rPr lang="en-US" sz="2800" dirty="0"/>
              <a:t>Microservices architecture is an architectural style where an application is composed of multiple small, independent services that work together to fulfill business functionalities. </a:t>
            </a:r>
          </a:p>
        </p:txBody>
      </p:sp>
      <p:sp>
        <p:nvSpPr>
          <p:cNvPr id="7" name="TextBox 6">
            <a:extLst>
              <a:ext uri="{FF2B5EF4-FFF2-40B4-BE49-F238E27FC236}">
                <a16:creationId xmlns:a16="http://schemas.microsoft.com/office/drawing/2014/main" id="{EECBF5C1-393C-95DE-6BC2-6682F85F4CCB}"/>
              </a:ext>
            </a:extLst>
          </p:cNvPr>
          <p:cNvSpPr txBox="1"/>
          <p:nvPr/>
        </p:nvSpPr>
        <p:spPr>
          <a:xfrm>
            <a:off x="622300" y="2682685"/>
            <a:ext cx="11278969" cy="3539430"/>
          </a:xfrm>
          <a:prstGeom prst="rect">
            <a:avLst/>
          </a:prstGeom>
          <a:noFill/>
        </p:spPr>
        <p:txBody>
          <a:bodyPr wrap="square">
            <a:spAutoFit/>
          </a:bodyPr>
          <a:lstStyle/>
          <a:p>
            <a:r>
              <a:rPr lang="en-US" sz="3200" dirty="0"/>
              <a:t>Here are some key aspects of microservices architecture:</a:t>
            </a:r>
          </a:p>
          <a:p>
            <a:pPr marL="457200" indent="-457200">
              <a:buFont typeface="+mj-lt"/>
              <a:buAutoNum type="arabicPeriod"/>
            </a:pPr>
            <a:r>
              <a:rPr lang="en-US" sz="2400" b="1" dirty="0"/>
              <a:t>Decentralized Data Management : </a:t>
            </a:r>
            <a:r>
              <a:rPr lang="en-US" sz="2400" dirty="0"/>
              <a:t>each service has its own dedicated database or data store.</a:t>
            </a:r>
          </a:p>
          <a:p>
            <a:pPr marL="457200" indent="-457200">
              <a:buFont typeface="+mj-lt"/>
              <a:buAutoNum type="arabicPeriod"/>
            </a:pPr>
            <a:r>
              <a:rPr lang="en-US" sz="2400" b="1" dirty="0"/>
              <a:t>Service Independence and Autonomy : </a:t>
            </a:r>
            <a:r>
              <a:rPr lang="en-US" sz="2400" dirty="0"/>
              <a:t>Each service is responsible for a specific business capability and operates independently of other services.</a:t>
            </a:r>
          </a:p>
          <a:p>
            <a:pPr marL="457200" indent="-457200">
              <a:buFont typeface="+mj-lt"/>
              <a:buAutoNum type="arabicPeriod"/>
            </a:pPr>
            <a:r>
              <a:rPr lang="en-US" sz="2400" b="1" dirty="0"/>
              <a:t>Scalability and Fault Tolerance : </a:t>
            </a:r>
            <a:r>
              <a:rPr lang="en-US" sz="2400" dirty="0"/>
              <a:t>Microservices architecture enables horizontal scalability, where individual services can be scaled independently based on their specific demands. This allows efficient resource utilization and better handling of varying traffic patterns.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DA30E29-80C3-FAB8-C2A4-199C6D0010D1}"/>
              </a:ext>
            </a:extLst>
          </p:cNvPr>
          <p:cNvSpPr>
            <a:spLocks noGrp="1"/>
          </p:cNvSpPr>
          <p:nvPr>
            <p:ph type="body" idx="1"/>
          </p:nvPr>
        </p:nvSpPr>
        <p:spPr>
          <a:xfrm>
            <a:off x="622300" y="1160003"/>
            <a:ext cx="10947400" cy="2573337"/>
          </a:xfrm>
        </p:spPr>
        <p:txBody>
          <a:bodyPr/>
          <a:lstStyle/>
          <a:p>
            <a:pPr marL="25400" indent="0">
              <a:buNone/>
            </a:pPr>
            <a:r>
              <a:rPr lang="en-US" dirty="0"/>
              <a:t>4</a:t>
            </a:r>
            <a:r>
              <a:rPr lang="en-US" b="1" dirty="0"/>
              <a:t>. API Gateways and Service Discovery : </a:t>
            </a:r>
            <a:r>
              <a:rPr lang="en-US" dirty="0"/>
              <a:t>an API gateway acts as a single entry point for clients to interact with the system. The API gateway handles requests from clients, performs necessary authentication, routing, and load balancing, and forwards the requests to the appropriate microservices.</a:t>
            </a:r>
          </a:p>
        </p:txBody>
      </p:sp>
      <p:sp>
        <p:nvSpPr>
          <p:cNvPr id="3" name="Title 2">
            <a:extLst>
              <a:ext uri="{FF2B5EF4-FFF2-40B4-BE49-F238E27FC236}">
                <a16:creationId xmlns:a16="http://schemas.microsoft.com/office/drawing/2014/main" id="{968BB065-0DD3-6AD9-F5DB-1EC612AC78B8}"/>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5708753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2">
            <a:extLst>
              <a:ext uri="{FF2B5EF4-FFF2-40B4-BE49-F238E27FC236}">
                <a16:creationId xmlns:a16="http://schemas.microsoft.com/office/drawing/2014/main" id="{5FF0996A-DFD9-61AA-3A4C-53386BDA8AB0}"/>
              </a:ext>
            </a:extLst>
          </p:cNvPr>
          <p:cNvPicPr/>
          <p:nvPr/>
        </p:nvPicPr>
        <p:blipFill>
          <a:blip r:embed="rId2" cstate="print"/>
          <a:stretch>
            <a:fillRect/>
          </a:stretch>
        </p:blipFill>
        <p:spPr>
          <a:xfrm>
            <a:off x="2016369" y="1998095"/>
            <a:ext cx="8159261" cy="3178816"/>
          </a:xfrm>
          <a:prstGeom prst="rect">
            <a:avLst/>
          </a:prstGeom>
        </p:spPr>
      </p:pic>
    </p:spTree>
    <p:extLst>
      <p:ext uri="{BB962C8B-B14F-4D97-AF65-F5344CB8AC3E}">
        <p14:creationId xmlns:p14="http://schemas.microsoft.com/office/powerpoint/2010/main" val="1371246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6C2D433-E203-200D-D785-D36CFBA2C302}"/>
              </a:ext>
            </a:extLst>
          </p:cNvPr>
          <p:cNvSpPr>
            <a:spLocks noGrp="1"/>
          </p:cNvSpPr>
          <p:nvPr>
            <p:ph type="body" idx="1"/>
          </p:nvPr>
        </p:nvSpPr>
        <p:spPr>
          <a:xfrm>
            <a:off x="622300" y="1160002"/>
            <a:ext cx="10842870" cy="3777834"/>
          </a:xfrm>
        </p:spPr>
        <p:txBody>
          <a:bodyPr/>
          <a:lstStyle/>
          <a:p>
            <a:pPr marL="12560" marR="1004196" algn="just">
              <a:lnSpc>
                <a:spcPct val="101899"/>
              </a:lnSpc>
              <a:spcBef>
                <a:spcPts val="35"/>
              </a:spcBef>
            </a:pPr>
            <a:r>
              <a:rPr lang="en-US" sz="2400" spc="-15" dirty="0">
                <a:solidFill>
                  <a:srgbClr val="212121"/>
                </a:solidFill>
                <a:latin typeface="Trebuchet MS"/>
                <a:cs typeface="Trebuchet MS"/>
              </a:rPr>
              <a:t>Bounded</a:t>
            </a:r>
            <a:r>
              <a:rPr lang="en-US" sz="2400" spc="-267" dirty="0">
                <a:solidFill>
                  <a:srgbClr val="212121"/>
                </a:solidFill>
                <a:latin typeface="Trebuchet MS"/>
                <a:cs typeface="Trebuchet MS"/>
              </a:rPr>
              <a:t> </a:t>
            </a:r>
            <a:r>
              <a:rPr lang="en-US" sz="2400" spc="-59" dirty="0">
                <a:solidFill>
                  <a:srgbClr val="212121"/>
                </a:solidFill>
                <a:latin typeface="Trebuchet MS"/>
                <a:cs typeface="Trebuchet MS"/>
              </a:rPr>
              <a:t>Con</a:t>
            </a:r>
            <a:r>
              <a:rPr lang="en-US" sz="2400" spc="-74" dirty="0">
                <a:solidFill>
                  <a:srgbClr val="212121"/>
                </a:solidFill>
                <a:latin typeface="Trebuchet MS"/>
                <a:cs typeface="Trebuchet MS"/>
              </a:rPr>
              <a:t>t</a:t>
            </a:r>
            <a:r>
              <a:rPr lang="en-US" sz="2400" spc="-153" dirty="0">
                <a:solidFill>
                  <a:srgbClr val="212121"/>
                </a:solidFill>
                <a:latin typeface="Trebuchet MS"/>
                <a:cs typeface="Trebuchet MS"/>
              </a:rPr>
              <a:t>e</a:t>
            </a:r>
            <a:r>
              <a:rPr lang="en-US" sz="2400" spc="-129" dirty="0">
                <a:solidFill>
                  <a:srgbClr val="212121"/>
                </a:solidFill>
                <a:latin typeface="Trebuchet MS"/>
                <a:cs typeface="Trebuchet MS"/>
              </a:rPr>
              <a:t>xt  : Deciding the boundary is an Evolutionary process.</a:t>
            </a:r>
          </a:p>
          <a:p>
            <a:pPr marL="12560" marR="1004196">
              <a:lnSpc>
                <a:spcPct val="101899"/>
              </a:lnSpc>
              <a:spcBef>
                <a:spcPts val="35"/>
              </a:spcBef>
            </a:pPr>
            <a:r>
              <a:rPr lang="en-US" sz="2400" spc="-64" dirty="0">
                <a:solidFill>
                  <a:srgbClr val="212121"/>
                </a:solidFill>
                <a:latin typeface="Trebuchet MS"/>
                <a:cs typeface="Trebuchet MS"/>
              </a:rPr>
              <a:t>Configu</a:t>
            </a:r>
            <a:r>
              <a:rPr lang="en-US" sz="2400" spc="-124" dirty="0">
                <a:solidFill>
                  <a:srgbClr val="212121"/>
                </a:solidFill>
                <a:latin typeface="Trebuchet MS"/>
                <a:cs typeface="Trebuchet MS"/>
              </a:rPr>
              <a:t>r</a:t>
            </a:r>
            <a:r>
              <a:rPr lang="en-US" sz="2400" spc="-59" dirty="0">
                <a:solidFill>
                  <a:srgbClr val="212121"/>
                </a:solidFill>
                <a:latin typeface="Trebuchet MS"/>
                <a:cs typeface="Trebuchet MS"/>
              </a:rPr>
              <a:t>ation</a:t>
            </a:r>
            <a:r>
              <a:rPr lang="en-US" sz="2400" spc="-267" dirty="0">
                <a:solidFill>
                  <a:srgbClr val="212121"/>
                </a:solidFill>
                <a:latin typeface="Trebuchet MS"/>
                <a:cs typeface="Trebuchet MS"/>
              </a:rPr>
              <a:t> </a:t>
            </a:r>
            <a:r>
              <a:rPr lang="en-US" sz="2400" spc="-5" dirty="0">
                <a:solidFill>
                  <a:srgbClr val="212121"/>
                </a:solidFill>
                <a:latin typeface="Trebuchet MS"/>
                <a:cs typeface="Trebuchet MS"/>
              </a:rPr>
              <a:t>Mana</a:t>
            </a:r>
            <a:r>
              <a:rPr lang="en-US" sz="2400" spc="-45" dirty="0">
                <a:solidFill>
                  <a:srgbClr val="212121"/>
                </a:solidFill>
                <a:latin typeface="Trebuchet MS"/>
                <a:cs typeface="Trebuchet MS"/>
              </a:rPr>
              <a:t>g</a:t>
            </a:r>
            <a:r>
              <a:rPr lang="en-US" sz="2400" spc="-89" dirty="0">
                <a:solidFill>
                  <a:srgbClr val="212121"/>
                </a:solidFill>
                <a:latin typeface="Trebuchet MS"/>
                <a:cs typeface="Trebuchet MS"/>
              </a:rPr>
              <a:t>ement : There are many microservices with multiple instances . How is the Configuration Done?</a:t>
            </a:r>
            <a:endParaRPr lang="en-US" sz="2400" dirty="0">
              <a:latin typeface="Trebuchet MS"/>
              <a:cs typeface="Trebuchet MS"/>
            </a:endParaRPr>
          </a:p>
          <a:p>
            <a:pPr marL="12560" marR="5024">
              <a:lnSpc>
                <a:spcPts val="3264"/>
              </a:lnSpc>
              <a:spcBef>
                <a:spcPts val="119"/>
              </a:spcBef>
            </a:pPr>
            <a:r>
              <a:rPr lang="en-US" sz="2400" spc="-49" dirty="0">
                <a:solidFill>
                  <a:srgbClr val="212121"/>
                </a:solidFill>
                <a:latin typeface="Trebuchet MS"/>
                <a:cs typeface="Trebuchet MS"/>
              </a:rPr>
              <a:t>Dynamic</a:t>
            </a:r>
            <a:r>
              <a:rPr lang="en-US" sz="2400" spc="-267" dirty="0">
                <a:solidFill>
                  <a:srgbClr val="212121"/>
                </a:solidFill>
                <a:latin typeface="Trebuchet MS"/>
                <a:cs typeface="Trebuchet MS"/>
              </a:rPr>
              <a:t> </a:t>
            </a:r>
            <a:r>
              <a:rPr lang="en-US" sz="2400" spc="15" dirty="0">
                <a:solidFill>
                  <a:srgbClr val="212121"/>
                </a:solidFill>
                <a:latin typeface="Trebuchet MS"/>
                <a:cs typeface="Trebuchet MS"/>
              </a:rPr>
              <a:t>S</a:t>
            </a:r>
            <a:r>
              <a:rPr lang="en-US" sz="2400" spc="-15" dirty="0">
                <a:solidFill>
                  <a:srgbClr val="212121"/>
                </a:solidFill>
                <a:latin typeface="Trebuchet MS"/>
                <a:cs typeface="Trebuchet MS"/>
              </a:rPr>
              <a:t>c</a:t>
            </a:r>
            <a:r>
              <a:rPr lang="en-US" sz="2400" spc="-94" dirty="0">
                <a:solidFill>
                  <a:srgbClr val="212121"/>
                </a:solidFill>
                <a:latin typeface="Trebuchet MS"/>
                <a:cs typeface="Trebuchet MS"/>
              </a:rPr>
              <a:t>ale</a:t>
            </a:r>
            <a:r>
              <a:rPr lang="en-US" sz="2400" spc="-267" dirty="0">
                <a:solidFill>
                  <a:srgbClr val="212121"/>
                </a:solidFill>
                <a:latin typeface="Trebuchet MS"/>
                <a:cs typeface="Trebuchet MS"/>
              </a:rPr>
              <a:t> </a:t>
            </a:r>
            <a:r>
              <a:rPr lang="en-US" sz="2400" spc="-10" dirty="0">
                <a:solidFill>
                  <a:srgbClr val="212121"/>
                </a:solidFill>
                <a:latin typeface="Trebuchet MS"/>
                <a:cs typeface="Trebuchet MS"/>
              </a:rPr>
              <a:t>Up</a:t>
            </a:r>
            <a:r>
              <a:rPr lang="en-US" sz="2400" spc="-267" dirty="0">
                <a:solidFill>
                  <a:srgbClr val="212121"/>
                </a:solidFill>
                <a:latin typeface="Trebuchet MS"/>
                <a:cs typeface="Trebuchet MS"/>
              </a:rPr>
              <a:t> </a:t>
            </a:r>
            <a:r>
              <a:rPr lang="en-US" sz="2400" spc="-15" dirty="0">
                <a:solidFill>
                  <a:srgbClr val="212121"/>
                </a:solidFill>
                <a:latin typeface="Trebuchet MS"/>
                <a:cs typeface="Trebuchet MS"/>
              </a:rPr>
              <a:t>and</a:t>
            </a:r>
            <a:r>
              <a:rPr lang="en-US" sz="2400" spc="-267" dirty="0">
                <a:solidFill>
                  <a:srgbClr val="212121"/>
                </a:solidFill>
                <a:latin typeface="Trebuchet MS"/>
                <a:cs typeface="Trebuchet MS"/>
              </a:rPr>
              <a:t> </a:t>
            </a:r>
            <a:r>
              <a:rPr lang="en-US" sz="2400" spc="15" dirty="0">
                <a:solidFill>
                  <a:srgbClr val="212121"/>
                </a:solidFill>
                <a:latin typeface="Trebuchet MS"/>
                <a:cs typeface="Trebuchet MS"/>
              </a:rPr>
              <a:t>S</a:t>
            </a:r>
            <a:r>
              <a:rPr lang="en-US" sz="2400" spc="-15" dirty="0">
                <a:solidFill>
                  <a:srgbClr val="212121"/>
                </a:solidFill>
                <a:latin typeface="Trebuchet MS"/>
                <a:cs typeface="Trebuchet MS"/>
              </a:rPr>
              <a:t>c</a:t>
            </a:r>
            <a:r>
              <a:rPr lang="en-US" sz="2400" spc="-94" dirty="0">
                <a:solidFill>
                  <a:srgbClr val="212121"/>
                </a:solidFill>
                <a:latin typeface="Trebuchet MS"/>
                <a:cs typeface="Trebuchet MS"/>
              </a:rPr>
              <a:t>ale</a:t>
            </a:r>
            <a:r>
              <a:rPr lang="en-US" sz="2400" spc="-267" dirty="0">
                <a:solidFill>
                  <a:srgbClr val="212121"/>
                </a:solidFill>
                <a:latin typeface="Trebuchet MS"/>
                <a:cs typeface="Trebuchet MS"/>
              </a:rPr>
              <a:t> </a:t>
            </a:r>
            <a:r>
              <a:rPr lang="en-US" sz="2400" spc="5" dirty="0">
                <a:solidFill>
                  <a:srgbClr val="212121"/>
                </a:solidFill>
                <a:latin typeface="Trebuchet MS"/>
                <a:cs typeface="Trebuchet MS"/>
              </a:rPr>
              <a:t>D</a:t>
            </a:r>
            <a:r>
              <a:rPr lang="en-US" sz="2400" spc="-10" dirty="0">
                <a:solidFill>
                  <a:srgbClr val="212121"/>
                </a:solidFill>
                <a:latin typeface="Trebuchet MS"/>
                <a:cs typeface="Trebuchet MS"/>
              </a:rPr>
              <a:t>o</a:t>
            </a:r>
            <a:r>
              <a:rPr lang="en-US" sz="2400" spc="-30" dirty="0">
                <a:solidFill>
                  <a:srgbClr val="212121"/>
                </a:solidFill>
                <a:latin typeface="Trebuchet MS"/>
                <a:cs typeface="Trebuchet MS"/>
              </a:rPr>
              <a:t>wn : Load Balancing</a:t>
            </a:r>
          </a:p>
          <a:p>
            <a:pPr marL="12560" marR="5024">
              <a:lnSpc>
                <a:spcPts val="3264"/>
              </a:lnSpc>
              <a:spcBef>
                <a:spcPts val="119"/>
              </a:spcBef>
            </a:pPr>
            <a:r>
              <a:rPr lang="en-US" sz="2400" spc="-94" dirty="0">
                <a:solidFill>
                  <a:srgbClr val="212121"/>
                </a:solidFill>
                <a:latin typeface="Trebuchet MS"/>
                <a:cs typeface="Trebuchet MS"/>
              </a:rPr>
              <a:t>Visibility : Need Monitoring | When service has an error | Which service is down | find bug | is Automated.</a:t>
            </a:r>
            <a:endParaRPr lang="en-US" sz="2400" dirty="0">
              <a:latin typeface="Trebuchet MS"/>
              <a:cs typeface="Trebuchet MS"/>
            </a:endParaRPr>
          </a:p>
          <a:p>
            <a:pPr marL="12560">
              <a:lnSpc>
                <a:spcPts val="3145"/>
              </a:lnSpc>
            </a:pPr>
            <a:r>
              <a:rPr lang="en-US" sz="2400" spc="-74" dirty="0">
                <a:solidFill>
                  <a:srgbClr val="212121"/>
                </a:solidFill>
                <a:latin typeface="Trebuchet MS"/>
                <a:cs typeface="Trebuchet MS"/>
              </a:rPr>
              <a:t>P</a:t>
            </a:r>
            <a:r>
              <a:rPr lang="en-US" sz="2400" spc="-59" dirty="0">
                <a:solidFill>
                  <a:srgbClr val="212121"/>
                </a:solidFill>
                <a:latin typeface="Trebuchet MS"/>
                <a:cs typeface="Trebuchet MS"/>
              </a:rPr>
              <a:t>ack</a:t>
            </a:r>
            <a:r>
              <a:rPr lang="en-US" sz="2400" spc="-267" dirty="0">
                <a:solidFill>
                  <a:srgbClr val="212121"/>
                </a:solidFill>
                <a:latin typeface="Trebuchet MS"/>
                <a:cs typeface="Trebuchet MS"/>
              </a:rPr>
              <a:t> </a:t>
            </a:r>
            <a:r>
              <a:rPr lang="en-US" sz="2400" spc="-99" dirty="0">
                <a:solidFill>
                  <a:srgbClr val="212121"/>
                </a:solidFill>
                <a:latin typeface="Trebuchet MS"/>
                <a:cs typeface="Trebuchet MS"/>
              </a:rPr>
              <a:t>of</a:t>
            </a:r>
            <a:r>
              <a:rPr lang="en-US" sz="2400" spc="-267" dirty="0">
                <a:solidFill>
                  <a:srgbClr val="212121"/>
                </a:solidFill>
                <a:latin typeface="Trebuchet MS"/>
                <a:cs typeface="Trebuchet MS"/>
              </a:rPr>
              <a:t> </a:t>
            </a:r>
            <a:r>
              <a:rPr lang="en-US" sz="2400" spc="-84" dirty="0">
                <a:solidFill>
                  <a:srgbClr val="212121"/>
                </a:solidFill>
                <a:latin typeface="Trebuchet MS"/>
                <a:cs typeface="Trebuchet MS"/>
              </a:rPr>
              <a:t>Ca</a:t>
            </a:r>
            <a:r>
              <a:rPr lang="en-US" sz="2400" spc="-89" dirty="0">
                <a:solidFill>
                  <a:srgbClr val="212121"/>
                </a:solidFill>
                <a:latin typeface="Trebuchet MS"/>
                <a:cs typeface="Trebuchet MS"/>
              </a:rPr>
              <a:t>r</a:t>
            </a:r>
            <a:r>
              <a:rPr lang="en-US" sz="2400" spc="15" dirty="0">
                <a:solidFill>
                  <a:srgbClr val="212121"/>
                </a:solidFill>
                <a:latin typeface="Trebuchet MS"/>
                <a:cs typeface="Trebuchet MS"/>
              </a:rPr>
              <a:t>ds : How we prevent if one service is down &amp; rest services must be functional.</a:t>
            </a:r>
            <a:endParaRPr lang="en-US" sz="2400" dirty="0">
              <a:latin typeface="Trebuchet MS"/>
              <a:cs typeface="Trebuchet MS"/>
            </a:endParaRPr>
          </a:p>
          <a:p>
            <a:endParaRPr lang="en-US" sz="2400" dirty="0"/>
          </a:p>
        </p:txBody>
      </p:sp>
      <p:sp>
        <p:nvSpPr>
          <p:cNvPr id="3" name="Title 2">
            <a:extLst>
              <a:ext uri="{FF2B5EF4-FFF2-40B4-BE49-F238E27FC236}">
                <a16:creationId xmlns:a16="http://schemas.microsoft.com/office/drawing/2014/main" id="{4193B311-B27B-22C4-7787-45C3209F9367}"/>
              </a:ext>
            </a:extLst>
          </p:cNvPr>
          <p:cNvSpPr>
            <a:spLocks noGrp="1"/>
          </p:cNvSpPr>
          <p:nvPr>
            <p:ph type="title"/>
          </p:nvPr>
        </p:nvSpPr>
        <p:spPr/>
        <p:txBody>
          <a:bodyPr/>
          <a:lstStyle/>
          <a:p>
            <a:r>
              <a:rPr lang="en-US" dirty="0"/>
              <a:t>Challenges :</a:t>
            </a:r>
          </a:p>
        </p:txBody>
      </p:sp>
    </p:spTree>
    <p:extLst>
      <p:ext uri="{BB962C8B-B14F-4D97-AF65-F5344CB8AC3E}">
        <p14:creationId xmlns:p14="http://schemas.microsoft.com/office/powerpoint/2010/main" val="3037181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C14CB56-F605-0BC4-6A08-3A453A87FB4A}"/>
              </a:ext>
            </a:extLst>
          </p:cNvPr>
          <p:cNvSpPr>
            <a:spLocks noGrp="1"/>
          </p:cNvSpPr>
          <p:nvPr>
            <p:ph type="body" idx="1"/>
          </p:nvPr>
        </p:nvSpPr>
        <p:spPr>
          <a:xfrm>
            <a:off x="622300" y="1160003"/>
            <a:ext cx="10947400" cy="5343326"/>
          </a:xfrm>
        </p:spPr>
        <p:txBody>
          <a:bodyPr/>
          <a:lstStyle/>
          <a:p>
            <a:r>
              <a:rPr lang="en-US" dirty="0"/>
              <a:t>Spring Boot : Enables rapid development of rest </a:t>
            </a:r>
            <a:r>
              <a:rPr lang="en-US" dirty="0" err="1"/>
              <a:t>api</a:t>
            </a:r>
            <a:r>
              <a:rPr lang="en-US" dirty="0"/>
              <a:t> | Faster </a:t>
            </a:r>
            <a:r>
              <a:rPr lang="en-US" dirty="0" err="1"/>
              <a:t>api</a:t>
            </a:r>
            <a:r>
              <a:rPr lang="en-US" dirty="0"/>
              <a:t> development.</a:t>
            </a:r>
          </a:p>
          <a:p>
            <a:r>
              <a:rPr lang="en-US" dirty="0"/>
              <a:t>Spring Cloud : Umbrella project that provide essential microservice needs.</a:t>
            </a:r>
          </a:p>
          <a:p>
            <a:r>
              <a:rPr lang="en-US" dirty="0"/>
              <a:t>Docker : Consistent deployment approach for microservices. Programming language and environment independent.</a:t>
            </a:r>
          </a:p>
          <a:p>
            <a:r>
              <a:rPr lang="en-US" dirty="0"/>
              <a:t>Kubernetes : Orchestrate thousands of microservices with advanced features (Service discovery | Load balancing | Release Management,….) </a:t>
            </a:r>
          </a:p>
          <a:p>
            <a:endParaRPr lang="en-US" dirty="0"/>
          </a:p>
        </p:txBody>
      </p:sp>
      <p:sp>
        <p:nvSpPr>
          <p:cNvPr id="3" name="Title 2">
            <a:extLst>
              <a:ext uri="{FF2B5EF4-FFF2-40B4-BE49-F238E27FC236}">
                <a16:creationId xmlns:a16="http://schemas.microsoft.com/office/drawing/2014/main" id="{7FB952BA-7183-BE70-E08B-4A32D3E6F56D}"/>
              </a:ext>
            </a:extLst>
          </p:cNvPr>
          <p:cNvSpPr>
            <a:spLocks noGrp="1"/>
          </p:cNvSpPr>
          <p:nvPr>
            <p:ph type="title"/>
          </p:nvPr>
        </p:nvSpPr>
        <p:spPr/>
        <p:txBody>
          <a:bodyPr/>
          <a:lstStyle/>
          <a:p>
            <a:r>
              <a:rPr lang="en-US" dirty="0"/>
              <a:t>Microservices Solution 	</a:t>
            </a:r>
          </a:p>
        </p:txBody>
      </p:sp>
    </p:spTree>
    <p:extLst>
      <p:ext uri="{BB962C8B-B14F-4D97-AF65-F5344CB8AC3E}">
        <p14:creationId xmlns:p14="http://schemas.microsoft.com/office/powerpoint/2010/main" val="2919117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2102D94-8174-3BCE-763E-DE47449AD794}"/>
              </a:ext>
            </a:extLst>
          </p:cNvPr>
          <p:cNvSpPr>
            <a:spLocks noGrp="1"/>
          </p:cNvSpPr>
          <p:nvPr>
            <p:ph type="body" idx="1"/>
          </p:nvPr>
        </p:nvSpPr>
        <p:spPr>
          <a:xfrm>
            <a:off x="622300" y="1160003"/>
            <a:ext cx="10947400" cy="3158113"/>
          </a:xfrm>
        </p:spPr>
        <p:txBody>
          <a:bodyPr/>
          <a:lstStyle/>
          <a:p>
            <a:r>
              <a:rPr lang="en-US" sz="2400" dirty="0"/>
              <a:t>Spring cloud : </a:t>
            </a:r>
            <a:r>
              <a:rPr lang="en-US" sz="2400" b="0" i="0" dirty="0">
                <a:solidFill>
                  <a:srgbClr val="000000"/>
                </a:solidFill>
                <a:effectLst/>
                <a:latin typeface="Open Sans" panose="020B0606030504020204" pitchFamily="34" charset="0"/>
              </a:rPr>
              <a:t>Spring Cloud provides tools for developers to quickly build some of the common patterns in distributed systems. e.g. :-</a:t>
            </a:r>
          </a:p>
          <a:p>
            <a:pPr lvl="1"/>
            <a:r>
              <a:rPr lang="en-US" sz="2000" b="0" i="0" dirty="0">
                <a:solidFill>
                  <a:srgbClr val="000000"/>
                </a:solidFill>
                <a:effectLst/>
                <a:latin typeface="Open Sans" panose="020B0606030504020204" pitchFamily="34" charset="0"/>
              </a:rPr>
              <a:t>configuration management</a:t>
            </a:r>
          </a:p>
          <a:p>
            <a:pPr lvl="1"/>
            <a:r>
              <a:rPr lang="en-US" sz="2000" b="0" i="0" dirty="0">
                <a:solidFill>
                  <a:srgbClr val="000000"/>
                </a:solidFill>
                <a:effectLst/>
                <a:latin typeface="Open Sans" panose="020B0606030504020204" pitchFamily="34" charset="0"/>
              </a:rPr>
              <a:t>service discovery</a:t>
            </a:r>
          </a:p>
          <a:p>
            <a:pPr lvl="1"/>
            <a:r>
              <a:rPr lang="en-US" sz="2000" b="0" i="0" dirty="0">
                <a:solidFill>
                  <a:srgbClr val="000000"/>
                </a:solidFill>
                <a:effectLst/>
                <a:latin typeface="Open Sans" panose="020B0606030504020204" pitchFamily="34" charset="0"/>
              </a:rPr>
              <a:t>circuit breakers</a:t>
            </a:r>
          </a:p>
          <a:p>
            <a:pPr lvl="1"/>
            <a:r>
              <a:rPr lang="en-US" sz="2000" b="0" i="0" dirty="0">
                <a:solidFill>
                  <a:srgbClr val="000000"/>
                </a:solidFill>
                <a:effectLst/>
                <a:latin typeface="Open Sans" panose="020B0606030504020204" pitchFamily="34" charset="0"/>
              </a:rPr>
              <a:t>intelligent routing </a:t>
            </a:r>
            <a:r>
              <a:rPr lang="en-US" sz="2000" b="0" i="0" dirty="0" err="1">
                <a:solidFill>
                  <a:srgbClr val="000000"/>
                </a:solidFill>
                <a:effectLst/>
                <a:latin typeface="Open Sans" panose="020B0606030504020204" pitchFamily="34" charset="0"/>
              </a:rPr>
              <a:t>etc</a:t>
            </a:r>
            <a:endParaRPr lang="en-US" sz="2000" dirty="0">
              <a:solidFill>
                <a:srgbClr val="000000"/>
              </a:solidFill>
              <a:latin typeface="Open Sans" panose="020B0606030504020204" pitchFamily="34" charset="0"/>
            </a:endParaRPr>
          </a:p>
          <a:p>
            <a:pPr lvl="1"/>
            <a:r>
              <a:rPr lang="en-US" sz="2000" dirty="0">
                <a:solidFill>
                  <a:srgbClr val="000000"/>
                </a:solidFill>
                <a:latin typeface="Open Sans" panose="020B0606030504020204" pitchFamily="34" charset="0"/>
              </a:rPr>
              <a:t>Variety of projects under the umbrella of spring cloud </a:t>
            </a:r>
          </a:p>
          <a:p>
            <a:pPr lvl="2"/>
            <a:r>
              <a:rPr lang="en-US" sz="1600" dirty="0">
                <a:solidFill>
                  <a:srgbClr val="000000"/>
                </a:solidFill>
                <a:latin typeface="Open Sans" panose="020B0606030504020204" pitchFamily="34" charset="0"/>
              </a:rPr>
              <a:t>Spring cloud Netflix : dealing in microservice concept very early.</a:t>
            </a:r>
            <a:endParaRPr lang="en-US" sz="1600" b="0" i="0" dirty="0">
              <a:solidFill>
                <a:srgbClr val="000000"/>
              </a:solidFill>
              <a:effectLst/>
              <a:latin typeface="Open Sans" panose="020B0606030504020204" pitchFamily="34" charset="0"/>
            </a:endParaRPr>
          </a:p>
        </p:txBody>
      </p:sp>
      <p:sp>
        <p:nvSpPr>
          <p:cNvPr id="3" name="Title 2">
            <a:extLst>
              <a:ext uri="{FF2B5EF4-FFF2-40B4-BE49-F238E27FC236}">
                <a16:creationId xmlns:a16="http://schemas.microsoft.com/office/drawing/2014/main" id="{FEA9AC40-E891-FD3C-C5C2-EEA3D7AEA2B4}"/>
              </a:ext>
            </a:extLst>
          </p:cNvPr>
          <p:cNvSpPr>
            <a:spLocks noGrp="1"/>
          </p:cNvSpPr>
          <p:nvPr>
            <p:ph type="title"/>
          </p:nvPr>
        </p:nvSpPr>
        <p:spPr/>
        <p:txBody>
          <a:bodyPr/>
          <a:lstStyle/>
          <a:p>
            <a:r>
              <a:rPr lang="en-US" dirty="0"/>
              <a:t>Answer : Spring Cloud  </a:t>
            </a:r>
          </a:p>
        </p:txBody>
      </p:sp>
    </p:spTree>
    <p:extLst>
      <p:ext uri="{BB962C8B-B14F-4D97-AF65-F5344CB8AC3E}">
        <p14:creationId xmlns:p14="http://schemas.microsoft.com/office/powerpoint/2010/main" val="3240378356"/>
      </p:ext>
    </p:extLst>
  </p:cSld>
  <p:clrMapOvr>
    <a:masterClrMapping/>
  </p:clrMapOvr>
  <mc:AlternateContent xmlns:mc="http://schemas.openxmlformats.org/markup-compatibility/2006" xmlns:p14="http://schemas.microsoft.com/office/powerpoint/2010/main">
    <mc:Choice Requires="p14">
      <p:transition spd="slow" p14:dur="3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90DAE45-E831-E0CC-3EF6-D0E2F19D2812}"/>
              </a:ext>
            </a:extLst>
          </p:cNvPr>
          <p:cNvSpPr>
            <a:spLocks noGrp="1"/>
          </p:cNvSpPr>
          <p:nvPr>
            <p:ph type="body" idx="1"/>
          </p:nvPr>
        </p:nvSpPr>
        <p:spPr>
          <a:xfrm>
            <a:off x="622300" y="1603722"/>
            <a:ext cx="10947400" cy="5076587"/>
          </a:xfrm>
        </p:spPr>
        <p:txBody>
          <a:bodyPr/>
          <a:lstStyle/>
          <a:p>
            <a:pPr marL="12560">
              <a:lnSpc>
                <a:spcPts val="2947"/>
              </a:lnSpc>
              <a:spcBef>
                <a:spcPts val="99"/>
              </a:spcBef>
            </a:pPr>
            <a:r>
              <a:rPr lang="en-US" sz="3600" b="1" spc="-45" dirty="0">
                <a:solidFill>
                  <a:srgbClr val="212121"/>
                </a:solidFill>
                <a:latin typeface="Trebuchet MS"/>
                <a:cs typeface="Trebuchet MS"/>
              </a:rPr>
              <a:t>Spring</a:t>
            </a:r>
            <a:r>
              <a:rPr lang="en-US" sz="3600" b="1" spc="-262" dirty="0">
                <a:solidFill>
                  <a:srgbClr val="212121"/>
                </a:solidFill>
                <a:latin typeface="Trebuchet MS"/>
                <a:cs typeface="Trebuchet MS"/>
              </a:rPr>
              <a:t> </a:t>
            </a:r>
            <a:r>
              <a:rPr lang="en-US" sz="3600" b="1" spc="-69" dirty="0">
                <a:solidFill>
                  <a:srgbClr val="212121"/>
                </a:solidFill>
                <a:latin typeface="Trebuchet MS"/>
                <a:cs typeface="Trebuchet MS"/>
              </a:rPr>
              <a:t>Cloud</a:t>
            </a:r>
            <a:r>
              <a:rPr lang="en-US" sz="3600" b="1" spc="-267" dirty="0">
                <a:solidFill>
                  <a:srgbClr val="212121"/>
                </a:solidFill>
                <a:latin typeface="Trebuchet MS"/>
                <a:cs typeface="Trebuchet MS"/>
              </a:rPr>
              <a:t> </a:t>
            </a:r>
            <a:r>
              <a:rPr lang="en-US" sz="3600" spc="-40" dirty="0">
                <a:solidFill>
                  <a:srgbClr val="212121"/>
                </a:solidFill>
                <a:latin typeface="Trebuchet MS"/>
                <a:cs typeface="Trebuchet MS"/>
              </a:rPr>
              <a:t>Umb</a:t>
            </a:r>
            <a:r>
              <a:rPr lang="en-US" sz="3600" spc="-54" dirty="0">
                <a:solidFill>
                  <a:srgbClr val="212121"/>
                </a:solidFill>
                <a:latin typeface="Trebuchet MS"/>
                <a:cs typeface="Trebuchet MS"/>
              </a:rPr>
              <a:t>r</a:t>
            </a:r>
            <a:r>
              <a:rPr lang="en-US" sz="3600" spc="-99" dirty="0">
                <a:solidFill>
                  <a:srgbClr val="212121"/>
                </a:solidFill>
                <a:latin typeface="Trebuchet MS"/>
                <a:cs typeface="Trebuchet MS"/>
              </a:rPr>
              <a:t>ella</a:t>
            </a:r>
            <a:r>
              <a:rPr lang="en-US" sz="3600" spc="-267" dirty="0">
                <a:solidFill>
                  <a:srgbClr val="212121"/>
                </a:solidFill>
                <a:latin typeface="Trebuchet MS"/>
                <a:cs typeface="Trebuchet MS"/>
              </a:rPr>
              <a:t> </a:t>
            </a:r>
            <a:r>
              <a:rPr lang="en-US" sz="3600" spc="-40" dirty="0">
                <a:solidFill>
                  <a:srgbClr val="212121"/>
                </a:solidFill>
                <a:latin typeface="Trebuchet MS"/>
                <a:cs typeface="Trebuchet MS"/>
              </a:rPr>
              <a:t>P</a:t>
            </a:r>
            <a:r>
              <a:rPr lang="en-US" sz="3600" spc="-59" dirty="0">
                <a:solidFill>
                  <a:srgbClr val="212121"/>
                </a:solidFill>
                <a:latin typeface="Trebuchet MS"/>
                <a:cs typeface="Trebuchet MS"/>
              </a:rPr>
              <a:t>r</a:t>
            </a:r>
            <a:r>
              <a:rPr lang="en-US" sz="3600" spc="-113" dirty="0">
                <a:solidFill>
                  <a:srgbClr val="212121"/>
                </a:solidFill>
                <a:latin typeface="Trebuchet MS"/>
                <a:cs typeface="Trebuchet MS"/>
              </a:rPr>
              <a:t>ojects</a:t>
            </a:r>
          </a:p>
          <a:p>
            <a:pPr marL="12560">
              <a:lnSpc>
                <a:spcPts val="2947"/>
              </a:lnSpc>
              <a:spcBef>
                <a:spcPts val="99"/>
              </a:spcBef>
            </a:pPr>
            <a:endParaRPr lang="en-US" sz="3600" dirty="0">
              <a:latin typeface="Trebuchet MS"/>
              <a:cs typeface="Trebuchet MS"/>
            </a:endParaRPr>
          </a:p>
          <a:p>
            <a:pPr marL="845941" lvl="1">
              <a:lnSpc>
                <a:spcPts val="2299"/>
              </a:lnSpc>
            </a:pPr>
            <a:r>
              <a:rPr lang="en-US" spc="-79" dirty="0">
                <a:solidFill>
                  <a:srgbClr val="212121"/>
                </a:solidFill>
                <a:latin typeface="Trebuchet MS"/>
                <a:cs typeface="Trebuchet MS"/>
              </a:rPr>
              <a:t>Centralized</a:t>
            </a:r>
            <a:r>
              <a:rPr lang="en-US" spc="-213" dirty="0">
                <a:solidFill>
                  <a:srgbClr val="212121"/>
                </a:solidFill>
                <a:latin typeface="Trebuchet MS"/>
                <a:cs typeface="Trebuchet MS"/>
              </a:rPr>
              <a:t> </a:t>
            </a:r>
            <a:r>
              <a:rPr lang="en-US" spc="-49" dirty="0">
                <a:solidFill>
                  <a:srgbClr val="212121"/>
                </a:solidFill>
                <a:latin typeface="Trebuchet MS"/>
                <a:cs typeface="Trebuchet MS"/>
              </a:rPr>
              <a:t>Configuration</a:t>
            </a:r>
            <a:r>
              <a:rPr lang="en-US" spc="-213" dirty="0">
                <a:solidFill>
                  <a:srgbClr val="212121"/>
                </a:solidFill>
                <a:latin typeface="Trebuchet MS"/>
                <a:cs typeface="Trebuchet MS"/>
              </a:rPr>
              <a:t> </a:t>
            </a:r>
            <a:r>
              <a:rPr lang="en-US" spc="-35" dirty="0">
                <a:solidFill>
                  <a:srgbClr val="212121"/>
                </a:solidFill>
                <a:latin typeface="Trebuchet MS"/>
                <a:cs typeface="Trebuchet MS"/>
              </a:rPr>
              <a:t>Management</a:t>
            </a:r>
            <a:r>
              <a:rPr lang="en-US" spc="-208" dirty="0">
                <a:solidFill>
                  <a:srgbClr val="212121"/>
                </a:solidFill>
                <a:latin typeface="Trebuchet MS"/>
                <a:cs typeface="Trebuchet MS"/>
              </a:rPr>
              <a:t> </a:t>
            </a:r>
            <a:r>
              <a:rPr lang="en-US" spc="-25" dirty="0">
                <a:solidFill>
                  <a:srgbClr val="212121"/>
                </a:solidFill>
                <a:latin typeface="Trebuchet MS"/>
                <a:cs typeface="Trebuchet MS"/>
              </a:rPr>
              <a:t>(Spring</a:t>
            </a:r>
            <a:r>
              <a:rPr lang="en-US" spc="-213" dirty="0">
                <a:solidFill>
                  <a:srgbClr val="212121"/>
                </a:solidFill>
                <a:latin typeface="Trebuchet MS"/>
                <a:cs typeface="Trebuchet MS"/>
              </a:rPr>
              <a:t> </a:t>
            </a:r>
            <a:r>
              <a:rPr lang="en-US" spc="-25" dirty="0">
                <a:solidFill>
                  <a:srgbClr val="212121"/>
                </a:solidFill>
                <a:latin typeface="Trebuchet MS"/>
                <a:cs typeface="Trebuchet MS"/>
              </a:rPr>
              <a:t>Cloud</a:t>
            </a:r>
            <a:r>
              <a:rPr lang="en-US" spc="-208" dirty="0">
                <a:solidFill>
                  <a:srgbClr val="212121"/>
                </a:solidFill>
                <a:latin typeface="Trebuchet MS"/>
                <a:cs typeface="Trebuchet MS"/>
              </a:rPr>
              <a:t> </a:t>
            </a:r>
            <a:r>
              <a:rPr lang="en-US" spc="-45" dirty="0">
                <a:solidFill>
                  <a:srgbClr val="212121"/>
                </a:solidFill>
                <a:latin typeface="Trebuchet MS"/>
                <a:cs typeface="Trebuchet MS"/>
              </a:rPr>
              <a:t>Config</a:t>
            </a:r>
            <a:r>
              <a:rPr lang="en-US" spc="-213" dirty="0">
                <a:solidFill>
                  <a:srgbClr val="212121"/>
                </a:solidFill>
                <a:latin typeface="Trebuchet MS"/>
                <a:cs typeface="Trebuchet MS"/>
              </a:rPr>
              <a:t> </a:t>
            </a:r>
            <a:r>
              <a:rPr lang="en-US" spc="-59" dirty="0">
                <a:solidFill>
                  <a:srgbClr val="212121"/>
                </a:solidFill>
                <a:latin typeface="Trebuchet MS"/>
                <a:cs typeface="Trebuchet MS"/>
              </a:rPr>
              <a:t>Server) :  manage configuration for multiple microservices in central git repository.</a:t>
            </a:r>
          </a:p>
          <a:p>
            <a:pPr marL="439541" lvl="1" indent="0">
              <a:lnSpc>
                <a:spcPts val="2299"/>
              </a:lnSpc>
              <a:buNone/>
            </a:pPr>
            <a:endParaRPr lang="en-US" dirty="0">
              <a:latin typeface="Trebuchet MS"/>
              <a:cs typeface="Trebuchet MS"/>
            </a:endParaRPr>
          </a:p>
          <a:p>
            <a:pPr marL="845941" lvl="1">
              <a:spcBef>
                <a:spcPts val="119"/>
              </a:spcBef>
            </a:pPr>
            <a:r>
              <a:rPr lang="en-US" spc="-49" dirty="0">
                <a:solidFill>
                  <a:srgbClr val="212121"/>
                </a:solidFill>
                <a:latin typeface="Trebuchet MS"/>
                <a:cs typeface="Trebuchet MS"/>
              </a:rPr>
              <a:t>Location</a:t>
            </a:r>
            <a:r>
              <a:rPr lang="en-US" spc="-208" dirty="0">
                <a:solidFill>
                  <a:srgbClr val="212121"/>
                </a:solidFill>
                <a:latin typeface="Trebuchet MS"/>
                <a:cs typeface="Trebuchet MS"/>
              </a:rPr>
              <a:t> </a:t>
            </a:r>
            <a:r>
              <a:rPr lang="en-US" spc="-59" dirty="0">
                <a:solidFill>
                  <a:srgbClr val="212121"/>
                </a:solidFill>
                <a:latin typeface="Trebuchet MS"/>
                <a:cs typeface="Trebuchet MS"/>
              </a:rPr>
              <a:t>Transparency | Service Discovery </a:t>
            </a:r>
            <a:r>
              <a:rPr lang="en-US" spc="-208" dirty="0">
                <a:solidFill>
                  <a:srgbClr val="212121"/>
                </a:solidFill>
                <a:latin typeface="Trebuchet MS"/>
                <a:cs typeface="Trebuchet MS"/>
              </a:rPr>
              <a:t>-</a:t>
            </a:r>
            <a:r>
              <a:rPr lang="en-US" spc="-202" dirty="0">
                <a:solidFill>
                  <a:srgbClr val="212121"/>
                </a:solidFill>
                <a:latin typeface="Trebuchet MS"/>
                <a:cs typeface="Trebuchet MS"/>
              </a:rPr>
              <a:t> </a:t>
            </a:r>
            <a:r>
              <a:rPr lang="en-US" spc="-15" dirty="0">
                <a:solidFill>
                  <a:srgbClr val="212121"/>
                </a:solidFill>
                <a:latin typeface="Trebuchet MS"/>
                <a:cs typeface="Trebuchet MS"/>
              </a:rPr>
              <a:t>Naming</a:t>
            </a:r>
            <a:r>
              <a:rPr lang="en-US" spc="-208" dirty="0">
                <a:solidFill>
                  <a:srgbClr val="212121"/>
                </a:solidFill>
                <a:latin typeface="Trebuchet MS"/>
                <a:cs typeface="Trebuchet MS"/>
              </a:rPr>
              <a:t> </a:t>
            </a:r>
            <a:r>
              <a:rPr lang="en-US" spc="-49" dirty="0">
                <a:solidFill>
                  <a:srgbClr val="212121"/>
                </a:solidFill>
                <a:latin typeface="Trebuchet MS"/>
                <a:cs typeface="Trebuchet MS"/>
              </a:rPr>
              <a:t>Server</a:t>
            </a:r>
            <a:r>
              <a:rPr lang="en-US" spc="-208" dirty="0">
                <a:solidFill>
                  <a:srgbClr val="212121"/>
                </a:solidFill>
                <a:latin typeface="Trebuchet MS"/>
                <a:cs typeface="Trebuchet MS"/>
              </a:rPr>
              <a:t> </a:t>
            </a:r>
            <a:r>
              <a:rPr lang="en-US" spc="-74" dirty="0">
                <a:solidFill>
                  <a:srgbClr val="212121"/>
                </a:solidFill>
                <a:latin typeface="Trebuchet MS"/>
                <a:cs typeface="Trebuchet MS"/>
              </a:rPr>
              <a:t>(Eureka) : Enables automatic discovery of microservice.</a:t>
            </a:r>
          </a:p>
          <a:p>
            <a:pPr marL="845941" lvl="1">
              <a:spcBef>
                <a:spcPts val="119"/>
              </a:spcBef>
            </a:pPr>
            <a:endParaRPr lang="en-US" dirty="0">
              <a:latin typeface="Trebuchet MS"/>
              <a:cs typeface="Trebuchet MS"/>
            </a:endParaRPr>
          </a:p>
          <a:p>
            <a:pPr marL="845941" marR="1588878" lvl="1">
              <a:lnSpc>
                <a:spcPts val="2670"/>
              </a:lnSpc>
              <a:spcBef>
                <a:spcPts val="109"/>
              </a:spcBef>
            </a:pPr>
            <a:r>
              <a:rPr lang="en-US" spc="-30" dirty="0">
                <a:solidFill>
                  <a:srgbClr val="212121"/>
                </a:solidFill>
                <a:latin typeface="Trebuchet MS"/>
                <a:cs typeface="Trebuchet MS"/>
              </a:rPr>
              <a:t>Load</a:t>
            </a:r>
            <a:r>
              <a:rPr lang="en-US" spc="-213" dirty="0">
                <a:solidFill>
                  <a:srgbClr val="212121"/>
                </a:solidFill>
                <a:latin typeface="Trebuchet MS"/>
                <a:cs typeface="Trebuchet MS"/>
              </a:rPr>
              <a:t> </a:t>
            </a:r>
            <a:r>
              <a:rPr lang="en-US" spc="-45" dirty="0">
                <a:solidFill>
                  <a:srgbClr val="212121"/>
                </a:solidFill>
                <a:latin typeface="Trebuchet MS"/>
                <a:cs typeface="Trebuchet MS"/>
              </a:rPr>
              <a:t>Distribution</a:t>
            </a:r>
            <a:r>
              <a:rPr lang="en-US" spc="-208" dirty="0">
                <a:solidFill>
                  <a:srgbClr val="212121"/>
                </a:solidFill>
                <a:latin typeface="Trebuchet MS"/>
                <a:cs typeface="Trebuchet MS"/>
              </a:rPr>
              <a:t> </a:t>
            </a:r>
            <a:r>
              <a:rPr lang="en-US" spc="-59" dirty="0">
                <a:solidFill>
                  <a:srgbClr val="212121"/>
                </a:solidFill>
                <a:latin typeface="Trebuchet MS"/>
                <a:cs typeface="Trebuchet MS"/>
              </a:rPr>
              <a:t>(Ribbon,</a:t>
            </a:r>
            <a:r>
              <a:rPr lang="en-US" spc="-208" dirty="0">
                <a:solidFill>
                  <a:srgbClr val="212121"/>
                </a:solidFill>
                <a:latin typeface="Trebuchet MS"/>
                <a:cs typeface="Trebuchet MS"/>
              </a:rPr>
              <a:t> </a:t>
            </a:r>
            <a:r>
              <a:rPr lang="en-US" spc="-10" dirty="0">
                <a:solidFill>
                  <a:srgbClr val="212121"/>
                </a:solidFill>
                <a:latin typeface="Trebuchet MS"/>
                <a:cs typeface="Trebuchet MS"/>
              </a:rPr>
              <a:t>Spring</a:t>
            </a:r>
            <a:r>
              <a:rPr lang="en-US" spc="-208" dirty="0">
                <a:solidFill>
                  <a:srgbClr val="212121"/>
                </a:solidFill>
                <a:latin typeface="Trebuchet MS"/>
                <a:cs typeface="Trebuchet MS"/>
              </a:rPr>
              <a:t> </a:t>
            </a:r>
            <a:r>
              <a:rPr lang="en-US" spc="-25" dirty="0">
                <a:solidFill>
                  <a:srgbClr val="212121"/>
                </a:solidFill>
                <a:latin typeface="Trebuchet MS"/>
                <a:cs typeface="Trebuchet MS"/>
              </a:rPr>
              <a:t>Cloud</a:t>
            </a:r>
            <a:r>
              <a:rPr lang="en-US" spc="-208" dirty="0">
                <a:solidFill>
                  <a:srgbClr val="212121"/>
                </a:solidFill>
                <a:latin typeface="Trebuchet MS"/>
                <a:cs typeface="Trebuchet MS"/>
              </a:rPr>
              <a:t> </a:t>
            </a:r>
            <a:r>
              <a:rPr lang="en-US" spc="-30" dirty="0">
                <a:solidFill>
                  <a:srgbClr val="212121"/>
                </a:solidFill>
                <a:latin typeface="Trebuchet MS"/>
                <a:cs typeface="Trebuchet MS"/>
              </a:rPr>
              <a:t>Load</a:t>
            </a:r>
            <a:r>
              <a:rPr lang="en-US" spc="-208" dirty="0">
                <a:solidFill>
                  <a:srgbClr val="212121"/>
                </a:solidFill>
                <a:latin typeface="Trebuchet MS"/>
                <a:cs typeface="Trebuchet MS"/>
              </a:rPr>
              <a:t> </a:t>
            </a:r>
            <a:r>
              <a:rPr lang="en-US" spc="-59" dirty="0">
                <a:solidFill>
                  <a:srgbClr val="212121"/>
                </a:solidFill>
                <a:latin typeface="Trebuchet MS"/>
                <a:cs typeface="Trebuchet MS"/>
              </a:rPr>
              <a:t>Balancer): Distribute request across active instances of microservices dynamically.</a:t>
            </a:r>
          </a:p>
          <a:p>
            <a:pPr marL="25400" indent="0">
              <a:buNone/>
            </a:pPr>
            <a:endParaRPr lang="en-US" dirty="0"/>
          </a:p>
        </p:txBody>
      </p:sp>
      <p:sp>
        <p:nvSpPr>
          <p:cNvPr id="3" name="Title 2">
            <a:extLst>
              <a:ext uri="{FF2B5EF4-FFF2-40B4-BE49-F238E27FC236}">
                <a16:creationId xmlns:a16="http://schemas.microsoft.com/office/drawing/2014/main" id="{0FB2A507-2BDD-26D9-1853-AA3B99DBB3A7}"/>
              </a:ext>
            </a:extLst>
          </p:cNvPr>
          <p:cNvSpPr>
            <a:spLocks noGrp="1"/>
          </p:cNvSpPr>
          <p:nvPr>
            <p:ph type="title"/>
          </p:nvPr>
        </p:nvSpPr>
        <p:spPr/>
        <p:txBody>
          <a:bodyPr/>
          <a:lstStyle/>
          <a:p>
            <a:r>
              <a:rPr lang="en-US" dirty="0"/>
              <a:t>Spring Cloud </a:t>
            </a:r>
          </a:p>
        </p:txBody>
      </p:sp>
    </p:spTree>
    <p:extLst>
      <p:ext uri="{BB962C8B-B14F-4D97-AF65-F5344CB8AC3E}">
        <p14:creationId xmlns:p14="http://schemas.microsoft.com/office/powerpoint/2010/main" val="2891495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CD5747A-6FCA-B358-1081-76F3DA20AF04}"/>
              </a:ext>
            </a:extLst>
          </p:cNvPr>
          <p:cNvSpPr>
            <a:spLocks noGrp="1"/>
          </p:cNvSpPr>
          <p:nvPr>
            <p:ph type="body" idx="1"/>
          </p:nvPr>
        </p:nvSpPr>
        <p:spPr>
          <a:xfrm>
            <a:off x="622299" y="1160003"/>
            <a:ext cx="12526141" cy="5027855"/>
          </a:xfrm>
        </p:spPr>
        <p:txBody>
          <a:bodyPr/>
          <a:lstStyle/>
          <a:p>
            <a:pPr marL="845941" marR="1588878" lvl="1" algn="just">
              <a:lnSpc>
                <a:spcPts val="2670"/>
              </a:lnSpc>
              <a:spcBef>
                <a:spcPts val="109"/>
              </a:spcBef>
            </a:pPr>
            <a:endParaRPr lang="en-US" spc="-59" dirty="0">
              <a:solidFill>
                <a:srgbClr val="212121"/>
              </a:solidFill>
              <a:latin typeface="Trebuchet MS"/>
              <a:cs typeface="Trebuchet MS"/>
            </a:endParaRPr>
          </a:p>
          <a:p>
            <a:pPr marL="845941" marR="1588878" lvl="1" algn="just">
              <a:lnSpc>
                <a:spcPts val="2670"/>
              </a:lnSpc>
              <a:spcBef>
                <a:spcPts val="109"/>
              </a:spcBef>
            </a:pPr>
            <a:r>
              <a:rPr lang="en-US" spc="-628" dirty="0">
                <a:solidFill>
                  <a:srgbClr val="212121"/>
                </a:solidFill>
                <a:latin typeface="Trebuchet MS"/>
                <a:cs typeface="Trebuchet MS"/>
              </a:rPr>
              <a:t> </a:t>
            </a:r>
            <a:r>
              <a:rPr lang="en-US" spc="-163" dirty="0">
                <a:solidFill>
                  <a:srgbClr val="212121"/>
                </a:solidFill>
                <a:latin typeface="Trebuchet MS"/>
                <a:cs typeface="Trebuchet MS"/>
              </a:rPr>
              <a:t>V</a:t>
            </a:r>
            <a:r>
              <a:rPr lang="en-US" spc="-84" dirty="0">
                <a:solidFill>
                  <a:srgbClr val="212121"/>
                </a:solidFill>
                <a:latin typeface="Trebuchet MS"/>
                <a:cs typeface="Trebuchet MS"/>
              </a:rPr>
              <a:t>i</a:t>
            </a:r>
            <a:r>
              <a:rPr lang="en-US" spc="30" dirty="0">
                <a:solidFill>
                  <a:srgbClr val="212121"/>
                </a:solidFill>
                <a:latin typeface="Trebuchet MS"/>
                <a:cs typeface="Trebuchet MS"/>
              </a:rPr>
              <a:t>s</a:t>
            </a:r>
            <a:r>
              <a:rPr lang="en-US" spc="-84" dirty="0">
                <a:solidFill>
                  <a:srgbClr val="212121"/>
                </a:solidFill>
                <a:latin typeface="Trebuchet MS"/>
                <a:cs typeface="Trebuchet MS"/>
              </a:rPr>
              <a:t>i</a:t>
            </a:r>
            <a:r>
              <a:rPr lang="en-US" dirty="0">
                <a:solidFill>
                  <a:srgbClr val="212121"/>
                </a:solidFill>
                <a:latin typeface="Trebuchet MS"/>
                <a:cs typeface="Trebuchet MS"/>
              </a:rPr>
              <a:t>b</a:t>
            </a:r>
            <a:r>
              <a:rPr lang="en-US" spc="-84" dirty="0">
                <a:solidFill>
                  <a:srgbClr val="212121"/>
                </a:solidFill>
                <a:latin typeface="Trebuchet MS"/>
                <a:cs typeface="Trebuchet MS"/>
              </a:rPr>
              <a:t>ili</a:t>
            </a:r>
            <a:r>
              <a:rPr lang="en-US" spc="-124" dirty="0">
                <a:solidFill>
                  <a:srgbClr val="212121"/>
                </a:solidFill>
                <a:latin typeface="Trebuchet MS"/>
                <a:cs typeface="Trebuchet MS"/>
              </a:rPr>
              <a:t>t</a:t>
            </a:r>
            <a:r>
              <a:rPr lang="en-US" spc="-54" dirty="0">
                <a:solidFill>
                  <a:srgbClr val="212121"/>
                </a:solidFill>
                <a:latin typeface="Trebuchet MS"/>
                <a:cs typeface="Trebuchet MS"/>
              </a:rPr>
              <a:t>y</a:t>
            </a:r>
            <a:r>
              <a:rPr lang="en-US" spc="-213" dirty="0">
                <a:solidFill>
                  <a:srgbClr val="212121"/>
                </a:solidFill>
                <a:latin typeface="Trebuchet MS"/>
                <a:cs typeface="Trebuchet MS"/>
              </a:rPr>
              <a:t> </a:t>
            </a:r>
            <a:r>
              <a:rPr lang="en-US" spc="-25" dirty="0">
                <a:solidFill>
                  <a:srgbClr val="212121"/>
                </a:solidFill>
                <a:latin typeface="Trebuchet MS"/>
                <a:cs typeface="Trebuchet MS"/>
              </a:rPr>
              <a:t>a</a:t>
            </a:r>
            <a:r>
              <a:rPr lang="en-US" dirty="0">
                <a:solidFill>
                  <a:srgbClr val="212121"/>
                </a:solidFill>
                <a:latin typeface="Trebuchet MS"/>
                <a:cs typeface="Trebuchet MS"/>
              </a:rPr>
              <a:t>nd</a:t>
            </a:r>
            <a:r>
              <a:rPr lang="en-US" spc="-213" dirty="0">
                <a:solidFill>
                  <a:srgbClr val="212121"/>
                </a:solidFill>
                <a:latin typeface="Trebuchet MS"/>
                <a:cs typeface="Trebuchet MS"/>
              </a:rPr>
              <a:t> </a:t>
            </a:r>
            <a:r>
              <a:rPr lang="en-US" spc="40" dirty="0">
                <a:solidFill>
                  <a:srgbClr val="212121"/>
                </a:solidFill>
                <a:latin typeface="Trebuchet MS"/>
                <a:cs typeface="Trebuchet MS"/>
              </a:rPr>
              <a:t>M</a:t>
            </a:r>
            <a:r>
              <a:rPr lang="en-US" spc="-20" dirty="0">
                <a:solidFill>
                  <a:srgbClr val="212121"/>
                </a:solidFill>
                <a:latin typeface="Trebuchet MS"/>
                <a:cs typeface="Trebuchet MS"/>
              </a:rPr>
              <a:t>oni</a:t>
            </a:r>
            <a:r>
              <a:rPr lang="en-US" spc="-148" dirty="0">
                <a:solidFill>
                  <a:srgbClr val="212121"/>
                </a:solidFill>
                <a:latin typeface="Trebuchet MS"/>
                <a:cs typeface="Trebuchet MS"/>
              </a:rPr>
              <a:t>t</a:t>
            </a:r>
            <a:r>
              <a:rPr lang="en-US" spc="-54" dirty="0">
                <a:solidFill>
                  <a:srgbClr val="212121"/>
                </a:solidFill>
                <a:latin typeface="Trebuchet MS"/>
                <a:cs typeface="Trebuchet MS"/>
              </a:rPr>
              <a:t>ori</a:t>
            </a:r>
            <a:r>
              <a:rPr lang="en-US" spc="5" dirty="0">
                <a:solidFill>
                  <a:srgbClr val="212121"/>
                </a:solidFill>
                <a:latin typeface="Trebuchet MS"/>
                <a:cs typeface="Trebuchet MS"/>
              </a:rPr>
              <a:t>ng</a:t>
            </a:r>
            <a:r>
              <a:rPr lang="en-US" spc="-213" dirty="0">
                <a:solidFill>
                  <a:srgbClr val="212121"/>
                </a:solidFill>
                <a:latin typeface="Trebuchet MS"/>
                <a:cs typeface="Trebuchet MS"/>
              </a:rPr>
              <a:t> </a:t>
            </a:r>
            <a:r>
              <a:rPr lang="en-US" spc="-79" dirty="0">
                <a:solidFill>
                  <a:srgbClr val="212121"/>
                </a:solidFill>
                <a:latin typeface="Trebuchet MS"/>
                <a:cs typeface="Trebuchet MS"/>
              </a:rPr>
              <a:t>(Z</a:t>
            </a:r>
            <a:r>
              <a:rPr lang="en-US" spc="-84" dirty="0">
                <a:solidFill>
                  <a:srgbClr val="212121"/>
                </a:solidFill>
                <a:latin typeface="Trebuchet MS"/>
                <a:cs typeface="Trebuchet MS"/>
              </a:rPr>
              <a:t>i</a:t>
            </a:r>
            <a:r>
              <a:rPr lang="en-US" dirty="0">
                <a:solidFill>
                  <a:srgbClr val="212121"/>
                </a:solidFill>
                <a:latin typeface="Trebuchet MS"/>
                <a:cs typeface="Trebuchet MS"/>
              </a:rPr>
              <a:t>p</a:t>
            </a:r>
            <a:r>
              <a:rPr lang="en-US" spc="-20" dirty="0">
                <a:solidFill>
                  <a:srgbClr val="212121"/>
                </a:solidFill>
                <a:latin typeface="Trebuchet MS"/>
                <a:cs typeface="Trebuchet MS"/>
              </a:rPr>
              <a:t>k</a:t>
            </a:r>
            <a:r>
              <a:rPr lang="en-US" spc="-84" dirty="0">
                <a:solidFill>
                  <a:srgbClr val="212121"/>
                </a:solidFill>
                <a:latin typeface="Trebuchet MS"/>
                <a:cs typeface="Trebuchet MS"/>
              </a:rPr>
              <a:t>i</a:t>
            </a:r>
            <a:r>
              <a:rPr lang="en-US" spc="-64" dirty="0">
                <a:solidFill>
                  <a:srgbClr val="212121"/>
                </a:solidFill>
                <a:latin typeface="Trebuchet MS"/>
                <a:cs typeface="Trebuchet MS"/>
              </a:rPr>
              <a:t>n) | Distributed Tracing : A single request can send to multiple microservice if there is a bug which microservice have this. Trace request along all microservice.</a:t>
            </a:r>
          </a:p>
          <a:p>
            <a:pPr marL="845941" marR="1588878" lvl="1" algn="just">
              <a:lnSpc>
                <a:spcPts val="2670"/>
              </a:lnSpc>
              <a:spcBef>
                <a:spcPts val="109"/>
              </a:spcBef>
            </a:pPr>
            <a:endParaRPr lang="en-US" dirty="0">
              <a:latin typeface="Trebuchet MS"/>
              <a:cs typeface="Trebuchet MS"/>
            </a:endParaRPr>
          </a:p>
          <a:p>
            <a:pPr marL="845941" marR="3082298" lvl="1" algn="just">
              <a:lnSpc>
                <a:spcPts val="2670"/>
              </a:lnSpc>
            </a:pPr>
            <a:r>
              <a:rPr lang="en-US" spc="-30" dirty="0">
                <a:solidFill>
                  <a:srgbClr val="212121"/>
                </a:solidFill>
                <a:latin typeface="Trebuchet MS"/>
                <a:cs typeface="Trebuchet MS"/>
              </a:rPr>
              <a:t>Edge Server | API</a:t>
            </a:r>
            <a:r>
              <a:rPr lang="en-US" spc="-213" dirty="0">
                <a:solidFill>
                  <a:srgbClr val="212121"/>
                </a:solidFill>
                <a:latin typeface="Trebuchet MS"/>
                <a:cs typeface="Trebuchet MS"/>
              </a:rPr>
              <a:t> </a:t>
            </a:r>
            <a:r>
              <a:rPr lang="en-US" spc="-79" dirty="0">
                <a:solidFill>
                  <a:srgbClr val="212121"/>
                </a:solidFill>
                <a:latin typeface="Trebuchet MS"/>
                <a:cs typeface="Trebuchet MS"/>
              </a:rPr>
              <a:t>Gateway</a:t>
            </a:r>
            <a:r>
              <a:rPr lang="en-US" spc="-213" dirty="0">
                <a:solidFill>
                  <a:srgbClr val="212121"/>
                </a:solidFill>
                <a:latin typeface="Trebuchet MS"/>
                <a:cs typeface="Trebuchet MS"/>
              </a:rPr>
              <a:t> </a:t>
            </a:r>
            <a:r>
              <a:rPr lang="en-US" spc="-94" dirty="0">
                <a:solidFill>
                  <a:srgbClr val="212121"/>
                </a:solidFill>
                <a:latin typeface="Trebuchet MS"/>
                <a:cs typeface="Trebuchet MS"/>
              </a:rPr>
              <a:t>(</a:t>
            </a:r>
            <a:r>
              <a:rPr lang="en-US" spc="-94" dirty="0" err="1">
                <a:solidFill>
                  <a:srgbClr val="212121"/>
                </a:solidFill>
                <a:latin typeface="Trebuchet MS"/>
                <a:cs typeface="Trebuchet MS"/>
              </a:rPr>
              <a:t>Zuul</a:t>
            </a:r>
            <a:r>
              <a:rPr lang="en-US" spc="-94" dirty="0">
                <a:solidFill>
                  <a:srgbClr val="212121"/>
                </a:solidFill>
                <a:latin typeface="Trebuchet MS"/>
                <a:cs typeface="Trebuchet MS"/>
              </a:rPr>
              <a:t>,</a:t>
            </a:r>
            <a:r>
              <a:rPr lang="en-US" spc="-213" dirty="0">
                <a:solidFill>
                  <a:srgbClr val="212121"/>
                </a:solidFill>
                <a:latin typeface="Trebuchet MS"/>
                <a:cs typeface="Trebuchet MS"/>
              </a:rPr>
              <a:t> </a:t>
            </a:r>
            <a:r>
              <a:rPr lang="en-US" spc="-10" dirty="0">
                <a:solidFill>
                  <a:srgbClr val="212121"/>
                </a:solidFill>
                <a:latin typeface="Trebuchet MS"/>
                <a:cs typeface="Trebuchet MS"/>
              </a:rPr>
              <a:t>Spring</a:t>
            </a:r>
            <a:r>
              <a:rPr lang="en-US" spc="-213" dirty="0">
                <a:solidFill>
                  <a:srgbClr val="212121"/>
                </a:solidFill>
                <a:latin typeface="Trebuchet MS"/>
                <a:cs typeface="Trebuchet MS"/>
              </a:rPr>
              <a:t> </a:t>
            </a:r>
            <a:r>
              <a:rPr lang="en-US" spc="-25" dirty="0">
                <a:solidFill>
                  <a:srgbClr val="212121"/>
                </a:solidFill>
                <a:latin typeface="Trebuchet MS"/>
                <a:cs typeface="Trebuchet MS"/>
              </a:rPr>
              <a:t>Cloud</a:t>
            </a:r>
            <a:r>
              <a:rPr lang="en-US" spc="-213" dirty="0">
                <a:solidFill>
                  <a:srgbClr val="212121"/>
                </a:solidFill>
                <a:latin typeface="Trebuchet MS"/>
                <a:cs typeface="Trebuchet MS"/>
              </a:rPr>
              <a:t> </a:t>
            </a:r>
            <a:r>
              <a:rPr lang="en-US" spc="-84" dirty="0">
                <a:solidFill>
                  <a:srgbClr val="212121"/>
                </a:solidFill>
                <a:latin typeface="Trebuchet MS"/>
                <a:cs typeface="Trebuchet MS"/>
              </a:rPr>
              <a:t>Gateway) : Single entry point Implement Common features like authentication .</a:t>
            </a:r>
          </a:p>
          <a:p>
            <a:pPr marL="845941" marR="3082298" lvl="1" algn="just">
              <a:lnSpc>
                <a:spcPts val="2670"/>
              </a:lnSpc>
            </a:pPr>
            <a:endParaRPr lang="en-US" spc="-84" dirty="0">
              <a:solidFill>
                <a:srgbClr val="212121"/>
              </a:solidFill>
              <a:latin typeface="Trebuchet MS"/>
              <a:cs typeface="Trebuchet MS"/>
            </a:endParaRPr>
          </a:p>
          <a:p>
            <a:pPr marL="845941" marR="3082298" lvl="1" algn="just">
              <a:lnSpc>
                <a:spcPts val="2670"/>
              </a:lnSpc>
            </a:pPr>
            <a:r>
              <a:rPr lang="en-US" spc="-74" dirty="0">
                <a:solidFill>
                  <a:srgbClr val="212121"/>
                </a:solidFill>
                <a:latin typeface="Trebuchet MS"/>
                <a:cs typeface="Trebuchet MS"/>
              </a:rPr>
              <a:t>Fault</a:t>
            </a:r>
            <a:r>
              <a:rPr lang="en-US" spc="-213" dirty="0">
                <a:solidFill>
                  <a:srgbClr val="212121"/>
                </a:solidFill>
                <a:latin typeface="Trebuchet MS"/>
                <a:cs typeface="Trebuchet MS"/>
              </a:rPr>
              <a:t> </a:t>
            </a:r>
            <a:r>
              <a:rPr lang="en-US" spc="-89" dirty="0">
                <a:solidFill>
                  <a:srgbClr val="212121"/>
                </a:solidFill>
                <a:latin typeface="Trebuchet MS"/>
                <a:cs typeface="Trebuchet MS"/>
              </a:rPr>
              <a:t>Tolerance</a:t>
            </a:r>
            <a:r>
              <a:rPr lang="en-US" spc="-213" dirty="0">
                <a:solidFill>
                  <a:srgbClr val="212121"/>
                </a:solidFill>
                <a:latin typeface="Trebuchet MS"/>
                <a:cs typeface="Trebuchet MS"/>
              </a:rPr>
              <a:t> </a:t>
            </a:r>
            <a:r>
              <a:rPr lang="en-US" spc="-94" dirty="0">
                <a:solidFill>
                  <a:srgbClr val="212121"/>
                </a:solidFill>
                <a:latin typeface="Trebuchet MS"/>
                <a:cs typeface="Trebuchet MS"/>
              </a:rPr>
              <a:t>(Hystrix,</a:t>
            </a:r>
            <a:r>
              <a:rPr lang="en-US" spc="-213" dirty="0">
                <a:solidFill>
                  <a:srgbClr val="212121"/>
                </a:solidFill>
                <a:latin typeface="Trebuchet MS"/>
                <a:cs typeface="Trebuchet MS"/>
              </a:rPr>
              <a:t> </a:t>
            </a:r>
            <a:r>
              <a:rPr lang="en-US" spc="-89" dirty="0">
                <a:solidFill>
                  <a:srgbClr val="212121"/>
                </a:solidFill>
                <a:latin typeface="Trebuchet MS"/>
                <a:cs typeface="Trebuchet MS"/>
              </a:rPr>
              <a:t>Resilience4j) : Ensure that failure of one microservice does not cascade and make other microservice fail.</a:t>
            </a:r>
            <a:endParaRPr lang="en-US" dirty="0">
              <a:latin typeface="Trebuchet MS"/>
              <a:cs typeface="Trebuchet MS"/>
            </a:endParaRPr>
          </a:p>
          <a:p>
            <a:pPr algn="just"/>
            <a:endParaRPr lang="en-US" dirty="0"/>
          </a:p>
        </p:txBody>
      </p:sp>
      <p:sp>
        <p:nvSpPr>
          <p:cNvPr id="3" name="Title 2">
            <a:extLst>
              <a:ext uri="{FF2B5EF4-FFF2-40B4-BE49-F238E27FC236}">
                <a16:creationId xmlns:a16="http://schemas.microsoft.com/office/drawing/2014/main" id="{C48DC9FE-B46A-D61A-2762-6A77BC2D3F2A}"/>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2519649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32499B3-0F0C-094B-9DE9-1B816ACDE984}"/>
              </a:ext>
            </a:extLst>
          </p:cNvPr>
          <p:cNvSpPr>
            <a:spLocks noGrp="1"/>
          </p:cNvSpPr>
          <p:nvPr>
            <p:ph type="body" idx="1"/>
          </p:nvPr>
        </p:nvSpPr>
        <p:spPr>
          <a:xfrm>
            <a:off x="622300" y="1160003"/>
            <a:ext cx="10947400" cy="6243060"/>
          </a:xfrm>
        </p:spPr>
        <p:txBody>
          <a:bodyPr/>
          <a:lstStyle/>
          <a:p>
            <a:pPr marL="12560" marR="5024">
              <a:lnSpc>
                <a:spcPct val="101899"/>
              </a:lnSpc>
              <a:spcBef>
                <a:spcPts val="35"/>
              </a:spcBef>
            </a:pPr>
            <a:r>
              <a:rPr lang="en-US" sz="3200" spc="-59" dirty="0">
                <a:solidFill>
                  <a:srgbClr val="212121"/>
                </a:solidFill>
                <a:latin typeface="Trebuchet MS"/>
                <a:cs typeface="Trebuchet MS"/>
              </a:rPr>
              <a:t>Adap</a:t>
            </a:r>
            <a:r>
              <a:rPr lang="en-US" spc="-59" dirty="0">
                <a:solidFill>
                  <a:srgbClr val="212121"/>
                </a:solidFill>
                <a:latin typeface="Trebuchet MS"/>
                <a:cs typeface="Trebuchet MS"/>
              </a:rPr>
              <a:t>t </a:t>
            </a:r>
            <a:r>
              <a:rPr lang="en-US" sz="3200" spc="-59" dirty="0">
                <a:solidFill>
                  <a:srgbClr val="212121"/>
                </a:solidFill>
                <a:latin typeface="Trebuchet MS"/>
                <a:cs typeface="Trebuchet MS"/>
              </a:rPr>
              <a:t>N</a:t>
            </a:r>
            <a:r>
              <a:rPr lang="en-US" sz="3200" spc="-45" dirty="0">
                <a:solidFill>
                  <a:srgbClr val="212121"/>
                </a:solidFill>
                <a:latin typeface="Trebuchet MS"/>
                <a:cs typeface="Trebuchet MS"/>
              </a:rPr>
              <a:t>e</a:t>
            </a:r>
            <a:r>
              <a:rPr lang="en-US" sz="3200" spc="-74" dirty="0">
                <a:solidFill>
                  <a:srgbClr val="212121"/>
                </a:solidFill>
                <a:latin typeface="Trebuchet MS"/>
                <a:cs typeface="Trebuchet MS"/>
              </a:rPr>
              <a:t>w</a:t>
            </a:r>
            <a:r>
              <a:rPr lang="en-US" sz="3200" spc="-267" dirty="0">
                <a:solidFill>
                  <a:srgbClr val="212121"/>
                </a:solidFill>
                <a:latin typeface="Trebuchet MS"/>
                <a:cs typeface="Trebuchet MS"/>
              </a:rPr>
              <a:t> </a:t>
            </a:r>
            <a:r>
              <a:rPr lang="en-US" sz="3200" spc="-302" dirty="0">
                <a:solidFill>
                  <a:srgbClr val="212121"/>
                </a:solidFill>
                <a:latin typeface="Trebuchet MS"/>
                <a:cs typeface="Trebuchet MS"/>
              </a:rPr>
              <a:t>T</a:t>
            </a:r>
            <a:r>
              <a:rPr lang="en-US" sz="3200" spc="-40" dirty="0">
                <a:solidFill>
                  <a:srgbClr val="212121"/>
                </a:solidFill>
                <a:latin typeface="Trebuchet MS"/>
                <a:cs typeface="Trebuchet MS"/>
              </a:rPr>
              <a:t>echnolo</a:t>
            </a:r>
            <a:r>
              <a:rPr lang="en-US" sz="3200" spc="-59" dirty="0">
                <a:solidFill>
                  <a:srgbClr val="212121"/>
                </a:solidFill>
                <a:latin typeface="Trebuchet MS"/>
                <a:cs typeface="Trebuchet MS"/>
              </a:rPr>
              <a:t>g</a:t>
            </a:r>
            <a:r>
              <a:rPr lang="en-US" sz="3200" spc="-74" dirty="0">
                <a:solidFill>
                  <a:srgbClr val="212121"/>
                </a:solidFill>
                <a:latin typeface="Trebuchet MS"/>
                <a:cs typeface="Trebuchet MS"/>
              </a:rPr>
              <a:t>y</a:t>
            </a:r>
            <a:r>
              <a:rPr lang="en-US" sz="3200" spc="-267" dirty="0">
                <a:solidFill>
                  <a:srgbClr val="212121"/>
                </a:solidFill>
                <a:latin typeface="Trebuchet MS"/>
                <a:cs typeface="Trebuchet MS"/>
              </a:rPr>
              <a:t> </a:t>
            </a:r>
            <a:r>
              <a:rPr lang="en-US" sz="3200" spc="-262" dirty="0">
                <a:solidFill>
                  <a:srgbClr val="212121"/>
                </a:solidFill>
                <a:latin typeface="Trebuchet MS"/>
                <a:cs typeface="Trebuchet MS"/>
              </a:rPr>
              <a:t>&amp;</a:t>
            </a:r>
            <a:r>
              <a:rPr lang="en-US" sz="3200" spc="-267" dirty="0">
                <a:solidFill>
                  <a:srgbClr val="212121"/>
                </a:solidFill>
                <a:latin typeface="Trebuchet MS"/>
                <a:cs typeface="Trebuchet MS"/>
              </a:rPr>
              <a:t> </a:t>
            </a:r>
            <a:r>
              <a:rPr lang="en-US" sz="3200" spc="-40" dirty="0">
                <a:solidFill>
                  <a:srgbClr val="212121"/>
                </a:solidFill>
                <a:latin typeface="Trebuchet MS"/>
                <a:cs typeface="Trebuchet MS"/>
              </a:rPr>
              <a:t>P</a:t>
            </a:r>
            <a:r>
              <a:rPr lang="en-US" sz="3200" spc="-59" dirty="0">
                <a:solidFill>
                  <a:srgbClr val="212121"/>
                </a:solidFill>
                <a:latin typeface="Trebuchet MS"/>
                <a:cs typeface="Trebuchet MS"/>
              </a:rPr>
              <a:t>r</a:t>
            </a:r>
            <a:r>
              <a:rPr lang="en-US" sz="3200" spc="-49" dirty="0">
                <a:solidFill>
                  <a:srgbClr val="212121"/>
                </a:solidFill>
                <a:latin typeface="Trebuchet MS"/>
                <a:cs typeface="Trebuchet MS"/>
              </a:rPr>
              <a:t>o</a:t>
            </a:r>
            <a:r>
              <a:rPr lang="en-US" sz="3200" spc="-104" dirty="0">
                <a:solidFill>
                  <a:srgbClr val="212121"/>
                </a:solidFill>
                <a:latin typeface="Trebuchet MS"/>
                <a:cs typeface="Trebuchet MS"/>
              </a:rPr>
              <a:t>c</a:t>
            </a:r>
            <a:r>
              <a:rPr lang="en-US" sz="3200" spc="-20" dirty="0">
                <a:solidFill>
                  <a:srgbClr val="212121"/>
                </a:solidFill>
                <a:latin typeface="Trebuchet MS"/>
                <a:cs typeface="Trebuchet MS"/>
              </a:rPr>
              <a:t>ess</a:t>
            </a:r>
            <a:r>
              <a:rPr lang="en-US" sz="3200" spc="-267" dirty="0">
                <a:solidFill>
                  <a:srgbClr val="212121"/>
                </a:solidFill>
                <a:latin typeface="Trebuchet MS"/>
                <a:cs typeface="Trebuchet MS"/>
              </a:rPr>
              <a:t> </a:t>
            </a:r>
            <a:r>
              <a:rPr lang="en-US" sz="3200" spc="-45" dirty="0">
                <a:solidFill>
                  <a:srgbClr val="212121"/>
                </a:solidFill>
                <a:latin typeface="Trebuchet MS"/>
                <a:cs typeface="Trebuchet MS"/>
              </a:rPr>
              <a:t>Adoption : Team can adopt new technologies and process for individual service.  </a:t>
            </a:r>
          </a:p>
          <a:p>
            <a:pPr marL="469760" marR="5024" lvl="1">
              <a:lnSpc>
                <a:spcPct val="101899"/>
              </a:lnSpc>
              <a:spcBef>
                <a:spcPts val="35"/>
              </a:spcBef>
            </a:pPr>
            <a:r>
              <a:rPr lang="en-US" spc="-45" dirty="0">
                <a:solidFill>
                  <a:srgbClr val="212121"/>
                </a:solidFill>
                <a:latin typeface="Trebuchet MS"/>
                <a:cs typeface="Trebuchet MS"/>
              </a:rPr>
              <a:t>Flexibility – Choose best framework and languages for each services.</a:t>
            </a:r>
          </a:p>
          <a:p>
            <a:pPr marL="469760" marR="5024" lvl="1">
              <a:lnSpc>
                <a:spcPct val="101899"/>
              </a:lnSpc>
              <a:spcBef>
                <a:spcPts val="35"/>
              </a:spcBef>
            </a:pPr>
            <a:r>
              <a:rPr lang="en-US" spc="-45" dirty="0">
                <a:solidFill>
                  <a:srgbClr val="212121"/>
                </a:solidFill>
                <a:latin typeface="Trebuchet MS"/>
                <a:cs typeface="Trebuchet MS"/>
              </a:rPr>
              <a:t>Innovation – Easier to experiment and use emerging technologies. </a:t>
            </a:r>
          </a:p>
          <a:p>
            <a:pPr marL="12560" marR="5024">
              <a:lnSpc>
                <a:spcPct val="101899"/>
              </a:lnSpc>
              <a:spcBef>
                <a:spcPts val="35"/>
              </a:spcBef>
            </a:pPr>
            <a:r>
              <a:rPr lang="en-US" sz="3200" spc="-49" dirty="0">
                <a:solidFill>
                  <a:srgbClr val="212121"/>
                </a:solidFill>
                <a:latin typeface="Trebuchet MS"/>
                <a:cs typeface="Trebuchet MS"/>
              </a:rPr>
              <a:t>Dynamic</a:t>
            </a:r>
            <a:r>
              <a:rPr lang="en-US" sz="3200" spc="-267" dirty="0">
                <a:solidFill>
                  <a:srgbClr val="212121"/>
                </a:solidFill>
                <a:latin typeface="Trebuchet MS"/>
                <a:cs typeface="Trebuchet MS"/>
              </a:rPr>
              <a:t> </a:t>
            </a:r>
            <a:r>
              <a:rPr lang="en-US" sz="3200" spc="15" dirty="0">
                <a:solidFill>
                  <a:srgbClr val="212121"/>
                </a:solidFill>
                <a:latin typeface="Trebuchet MS"/>
                <a:cs typeface="Trebuchet MS"/>
              </a:rPr>
              <a:t>S</a:t>
            </a:r>
            <a:r>
              <a:rPr lang="en-US" sz="3200" spc="-15" dirty="0">
                <a:solidFill>
                  <a:srgbClr val="212121"/>
                </a:solidFill>
                <a:latin typeface="Trebuchet MS"/>
                <a:cs typeface="Trebuchet MS"/>
              </a:rPr>
              <a:t>c</a:t>
            </a:r>
            <a:r>
              <a:rPr lang="en-US" sz="3200" spc="-49" dirty="0">
                <a:solidFill>
                  <a:srgbClr val="212121"/>
                </a:solidFill>
                <a:latin typeface="Trebuchet MS"/>
                <a:cs typeface="Trebuchet MS"/>
              </a:rPr>
              <a:t>aling : Enable scaling of individual component based on demand.</a:t>
            </a:r>
          </a:p>
          <a:p>
            <a:pPr marL="469760" marR="5024" lvl="1">
              <a:lnSpc>
                <a:spcPct val="101899"/>
              </a:lnSpc>
              <a:spcBef>
                <a:spcPts val="35"/>
              </a:spcBef>
            </a:pPr>
            <a:r>
              <a:rPr lang="en-US" spc="-49" dirty="0">
                <a:solidFill>
                  <a:srgbClr val="212121"/>
                </a:solidFill>
                <a:latin typeface="Trebuchet MS"/>
                <a:cs typeface="Trebuchet MS"/>
              </a:rPr>
              <a:t>Efficiency – Scale only the services that need it reducing costs.</a:t>
            </a:r>
            <a:endParaRPr lang="en-US" dirty="0">
              <a:latin typeface="Trebuchet MS"/>
              <a:cs typeface="Trebuchet MS"/>
            </a:endParaRPr>
          </a:p>
          <a:p>
            <a:pPr marL="12560">
              <a:spcBef>
                <a:spcPts val="59"/>
              </a:spcBef>
            </a:pPr>
            <a:r>
              <a:rPr lang="en-US" sz="3200" spc="-178" dirty="0">
                <a:solidFill>
                  <a:srgbClr val="212121"/>
                </a:solidFill>
                <a:latin typeface="Trebuchet MS"/>
                <a:cs typeface="Trebuchet MS"/>
              </a:rPr>
              <a:t>F</a:t>
            </a:r>
            <a:r>
              <a:rPr lang="en-US" sz="3200" spc="-54" dirty="0">
                <a:solidFill>
                  <a:srgbClr val="212121"/>
                </a:solidFill>
                <a:latin typeface="Trebuchet MS"/>
                <a:cs typeface="Trebuchet MS"/>
              </a:rPr>
              <a:t>as</a:t>
            </a:r>
            <a:r>
              <a:rPr lang="en-US" sz="3200" spc="-79" dirty="0">
                <a:solidFill>
                  <a:srgbClr val="212121"/>
                </a:solidFill>
                <a:latin typeface="Trebuchet MS"/>
                <a:cs typeface="Trebuchet MS"/>
              </a:rPr>
              <a:t>t</a:t>
            </a:r>
            <a:r>
              <a:rPr lang="en-US" sz="3200" spc="-124" dirty="0">
                <a:solidFill>
                  <a:srgbClr val="212121"/>
                </a:solidFill>
                <a:latin typeface="Trebuchet MS"/>
                <a:cs typeface="Trebuchet MS"/>
              </a:rPr>
              <a:t>er</a:t>
            </a:r>
            <a:r>
              <a:rPr lang="en-US" sz="3200" spc="-267" dirty="0">
                <a:solidFill>
                  <a:srgbClr val="212121"/>
                </a:solidFill>
                <a:latin typeface="Trebuchet MS"/>
                <a:cs typeface="Trebuchet MS"/>
              </a:rPr>
              <a:t> </a:t>
            </a:r>
            <a:r>
              <a:rPr lang="en-US" sz="3200" spc="-35" dirty="0">
                <a:solidFill>
                  <a:srgbClr val="212121"/>
                </a:solidFill>
                <a:latin typeface="Trebuchet MS"/>
                <a:cs typeface="Trebuchet MS"/>
              </a:rPr>
              <a:t>R</a:t>
            </a:r>
            <a:r>
              <a:rPr lang="en-US" sz="3200" spc="-113" dirty="0">
                <a:solidFill>
                  <a:srgbClr val="212121"/>
                </a:solidFill>
                <a:latin typeface="Trebuchet MS"/>
                <a:cs typeface="Trebuchet MS"/>
              </a:rPr>
              <a:t>el</a:t>
            </a:r>
            <a:r>
              <a:rPr lang="en-US" sz="3200" spc="-188" dirty="0">
                <a:solidFill>
                  <a:srgbClr val="212121"/>
                </a:solidFill>
                <a:latin typeface="Trebuchet MS"/>
                <a:cs typeface="Trebuchet MS"/>
              </a:rPr>
              <a:t>e</a:t>
            </a:r>
            <a:r>
              <a:rPr lang="en-US" sz="3200" spc="-45" dirty="0">
                <a:solidFill>
                  <a:srgbClr val="212121"/>
                </a:solidFill>
                <a:latin typeface="Trebuchet MS"/>
                <a:cs typeface="Trebuchet MS"/>
              </a:rPr>
              <a:t>ase</a:t>
            </a:r>
            <a:r>
              <a:rPr lang="en-US" sz="3200" spc="-267" dirty="0">
                <a:solidFill>
                  <a:srgbClr val="212121"/>
                </a:solidFill>
                <a:latin typeface="Trebuchet MS"/>
                <a:cs typeface="Trebuchet MS"/>
              </a:rPr>
              <a:t> </a:t>
            </a:r>
            <a:r>
              <a:rPr lang="en-US" sz="3200" spc="-113" dirty="0">
                <a:solidFill>
                  <a:srgbClr val="212121"/>
                </a:solidFill>
                <a:latin typeface="Trebuchet MS"/>
                <a:cs typeface="Trebuchet MS"/>
              </a:rPr>
              <a:t>C</a:t>
            </a:r>
            <a:r>
              <a:rPr lang="en-US" sz="3200" spc="-89" dirty="0">
                <a:solidFill>
                  <a:srgbClr val="212121"/>
                </a:solidFill>
                <a:latin typeface="Trebuchet MS"/>
                <a:cs typeface="Trebuchet MS"/>
              </a:rPr>
              <a:t>y</a:t>
            </a:r>
            <a:r>
              <a:rPr lang="en-US" sz="3200" spc="-79" dirty="0">
                <a:solidFill>
                  <a:srgbClr val="212121"/>
                </a:solidFill>
                <a:latin typeface="Trebuchet MS"/>
                <a:cs typeface="Trebuchet MS"/>
              </a:rPr>
              <a:t>cles : Smaller independent services can be developed tested and deployed more quickly .</a:t>
            </a:r>
          </a:p>
          <a:p>
            <a:pPr marL="469760" lvl="1">
              <a:spcBef>
                <a:spcPts val="59"/>
              </a:spcBef>
            </a:pPr>
            <a:r>
              <a:rPr lang="en-US" spc="-79" dirty="0">
                <a:solidFill>
                  <a:srgbClr val="212121"/>
                </a:solidFill>
                <a:latin typeface="Trebuchet MS"/>
                <a:cs typeface="Trebuchet MS"/>
              </a:rPr>
              <a:t>Agility – Allows more frequent updates and quicker response to market demands.</a:t>
            </a:r>
            <a:endParaRPr lang="en-US" dirty="0">
              <a:latin typeface="Trebuchet MS"/>
              <a:cs typeface="Trebuchet MS"/>
            </a:endParaRPr>
          </a:p>
          <a:p>
            <a:endParaRPr lang="en-US" dirty="0"/>
          </a:p>
        </p:txBody>
      </p:sp>
      <p:sp>
        <p:nvSpPr>
          <p:cNvPr id="3" name="Title 2">
            <a:extLst>
              <a:ext uri="{FF2B5EF4-FFF2-40B4-BE49-F238E27FC236}">
                <a16:creationId xmlns:a16="http://schemas.microsoft.com/office/drawing/2014/main" id="{9D4C5CB9-9007-0FBD-7792-DB083417C671}"/>
              </a:ext>
            </a:extLst>
          </p:cNvPr>
          <p:cNvSpPr>
            <a:spLocks noGrp="1"/>
          </p:cNvSpPr>
          <p:nvPr>
            <p:ph type="title"/>
          </p:nvPr>
        </p:nvSpPr>
        <p:spPr/>
        <p:txBody>
          <a:bodyPr/>
          <a:lstStyle/>
          <a:p>
            <a:r>
              <a:rPr lang="en-US" dirty="0"/>
              <a:t>Microservices - Advantages</a:t>
            </a:r>
          </a:p>
        </p:txBody>
      </p:sp>
    </p:spTree>
    <p:extLst>
      <p:ext uri="{BB962C8B-B14F-4D97-AF65-F5344CB8AC3E}">
        <p14:creationId xmlns:p14="http://schemas.microsoft.com/office/powerpoint/2010/main" val="41716159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32499B3-0F0C-094B-9DE9-1B816ACDE984}"/>
              </a:ext>
            </a:extLst>
          </p:cNvPr>
          <p:cNvSpPr>
            <a:spLocks noGrp="1"/>
          </p:cNvSpPr>
          <p:nvPr>
            <p:ph type="body" idx="1"/>
          </p:nvPr>
        </p:nvSpPr>
        <p:spPr>
          <a:xfrm>
            <a:off x="622300" y="1160003"/>
            <a:ext cx="10947400" cy="2304033"/>
          </a:xfrm>
        </p:spPr>
        <p:txBody>
          <a:bodyPr/>
          <a:lstStyle/>
          <a:p>
            <a:pPr marL="12560">
              <a:lnSpc>
                <a:spcPts val="2947"/>
              </a:lnSpc>
              <a:spcBef>
                <a:spcPts val="99"/>
              </a:spcBef>
            </a:pPr>
            <a:r>
              <a:rPr lang="en-US" sz="3200" spc="-94" dirty="0">
                <a:solidFill>
                  <a:srgbClr val="212121"/>
                </a:solidFill>
                <a:latin typeface="Trebuchet MS"/>
                <a:cs typeface="Trebuchet MS"/>
              </a:rPr>
              <a:t>L</a:t>
            </a:r>
            <a:r>
              <a:rPr lang="en-US" sz="3200" spc="-74" dirty="0">
                <a:solidFill>
                  <a:srgbClr val="212121"/>
                </a:solidFill>
                <a:latin typeface="Trebuchet MS"/>
                <a:cs typeface="Trebuchet MS"/>
              </a:rPr>
              <a:t>ot</a:t>
            </a:r>
            <a:r>
              <a:rPr lang="en-US" sz="3200" spc="-267" dirty="0">
                <a:solidFill>
                  <a:srgbClr val="212121"/>
                </a:solidFill>
                <a:latin typeface="Trebuchet MS"/>
                <a:cs typeface="Trebuchet MS"/>
              </a:rPr>
              <a:t> </a:t>
            </a:r>
            <a:r>
              <a:rPr lang="en-US" sz="3200" spc="-99" dirty="0">
                <a:solidFill>
                  <a:srgbClr val="212121"/>
                </a:solidFill>
                <a:latin typeface="Trebuchet MS"/>
                <a:cs typeface="Trebuchet MS"/>
              </a:rPr>
              <a:t>of</a:t>
            </a:r>
            <a:r>
              <a:rPr lang="en-US" sz="3200" spc="-267" dirty="0">
                <a:solidFill>
                  <a:srgbClr val="212121"/>
                </a:solidFill>
                <a:latin typeface="Trebuchet MS"/>
                <a:cs typeface="Trebuchet MS"/>
              </a:rPr>
              <a:t> </a:t>
            </a:r>
            <a:r>
              <a:rPr lang="en-US" sz="3200" spc="-168" dirty="0">
                <a:solidFill>
                  <a:srgbClr val="212121"/>
                </a:solidFill>
                <a:latin typeface="Trebuchet MS"/>
                <a:cs typeface="Trebuchet MS"/>
              </a:rPr>
              <a:t>c</a:t>
            </a:r>
            <a:r>
              <a:rPr lang="en-US" sz="3200" spc="-64" dirty="0">
                <a:solidFill>
                  <a:srgbClr val="212121"/>
                </a:solidFill>
                <a:latin typeface="Trebuchet MS"/>
                <a:cs typeface="Trebuchet MS"/>
              </a:rPr>
              <a:t>onfigu</a:t>
            </a:r>
            <a:r>
              <a:rPr lang="en-US" sz="3200" spc="-124" dirty="0">
                <a:solidFill>
                  <a:srgbClr val="212121"/>
                </a:solidFill>
                <a:latin typeface="Trebuchet MS"/>
                <a:cs typeface="Trebuchet MS"/>
              </a:rPr>
              <a:t>r</a:t>
            </a:r>
            <a:r>
              <a:rPr lang="en-US" sz="3200" spc="-104" dirty="0">
                <a:solidFill>
                  <a:srgbClr val="212121"/>
                </a:solidFill>
                <a:latin typeface="Trebuchet MS"/>
                <a:cs typeface="Trebuchet MS"/>
              </a:rPr>
              <a:t>ation required handled by Spring Cloud Config Server : </a:t>
            </a:r>
          </a:p>
          <a:p>
            <a:pPr marL="469760" lvl="1">
              <a:lnSpc>
                <a:spcPts val="2947"/>
              </a:lnSpc>
              <a:spcBef>
                <a:spcPts val="99"/>
              </a:spcBef>
            </a:pPr>
            <a:r>
              <a:rPr lang="en-US" spc="-104" dirty="0">
                <a:solidFill>
                  <a:srgbClr val="212121"/>
                </a:solidFill>
                <a:latin typeface="Trebuchet MS"/>
                <a:cs typeface="Trebuchet MS"/>
              </a:rPr>
              <a:t>Provide an approach where you can store all the configuration different environment of all the different microservices in just one place.</a:t>
            </a:r>
          </a:p>
          <a:p>
            <a:pPr marL="469760" lvl="1">
              <a:lnSpc>
                <a:spcPts val="2947"/>
              </a:lnSpc>
              <a:spcBef>
                <a:spcPts val="99"/>
              </a:spcBef>
            </a:pPr>
            <a:r>
              <a:rPr lang="en-US" spc="-104" dirty="0">
                <a:solidFill>
                  <a:srgbClr val="212121"/>
                </a:solidFill>
                <a:latin typeface="Trebuchet MS"/>
                <a:cs typeface="Trebuchet MS"/>
              </a:rPr>
              <a:t>Hence it becomes easy to maintain.  </a:t>
            </a:r>
            <a:endParaRPr lang="en-US" dirty="0">
              <a:latin typeface="Trebuchet MS"/>
              <a:cs typeface="Trebuchet MS"/>
            </a:endParaRPr>
          </a:p>
        </p:txBody>
      </p:sp>
      <p:sp>
        <p:nvSpPr>
          <p:cNvPr id="3" name="Title 2">
            <a:extLst>
              <a:ext uri="{FF2B5EF4-FFF2-40B4-BE49-F238E27FC236}">
                <a16:creationId xmlns:a16="http://schemas.microsoft.com/office/drawing/2014/main" id="{9D4C5CB9-9007-0FBD-7792-DB083417C671}"/>
              </a:ext>
            </a:extLst>
          </p:cNvPr>
          <p:cNvSpPr>
            <a:spLocks noGrp="1"/>
          </p:cNvSpPr>
          <p:nvPr>
            <p:ph type="title"/>
          </p:nvPr>
        </p:nvSpPr>
        <p:spPr/>
        <p:txBody>
          <a:bodyPr/>
          <a:lstStyle/>
          <a:p>
            <a:r>
              <a:rPr lang="en-US" dirty="0"/>
              <a:t>Need for Centralized Configuration :</a:t>
            </a:r>
          </a:p>
        </p:txBody>
      </p:sp>
    </p:spTree>
    <p:extLst>
      <p:ext uri="{BB962C8B-B14F-4D97-AF65-F5344CB8AC3E}">
        <p14:creationId xmlns:p14="http://schemas.microsoft.com/office/powerpoint/2010/main" val="36041539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E8D90B8-3D6B-5F93-437F-27F95A133EE1}"/>
              </a:ext>
            </a:extLst>
          </p:cNvPr>
          <p:cNvSpPr>
            <a:spLocks noGrp="1"/>
          </p:cNvSpPr>
          <p:nvPr>
            <p:ph type="title"/>
          </p:nvPr>
        </p:nvSpPr>
        <p:spPr/>
        <p:txBody>
          <a:bodyPr/>
          <a:lstStyle/>
          <a:p>
            <a:r>
              <a:rPr lang="en-US" dirty="0"/>
              <a:t>Standard Port</a:t>
            </a:r>
          </a:p>
        </p:txBody>
      </p:sp>
      <p:graphicFrame>
        <p:nvGraphicFramePr>
          <p:cNvPr id="6" name="object 2">
            <a:extLst>
              <a:ext uri="{FF2B5EF4-FFF2-40B4-BE49-F238E27FC236}">
                <a16:creationId xmlns:a16="http://schemas.microsoft.com/office/drawing/2014/main" id="{E01BBE6D-5CFC-26B5-A465-228A0B256414}"/>
              </a:ext>
            </a:extLst>
          </p:cNvPr>
          <p:cNvGraphicFramePr>
            <a:graphicFrameLocks noGrp="1"/>
          </p:cNvGraphicFramePr>
          <p:nvPr>
            <p:extLst>
              <p:ext uri="{D42A27DB-BD31-4B8C-83A1-F6EECF244321}">
                <p14:modId xmlns:p14="http://schemas.microsoft.com/office/powerpoint/2010/main" val="2306215110"/>
              </p:ext>
            </p:extLst>
          </p:nvPr>
        </p:nvGraphicFramePr>
        <p:xfrm>
          <a:off x="1056374" y="1450495"/>
          <a:ext cx="10014900" cy="4267868"/>
        </p:xfrm>
        <a:graphic>
          <a:graphicData uri="http://schemas.openxmlformats.org/drawingml/2006/table">
            <a:tbl>
              <a:tblPr firstRow="1" bandRow="1">
                <a:tableStyleId>{2D5ABB26-0587-4C30-8999-92F81FD0307C}</a:tableStyleId>
              </a:tblPr>
              <a:tblGrid>
                <a:gridCol w="6292512">
                  <a:extLst>
                    <a:ext uri="{9D8B030D-6E8A-4147-A177-3AD203B41FA5}">
                      <a16:colId xmlns:a16="http://schemas.microsoft.com/office/drawing/2014/main" val="20000"/>
                    </a:ext>
                  </a:extLst>
                </a:gridCol>
                <a:gridCol w="3722388">
                  <a:extLst>
                    <a:ext uri="{9D8B030D-6E8A-4147-A177-3AD203B41FA5}">
                      <a16:colId xmlns:a16="http://schemas.microsoft.com/office/drawing/2014/main" val="20001"/>
                    </a:ext>
                  </a:extLst>
                </a:gridCol>
              </a:tblGrid>
              <a:tr h="455273">
                <a:tc>
                  <a:txBody>
                    <a:bodyPr/>
                    <a:lstStyle/>
                    <a:p>
                      <a:pPr marL="139065">
                        <a:lnSpc>
                          <a:spcPts val="2190"/>
                        </a:lnSpc>
                      </a:pPr>
                      <a:r>
                        <a:rPr sz="1800" b="1" spc="-45" dirty="0">
                          <a:solidFill>
                            <a:srgbClr val="212121"/>
                          </a:solidFill>
                          <a:latin typeface="Trebuchet MS"/>
                          <a:cs typeface="Trebuchet MS"/>
                        </a:rPr>
                        <a:t>Application</a:t>
                      </a:r>
                      <a:endParaRPr sz="1800" dirty="0">
                        <a:latin typeface="Trebuchet MS"/>
                        <a:cs typeface="Trebuchet MS"/>
                      </a:endParaRPr>
                    </a:p>
                  </a:txBody>
                  <a:tcPr marL="0" marR="0" marT="0" marB="0">
                    <a:lnB w="9525">
                      <a:solidFill>
                        <a:srgbClr val="212121"/>
                      </a:solidFill>
                      <a:prstDash val="solid"/>
                    </a:lnB>
                  </a:tcPr>
                </a:tc>
                <a:tc>
                  <a:txBody>
                    <a:bodyPr/>
                    <a:lstStyle/>
                    <a:p>
                      <a:pPr algn="ctr">
                        <a:lnSpc>
                          <a:spcPts val="2190"/>
                        </a:lnSpc>
                      </a:pPr>
                      <a:r>
                        <a:rPr sz="1800" b="1" spc="-40" dirty="0">
                          <a:solidFill>
                            <a:srgbClr val="212121"/>
                          </a:solidFill>
                          <a:latin typeface="Trebuchet MS"/>
                          <a:cs typeface="Trebuchet MS"/>
                        </a:rPr>
                        <a:t>Port</a:t>
                      </a:r>
                      <a:endParaRPr sz="1800" dirty="0">
                        <a:latin typeface="Trebuchet MS"/>
                        <a:cs typeface="Trebuchet MS"/>
                      </a:endParaRPr>
                    </a:p>
                  </a:txBody>
                  <a:tcPr marL="0" marR="0" marT="0" marB="0">
                    <a:lnB w="9525">
                      <a:solidFill>
                        <a:srgbClr val="212121"/>
                      </a:solidFill>
                      <a:prstDash val="solid"/>
                    </a:lnB>
                  </a:tcPr>
                </a:tc>
                <a:extLst>
                  <a:ext uri="{0D108BD9-81ED-4DB2-BD59-A6C34878D82A}">
                    <a16:rowId xmlns:a16="http://schemas.microsoft.com/office/drawing/2014/main" val="10000"/>
                  </a:ext>
                </a:extLst>
              </a:tr>
              <a:tr h="526665">
                <a:tc>
                  <a:txBody>
                    <a:bodyPr/>
                    <a:lstStyle/>
                    <a:p>
                      <a:pPr marL="139065">
                        <a:lnSpc>
                          <a:spcPct val="100000"/>
                        </a:lnSpc>
                        <a:spcBef>
                          <a:spcPts val="434"/>
                        </a:spcBef>
                      </a:pPr>
                      <a:r>
                        <a:rPr lang="en-US" sz="1800" b="1" spc="-175" dirty="0">
                          <a:solidFill>
                            <a:srgbClr val="212121"/>
                          </a:solidFill>
                          <a:latin typeface="Trebuchet MS"/>
                          <a:cs typeface="Trebuchet MS"/>
                        </a:rPr>
                        <a:t>Course</a:t>
                      </a:r>
                      <a:r>
                        <a:rPr sz="1800" b="1" spc="-175" dirty="0">
                          <a:solidFill>
                            <a:srgbClr val="212121"/>
                          </a:solidFill>
                          <a:latin typeface="Trebuchet MS"/>
                          <a:cs typeface="Trebuchet MS"/>
                        </a:rPr>
                        <a:t> </a:t>
                      </a:r>
                      <a:r>
                        <a:rPr sz="1800" b="1" dirty="0">
                          <a:solidFill>
                            <a:srgbClr val="212121"/>
                          </a:solidFill>
                          <a:latin typeface="Trebuchet MS"/>
                          <a:cs typeface="Trebuchet MS"/>
                        </a:rPr>
                        <a:t>Mic</a:t>
                      </a:r>
                      <a:r>
                        <a:rPr sz="1800" b="1" spc="-20" dirty="0">
                          <a:solidFill>
                            <a:srgbClr val="212121"/>
                          </a:solidFill>
                          <a:latin typeface="Trebuchet MS"/>
                          <a:cs typeface="Trebuchet MS"/>
                        </a:rPr>
                        <a:t>r</a:t>
                      </a:r>
                      <a:r>
                        <a:rPr sz="1800" b="1" spc="-10" dirty="0">
                          <a:solidFill>
                            <a:srgbClr val="212121"/>
                          </a:solidFill>
                          <a:latin typeface="Trebuchet MS"/>
                          <a:cs typeface="Trebuchet MS"/>
                        </a:rPr>
                        <a:t>o</a:t>
                      </a:r>
                      <a:r>
                        <a:rPr sz="1800" b="1" dirty="0">
                          <a:solidFill>
                            <a:srgbClr val="212121"/>
                          </a:solidFill>
                          <a:latin typeface="Trebuchet MS"/>
                          <a:cs typeface="Trebuchet MS"/>
                        </a:rPr>
                        <a:t>se</a:t>
                      </a:r>
                      <a:r>
                        <a:rPr sz="1800" b="1" spc="20" dirty="0">
                          <a:solidFill>
                            <a:srgbClr val="212121"/>
                          </a:solidFill>
                          <a:latin typeface="Trebuchet MS"/>
                          <a:cs typeface="Trebuchet MS"/>
                        </a:rPr>
                        <a:t>r</a:t>
                      </a:r>
                      <a:r>
                        <a:rPr sz="1800" b="1" dirty="0">
                          <a:solidFill>
                            <a:srgbClr val="212121"/>
                          </a:solidFill>
                          <a:latin typeface="Trebuchet MS"/>
                          <a:cs typeface="Trebuchet MS"/>
                        </a:rPr>
                        <a:t>vi</a:t>
                      </a:r>
                      <a:r>
                        <a:rPr sz="1800" b="1" spc="-50" dirty="0">
                          <a:solidFill>
                            <a:srgbClr val="212121"/>
                          </a:solidFill>
                          <a:latin typeface="Trebuchet MS"/>
                          <a:cs typeface="Trebuchet MS"/>
                        </a:rPr>
                        <a:t>c</a:t>
                      </a:r>
                      <a:r>
                        <a:rPr sz="1800" b="1" dirty="0">
                          <a:solidFill>
                            <a:srgbClr val="212121"/>
                          </a:solidFill>
                          <a:latin typeface="Trebuchet MS"/>
                          <a:cs typeface="Trebuchet MS"/>
                        </a:rPr>
                        <a:t>e</a:t>
                      </a:r>
                      <a:endParaRPr sz="1800" dirty="0">
                        <a:latin typeface="Trebuchet MS"/>
                        <a:cs typeface="Trebuchet MS"/>
                      </a:endParaRPr>
                    </a:p>
                  </a:txBody>
                  <a:tcPr marL="0" marR="0" marT="54637" marB="0">
                    <a:lnT w="9525">
                      <a:solidFill>
                        <a:srgbClr val="212121"/>
                      </a:solidFill>
                      <a:prstDash val="solid"/>
                    </a:lnT>
                    <a:lnB w="9525">
                      <a:solidFill>
                        <a:srgbClr val="212121"/>
                      </a:solidFill>
                      <a:prstDash val="solid"/>
                    </a:lnB>
                  </a:tcPr>
                </a:tc>
                <a:tc>
                  <a:txBody>
                    <a:bodyPr/>
                    <a:lstStyle/>
                    <a:p>
                      <a:pPr algn="ctr">
                        <a:lnSpc>
                          <a:spcPct val="100000"/>
                        </a:lnSpc>
                        <a:spcBef>
                          <a:spcPts val="434"/>
                        </a:spcBef>
                      </a:pPr>
                      <a:r>
                        <a:rPr sz="1800" dirty="0">
                          <a:solidFill>
                            <a:srgbClr val="212121"/>
                          </a:solidFill>
                          <a:latin typeface="Trebuchet MS"/>
                          <a:cs typeface="Trebuchet MS"/>
                        </a:rPr>
                        <a:t>8080,</a:t>
                      </a:r>
                      <a:r>
                        <a:rPr sz="1800" spc="-180" dirty="0">
                          <a:solidFill>
                            <a:srgbClr val="212121"/>
                          </a:solidFill>
                          <a:latin typeface="Trebuchet MS"/>
                          <a:cs typeface="Trebuchet MS"/>
                        </a:rPr>
                        <a:t> </a:t>
                      </a:r>
                      <a:r>
                        <a:rPr sz="1800" dirty="0">
                          <a:solidFill>
                            <a:srgbClr val="212121"/>
                          </a:solidFill>
                          <a:latin typeface="Trebuchet MS"/>
                          <a:cs typeface="Trebuchet MS"/>
                        </a:rPr>
                        <a:t>8081,</a:t>
                      </a:r>
                      <a:r>
                        <a:rPr sz="1800" spc="-180" dirty="0">
                          <a:solidFill>
                            <a:srgbClr val="212121"/>
                          </a:solidFill>
                          <a:latin typeface="Trebuchet MS"/>
                          <a:cs typeface="Trebuchet MS"/>
                        </a:rPr>
                        <a:t> </a:t>
                      </a:r>
                      <a:r>
                        <a:rPr sz="1800" dirty="0">
                          <a:solidFill>
                            <a:srgbClr val="212121"/>
                          </a:solidFill>
                          <a:latin typeface="Trebuchet MS"/>
                          <a:cs typeface="Trebuchet MS"/>
                        </a:rPr>
                        <a:t>...</a:t>
                      </a:r>
                      <a:endParaRPr sz="1800" dirty="0">
                        <a:latin typeface="Trebuchet MS"/>
                        <a:cs typeface="Trebuchet MS"/>
                      </a:endParaRPr>
                    </a:p>
                  </a:txBody>
                  <a:tcPr marL="0" marR="0" marT="54637" marB="0">
                    <a:lnT w="9525">
                      <a:solidFill>
                        <a:srgbClr val="212121"/>
                      </a:solidFill>
                      <a:prstDash val="solid"/>
                    </a:lnT>
                    <a:lnB w="9525">
                      <a:solidFill>
                        <a:srgbClr val="212121"/>
                      </a:solidFill>
                      <a:prstDash val="solid"/>
                    </a:lnB>
                  </a:tcPr>
                </a:tc>
                <a:extLst>
                  <a:ext uri="{0D108BD9-81ED-4DB2-BD59-A6C34878D82A}">
                    <a16:rowId xmlns:a16="http://schemas.microsoft.com/office/drawing/2014/main" val="10001"/>
                  </a:ext>
                </a:extLst>
              </a:tr>
              <a:tr h="526665">
                <a:tc>
                  <a:txBody>
                    <a:bodyPr/>
                    <a:lstStyle/>
                    <a:p>
                      <a:pPr marL="139065">
                        <a:lnSpc>
                          <a:spcPct val="100000"/>
                        </a:lnSpc>
                        <a:spcBef>
                          <a:spcPts val="434"/>
                        </a:spcBef>
                      </a:pPr>
                      <a:r>
                        <a:rPr sz="1800" b="1" dirty="0">
                          <a:solidFill>
                            <a:srgbClr val="212121"/>
                          </a:solidFill>
                          <a:latin typeface="Trebuchet MS"/>
                          <a:cs typeface="Trebuchet MS"/>
                        </a:rPr>
                        <a:t>Spring</a:t>
                      </a:r>
                      <a:r>
                        <a:rPr sz="1800" b="1" spc="-175" dirty="0">
                          <a:solidFill>
                            <a:srgbClr val="212121"/>
                          </a:solidFill>
                          <a:latin typeface="Trebuchet MS"/>
                          <a:cs typeface="Trebuchet MS"/>
                        </a:rPr>
                        <a:t> </a:t>
                      </a:r>
                      <a:r>
                        <a:rPr sz="1800" b="1" dirty="0">
                          <a:solidFill>
                            <a:srgbClr val="212121"/>
                          </a:solidFill>
                          <a:latin typeface="Trebuchet MS"/>
                          <a:cs typeface="Trebuchet MS"/>
                        </a:rPr>
                        <a:t>Cloud</a:t>
                      </a:r>
                      <a:r>
                        <a:rPr sz="1800" b="1" spc="-175" dirty="0">
                          <a:solidFill>
                            <a:srgbClr val="212121"/>
                          </a:solidFill>
                          <a:latin typeface="Trebuchet MS"/>
                          <a:cs typeface="Trebuchet MS"/>
                        </a:rPr>
                        <a:t> </a:t>
                      </a:r>
                      <a:r>
                        <a:rPr sz="1800" b="1" dirty="0">
                          <a:solidFill>
                            <a:srgbClr val="212121"/>
                          </a:solidFill>
                          <a:latin typeface="Trebuchet MS"/>
                          <a:cs typeface="Trebuchet MS"/>
                        </a:rPr>
                        <a:t>Config</a:t>
                      </a:r>
                      <a:r>
                        <a:rPr sz="1800" b="1" spc="-175" dirty="0">
                          <a:solidFill>
                            <a:srgbClr val="212121"/>
                          </a:solidFill>
                          <a:latin typeface="Trebuchet MS"/>
                          <a:cs typeface="Trebuchet MS"/>
                        </a:rPr>
                        <a:t> </a:t>
                      </a:r>
                      <a:r>
                        <a:rPr sz="1800" b="1" dirty="0">
                          <a:solidFill>
                            <a:srgbClr val="212121"/>
                          </a:solidFill>
                          <a:latin typeface="Trebuchet MS"/>
                          <a:cs typeface="Trebuchet MS"/>
                        </a:rPr>
                        <a:t>Se</a:t>
                      </a:r>
                      <a:r>
                        <a:rPr sz="1800" b="1" spc="20" dirty="0">
                          <a:solidFill>
                            <a:srgbClr val="212121"/>
                          </a:solidFill>
                          <a:latin typeface="Trebuchet MS"/>
                          <a:cs typeface="Trebuchet MS"/>
                        </a:rPr>
                        <a:t>r</a:t>
                      </a:r>
                      <a:r>
                        <a:rPr sz="1800" b="1" spc="-15" dirty="0">
                          <a:solidFill>
                            <a:srgbClr val="212121"/>
                          </a:solidFill>
                          <a:latin typeface="Trebuchet MS"/>
                          <a:cs typeface="Trebuchet MS"/>
                        </a:rPr>
                        <a:t>v</a:t>
                      </a:r>
                      <a:r>
                        <a:rPr sz="1800" b="1" dirty="0">
                          <a:solidFill>
                            <a:srgbClr val="212121"/>
                          </a:solidFill>
                          <a:latin typeface="Trebuchet MS"/>
                          <a:cs typeface="Trebuchet MS"/>
                        </a:rPr>
                        <a:t>er</a:t>
                      </a:r>
                      <a:endParaRPr sz="1800" dirty="0">
                        <a:latin typeface="Trebuchet MS"/>
                        <a:cs typeface="Trebuchet MS"/>
                      </a:endParaRPr>
                    </a:p>
                  </a:txBody>
                  <a:tcPr marL="0" marR="0" marT="54637" marB="0">
                    <a:lnT w="9525">
                      <a:solidFill>
                        <a:srgbClr val="212121"/>
                      </a:solidFill>
                      <a:prstDash val="solid"/>
                    </a:lnT>
                    <a:lnB w="9525">
                      <a:solidFill>
                        <a:srgbClr val="212121"/>
                      </a:solidFill>
                      <a:prstDash val="solid"/>
                    </a:lnB>
                  </a:tcPr>
                </a:tc>
                <a:tc>
                  <a:txBody>
                    <a:bodyPr/>
                    <a:lstStyle/>
                    <a:p>
                      <a:pPr algn="ctr">
                        <a:lnSpc>
                          <a:spcPct val="100000"/>
                        </a:lnSpc>
                        <a:spcBef>
                          <a:spcPts val="434"/>
                        </a:spcBef>
                      </a:pPr>
                      <a:r>
                        <a:rPr sz="1800" spc="-35" dirty="0">
                          <a:solidFill>
                            <a:srgbClr val="212121"/>
                          </a:solidFill>
                          <a:latin typeface="Trebuchet MS"/>
                          <a:cs typeface="Trebuchet MS"/>
                        </a:rPr>
                        <a:t>8888</a:t>
                      </a:r>
                      <a:endParaRPr sz="1800" dirty="0">
                        <a:latin typeface="Trebuchet MS"/>
                        <a:cs typeface="Trebuchet MS"/>
                      </a:endParaRPr>
                    </a:p>
                  </a:txBody>
                  <a:tcPr marL="0" marR="0" marT="54637" marB="0">
                    <a:lnT w="9525">
                      <a:solidFill>
                        <a:srgbClr val="212121"/>
                      </a:solidFill>
                      <a:prstDash val="solid"/>
                    </a:lnT>
                    <a:lnB w="9525">
                      <a:solidFill>
                        <a:srgbClr val="212121"/>
                      </a:solidFill>
                      <a:prstDash val="solid"/>
                    </a:lnB>
                  </a:tcPr>
                </a:tc>
                <a:extLst>
                  <a:ext uri="{0D108BD9-81ED-4DB2-BD59-A6C34878D82A}">
                    <a16:rowId xmlns:a16="http://schemas.microsoft.com/office/drawing/2014/main" val="10002"/>
                  </a:ext>
                </a:extLst>
              </a:tr>
              <a:tr h="526665">
                <a:tc>
                  <a:txBody>
                    <a:bodyPr/>
                    <a:lstStyle/>
                    <a:p>
                      <a:pPr marL="139065">
                        <a:lnSpc>
                          <a:spcPct val="100000"/>
                        </a:lnSpc>
                        <a:spcBef>
                          <a:spcPts val="434"/>
                        </a:spcBef>
                      </a:pPr>
                      <a:r>
                        <a:rPr lang="en-US" sz="1800" b="1" spc="-20" dirty="0">
                          <a:solidFill>
                            <a:srgbClr val="212121"/>
                          </a:solidFill>
                          <a:latin typeface="Trebuchet MS"/>
                          <a:cs typeface="Trebuchet MS"/>
                        </a:rPr>
                        <a:t>Student</a:t>
                      </a:r>
                      <a:r>
                        <a:rPr sz="1800" b="1" spc="-175" dirty="0">
                          <a:solidFill>
                            <a:srgbClr val="212121"/>
                          </a:solidFill>
                          <a:latin typeface="Trebuchet MS"/>
                          <a:cs typeface="Trebuchet MS"/>
                        </a:rPr>
                        <a:t> </a:t>
                      </a:r>
                      <a:r>
                        <a:rPr sz="1800" b="1" dirty="0">
                          <a:solidFill>
                            <a:srgbClr val="212121"/>
                          </a:solidFill>
                          <a:latin typeface="Trebuchet MS"/>
                          <a:cs typeface="Trebuchet MS"/>
                        </a:rPr>
                        <a:t>Mic</a:t>
                      </a:r>
                      <a:r>
                        <a:rPr sz="1800" b="1" spc="-20" dirty="0">
                          <a:solidFill>
                            <a:srgbClr val="212121"/>
                          </a:solidFill>
                          <a:latin typeface="Trebuchet MS"/>
                          <a:cs typeface="Trebuchet MS"/>
                        </a:rPr>
                        <a:t>r</a:t>
                      </a:r>
                      <a:r>
                        <a:rPr sz="1800" b="1" spc="-10" dirty="0">
                          <a:solidFill>
                            <a:srgbClr val="212121"/>
                          </a:solidFill>
                          <a:latin typeface="Trebuchet MS"/>
                          <a:cs typeface="Trebuchet MS"/>
                        </a:rPr>
                        <a:t>o</a:t>
                      </a:r>
                      <a:r>
                        <a:rPr sz="1800" b="1" dirty="0">
                          <a:solidFill>
                            <a:srgbClr val="212121"/>
                          </a:solidFill>
                          <a:latin typeface="Trebuchet MS"/>
                          <a:cs typeface="Trebuchet MS"/>
                        </a:rPr>
                        <a:t>se</a:t>
                      </a:r>
                      <a:r>
                        <a:rPr sz="1800" b="1" spc="20" dirty="0">
                          <a:solidFill>
                            <a:srgbClr val="212121"/>
                          </a:solidFill>
                          <a:latin typeface="Trebuchet MS"/>
                          <a:cs typeface="Trebuchet MS"/>
                        </a:rPr>
                        <a:t>r</a:t>
                      </a:r>
                      <a:r>
                        <a:rPr sz="1800" b="1" dirty="0">
                          <a:solidFill>
                            <a:srgbClr val="212121"/>
                          </a:solidFill>
                          <a:latin typeface="Trebuchet MS"/>
                          <a:cs typeface="Trebuchet MS"/>
                        </a:rPr>
                        <a:t>vi</a:t>
                      </a:r>
                      <a:r>
                        <a:rPr sz="1800" b="1" spc="-50" dirty="0">
                          <a:solidFill>
                            <a:srgbClr val="212121"/>
                          </a:solidFill>
                          <a:latin typeface="Trebuchet MS"/>
                          <a:cs typeface="Trebuchet MS"/>
                        </a:rPr>
                        <a:t>c</a:t>
                      </a:r>
                      <a:r>
                        <a:rPr sz="1800" b="1" dirty="0">
                          <a:solidFill>
                            <a:srgbClr val="212121"/>
                          </a:solidFill>
                          <a:latin typeface="Trebuchet MS"/>
                          <a:cs typeface="Trebuchet MS"/>
                        </a:rPr>
                        <a:t>e</a:t>
                      </a:r>
                      <a:endParaRPr sz="1800" dirty="0">
                        <a:latin typeface="Trebuchet MS"/>
                        <a:cs typeface="Trebuchet MS"/>
                      </a:endParaRPr>
                    </a:p>
                  </a:txBody>
                  <a:tcPr marL="0" marR="0" marT="54637" marB="0">
                    <a:lnT w="9525">
                      <a:solidFill>
                        <a:srgbClr val="212121"/>
                      </a:solidFill>
                      <a:prstDash val="solid"/>
                    </a:lnT>
                    <a:lnB w="9525" cap="flat" cmpd="sng" algn="ctr">
                      <a:solidFill>
                        <a:srgbClr val="212121"/>
                      </a:solidFill>
                      <a:prstDash val="solid"/>
                      <a:round/>
                      <a:headEnd type="none" w="med" len="med"/>
                      <a:tailEnd type="none" w="med" len="med"/>
                    </a:lnB>
                  </a:tcPr>
                </a:tc>
                <a:tc>
                  <a:txBody>
                    <a:bodyPr/>
                    <a:lstStyle/>
                    <a:p>
                      <a:pPr algn="ctr">
                        <a:lnSpc>
                          <a:spcPct val="100000"/>
                        </a:lnSpc>
                        <a:spcBef>
                          <a:spcPts val="434"/>
                        </a:spcBef>
                      </a:pPr>
                      <a:r>
                        <a:rPr sz="1800" dirty="0">
                          <a:solidFill>
                            <a:srgbClr val="212121"/>
                          </a:solidFill>
                          <a:latin typeface="Trebuchet MS"/>
                          <a:cs typeface="Trebuchet MS"/>
                        </a:rPr>
                        <a:t>8000,</a:t>
                      </a:r>
                      <a:r>
                        <a:rPr sz="1800" spc="-180" dirty="0">
                          <a:solidFill>
                            <a:srgbClr val="212121"/>
                          </a:solidFill>
                          <a:latin typeface="Trebuchet MS"/>
                          <a:cs typeface="Trebuchet MS"/>
                        </a:rPr>
                        <a:t> </a:t>
                      </a:r>
                      <a:r>
                        <a:rPr sz="1800" dirty="0">
                          <a:solidFill>
                            <a:srgbClr val="212121"/>
                          </a:solidFill>
                          <a:latin typeface="Trebuchet MS"/>
                          <a:cs typeface="Trebuchet MS"/>
                        </a:rPr>
                        <a:t>8001,</a:t>
                      </a:r>
                      <a:r>
                        <a:rPr sz="1800" spc="-180" dirty="0">
                          <a:solidFill>
                            <a:srgbClr val="212121"/>
                          </a:solidFill>
                          <a:latin typeface="Trebuchet MS"/>
                          <a:cs typeface="Trebuchet MS"/>
                        </a:rPr>
                        <a:t> </a:t>
                      </a:r>
                      <a:r>
                        <a:rPr sz="1800" dirty="0">
                          <a:solidFill>
                            <a:srgbClr val="212121"/>
                          </a:solidFill>
                          <a:latin typeface="Trebuchet MS"/>
                          <a:cs typeface="Trebuchet MS"/>
                        </a:rPr>
                        <a:t>8002,</a:t>
                      </a:r>
                      <a:r>
                        <a:rPr sz="1800" spc="-180" dirty="0">
                          <a:solidFill>
                            <a:srgbClr val="212121"/>
                          </a:solidFill>
                          <a:latin typeface="Trebuchet MS"/>
                          <a:cs typeface="Trebuchet MS"/>
                        </a:rPr>
                        <a:t> </a:t>
                      </a:r>
                      <a:r>
                        <a:rPr sz="1800" dirty="0">
                          <a:solidFill>
                            <a:srgbClr val="212121"/>
                          </a:solidFill>
                          <a:latin typeface="Trebuchet MS"/>
                          <a:cs typeface="Trebuchet MS"/>
                        </a:rPr>
                        <a:t>..</a:t>
                      </a:r>
                      <a:endParaRPr sz="1800">
                        <a:latin typeface="Trebuchet MS"/>
                        <a:cs typeface="Trebuchet MS"/>
                      </a:endParaRPr>
                    </a:p>
                  </a:txBody>
                  <a:tcPr marL="0" marR="0" marT="54637" marB="0">
                    <a:lnT w="9525">
                      <a:solidFill>
                        <a:srgbClr val="212121"/>
                      </a:solidFill>
                      <a:prstDash val="solid"/>
                    </a:lnT>
                    <a:lnB w="9525" cap="flat" cmpd="sng" algn="ctr">
                      <a:solidFill>
                        <a:srgbClr val="212121"/>
                      </a:solidFill>
                      <a:prstDash val="solid"/>
                      <a:round/>
                      <a:headEnd type="none" w="med" len="med"/>
                      <a:tailEnd type="none" w="med" len="med"/>
                    </a:lnB>
                  </a:tcPr>
                </a:tc>
                <a:extLst>
                  <a:ext uri="{0D108BD9-81ED-4DB2-BD59-A6C34878D82A}">
                    <a16:rowId xmlns:a16="http://schemas.microsoft.com/office/drawing/2014/main" val="10003"/>
                  </a:ext>
                </a:extLst>
              </a:tr>
              <a:tr h="744200">
                <a:tc>
                  <a:txBody>
                    <a:bodyPr/>
                    <a:lstStyle/>
                    <a:p>
                      <a:pPr marL="139065">
                        <a:lnSpc>
                          <a:spcPct val="100000"/>
                        </a:lnSpc>
                        <a:spcBef>
                          <a:spcPts val="434"/>
                        </a:spcBef>
                      </a:pPr>
                      <a:r>
                        <a:rPr sz="1800" b="1" dirty="0">
                          <a:solidFill>
                            <a:srgbClr val="212121"/>
                          </a:solidFill>
                          <a:latin typeface="Trebuchet MS"/>
                          <a:cs typeface="Trebuchet MS"/>
                        </a:rPr>
                        <a:t>N</a:t>
                      </a:r>
                      <a:r>
                        <a:rPr sz="1800" b="1" spc="-35" dirty="0">
                          <a:solidFill>
                            <a:srgbClr val="212121"/>
                          </a:solidFill>
                          <a:latin typeface="Trebuchet MS"/>
                          <a:cs typeface="Trebuchet MS"/>
                        </a:rPr>
                        <a:t>e</a:t>
                      </a:r>
                      <a:r>
                        <a:rPr sz="1800" b="1" dirty="0">
                          <a:solidFill>
                            <a:srgbClr val="212121"/>
                          </a:solidFill>
                          <a:latin typeface="Trebuchet MS"/>
                          <a:cs typeface="Trebuchet MS"/>
                        </a:rPr>
                        <a:t>tflix</a:t>
                      </a:r>
                      <a:r>
                        <a:rPr sz="1800" b="1" spc="-175" dirty="0">
                          <a:solidFill>
                            <a:srgbClr val="212121"/>
                          </a:solidFill>
                          <a:latin typeface="Trebuchet MS"/>
                          <a:cs typeface="Trebuchet MS"/>
                        </a:rPr>
                        <a:t> </a:t>
                      </a:r>
                      <a:r>
                        <a:rPr sz="1800" b="1" dirty="0">
                          <a:solidFill>
                            <a:srgbClr val="212121"/>
                          </a:solidFill>
                          <a:latin typeface="Trebuchet MS"/>
                          <a:cs typeface="Trebuchet MS"/>
                        </a:rPr>
                        <a:t>Eu</a:t>
                      </a:r>
                      <a:r>
                        <a:rPr sz="1800" b="1" spc="-20" dirty="0">
                          <a:solidFill>
                            <a:srgbClr val="212121"/>
                          </a:solidFill>
                          <a:latin typeface="Trebuchet MS"/>
                          <a:cs typeface="Trebuchet MS"/>
                        </a:rPr>
                        <a:t>r</a:t>
                      </a:r>
                      <a:r>
                        <a:rPr sz="1800" b="1" dirty="0">
                          <a:solidFill>
                            <a:srgbClr val="212121"/>
                          </a:solidFill>
                          <a:latin typeface="Trebuchet MS"/>
                          <a:cs typeface="Trebuchet MS"/>
                        </a:rPr>
                        <a:t>e</a:t>
                      </a:r>
                      <a:r>
                        <a:rPr sz="1800" b="1" spc="-20" dirty="0">
                          <a:solidFill>
                            <a:srgbClr val="212121"/>
                          </a:solidFill>
                          <a:latin typeface="Trebuchet MS"/>
                          <a:cs typeface="Trebuchet MS"/>
                        </a:rPr>
                        <a:t>k</a:t>
                      </a:r>
                      <a:r>
                        <a:rPr sz="1800" b="1" dirty="0">
                          <a:solidFill>
                            <a:srgbClr val="212121"/>
                          </a:solidFill>
                          <a:latin typeface="Trebuchet MS"/>
                          <a:cs typeface="Trebuchet MS"/>
                        </a:rPr>
                        <a:t>a</a:t>
                      </a:r>
                      <a:r>
                        <a:rPr sz="1800" b="1" spc="-175" dirty="0">
                          <a:solidFill>
                            <a:srgbClr val="212121"/>
                          </a:solidFill>
                          <a:latin typeface="Trebuchet MS"/>
                          <a:cs typeface="Trebuchet MS"/>
                        </a:rPr>
                        <a:t> </a:t>
                      </a:r>
                      <a:r>
                        <a:rPr sz="1800" b="1" dirty="0">
                          <a:solidFill>
                            <a:srgbClr val="212121"/>
                          </a:solidFill>
                          <a:latin typeface="Trebuchet MS"/>
                          <a:cs typeface="Trebuchet MS"/>
                        </a:rPr>
                        <a:t>Naming</a:t>
                      </a:r>
                      <a:r>
                        <a:rPr sz="1800" b="1" spc="-175" dirty="0">
                          <a:solidFill>
                            <a:srgbClr val="212121"/>
                          </a:solidFill>
                          <a:latin typeface="Trebuchet MS"/>
                          <a:cs typeface="Trebuchet MS"/>
                        </a:rPr>
                        <a:t> </a:t>
                      </a:r>
                      <a:r>
                        <a:rPr sz="1800" b="1" dirty="0">
                          <a:solidFill>
                            <a:srgbClr val="212121"/>
                          </a:solidFill>
                          <a:latin typeface="Trebuchet MS"/>
                          <a:cs typeface="Trebuchet MS"/>
                        </a:rPr>
                        <a:t>Se</a:t>
                      </a:r>
                      <a:r>
                        <a:rPr sz="1800" b="1" spc="20" dirty="0">
                          <a:solidFill>
                            <a:srgbClr val="212121"/>
                          </a:solidFill>
                          <a:latin typeface="Trebuchet MS"/>
                          <a:cs typeface="Trebuchet MS"/>
                        </a:rPr>
                        <a:t>r</a:t>
                      </a:r>
                      <a:r>
                        <a:rPr sz="1800" b="1" spc="-15" dirty="0">
                          <a:solidFill>
                            <a:srgbClr val="212121"/>
                          </a:solidFill>
                          <a:latin typeface="Trebuchet MS"/>
                          <a:cs typeface="Trebuchet MS"/>
                        </a:rPr>
                        <a:t>v</a:t>
                      </a:r>
                      <a:r>
                        <a:rPr sz="1800" b="1" dirty="0">
                          <a:solidFill>
                            <a:srgbClr val="212121"/>
                          </a:solidFill>
                          <a:latin typeface="Trebuchet MS"/>
                          <a:cs typeface="Trebuchet MS"/>
                        </a:rPr>
                        <a:t>er</a:t>
                      </a:r>
                      <a:endParaRPr sz="1800" dirty="0">
                        <a:latin typeface="Trebuchet MS"/>
                        <a:cs typeface="Trebuchet MS"/>
                      </a:endParaRPr>
                    </a:p>
                  </a:txBody>
                  <a:tcPr marL="0" marR="0" marT="54637" marB="0">
                    <a:lnT w="9525">
                      <a:solidFill>
                        <a:srgbClr val="212121"/>
                      </a:solidFill>
                      <a:prstDash val="solid"/>
                    </a:lnT>
                    <a:lnB w="9525" cap="flat" cmpd="sng" algn="ctr">
                      <a:solidFill>
                        <a:srgbClr val="212121"/>
                      </a:solidFill>
                      <a:prstDash val="solid"/>
                      <a:round/>
                      <a:headEnd type="none" w="med" len="med"/>
                      <a:tailEnd type="none" w="med" len="med"/>
                    </a:lnB>
                  </a:tcPr>
                </a:tc>
                <a:tc>
                  <a:txBody>
                    <a:bodyPr/>
                    <a:lstStyle/>
                    <a:p>
                      <a:pPr algn="ctr">
                        <a:lnSpc>
                          <a:spcPct val="100000"/>
                        </a:lnSpc>
                        <a:spcBef>
                          <a:spcPts val="434"/>
                        </a:spcBef>
                      </a:pPr>
                      <a:r>
                        <a:rPr sz="1800" spc="-35" dirty="0">
                          <a:solidFill>
                            <a:srgbClr val="212121"/>
                          </a:solidFill>
                          <a:latin typeface="Trebuchet MS"/>
                          <a:cs typeface="Trebuchet MS"/>
                        </a:rPr>
                        <a:t>8761</a:t>
                      </a:r>
                      <a:endParaRPr sz="1800">
                        <a:latin typeface="Trebuchet MS"/>
                        <a:cs typeface="Trebuchet MS"/>
                      </a:endParaRPr>
                    </a:p>
                  </a:txBody>
                  <a:tcPr marL="0" marR="0" marT="54637" marB="0">
                    <a:lnT w="9525">
                      <a:solidFill>
                        <a:srgbClr val="212121"/>
                      </a:solidFill>
                      <a:prstDash val="solid"/>
                    </a:lnT>
                    <a:lnB w="9525" cap="flat" cmpd="sng" algn="ctr">
                      <a:solidFill>
                        <a:srgbClr val="212121"/>
                      </a:solidFill>
                      <a:prstDash val="solid"/>
                      <a:round/>
                      <a:headEnd type="none" w="med" len="med"/>
                      <a:tailEnd type="none" w="med" len="med"/>
                    </a:lnB>
                  </a:tcPr>
                </a:tc>
                <a:extLst>
                  <a:ext uri="{0D108BD9-81ED-4DB2-BD59-A6C34878D82A}">
                    <a16:rowId xmlns:a16="http://schemas.microsoft.com/office/drawing/2014/main" val="10004"/>
                  </a:ext>
                </a:extLst>
              </a:tr>
              <a:tr h="744200">
                <a:tc>
                  <a:txBody>
                    <a:bodyPr/>
                    <a:lstStyle/>
                    <a:p>
                      <a:pPr marL="139065">
                        <a:lnSpc>
                          <a:spcPct val="100000"/>
                        </a:lnSpc>
                        <a:spcBef>
                          <a:spcPts val="434"/>
                        </a:spcBef>
                      </a:pPr>
                      <a:r>
                        <a:rPr sz="1800" b="1" dirty="0">
                          <a:solidFill>
                            <a:srgbClr val="212121"/>
                          </a:solidFill>
                          <a:latin typeface="Trebuchet MS"/>
                          <a:cs typeface="Trebuchet MS"/>
                        </a:rPr>
                        <a:t>API</a:t>
                      </a:r>
                      <a:r>
                        <a:rPr sz="1800" b="1" spc="-175" dirty="0">
                          <a:solidFill>
                            <a:srgbClr val="212121"/>
                          </a:solidFill>
                          <a:latin typeface="Trebuchet MS"/>
                          <a:cs typeface="Trebuchet MS"/>
                        </a:rPr>
                        <a:t> </a:t>
                      </a:r>
                      <a:r>
                        <a:rPr sz="1800" b="1" dirty="0">
                          <a:solidFill>
                            <a:srgbClr val="212121"/>
                          </a:solidFill>
                          <a:latin typeface="Trebuchet MS"/>
                          <a:cs typeface="Trebuchet MS"/>
                        </a:rPr>
                        <a:t>Ga</a:t>
                      </a:r>
                      <a:r>
                        <a:rPr sz="1800" b="1" spc="-20" dirty="0">
                          <a:solidFill>
                            <a:srgbClr val="212121"/>
                          </a:solidFill>
                          <a:latin typeface="Trebuchet MS"/>
                          <a:cs typeface="Trebuchet MS"/>
                        </a:rPr>
                        <a:t>t</a:t>
                      </a:r>
                      <a:r>
                        <a:rPr sz="1800" b="1" dirty="0">
                          <a:solidFill>
                            <a:srgbClr val="212121"/>
                          </a:solidFill>
                          <a:latin typeface="Trebuchet MS"/>
                          <a:cs typeface="Trebuchet MS"/>
                        </a:rPr>
                        <a:t>e</a:t>
                      </a:r>
                      <a:r>
                        <a:rPr sz="1800" b="1" spc="-20" dirty="0">
                          <a:solidFill>
                            <a:srgbClr val="212121"/>
                          </a:solidFill>
                          <a:latin typeface="Trebuchet MS"/>
                          <a:cs typeface="Trebuchet MS"/>
                        </a:rPr>
                        <a:t>w</a:t>
                      </a:r>
                      <a:r>
                        <a:rPr sz="1800" b="1" dirty="0">
                          <a:solidFill>
                            <a:srgbClr val="212121"/>
                          </a:solidFill>
                          <a:latin typeface="Trebuchet MS"/>
                          <a:cs typeface="Trebuchet MS"/>
                        </a:rPr>
                        <a:t>ay</a:t>
                      </a:r>
                      <a:endParaRPr sz="1800" dirty="0">
                        <a:latin typeface="Trebuchet MS"/>
                        <a:cs typeface="Trebuchet MS"/>
                      </a:endParaRPr>
                    </a:p>
                  </a:txBody>
                  <a:tcPr marL="0" marR="0" marT="54637" marB="0">
                    <a:lnT w="9525">
                      <a:solidFill>
                        <a:srgbClr val="212121"/>
                      </a:solidFill>
                      <a:prstDash val="solid"/>
                    </a:lnT>
                    <a:lnB w="9525" cap="flat" cmpd="sng" algn="ctr">
                      <a:solidFill>
                        <a:srgbClr val="212121"/>
                      </a:solidFill>
                      <a:prstDash val="solid"/>
                      <a:round/>
                      <a:headEnd type="none" w="med" len="med"/>
                      <a:tailEnd type="none" w="med" len="med"/>
                    </a:lnB>
                  </a:tcPr>
                </a:tc>
                <a:tc>
                  <a:txBody>
                    <a:bodyPr/>
                    <a:lstStyle/>
                    <a:p>
                      <a:pPr algn="ctr">
                        <a:lnSpc>
                          <a:spcPct val="100000"/>
                        </a:lnSpc>
                        <a:spcBef>
                          <a:spcPts val="434"/>
                        </a:spcBef>
                      </a:pPr>
                      <a:r>
                        <a:rPr sz="1800" spc="-35" dirty="0">
                          <a:solidFill>
                            <a:srgbClr val="212121"/>
                          </a:solidFill>
                          <a:latin typeface="Trebuchet MS"/>
                          <a:cs typeface="Trebuchet MS"/>
                        </a:rPr>
                        <a:t>8765</a:t>
                      </a:r>
                      <a:endParaRPr sz="1800">
                        <a:latin typeface="Trebuchet MS"/>
                        <a:cs typeface="Trebuchet MS"/>
                      </a:endParaRPr>
                    </a:p>
                  </a:txBody>
                  <a:tcPr marL="0" marR="0" marT="54637" marB="0">
                    <a:lnT w="9525">
                      <a:solidFill>
                        <a:srgbClr val="212121"/>
                      </a:solidFill>
                      <a:prstDash val="solid"/>
                    </a:lnT>
                    <a:lnB w="9525" cap="flat" cmpd="sng" algn="ctr">
                      <a:solidFill>
                        <a:srgbClr val="212121"/>
                      </a:solidFill>
                      <a:prstDash val="solid"/>
                      <a:round/>
                      <a:headEnd type="none" w="med" len="med"/>
                      <a:tailEnd type="none" w="med" len="med"/>
                    </a:lnB>
                  </a:tcPr>
                </a:tc>
                <a:extLst>
                  <a:ext uri="{0D108BD9-81ED-4DB2-BD59-A6C34878D82A}">
                    <a16:rowId xmlns:a16="http://schemas.microsoft.com/office/drawing/2014/main" val="3637991053"/>
                  </a:ext>
                </a:extLst>
              </a:tr>
              <a:tr h="744200">
                <a:tc>
                  <a:txBody>
                    <a:bodyPr/>
                    <a:lstStyle/>
                    <a:p>
                      <a:pPr marL="139065">
                        <a:lnSpc>
                          <a:spcPct val="100000"/>
                        </a:lnSpc>
                        <a:spcBef>
                          <a:spcPts val="434"/>
                        </a:spcBef>
                      </a:pPr>
                      <a:r>
                        <a:rPr sz="1800" b="1" dirty="0">
                          <a:solidFill>
                            <a:srgbClr val="212121"/>
                          </a:solidFill>
                          <a:latin typeface="Trebuchet MS"/>
                          <a:cs typeface="Trebuchet MS"/>
                        </a:rPr>
                        <a:t>Zipkin</a:t>
                      </a:r>
                      <a:r>
                        <a:rPr sz="1800" b="1" spc="-175" dirty="0">
                          <a:solidFill>
                            <a:srgbClr val="212121"/>
                          </a:solidFill>
                          <a:latin typeface="Trebuchet MS"/>
                          <a:cs typeface="Trebuchet MS"/>
                        </a:rPr>
                        <a:t> </a:t>
                      </a:r>
                      <a:r>
                        <a:rPr sz="1800" b="1" dirty="0">
                          <a:solidFill>
                            <a:srgbClr val="212121"/>
                          </a:solidFill>
                          <a:latin typeface="Trebuchet MS"/>
                          <a:cs typeface="Trebuchet MS"/>
                        </a:rPr>
                        <a:t>Distribu</a:t>
                      </a:r>
                      <a:r>
                        <a:rPr sz="1800" b="1" spc="-20" dirty="0">
                          <a:solidFill>
                            <a:srgbClr val="212121"/>
                          </a:solidFill>
                          <a:latin typeface="Trebuchet MS"/>
                          <a:cs typeface="Trebuchet MS"/>
                        </a:rPr>
                        <a:t>t</a:t>
                      </a:r>
                      <a:r>
                        <a:rPr sz="1800" b="1" dirty="0">
                          <a:solidFill>
                            <a:srgbClr val="212121"/>
                          </a:solidFill>
                          <a:latin typeface="Trebuchet MS"/>
                          <a:cs typeface="Trebuchet MS"/>
                        </a:rPr>
                        <a:t>ed</a:t>
                      </a:r>
                      <a:r>
                        <a:rPr sz="1800" b="1" spc="-175" dirty="0">
                          <a:solidFill>
                            <a:srgbClr val="212121"/>
                          </a:solidFill>
                          <a:latin typeface="Trebuchet MS"/>
                          <a:cs typeface="Trebuchet MS"/>
                        </a:rPr>
                        <a:t> </a:t>
                      </a:r>
                      <a:r>
                        <a:rPr sz="1800" b="1" spc="-85" dirty="0">
                          <a:solidFill>
                            <a:srgbClr val="212121"/>
                          </a:solidFill>
                          <a:latin typeface="Trebuchet MS"/>
                          <a:cs typeface="Trebuchet MS"/>
                        </a:rPr>
                        <a:t>T</a:t>
                      </a:r>
                      <a:r>
                        <a:rPr sz="1800" b="1" spc="-55" dirty="0">
                          <a:solidFill>
                            <a:srgbClr val="212121"/>
                          </a:solidFill>
                          <a:latin typeface="Trebuchet MS"/>
                          <a:cs typeface="Trebuchet MS"/>
                        </a:rPr>
                        <a:t>r</a:t>
                      </a:r>
                      <a:r>
                        <a:rPr sz="1800" b="1" dirty="0">
                          <a:solidFill>
                            <a:srgbClr val="212121"/>
                          </a:solidFill>
                          <a:latin typeface="Trebuchet MS"/>
                          <a:cs typeface="Trebuchet MS"/>
                        </a:rPr>
                        <a:t>acing</a:t>
                      </a:r>
                      <a:r>
                        <a:rPr sz="1800" b="1" spc="-175" dirty="0">
                          <a:solidFill>
                            <a:srgbClr val="212121"/>
                          </a:solidFill>
                          <a:latin typeface="Trebuchet MS"/>
                          <a:cs typeface="Trebuchet MS"/>
                        </a:rPr>
                        <a:t> </a:t>
                      </a:r>
                      <a:r>
                        <a:rPr sz="1800" b="1" dirty="0">
                          <a:solidFill>
                            <a:srgbClr val="212121"/>
                          </a:solidFill>
                          <a:latin typeface="Trebuchet MS"/>
                          <a:cs typeface="Trebuchet MS"/>
                        </a:rPr>
                        <a:t>Se</a:t>
                      </a:r>
                      <a:r>
                        <a:rPr sz="1800" b="1" spc="20" dirty="0">
                          <a:solidFill>
                            <a:srgbClr val="212121"/>
                          </a:solidFill>
                          <a:latin typeface="Trebuchet MS"/>
                          <a:cs typeface="Trebuchet MS"/>
                        </a:rPr>
                        <a:t>r</a:t>
                      </a:r>
                      <a:r>
                        <a:rPr sz="1800" b="1" spc="-15" dirty="0">
                          <a:solidFill>
                            <a:srgbClr val="212121"/>
                          </a:solidFill>
                          <a:latin typeface="Trebuchet MS"/>
                          <a:cs typeface="Trebuchet MS"/>
                        </a:rPr>
                        <a:t>v</a:t>
                      </a:r>
                      <a:r>
                        <a:rPr sz="1800" b="1" dirty="0">
                          <a:solidFill>
                            <a:srgbClr val="212121"/>
                          </a:solidFill>
                          <a:latin typeface="Trebuchet MS"/>
                          <a:cs typeface="Trebuchet MS"/>
                        </a:rPr>
                        <a:t>er</a:t>
                      </a:r>
                      <a:endParaRPr sz="1800" dirty="0">
                        <a:latin typeface="Trebuchet MS"/>
                        <a:cs typeface="Trebuchet MS"/>
                      </a:endParaRPr>
                    </a:p>
                  </a:txBody>
                  <a:tcPr marL="0" marR="0" marT="54637" marB="0">
                    <a:lnT w="9525">
                      <a:solidFill>
                        <a:srgbClr val="212121"/>
                      </a:solidFill>
                      <a:prstDash val="solid"/>
                    </a:lnT>
                    <a:lnB w="9525">
                      <a:solidFill>
                        <a:srgbClr val="212121"/>
                      </a:solidFill>
                      <a:prstDash val="solid"/>
                    </a:lnB>
                  </a:tcPr>
                </a:tc>
                <a:tc>
                  <a:txBody>
                    <a:bodyPr/>
                    <a:lstStyle/>
                    <a:p>
                      <a:pPr algn="ctr">
                        <a:lnSpc>
                          <a:spcPct val="100000"/>
                        </a:lnSpc>
                        <a:spcBef>
                          <a:spcPts val="434"/>
                        </a:spcBef>
                      </a:pPr>
                      <a:r>
                        <a:rPr sz="1800" spc="-35" dirty="0">
                          <a:solidFill>
                            <a:srgbClr val="212121"/>
                          </a:solidFill>
                          <a:latin typeface="Trebuchet MS"/>
                          <a:cs typeface="Trebuchet MS"/>
                        </a:rPr>
                        <a:t>9411</a:t>
                      </a:r>
                      <a:endParaRPr sz="1800" dirty="0">
                        <a:latin typeface="Trebuchet MS"/>
                        <a:cs typeface="Trebuchet MS"/>
                      </a:endParaRPr>
                    </a:p>
                  </a:txBody>
                  <a:tcPr marL="0" marR="0" marT="54637" marB="0">
                    <a:lnT w="9525">
                      <a:solidFill>
                        <a:srgbClr val="212121"/>
                      </a:solidFill>
                      <a:prstDash val="solid"/>
                    </a:lnT>
                    <a:lnB w="9525">
                      <a:solidFill>
                        <a:srgbClr val="212121"/>
                      </a:solidFill>
                      <a:prstDash val="solid"/>
                    </a:lnB>
                  </a:tcPr>
                </a:tc>
                <a:extLst>
                  <a:ext uri="{0D108BD9-81ED-4DB2-BD59-A6C34878D82A}">
                    <a16:rowId xmlns:a16="http://schemas.microsoft.com/office/drawing/2014/main" val="3918950155"/>
                  </a:ext>
                </a:extLst>
              </a:tr>
            </a:tbl>
          </a:graphicData>
        </a:graphic>
      </p:graphicFrame>
    </p:spTree>
    <p:extLst>
      <p:ext uri="{BB962C8B-B14F-4D97-AF65-F5344CB8AC3E}">
        <p14:creationId xmlns:p14="http://schemas.microsoft.com/office/powerpoint/2010/main" val="7525766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33E5757-DB16-CABC-90D8-6D72A3C61E60}"/>
              </a:ext>
            </a:extLst>
          </p:cNvPr>
          <p:cNvSpPr>
            <a:spLocks noGrp="1"/>
          </p:cNvSpPr>
          <p:nvPr>
            <p:ph type="body" idx="1"/>
          </p:nvPr>
        </p:nvSpPr>
        <p:spPr/>
        <p:txBody>
          <a:bodyPr/>
          <a:lstStyle/>
          <a:p>
            <a:endParaRPr lang="en-US" dirty="0"/>
          </a:p>
        </p:txBody>
      </p:sp>
      <p:sp>
        <p:nvSpPr>
          <p:cNvPr id="3" name="Title 2">
            <a:extLst>
              <a:ext uri="{FF2B5EF4-FFF2-40B4-BE49-F238E27FC236}">
                <a16:creationId xmlns:a16="http://schemas.microsoft.com/office/drawing/2014/main" id="{D835BF15-75F4-3828-5F74-7B1A6F42956D}"/>
              </a:ext>
            </a:extLst>
          </p:cNvPr>
          <p:cNvSpPr>
            <a:spLocks noGrp="1"/>
          </p:cNvSpPr>
          <p:nvPr>
            <p:ph type="title"/>
          </p:nvPr>
        </p:nvSpPr>
        <p:spPr/>
        <p:txBody>
          <a:bodyPr/>
          <a:lstStyle/>
          <a:p>
            <a:endParaRPr lang="en-US"/>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D2049C00-0CDE-CCF2-1F27-73A3843989EE}"/>
                  </a:ext>
                </a:extLst>
              </p14:cNvPr>
              <p14:cNvContentPartPr/>
              <p14:nvPr/>
            </p14:nvContentPartPr>
            <p14:xfrm>
              <a:off x="1745280" y="1630440"/>
              <a:ext cx="8487720" cy="4691880"/>
            </p14:xfrm>
          </p:contentPart>
        </mc:Choice>
        <mc:Fallback xmlns="">
          <p:pic>
            <p:nvPicPr>
              <p:cNvPr id="6" name="Ink 5">
                <a:extLst>
                  <a:ext uri="{FF2B5EF4-FFF2-40B4-BE49-F238E27FC236}">
                    <a16:creationId xmlns:a16="http://schemas.microsoft.com/office/drawing/2014/main" id="{D2049C00-0CDE-CCF2-1F27-73A3843989EE}"/>
                  </a:ext>
                </a:extLst>
              </p:cNvPr>
              <p:cNvPicPr/>
              <p:nvPr/>
            </p:nvPicPr>
            <p:blipFill>
              <a:blip r:embed="rId3"/>
              <a:stretch>
                <a:fillRect/>
              </a:stretch>
            </p:blipFill>
            <p:spPr>
              <a:xfrm>
                <a:off x="1735920" y="1621080"/>
                <a:ext cx="8506440" cy="4710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E72B2BE4-5AEA-33BD-427C-562B7BCC8164}"/>
                  </a:ext>
                </a:extLst>
              </p14:cNvPr>
              <p14:cNvContentPartPr/>
              <p14:nvPr/>
            </p14:nvContentPartPr>
            <p14:xfrm>
              <a:off x="2393640" y="1356120"/>
              <a:ext cx="9236880" cy="4601880"/>
            </p14:xfrm>
          </p:contentPart>
        </mc:Choice>
        <mc:Fallback xmlns="">
          <p:pic>
            <p:nvPicPr>
              <p:cNvPr id="4" name="Ink 3">
                <a:extLst>
                  <a:ext uri="{FF2B5EF4-FFF2-40B4-BE49-F238E27FC236}">
                    <a16:creationId xmlns:a16="http://schemas.microsoft.com/office/drawing/2014/main" id="{E72B2BE4-5AEA-33BD-427C-562B7BCC8164}"/>
                  </a:ext>
                </a:extLst>
              </p:cNvPr>
              <p:cNvPicPr/>
              <p:nvPr/>
            </p:nvPicPr>
            <p:blipFill>
              <a:blip r:embed="rId5"/>
              <a:stretch>
                <a:fillRect/>
              </a:stretch>
            </p:blipFill>
            <p:spPr>
              <a:xfrm>
                <a:off x="2384280" y="1346760"/>
                <a:ext cx="9255600" cy="4620600"/>
              </a:xfrm>
              <a:prstGeom prst="rect">
                <a:avLst/>
              </a:prstGeom>
            </p:spPr>
          </p:pic>
        </mc:Fallback>
      </mc:AlternateContent>
    </p:spTree>
    <p:extLst>
      <p:ext uri="{BB962C8B-B14F-4D97-AF65-F5344CB8AC3E}">
        <p14:creationId xmlns:p14="http://schemas.microsoft.com/office/powerpoint/2010/main" val="14188522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E8D90B8-3D6B-5F93-437F-27F95A133EE1}"/>
              </a:ext>
            </a:extLst>
          </p:cNvPr>
          <p:cNvSpPr>
            <a:spLocks noGrp="1"/>
          </p:cNvSpPr>
          <p:nvPr>
            <p:ph type="title"/>
          </p:nvPr>
        </p:nvSpPr>
        <p:spPr/>
        <p:txBody>
          <a:bodyPr/>
          <a:lstStyle/>
          <a:p>
            <a:r>
              <a:rPr lang="en-US" dirty="0"/>
              <a:t>URL</a:t>
            </a:r>
          </a:p>
        </p:txBody>
      </p:sp>
      <p:graphicFrame>
        <p:nvGraphicFramePr>
          <p:cNvPr id="6" name="object 2">
            <a:extLst>
              <a:ext uri="{FF2B5EF4-FFF2-40B4-BE49-F238E27FC236}">
                <a16:creationId xmlns:a16="http://schemas.microsoft.com/office/drawing/2014/main" id="{E01BBE6D-5CFC-26B5-A465-228A0B256414}"/>
              </a:ext>
            </a:extLst>
          </p:cNvPr>
          <p:cNvGraphicFramePr>
            <a:graphicFrameLocks noGrp="1"/>
          </p:cNvGraphicFramePr>
          <p:nvPr>
            <p:extLst>
              <p:ext uri="{D42A27DB-BD31-4B8C-83A1-F6EECF244321}">
                <p14:modId xmlns:p14="http://schemas.microsoft.com/office/powerpoint/2010/main" val="2954814935"/>
              </p:ext>
            </p:extLst>
          </p:nvPr>
        </p:nvGraphicFramePr>
        <p:xfrm>
          <a:off x="1088550" y="1290976"/>
          <a:ext cx="10014900" cy="5567024"/>
        </p:xfrm>
        <a:graphic>
          <a:graphicData uri="http://schemas.openxmlformats.org/drawingml/2006/table">
            <a:tbl>
              <a:tblPr firstRow="1" bandRow="1">
                <a:tableStyleId>{2D5ABB26-0587-4C30-8999-92F81FD0307C}</a:tableStyleId>
              </a:tblPr>
              <a:tblGrid>
                <a:gridCol w="3290543">
                  <a:extLst>
                    <a:ext uri="{9D8B030D-6E8A-4147-A177-3AD203B41FA5}">
                      <a16:colId xmlns:a16="http://schemas.microsoft.com/office/drawing/2014/main" val="20000"/>
                    </a:ext>
                  </a:extLst>
                </a:gridCol>
                <a:gridCol w="6724357">
                  <a:extLst>
                    <a:ext uri="{9D8B030D-6E8A-4147-A177-3AD203B41FA5}">
                      <a16:colId xmlns:a16="http://schemas.microsoft.com/office/drawing/2014/main" val="20001"/>
                    </a:ext>
                  </a:extLst>
                </a:gridCol>
              </a:tblGrid>
              <a:tr h="455273">
                <a:tc>
                  <a:txBody>
                    <a:bodyPr/>
                    <a:lstStyle/>
                    <a:p>
                      <a:pPr marL="139065">
                        <a:lnSpc>
                          <a:spcPts val="2190"/>
                        </a:lnSpc>
                      </a:pPr>
                      <a:r>
                        <a:rPr sz="1800" b="1" spc="-45" dirty="0">
                          <a:solidFill>
                            <a:srgbClr val="212121"/>
                          </a:solidFill>
                          <a:latin typeface="Trebuchet MS"/>
                          <a:cs typeface="Trebuchet MS"/>
                        </a:rPr>
                        <a:t>Application</a:t>
                      </a:r>
                      <a:endParaRPr sz="1800" dirty="0">
                        <a:latin typeface="Trebuchet MS"/>
                        <a:cs typeface="Trebuchet MS"/>
                      </a:endParaRPr>
                    </a:p>
                  </a:txBody>
                  <a:tcPr marL="0" marR="0" marT="0" marB="0">
                    <a:lnB w="9525">
                      <a:solidFill>
                        <a:srgbClr val="212121"/>
                      </a:solidFill>
                      <a:prstDash val="solid"/>
                    </a:lnB>
                  </a:tcPr>
                </a:tc>
                <a:tc>
                  <a:txBody>
                    <a:bodyPr/>
                    <a:lstStyle/>
                    <a:p>
                      <a:pPr algn="ctr">
                        <a:lnSpc>
                          <a:spcPts val="2190"/>
                        </a:lnSpc>
                      </a:pPr>
                      <a:r>
                        <a:rPr lang="en-US" sz="1800" b="1" spc="-40" dirty="0" err="1">
                          <a:solidFill>
                            <a:srgbClr val="212121"/>
                          </a:solidFill>
                          <a:latin typeface="Trebuchet MS"/>
                          <a:cs typeface="Trebuchet MS"/>
                        </a:rPr>
                        <a:t>Url</a:t>
                      </a:r>
                      <a:endParaRPr sz="1800" dirty="0">
                        <a:latin typeface="Trebuchet MS"/>
                        <a:cs typeface="Trebuchet MS"/>
                      </a:endParaRPr>
                    </a:p>
                  </a:txBody>
                  <a:tcPr marL="0" marR="0" marT="0" marB="0">
                    <a:lnB w="9525">
                      <a:solidFill>
                        <a:srgbClr val="212121"/>
                      </a:solidFill>
                      <a:prstDash val="solid"/>
                    </a:lnB>
                  </a:tcPr>
                </a:tc>
                <a:extLst>
                  <a:ext uri="{0D108BD9-81ED-4DB2-BD59-A6C34878D82A}">
                    <a16:rowId xmlns:a16="http://schemas.microsoft.com/office/drawing/2014/main" val="10000"/>
                  </a:ext>
                </a:extLst>
              </a:tr>
              <a:tr h="316927">
                <a:tc>
                  <a:txBody>
                    <a:bodyPr/>
                    <a:lstStyle/>
                    <a:p>
                      <a:pPr marL="139065">
                        <a:lnSpc>
                          <a:spcPct val="100000"/>
                        </a:lnSpc>
                        <a:spcBef>
                          <a:spcPts val="434"/>
                        </a:spcBef>
                      </a:pPr>
                      <a:r>
                        <a:rPr lang="en-US" sz="1800" b="1" spc="-175" dirty="0">
                          <a:solidFill>
                            <a:srgbClr val="212121"/>
                          </a:solidFill>
                          <a:latin typeface="Trebuchet MS"/>
                          <a:cs typeface="Trebuchet MS"/>
                        </a:rPr>
                        <a:t>Course</a:t>
                      </a:r>
                      <a:r>
                        <a:rPr sz="1800" b="1" spc="-175" dirty="0">
                          <a:solidFill>
                            <a:srgbClr val="212121"/>
                          </a:solidFill>
                          <a:latin typeface="Trebuchet MS"/>
                          <a:cs typeface="Trebuchet MS"/>
                        </a:rPr>
                        <a:t> </a:t>
                      </a:r>
                      <a:r>
                        <a:rPr sz="1800" b="1" dirty="0">
                          <a:solidFill>
                            <a:srgbClr val="212121"/>
                          </a:solidFill>
                          <a:latin typeface="Trebuchet MS"/>
                          <a:cs typeface="Trebuchet MS"/>
                        </a:rPr>
                        <a:t>Mic</a:t>
                      </a:r>
                      <a:r>
                        <a:rPr sz="1800" b="1" spc="-20" dirty="0">
                          <a:solidFill>
                            <a:srgbClr val="212121"/>
                          </a:solidFill>
                          <a:latin typeface="Trebuchet MS"/>
                          <a:cs typeface="Trebuchet MS"/>
                        </a:rPr>
                        <a:t>r</a:t>
                      </a:r>
                      <a:r>
                        <a:rPr sz="1800" b="1" spc="-10" dirty="0">
                          <a:solidFill>
                            <a:srgbClr val="212121"/>
                          </a:solidFill>
                          <a:latin typeface="Trebuchet MS"/>
                          <a:cs typeface="Trebuchet MS"/>
                        </a:rPr>
                        <a:t>o</a:t>
                      </a:r>
                      <a:r>
                        <a:rPr sz="1800" b="1" dirty="0">
                          <a:solidFill>
                            <a:srgbClr val="212121"/>
                          </a:solidFill>
                          <a:latin typeface="Trebuchet MS"/>
                          <a:cs typeface="Trebuchet MS"/>
                        </a:rPr>
                        <a:t>se</a:t>
                      </a:r>
                      <a:r>
                        <a:rPr sz="1800" b="1" spc="20" dirty="0">
                          <a:solidFill>
                            <a:srgbClr val="212121"/>
                          </a:solidFill>
                          <a:latin typeface="Trebuchet MS"/>
                          <a:cs typeface="Trebuchet MS"/>
                        </a:rPr>
                        <a:t>r</a:t>
                      </a:r>
                      <a:r>
                        <a:rPr sz="1800" b="1" dirty="0">
                          <a:solidFill>
                            <a:srgbClr val="212121"/>
                          </a:solidFill>
                          <a:latin typeface="Trebuchet MS"/>
                          <a:cs typeface="Trebuchet MS"/>
                        </a:rPr>
                        <a:t>vi</a:t>
                      </a:r>
                      <a:r>
                        <a:rPr sz="1800" b="1" spc="-50" dirty="0">
                          <a:solidFill>
                            <a:srgbClr val="212121"/>
                          </a:solidFill>
                          <a:latin typeface="Trebuchet MS"/>
                          <a:cs typeface="Trebuchet MS"/>
                        </a:rPr>
                        <a:t>c</a:t>
                      </a:r>
                      <a:r>
                        <a:rPr sz="1800" b="1" dirty="0">
                          <a:solidFill>
                            <a:srgbClr val="212121"/>
                          </a:solidFill>
                          <a:latin typeface="Trebuchet MS"/>
                          <a:cs typeface="Trebuchet MS"/>
                        </a:rPr>
                        <a:t>e</a:t>
                      </a:r>
                      <a:endParaRPr sz="1800" dirty="0">
                        <a:latin typeface="Trebuchet MS"/>
                        <a:cs typeface="Trebuchet MS"/>
                      </a:endParaRPr>
                    </a:p>
                  </a:txBody>
                  <a:tcPr marL="0" marR="0" marT="54637" marB="0">
                    <a:lnT w="9525">
                      <a:solidFill>
                        <a:srgbClr val="212121"/>
                      </a:solidFill>
                      <a:prstDash val="solid"/>
                    </a:lnT>
                    <a:lnB w="9525">
                      <a:solidFill>
                        <a:srgbClr val="212121"/>
                      </a:solidFill>
                      <a:prstDash val="solid"/>
                    </a:lnB>
                  </a:tcPr>
                </a:tc>
                <a:tc>
                  <a:txBody>
                    <a:bodyPr/>
                    <a:lstStyle/>
                    <a:p>
                      <a:r>
                        <a:rPr lang="fr-FR" sz="1400" b="0" i="0" u="sng" strike="noStrike" cap="none" dirty="0">
                          <a:solidFill>
                            <a:schemeClr val="tx1"/>
                          </a:solidFill>
                          <a:effectLst/>
                          <a:latin typeface="+mn-lt"/>
                          <a:ea typeface="+mn-ea"/>
                          <a:cs typeface="+mn-cs"/>
                          <a:sym typeface="Arial"/>
                        </a:rPr>
                        <a:t>http://localhost:8080/courses</a:t>
                      </a:r>
                      <a:endParaRPr lang="fr-FR" sz="1400" b="0" i="0" u="none" strike="noStrike" cap="none" dirty="0">
                        <a:solidFill>
                          <a:schemeClr val="tx1"/>
                        </a:solidFill>
                        <a:effectLst/>
                        <a:latin typeface="+mn-lt"/>
                        <a:ea typeface="+mn-ea"/>
                        <a:cs typeface="+mn-cs"/>
                        <a:sym typeface="Arial"/>
                      </a:endParaRPr>
                    </a:p>
                  </a:txBody>
                  <a:tcPr marL="0" marR="0" marT="54637" marB="0">
                    <a:lnT w="9525">
                      <a:solidFill>
                        <a:srgbClr val="212121"/>
                      </a:solidFill>
                      <a:prstDash val="solid"/>
                    </a:lnT>
                    <a:lnB w="9525">
                      <a:solidFill>
                        <a:srgbClr val="212121"/>
                      </a:solidFill>
                      <a:prstDash val="solid"/>
                    </a:lnB>
                  </a:tcPr>
                </a:tc>
                <a:extLst>
                  <a:ext uri="{0D108BD9-81ED-4DB2-BD59-A6C34878D82A}">
                    <a16:rowId xmlns:a16="http://schemas.microsoft.com/office/drawing/2014/main" val="10001"/>
                  </a:ext>
                </a:extLst>
              </a:tr>
              <a:tr h="526665">
                <a:tc>
                  <a:txBody>
                    <a:bodyPr/>
                    <a:lstStyle/>
                    <a:p>
                      <a:pPr marL="139065">
                        <a:lnSpc>
                          <a:spcPct val="100000"/>
                        </a:lnSpc>
                        <a:spcBef>
                          <a:spcPts val="434"/>
                        </a:spcBef>
                      </a:pPr>
                      <a:r>
                        <a:rPr sz="1800" b="1" dirty="0">
                          <a:solidFill>
                            <a:srgbClr val="212121"/>
                          </a:solidFill>
                          <a:latin typeface="Trebuchet MS"/>
                          <a:cs typeface="Trebuchet MS"/>
                        </a:rPr>
                        <a:t>Spring</a:t>
                      </a:r>
                      <a:r>
                        <a:rPr sz="1800" b="1" spc="-175" dirty="0">
                          <a:solidFill>
                            <a:srgbClr val="212121"/>
                          </a:solidFill>
                          <a:latin typeface="Trebuchet MS"/>
                          <a:cs typeface="Trebuchet MS"/>
                        </a:rPr>
                        <a:t> </a:t>
                      </a:r>
                      <a:r>
                        <a:rPr sz="1800" b="1" dirty="0">
                          <a:solidFill>
                            <a:srgbClr val="212121"/>
                          </a:solidFill>
                          <a:latin typeface="Trebuchet MS"/>
                          <a:cs typeface="Trebuchet MS"/>
                        </a:rPr>
                        <a:t>Cloud</a:t>
                      </a:r>
                      <a:r>
                        <a:rPr sz="1800" b="1" spc="-175" dirty="0">
                          <a:solidFill>
                            <a:srgbClr val="212121"/>
                          </a:solidFill>
                          <a:latin typeface="Trebuchet MS"/>
                          <a:cs typeface="Trebuchet MS"/>
                        </a:rPr>
                        <a:t> </a:t>
                      </a:r>
                      <a:r>
                        <a:rPr sz="1800" b="1" dirty="0">
                          <a:solidFill>
                            <a:srgbClr val="212121"/>
                          </a:solidFill>
                          <a:latin typeface="Trebuchet MS"/>
                          <a:cs typeface="Trebuchet MS"/>
                        </a:rPr>
                        <a:t>Config</a:t>
                      </a:r>
                      <a:r>
                        <a:rPr sz="1800" b="1" spc="-175" dirty="0">
                          <a:solidFill>
                            <a:srgbClr val="212121"/>
                          </a:solidFill>
                          <a:latin typeface="Trebuchet MS"/>
                          <a:cs typeface="Trebuchet MS"/>
                        </a:rPr>
                        <a:t> </a:t>
                      </a:r>
                      <a:r>
                        <a:rPr sz="1800" b="1" dirty="0">
                          <a:solidFill>
                            <a:srgbClr val="212121"/>
                          </a:solidFill>
                          <a:latin typeface="Trebuchet MS"/>
                          <a:cs typeface="Trebuchet MS"/>
                        </a:rPr>
                        <a:t>Se</a:t>
                      </a:r>
                      <a:r>
                        <a:rPr sz="1800" b="1" spc="20" dirty="0">
                          <a:solidFill>
                            <a:srgbClr val="212121"/>
                          </a:solidFill>
                          <a:latin typeface="Trebuchet MS"/>
                          <a:cs typeface="Trebuchet MS"/>
                        </a:rPr>
                        <a:t>r</a:t>
                      </a:r>
                      <a:r>
                        <a:rPr sz="1800" b="1" spc="-15" dirty="0">
                          <a:solidFill>
                            <a:srgbClr val="212121"/>
                          </a:solidFill>
                          <a:latin typeface="Trebuchet MS"/>
                          <a:cs typeface="Trebuchet MS"/>
                        </a:rPr>
                        <a:t>v</a:t>
                      </a:r>
                      <a:r>
                        <a:rPr sz="1800" b="1" dirty="0">
                          <a:solidFill>
                            <a:srgbClr val="212121"/>
                          </a:solidFill>
                          <a:latin typeface="Trebuchet MS"/>
                          <a:cs typeface="Trebuchet MS"/>
                        </a:rPr>
                        <a:t>er</a:t>
                      </a:r>
                      <a:endParaRPr sz="1800" dirty="0">
                        <a:latin typeface="Trebuchet MS"/>
                        <a:cs typeface="Trebuchet MS"/>
                      </a:endParaRPr>
                    </a:p>
                  </a:txBody>
                  <a:tcPr marL="0" marR="0" marT="54637" marB="0">
                    <a:lnT w="9525">
                      <a:solidFill>
                        <a:srgbClr val="212121"/>
                      </a:solidFill>
                      <a:prstDash val="solid"/>
                    </a:lnT>
                    <a:lnB w="9525">
                      <a:solidFill>
                        <a:srgbClr val="212121"/>
                      </a:solidFill>
                      <a:prstDash val="solid"/>
                    </a:lnB>
                  </a:tcPr>
                </a:tc>
                <a:tc>
                  <a:txBody>
                    <a:bodyPr/>
                    <a:lstStyle/>
                    <a:p>
                      <a:r>
                        <a:rPr lang="fr-FR" sz="1800" b="0" i="0" u="sng" strike="noStrike" cap="none" dirty="0">
                          <a:solidFill>
                            <a:schemeClr val="tx1"/>
                          </a:solidFill>
                          <a:effectLst/>
                          <a:latin typeface="+mn-lt"/>
                          <a:ea typeface="+mn-ea"/>
                          <a:cs typeface="+mn-cs"/>
                          <a:sym typeface="Arial"/>
                        </a:rPr>
                        <a:t>http://localhost:8888/courses-service/default</a:t>
                      </a:r>
                      <a:endParaRPr lang="fr-FR" sz="1800" b="0" i="0" u="none" strike="noStrike" cap="none" dirty="0">
                        <a:solidFill>
                          <a:schemeClr val="tx1"/>
                        </a:solidFill>
                        <a:effectLst/>
                        <a:latin typeface="+mn-lt"/>
                        <a:ea typeface="+mn-ea"/>
                        <a:cs typeface="+mn-cs"/>
                        <a:sym typeface="Arial"/>
                      </a:endParaRPr>
                    </a:p>
                    <a:p>
                      <a:r>
                        <a:rPr lang="fr-FR" sz="1800" b="0" i="0" u="sng" strike="noStrike" cap="none" dirty="0">
                          <a:solidFill>
                            <a:schemeClr val="tx1"/>
                          </a:solidFill>
                          <a:effectLst/>
                          <a:latin typeface="+mn-lt"/>
                          <a:ea typeface="+mn-ea"/>
                          <a:cs typeface="+mn-cs"/>
                          <a:sym typeface="Arial"/>
                        </a:rPr>
                        <a:t>http://localhost:8888/courses-service/qa</a:t>
                      </a:r>
                      <a:endParaRPr lang="fr-FR" sz="1800" b="0" i="0" u="none" strike="noStrike" cap="none" dirty="0">
                        <a:solidFill>
                          <a:schemeClr val="tx1"/>
                        </a:solidFill>
                        <a:effectLst/>
                        <a:latin typeface="+mn-lt"/>
                        <a:ea typeface="+mn-ea"/>
                        <a:cs typeface="+mn-cs"/>
                        <a:sym typeface="Arial"/>
                      </a:endParaRPr>
                    </a:p>
                    <a:p>
                      <a:r>
                        <a:rPr lang="fr-FR" sz="1800" b="0" i="0" u="sng" strike="noStrike" cap="none" dirty="0">
                          <a:solidFill>
                            <a:schemeClr val="tx1"/>
                          </a:solidFill>
                          <a:effectLst/>
                          <a:latin typeface="+mn-lt"/>
                          <a:ea typeface="+mn-ea"/>
                          <a:cs typeface="+mn-cs"/>
                          <a:sym typeface="Arial"/>
                        </a:rPr>
                        <a:t>http://localhost:8888/courses-service/dev</a:t>
                      </a:r>
                      <a:endParaRPr lang="fr-FR" sz="1800" b="0" i="0" u="none" strike="noStrike" cap="none" dirty="0">
                        <a:solidFill>
                          <a:schemeClr val="tx1"/>
                        </a:solidFill>
                        <a:effectLst/>
                        <a:latin typeface="+mn-lt"/>
                        <a:ea typeface="+mn-ea"/>
                        <a:cs typeface="+mn-cs"/>
                        <a:sym typeface="Arial"/>
                      </a:endParaRPr>
                    </a:p>
                    <a:p>
                      <a:pPr algn="ctr">
                        <a:lnSpc>
                          <a:spcPct val="100000"/>
                        </a:lnSpc>
                        <a:spcBef>
                          <a:spcPts val="434"/>
                        </a:spcBef>
                      </a:pPr>
                      <a:endParaRPr sz="1800" dirty="0">
                        <a:latin typeface="Trebuchet MS"/>
                        <a:cs typeface="Trebuchet MS"/>
                      </a:endParaRPr>
                    </a:p>
                  </a:txBody>
                  <a:tcPr marL="0" marR="0" marT="54637" marB="0">
                    <a:lnT w="9525">
                      <a:solidFill>
                        <a:srgbClr val="212121"/>
                      </a:solidFill>
                      <a:prstDash val="solid"/>
                    </a:lnT>
                    <a:lnB w="9525">
                      <a:solidFill>
                        <a:srgbClr val="212121"/>
                      </a:solidFill>
                      <a:prstDash val="solid"/>
                    </a:lnB>
                  </a:tcPr>
                </a:tc>
                <a:extLst>
                  <a:ext uri="{0D108BD9-81ED-4DB2-BD59-A6C34878D82A}">
                    <a16:rowId xmlns:a16="http://schemas.microsoft.com/office/drawing/2014/main" val="10002"/>
                  </a:ext>
                </a:extLst>
              </a:tr>
              <a:tr h="526665">
                <a:tc>
                  <a:txBody>
                    <a:bodyPr/>
                    <a:lstStyle/>
                    <a:p>
                      <a:pPr marL="139065">
                        <a:lnSpc>
                          <a:spcPct val="100000"/>
                        </a:lnSpc>
                        <a:spcBef>
                          <a:spcPts val="434"/>
                        </a:spcBef>
                      </a:pPr>
                      <a:r>
                        <a:rPr lang="en-US" sz="1800" b="1" spc="-20" dirty="0" err="1">
                          <a:solidFill>
                            <a:srgbClr val="212121"/>
                          </a:solidFill>
                          <a:latin typeface="Trebuchet MS"/>
                          <a:cs typeface="Trebuchet MS"/>
                        </a:rPr>
                        <a:t>CurrenyExchange</a:t>
                      </a:r>
                      <a:r>
                        <a:rPr sz="1800" b="1" spc="-175" dirty="0">
                          <a:solidFill>
                            <a:srgbClr val="212121"/>
                          </a:solidFill>
                          <a:latin typeface="Trebuchet MS"/>
                          <a:cs typeface="Trebuchet MS"/>
                        </a:rPr>
                        <a:t> </a:t>
                      </a:r>
                      <a:r>
                        <a:rPr sz="1800" b="1" dirty="0">
                          <a:solidFill>
                            <a:srgbClr val="212121"/>
                          </a:solidFill>
                          <a:latin typeface="Trebuchet MS"/>
                          <a:cs typeface="Trebuchet MS"/>
                        </a:rPr>
                        <a:t>Mic</a:t>
                      </a:r>
                      <a:r>
                        <a:rPr sz="1800" b="1" spc="-20" dirty="0">
                          <a:solidFill>
                            <a:srgbClr val="212121"/>
                          </a:solidFill>
                          <a:latin typeface="Trebuchet MS"/>
                          <a:cs typeface="Trebuchet MS"/>
                        </a:rPr>
                        <a:t>r</a:t>
                      </a:r>
                      <a:r>
                        <a:rPr sz="1800" b="1" spc="-10" dirty="0">
                          <a:solidFill>
                            <a:srgbClr val="212121"/>
                          </a:solidFill>
                          <a:latin typeface="Trebuchet MS"/>
                          <a:cs typeface="Trebuchet MS"/>
                        </a:rPr>
                        <a:t>o</a:t>
                      </a:r>
                      <a:r>
                        <a:rPr sz="1800" b="1" dirty="0">
                          <a:solidFill>
                            <a:srgbClr val="212121"/>
                          </a:solidFill>
                          <a:latin typeface="Trebuchet MS"/>
                          <a:cs typeface="Trebuchet MS"/>
                        </a:rPr>
                        <a:t>se</a:t>
                      </a:r>
                      <a:r>
                        <a:rPr sz="1800" b="1" spc="20" dirty="0">
                          <a:solidFill>
                            <a:srgbClr val="212121"/>
                          </a:solidFill>
                          <a:latin typeface="Trebuchet MS"/>
                          <a:cs typeface="Trebuchet MS"/>
                        </a:rPr>
                        <a:t>r</a:t>
                      </a:r>
                      <a:r>
                        <a:rPr sz="1800" b="1" dirty="0">
                          <a:solidFill>
                            <a:srgbClr val="212121"/>
                          </a:solidFill>
                          <a:latin typeface="Trebuchet MS"/>
                          <a:cs typeface="Trebuchet MS"/>
                        </a:rPr>
                        <a:t>vi</a:t>
                      </a:r>
                      <a:r>
                        <a:rPr sz="1800" b="1" spc="-50" dirty="0">
                          <a:solidFill>
                            <a:srgbClr val="212121"/>
                          </a:solidFill>
                          <a:latin typeface="Trebuchet MS"/>
                          <a:cs typeface="Trebuchet MS"/>
                        </a:rPr>
                        <a:t>c</a:t>
                      </a:r>
                      <a:r>
                        <a:rPr sz="1800" b="1" dirty="0">
                          <a:solidFill>
                            <a:srgbClr val="212121"/>
                          </a:solidFill>
                          <a:latin typeface="Trebuchet MS"/>
                          <a:cs typeface="Trebuchet MS"/>
                        </a:rPr>
                        <a:t>e</a:t>
                      </a:r>
                      <a:endParaRPr sz="1800" dirty="0">
                        <a:latin typeface="Trebuchet MS"/>
                        <a:cs typeface="Trebuchet MS"/>
                      </a:endParaRPr>
                    </a:p>
                  </a:txBody>
                  <a:tcPr marL="0" marR="0" marT="54637" marB="0">
                    <a:lnT w="9525">
                      <a:solidFill>
                        <a:srgbClr val="212121"/>
                      </a:solidFill>
                      <a:prstDash val="solid"/>
                    </a:lnT>
                    <a:lnB w="9525" cap="flat" cmpd="sng" algn="ctr">
                      <a:solidFill>
                        <a:srgbClr val="21212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434"/>
                        </a:spcBef>
                        <a:spcAft>
                          <a:spcPts val="0"/>
                        </a:spcAft>
                        <a:buClr>
                          <a:srgbClr val="000000"/>
                        </a:buClr>
                        <a:buSzTx/>
                        <a:buFont typeface="Arial"/>
                        <a:buNone/>
                        <a:tabLst/>
                        <a:defRPr/>
                      </a:pPr>
                      <a:r>
                        <a:rPr lang="en-US" sz="1400" b="0" i="0" u="sng" strike="noStrike" cap="none" dirty="0">
                          <a:solidFill>
                            <a:schemeClr val="tx1"/>
                          </a:solidFill>
                          <a:effectLst/>
                          <a:latin typeface="+mn-lt"/>
                          <a:ea typeface="+mn-ea"/>
                          <a:cs typeface="+mn-cs"/>
                          <a:sym typeface="Arial"/>
                        </a:rPr>
                        <a:t>http://localhost:8000/mentor-service/{mname}/</a:t>
                      </a:r>
                      <a:endParaRPr lang="en-US" sz="1400" b="0" i="0" u="none" strike="noStrike" cap="none" dirty="0">
                        <a:solidFill>
                          <a:schemeClr val="tx1"/>
                        </a:solidFill>
                        <a:effectLst/>
                        <a:latin typeface="+mn-lt"/>
                        <a:ea typeface="+mn-ea"/>
                        <a:cs typeface="+mn-cs"/>
                        <a:sym typeface="Arial"/>
                      </a:endParaRPr>
                    </a:p>
                  </a:txBody>
                  <a:tcPr marL="0" marR="0" marT="54637" marB="0">
                    <a:lnT w="9525">
                      <a:solidFill>
                        <a:srgbClr val="212121"/>
                      </a:solidFill>
                      <a:prstDash val="solid"/>
                    </a:lnT>
                    <a:lnB w="9525" cap="flat" cmpd="sng" algn="ctr">
                      <a:solidFill>
                        <a:srgbClr val="212121"/>
                      </a:solidFill>
                      <a:prstDash val="solid"/>
                      <a:round/>
                      <a:headEnd type="none" w="med" len="med"/>
                      <a:tailEnd type="none" w="med" len="med"/>
                    </a:lnB>
                  </a:tcPr>
                </a:tc>
                <a:extLst>
                  <a:ext uri="{0D108BD9-81ED-4DB2-BD59-A6C34878D82A}">
                    <a16:rowId xmlns:a16="http://schemas.microsoft.com/office/drawing/2014/main" val="10003"/>
                  </a:ext>
                </a:extLst>
              </a:tr>
              <a:tr h="744200">
                <a:tc>
                  <a:txBody>
                    <a:bodyPr/>
                    <a:lstStyle/>
                    <a:p>
                      <a:pPr marL="139065">
                        <a:lnSpc>
                          <a:spcPct val="100000"/>
                        </a:lnSpc>
                        <a:spcBef>
                          <a:spcPts val="434"/>
                        </a:spcBef>
                      </a:pPr>
                      <a:r>
                        <a:rPr lang="en-US" sz="1800" b="1" dirty="0" err="1">
                          <a:solidFill>
                            <a:srgbClr val="212121"/>
                          </a:solidFill>
                          <a:latin typeface="Trebuchet MS"/>
                          <a:cs typeface="Trebuchet MS"/>
                        </a:rPr>
                        <a:t>CurrencyConversion</a:t>
                      </a:r>
                      <a:endParaRPr sz="1800" dirty="0">
                        <a:latin typeface="Trebuchet MS"/>
                        <a:cs typeface="Trebuchet MS"/>
                      </a:endParaRPr>
                    </a:p>
                  </a:txBody>
                  <a:tcPr marL="0" marR="0" marT="54637" marB="0">
                    <a:lnT w="9525">
                      <a:solidFill>
                        <a:srgbClr val="212121"/>
                      </a:solidFill>
                      <a:prstDash val="solid"/>
                    </a:lnT>
                    <a:lnB w="9525" cap="flat" cmpd="sng" algn="ctr">
                      <a:solidFill>
                        <a:srgbClr val="212121"/>
                      </a:solidFill>
                      <a:prstDash val="solid"/>
                      <a:round/>
                      <a:headEnd type="none" w="med" len="med"/>
                      <a:tailEnd type="none" w="med" len="med"/>
                    </a:lnB>
                  </a:tcPr>
                </a:tc>
                <a:tc>
                  <a:txBody>
                    <a:bodyPr/>
                    <a:lstStyle/>
                    <a:p>
                      <a:pPr algn="ctr">
                        <a:lnSpc>
                          <a:spcPct val="100000"/>
                        </a:lnSpc>
                        <a:spcBef>
                          <a:spcPts val="434"/>
                        </a:spcBef>
                      </a:pPr>
                      <a:r>
                        <a:rPr lang="en-US" sz="1800" spc="-35" dirty="0">
                          <a:solidFill>
                            <a:srgbClr val="212121"/>
                          </a:solidFill>
                          <a:latin typeface="Trebuchet MS"/>
                          <a:cs typeface="Trebuchet MS"/>
                        </a:rPr>
                        <a:t>8100</a:t>
                      </a:r>
                      <a:endParaRPr sz="1800" dirty="0">
                        <a:latin typeface="Trebuchet MS"/>
                        <a:cs typeface="Trebuchet MS"/>
                      </a:endParaRPr>
                    </a:p>
                  </a:txBody>
                  <a:tcPr marL="0" marR="0" marT="54637" marB="0">
                    <a:lnT w="9525">
                      <a:solidFill>
                        <a:srgbClr val="212121"/>
                      </a:solidFill>
                      <a:prstDash val="solid"/>
                    </a:lnT>
                    <a:lnB w="9525" cap="flat" cmpd="sng" algn="ctr">
                      <a:solidFill>
                        <a:srgbClr val="212121"/>
                      </a:solidFill>
                      <a:prstDash val="solid"/>
                      <a:round/>
                      <a:headEnd type="none" w="med" len="med"/>
                      <a:tailEnd type="none" w="med" len="med"/>
                    </a:lnB>
                  </a:tcPr>
                </a:tc>
                <a:extLst>
                  <a:ext uri="{0D108BD9-81ED-4DB2-BD59-A6C34878D82A}">
                    <a16:rowId xmlns:a16="http://schemas.microsoft.com/office/drawing/2014/main" val="10004"/>
                  </a:ext>
                </a:extLst>
              </a:tr>
              <a:tr h="744200">
                <a:tc>
                  <a:txBody>
                    <a:bodyPr/>
                    <a:lstStyle/>
                    <a:p>
                      <a:pPr marL="139065">
                        <a:lnSpc>
                          <a:spcPct val="100000"/>
                        </a:lnSpc>
                        <a:spcBef>
                          <a:spcPts val="434"/>
                        </a:spcBef>
                      </a:pPr>
                      <a:r>
                        <a:rPr sz="1800" b="1" dirty="0">
                          <a:solidFill>
                            <a:srgbClr val="212121"/>
                          </a:solidFill>
                          <a:latin typeface="Trebuchet MS"/>
                          <a:cs typeface="Trebuchet MS"/>
                        </a:rPr>
                        <a:t>N</a:t>
                      </a:r>
                      <a:r>
                        <a:rPr sz="1800" b="1" spc="-35" dirty="0">
                          <a:solidFill>
                            <a:srgbClr val="212121"/>
                          </a:solidFill>
                          <a:latin typeface="Trebuchet MS"/>
                          <a:cs typeface="Trebuchet MS"/>
                        </a:rPr>
                        <a:t>e</a:t>
                      </a:r>
                      <a:r>
                        <a:rPr sz="1800" b="1" dirty="0">
                          <a:solidFill>
                            <a:srgbClr val="212121"/>
                          </a:solidFill>
                          <a:latin typeface="Trebuchet MS"/>
                          <a:cs typeface="Trebuchet MS"/>
                        </a:rPr>
                        <a:t>tflix</a:t>
                      </a:r>
                      <a:r>
                        <a:rPr sz="1800" b="1" spc="-175" dirty="0">
                          <a:solidFill>
                            <a:srgbClr val="212121"/>
                          </a:solidFill>
                          <a:latin typeface="Trebuchet MS"/>
                          <a:cs typeface="Trebuchet MS"/>
                        </a:rPr>
                        <a:t> </a:t>
                      </a:r>
                      <a:r>
                        <a:rPr sz="1800" b="1" dirty="0">
                          <a:solidFill>
                            <a:srgbClr val="212121"/>
                          </a:solidFill>
                          <a:latin typeface="Trebuchet MS"/>
                          <a:cs typeface="Trebuchet MS"/>
                        </a:rPr>
                        <a:t>Eu</a:t>
                      </a:r>
                      <a:r>
                        <a:rPr sz="1800" b="1" spc="-20" dirty="0">
                          <a:solidFill>
                            <a:srgbClr val="212121"/>
                          </a:solidFill>
                          <a:latin typeface="Trebuchet MS"/>
                          <a:cs typeface="Trebuchet MS"/>
                        </a:rPr>
                        <a:t>r</a:t>
                      </a:r>
                      <a:r>
                        <a:rPr sz="1800" b="1" dirty="0">
                          <a:solidFill>
                            <a:srgbClr val="212121"/>
                          </a:solidFill>
                          <a:latin typeface="Trebuchet MS"/>
                          <a:cs typeface="Trebuchet MS"/>
                        </a:rPr>
                        <a:t>e</a:t>
                      </a:r>
                      <a:r>
                        <a:rPr sz="1800" b="1" spc="-20" dirty="0">
                          <a:solidFill>
                            <a:srgbClr val="212121"/>
                          </a:solidFill>
                          <a:latin typeface="Trebuchet MS"/>
                          <a:cs typeface="Trebuchet MS"/>
                        </a:rPr>
                        <a:t>k</a:t>
                      </a:r>
                      <a:r>
                        <a:rPr sz="1800" b="1" dirty="0">
                          <a:solidFill>
                            <a:srgbClr val="212121"/>
                          </a:solidFill>
                          <a:latin typeface="Trebuchet MS"/>
                          <a:cs typeface="Trebuchet MS"/>
                        </a:rPr>
                        <a:t>a</a:t>
                      </a:r>
                      <a:r>
                        <a:rPr sz="1800" b="1" spc="-175" dirty="0">
                          <a:solidFill>
                            <a:srgbClr val="212121"/>
                          </a:solidFill>
                          <a:latin typeface="Trebuchet MS"/>
                          <a:cs typeface="Trebuchet MS"/>
                        </a:rPr>
                        <a:t> </a:t>
                      </a:r>
                      <a:r>
                        <a:rPr sz="1800" b="1" dirty="0">
                          <a:solidFill>
                            <a:srgbClr val="212121"/>
                          </a:solidFill>
                          <a:latin typeface="Trebuchet MS"/>
                          <a:cs typeface="Trebuchet MS"/>
                        </a:rPr>
                        <a:t>Naming</a:t>
                      </a:r>
                      <a:r>
                        <a:rPr sz="1800" b="1" spc="-175" dirty="0">
                          <a:solidFill>
                            <a:srgbClr val="212121"/>
                          </a:solidFill>
                          <a:latin typeface="Trebuchet MS"/>
                          <a:cs typeface="Trebuchet MS"/>
                        </a:rPr>
                        <a:t> </a:t>
                      </a:r>
                      <a:r>
                        <a:rPr sz="1800" b="1" dirty="0">
                          <a:solidFill>
                            <a:srgbClr val="212121"/>
                          </a:solidFill>
                          <a:latin typeface="Trebuchet MS"/>
                          <a:cs typeface="Trebuchet MS"/>
                        </a:rPr>
                        <a:t>Se</a:t>
                      </a:r>
                      <a:r>
                        <a:rPr sz="1800" b="1" spc="20" dirty="0">
                          <a:solidFill>
                            <a:srgbClr val="212121"/>
                          </a:solidFill>
                          <a:latin typeface="Trebuchet MS"/>
                          <a:cs typeface="Trebuchet MS"/>
                        </a:rPr>
                        <a:t>r</a:t>
                      </a:r>
                      <a:r>
                        <a:rPr sz="1800" b="1" spc="-15" dirty="0">
                          <a:solidFill>
                            <a:srgbClr val="212121"/>
                          </a:solidFill>
                          <a:latin typeface="Trebuchet MS"/>
                          <a:cs typeface="Trebuchet MS"/>
                        </a:rPr>
                        <a:t>v</a:t>
                      </a:r>
                      <a:r>
                        <a:rPr sz="1800" b="1" dirty="0">
                          <a:solidFill>
                            <a:srgbClr val="212121"/>
                          </a:solidFill>
                          <a:latin typeface="Trebuchet MS"/>
                          <a:cs typeface="Trebuchet MS"/>
                        </a:rPr>
                        <a:t>er</a:t>
                      </a:r>
                      <a:endParaRPr sz="1800" dirty="0">
                        <a:latin typeface="Trebuchet MS"/>
                        <a:cs typeface="Trebuchet MS"/>
                      </a:endParaRPr>
                    </a:p>
                  </a:txBody>
                  <a:tcPr marL="0" marR="0" marT="54637" marB="0">
                    <a:lnT w="9525" cap="flat" cmpd="sng" algn="ctr">
                      <a:solidFill>
                        <a:srgbClr val="212121"/>
                      </a:solidFill>
                      <a:prstDash val="solid"/>
                      <a:round/>
                      <a:headEnd type="none" w="med" len="med"/>
                      <a:tailEnd type="none" w="med" len="med"/>
                    </a:lnT>
                    <a:lnB w="9525" cap="flat" cmpd="sng" algn="ctr">
                      <a:solidFill>
                        <a:srgbClr val="212121"/>
                      </a:solidFill>
                      <a:prstDash val="solid"/>
                      <a:round/>
                      <a:headEnd type="none" w="med" len="med"/>
                      <a:tailEnd type="none" w="med" len="med"/>
                    </a:lnB>
                  </a:tcPr>
                </a:tc>
                <a:tc>
                  <a:txBody>
                    <a:bodyPr/>
                    <a:lstStyle/>
                    <a:p>
                      <a:pPr algn="ctr">
                        <a:lnSpc>
                          <a:spcPct val="100000"/>
                        </a:lnSpc>
                        <a:spcBef>
                          <a:spcPts val="434"/>
                        </a:spcBef>
                      </a:pPr>
                      <a:r>
                        <a:rPr sz="1800" spc="-35" dirty="0">
                          <a:solidFill>
                            <a:srgbClr val="212121"/>
                          </a:solidFill>
                          <a:latin typeface="Trebuchet MS"/>
                          <a:cs typeface="Trebuchet MS"/>
                        </a:rPr>
                        <a:t>8761</a:t>
                      </a:r>
                      <a:endParaRPr sz="1800" dirty="0">
                        <a:latin typeface="Trebuchet MS"/>
                        <a:cs typeface="Trebuchet MS"/>
                      </a:endParaRPr>
                    </a:p>
                  </a:txBody>
                  <a:tcPr marL="0" marR="0" marT="54637" marB="0">
                    <a:lnT w="9525" cap="flat" cmpd="sng" algn="ctr">
                      <a:solidFill>
                        <a:srgbClr val="212121"/>
                      </a:solidFill>
                      <a:prstDash val="solid"/>
                      <a:round/>
                      <a:headEnd type="none" w="med" len="med"/>
                      <a:tailEnd type="none" w="med" len="med"/>
                    </a:lnT>
                    <a:lnB w="9525" cap="flat" cmpd="sng" algn="ctr">
                      <a:solidFill>
                        <a:srgbClr val="212121"/>
                      </a:solidFill>
                      <a:prstDash val="solid"/>
                      <a:round/>
                      <a:headEnd type="none" w="med" len="med"/>
                      <a:tailEnd type="none" w="med" len="med"/>
                    </a:lnB>
                  </a:tcPr>
                </a:tc>
                <a:extLst>
                  <a:ext uri="{0D108BD9-81ED-4DB2-BD59-A6C34878D82A}">
                    <a16:rowId xmlns:a16="http://schemas.microsoft.com/office/drawing/2014/main" val="506280199"/>
                  </a:ext>
                </a:extLst>
              </a:tr>
              <a:tr h="744200">
                <a:tc>
                  <a:txBody>
                    <a:bodyPr/>
                    <a:lstStyle/>
                    <a:p>
                      <a:pPr marL="139065">
                        <a:lnSpc>
                          <a:spcPct val="100000"/>
                        </a:lnSpc>
                        <a:spcBef>
                          <a:spcPts val="434"/>
                        </a:spcBef>
                      </a:pPr>
                      <a:r>
                        <a:rPr sz="1800" b="1" dirty="0">
                          <a:solidFill>
                            <a:srgbClr val="212121"/>
                          </a:solidFill>
                          <a:latin typeface="Trebuchet MS"/>
                          <a:cs typeface="Trebuchet MS"/>
                        </a:rPr>
                        <a:t>API</a:t>
                      </a:r>
                      <a:r>
                        <a:rPr sz="1800" b="1" spc="-175" dirty="0">
                          <a:solidFill>
                            <a:srgbClr val="212121"/>
                          </a:solidFill>
                          <a:latin typeface="Trebuchet MS"/>
                          <a:cs typeface="Trebuchet MS"/>
                        </a:rPr>
                        <a:t> </a:t>
                      </a:r>
                      <a:r>
                        <a:rPr sz="1800" b="1" dirty="0">
                          <a:solidFill>
                            <a:srgbClr val="212121"/>
                          </a:solidFill>
                          <a:latin typeface="Trebuchet MS"/>
                          <a:cs typeface="Trebuchet MS"/>
                        </a:rPr>
                        <a:t>Ga</a:t>
                      </a:r>
                      <a:r>
                        <a:rPr sz="1800" b="1" spc="-20" dirty="0">
                          <a:solidFill>
                            <a:srgbClr val="212121"/>
                          </a:solidFill>
                          <a:latin typeface="Trebuchet MS"/>
                          <a:cs typeface="Trebuchet MS"/>
                        </a:rPr>
                        <a:t>t</a:t>
                      </a:r>
                      <a:r>
                        <a:rPr sz="1800" b="1" dirty="0">
                          <a:solidFill>
                            <a:srgbClr val="212121"/>
                          </a:solidFill>
                          <a:latin typeface="Trebuchet MS"/>
                          <a:cs typeface="Trebuchet MS"/>
                        </a:rPr>
                        <a:t>e</a:t>
                      </a:r>
                      <a:r>
                        <a:rPr sz="1800" b="1" spc="-20" dirty="0">
                          <a:solidFill>
                            <a:srgbClr val="212121"/>
                          </a:solidFill>
                          <a:latin typeface="Trebuchet MS"/>
                          <a:cs typeface="Trebuchet MS"/>
                        </a:rPr>
                        <a:t>w</a:t>
                      </a:r>
                      <a:r>
                        <a:rPr sz="1800" b="1" dirty="0">
                          <a:solidFill>
                            <a:srgbClr val="212121"/>
                          </a:solidFill>
                          <a:latin typeface="Trebuchet MS"/>
                          <a:cs typeface="Trebuchet MS"/>
                        </a:rPr>
                        <a:t>ay</a:t>
                      </a:r>
                      <a:endParaRPr sz="1800" dirty="0">
                        <a:latin typeface="Trebuchet MS"/>
                        <a:cs typeface="Trebuchet MS"/>
                      </a:endParaRPr>
                    </a:p>
                  </a:txBody>
                  <a:tcPr marL="0" marR="0" marT="54637" marB="0">
                    <a:lnT w="9525" cap="flat" cmpd="sng" algn="ctr">
                      <a:solidFill>
                        <a:srgbClr val="212121"/>
                      </a:solidFill>
                      <a:prstDash val="solid"/>
                      <a:round/>
                      <a:headEnd type="none" w="med" len="med"/>
                      <a:tailEnd type="none" w="med" len="med"/>
                    </a:lnT>
                    <a:lnB w="9525" cap="flat" cmpd="sng" algn="ctr">
                      <a:solidFill>
                        <a:srgbClr val="212121"/>
                      </a:solidFill>
                      <a:prstDash val="solid"/>
                      <a:round/>
                      <a:headEnd type="none" w="med" len="med"/>
                      <a:tailEnd type="none" w="med" len="med"/>
                    </a:lnB>
                  </a:tcPr>
                </a:tc>
                <a:tc>
                  <a:txBody>
                    <a:bodyPr/>
                    <a:lstStyle/>
                    <a:p>
                      <a:pPr algn="ctr">
                        <a:lnSpc>
                          <a:spcPct val="100000"/>
                        </a:lnSpc>
                        <a:spcBef>
                          <a:spcPts val="434"/>
                        </a:spcBef>
                      </a:pPr>
                      <a:r>
                        <a:rPr sz="1800" spc="-35" dirty="0">
                          <a:solidFill>
                            <a:srgbClr val="212121"/>
                          </a:solidFill>
                          <a:latin typeface="Trebuchet MS"/>
                          <a:cs typeface="Trebuchet MS"/>
                        </a:rPr>
                        <a:t>8765</a:t>
                      </a:r>
                      <a:endParaRPr sz="1800" dirty="0">
                        <a:latin typeface="Trebuchet MS"/>
                        <a:cs typeface="Trebuchet MS"/>
                      </a:endParaRPr>
                    </a:p>
                  </a:txBody>
                  <a:tcPr marL="0" marR="0" marT="54637" marB="0">
                    <a:lnT w="9525" cap="flat" cmpd="sng" algn="ctr">
                      <a:solidFill>
                        <a:srgbClr val="212121"/>
                      </a:solidFill>
                      <a:prstDash val="solid"/>
                      <a:round/>
                      <a:headEnd type="none" w="med" len="med"/>
                      <a:tailEnd type="none" w="med" len="med"/>
                    </a:lnT>
                    <a:lnB w="9525" cap="flat" cmpd="sng" algn="ctr">
                      <a:solidFill>
                        <a:srgbClr val="212121"/>
                      </a:solidFill>
                      <a:prstDash val="solid"/>
                      <a:round/>
                      <a:headEnd type="none" w="med" len="med"/>
                      <a:tailEnd type="none" w="med" len="med"/>
                    </a:lnB>
                  </a:tcPr>
                </a:tc>
                <a:extLst>
                  <a:ext uri="{0D108BD9-81ED-4DB2-BD59-A6C34878D82A}">
                    <a16:rowId xmlns:a16="http://schemas.microsoft.com/office/drawing/2014/main" val="2205284563"/>
                  </a:ext>
                </a:extLst>
              </a:tr>
              <a:tr h="744200">
                <a:tc>
                  <a:txBody>
                    <a:bodyPr/>
                    <a:lstStyle/>
                    <a:p>
                      <a:pPr marL="139065">
                        <a:lnSpc>
                          <a:spcPct val="100000"/>
                        </a:lnSpc>
                        <a:spcBef>
                          <a:spcPts val="434"/>
                        </a:spcBef>
                      </a:pPr>
                      <a:r>
                        <a:rPr sz="1800" b="1" dirty="0">
                          <a:solidFill>
                            <a:srgbClr val="212121"/>
                          </a:solidFill>
                          <a:latin typeface="Trebuchet MS"/>
                          <a:cs typeface="Trebuchet MS"/>
                        </a:rPr>
                        <a:t>Zipkin</a:t>
                      </a:r>
                      <a:r>
                        <a:rPr sz="1800" b="1" spc="-175" dirty="0">
                          <a:solidFill>
                            <a:srgbClr val="212121"/>
                          </a:solidFill>
                          <a:latin typeface="Trebuchet MS"/>
                          <a:cs typeface="Trebuchet MS"/>
                        </a:rPr>
                        <a:t> </a:t>
                      </a:r>
                      <a:r>
                        <a:rPr sz="1800" b="1" dirty="0">
                          <a:solidFill>
                            <a:srgbClr val="212121"/>
                          </a:solidFill>
                          <a:latin typeface="Trebuchet MS"/>
                          <a:cs typeface="Trebuchet MS"/>
                        </a:rPr>
                        <a:t>Distribu</a:t>
                      </a:r>
                      <a:r>
                        <a:rPr sz="1800" b="1" spc="-20" dirty="0">
                          <a:solidFill>
                            <a:srgbClr val="212121"/>
                          </a:solidFill>
                          <a:latin typeface="Trebuchet MS"/>
                          <a:cs typeface="Trebuchet MS"/>
                        </a:rPr>
                        <a:t>t</a:t>
                      </a:r>
                      <a:r>
                        <a:rPr sz="1800" b="1" dirty="0">
                          <a:solidFill>
                            <a:srgbClr val="212121"/>
                          </a:solidFill>
                          <a:latin typeface="Trebuchet MS"/>
                          <a:cs typeface="Trebuchet MS"/>
                        </a:rPr>
                        <a:t>ed</a:t>
                      </a:r>
                      <a:r>
                        <a:rPr sz="1800" b="1" spc="-175" dirty="0">
                          <a:solidFill>
                            <a:srgbClr val="212121"/>
                          </a:solidFill>
                          <a:latin typeface="Trebuchet MS"/>
                          <a:cs typeface="Trebuchet MS"/>
                        </a:rPr>
                        <a:t> </a:t>
                      </a:r>
                      <a:r>
                        <a:rPr sz="1800" b="1" spc="-85" dirty="0">
                          <a:solidFill>
                            <a:srgbClr val="212121"/>
                          </a:solidFill>
                          <a:latin typeface="Trebuchet MS"/>
                          <a:cs typeface="Trebuchet MS"/>
                        </a:rPr>
                        <a:t>T</a:t>
                      </a:r>
                      <a:r>
                        <a:rPr sz="1800" b="1" spc="-55" dirty="0">
                          <a:solidFill>
                            <a:srgbClr val="212121"/>
                          </a:solidFill>
                          <a:latin typeface="Trebuchet MS"/>
                          <a:cs typeface="Trebuchet MS"/>
                        </a:rPr>
                        <a:t>r</a:t>
                      </a:r>
                      <a:r>
                        <a:rPr sz="1800" b="1" dirty="0">
                          <a:solidFill>
                            <a:srgbClr val="212121"/>
                          </a:solidFill>
                          <a:latin typeface="Trebuchet MS"/>
                          <a:cs typeface="Trebuchet MS"/>
                        </a:rPr>
                        <a:t>acing</a:t>
                      </a:r>
                      <a:r>
                        <a:rPr sz="1800" b="1" spc="-175" dirty="0">
                          <a:solidFill>
                            <a:srgbClr val="212121"/>
                          </a:solidFill>
                          <a:latin typeface="Trebuchet MS"/>
                          <a:cs typeface="Trebuchet MS"/>
                        </a:rPr>
                        <a:t> </a:t>
                      </a:r>
                      <a:r>
                        <a:rPr sz="1800" b="1" dirty="0">
                          <a:solidFill>
                            <a:srgbClr val="212121"/>
                          </a:solidFill>
                          <a:latin typeface="Trebuchet MS"/>
                          <a:cs typeface="Trebuchet MS"/>
                        </a:rPr>
                        <a:t>Se</a:t>
                      </a:r>
                      <a:r>
                        <a:rPr sz="1800" b="1" spc="20" dirty="0">
                          <a:solidFill>
                            <a:srgbClr val="212121"/>
                          </a:solidFill>
                          <a:latin typeface="Trebuchet MS"/>
                          <a:cs typeface="Trebuchet MS"/>
                        </a:rPr>
                        <a:t>r</a:t>
                      </a:r>
                      <a:r>
                        <a:rPr sz="1800" b="1" spc="-15" dirty="0">
                          <a:solidFill>
                            <a:srgbClr val="212121"/>
                          </a:solidFill>
                          <a:latin typeface="Trebuchet MS"/>
                          <a:cs typeface="Trebuchet MS"/>
                        </a:rPr>
                        <a:t>v</a:t>
                      </a:r>
                      <a:r>
                        <a:rPr sz="1800" b="1" dirty="0">
                          <a:solidFill>
                            <a:srgbClr val="212121"/>
                          </a:solidFill>
                          <a:latin typeface="Trebuchet MS"/>
                          <a:cs typeface="Trebuchet MS"/>
                        </a:rPr>
                        <a:t>er</a:t>
                      </a:r>
                      <a:endParaRPr sz="1800" dirty="0">
                        <a:latin typeface="Trebuchet MS"/>
                        <a:cs typeface="Trebuchet MS"/>
                      </a:endParaRPr>
                    </a:p>
                  </a:txBody>
                  <a:tcPr marL="0" marR="0" marT="54637" marB="0">
                    <a:lnT w="9525" cap="flat" cmpd="sng" algn="ctr">
                      <a:solidFill>
                        <a:srgbClr val="212121"/>
                      </a:solidFill>
                      <a:prstDash val="solid"/>
                      <a:round/>
                      <a:headEnd type="none" w="med" len="med"/>
                      <a:tailEnd type="none" w="med" len="med"/>
                    </a:lnT>
                    <a:lnB w="9525" cap="flat" cmpd="sng" algn="ctr">
                      <a:solidFill>
                        <a:srgbClr val="212121"/>
                      </a:solidFill>
                      <a:prstDash val="solid"/>
                      <a:round/>
                      <a:headEnd type="none" w="med" len="med"/>
                      <a:tailEnd type="none" w="med" len="med"/>
                    </a:lnB>
                  </a:tcPr>
                </a:tc>
                <a:tc>
                  <a:txBody>
                    <a:bodyPr/>
                    <a:lstStyle/>
                    <a:p>
                      <a:pPr algn="ctr">
                        <a:lnSpc>
                          <a:spcPct val="100000"/>
                        </a:lnSpc>
                        <a:spcBef>
                          <a:spcPts val="434"/>
                        </a:spcBef>
                      </a:pPr>
                      <a:r>
                        <a:rPr sz="1800" spc="-35" dirty="0">
                          <a:solidFill>
                            <a:srgbClr val="212121"/>
                          </a:solidFill>
                          <a:latin typeface="Trebuchet MS"/>
                          <a:cs typeface="Trebuchet MS"/>
                        </a:rPr>
                        <a:t>9411</a:t>
                      </a:r>
                      <a:endParaRPr sz="1800" dirty="0">
                        <a:latin typeface="Trebuchet MS"/>
                        <a:cs typeface="Trebuchet MS"/>
                      </a:endParaRPr>
                    </a:p>
                  </a:txBody>
                  <a:tcPr marL="0" marR="0" marT="54637" marB="0">
                    <a:lnT w="9525" cap="flat" cmpd="sng" algn="ctr">
                      <a:solidFill>
                        <a:srgbClr val="212121"/>
                      </a:solidFill>
                      <a:prstDash val="solid"/>
                      <a:round/>
                      <a:headEnd type="none" w="med" len="med"/>
                      <a:tailEnd type="none" w="med" len="med"/>
                    </a:lnT>
                    <a:lnB w="9525" cap="flat" cmpd="sng" algn="ctr">
                      <a:solidFill>
                        <a:srgbClr val="212121"/>
                      </a:solidFill>
                      <a:prstDash val="solid"/>
                      <a:round/>
                      <a:headEnd type="none" w="med" len="med"/>
                      <a:tailEnd type="none" w="med" len="med"/>
                    </a:lnB>
                  </a:tcPr>
                </a:tc>
                <a:extLst>
                  <a:ext uri="{0D108BD9-81ED-4DB2-BD59-A6C34878D82A}">
                    <a16:rowId xmlns:a16="http://schemas.microsoft.com/office/drawing/2014/main" val="719342984"/>
                  </a:ext>
                </a:extLst>
              </a:tr>
            </a:tbl>
          </a:graphicData>
        </a:graphic>
      </p:graphicFrame>
    </p:spTree>
    <p:extLst>
      <p:ext uri="{BB962C8B-B14F-4D97-AF65-F5344CB8AC3E}">
        <p14:creationId xmlns:p14="http://schemas.microsoft.com/office/powerpoint/2010/main" val="23735606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6AE5C73-377F-7AE2-2354-B56F797F6398}"/>
              </a:ext>
            </a:extLst>
          </p:cNvPr>
          <p:cNvSpPr>
            <a:spLocks noGrp="1"/>
          </p:cNvSpPr>
          <p:nvPr>
            <p:ph type="body" idx="1"/>
          </p:nvPr>
        </p:nvSpPr>
        <p:spPr>
          <a:xfrm>
            <a:off x="622300" y="1160003"/>
            <a:ext cx="10947400" cy="2634893"/>
          </a:xfrm>
        </p:spPr>
        <p:txBody>
          <a:bodyPr/>
          <a:lstStyle/>
          <a:p>
            <a:r>
              <a:rPr lang="en-US" dirty="0" err="1"/>
              <a:t>Depedencies</a:t>
            </a:r>
            <a:r>
              <a:rPr lang="en-US" dirty="0"/>
              <a:t> </a:t>
            </a:r>
          </a:p>
          <a:p>
            <a:pPr lvl="1"/>
            <a:r>
              <a:rPr lang="en-US" dirty="0"/>
              <a:t>Spring web </a:t>
            </a:r>
          </a:p>
          <a:p>
            <a:pPr lvl="1"/>
            <a:r>
              <a:rPr lang="en-US" dirty="0" err="1"/>
              <a:t>Devtools</a:t>
            </a:r>
            <a:endParaRPr lang="en-US" dirty="0"/>
          </a:p>
          <a:p>
            <a:pPr lvl="1"/>
            <a:r>
              <a:rPr lang="en-US" dirty="0"/>
              <a:t>Actuator</a:t>
            </a:r>
          </a:p>
          <a:p>
            <a:pPr lvl="1"/>
            <a:r>
              <a:rPr lang="en-US" dirty="0" err="1"/>
              <a:t>ConfigClient</a:t>
            </a:r>
            <a:r>
              <a:rPr lang="en-US" dirty="0"/>
              <a:t> </a:t>
            </a:r>
          </a:p>
        </p:txBody>
      </p:sp>
      <p:sp>
        <p:nvSpPr>
          <p:cNvPr id="3" name="Title 2">
            <a:extLst>
              <a:ext uri="{FF2B5EF4-FFF2-40B4-BE49-F238E27FC236}">
                <a16:creationId xmlns:a16="http://schemas.microsoft.com/office/drawing/2014/main" id="{63E99FA1-4866-A63C-CAD2-520E46D2E5F4}"/>
              </a:ext>
            </a:extLst>
          </p:cNvPr>
          <p:cNvSpPr>
            <a:spLocks noGrp="1"/>
          </p:cNvSpPr>
          <p:nvPr>
            <p:ph type="title"/>
          </p:nvPr>
        </p:nvSpPr>
        <p:spPr/>
        <p:txBody>
          <a:bodyPr/>
          <a:lstStyle/>
          <a:p>
            <a:r>
              <a:rPr lang="en-US" dirty="0" err="1"/>
              <a:t>CourseMicroService</a:t>
            </a:r>
            <a:r>
              <a:rPr lang="en-US" dirty="0"/>
              <a:t>  and Create Config Server</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DF79DAD0-6869-E1D7-0718-522561610AD7}"/>
                  </a:ext>
                </a:extLst>
              </p14:cNvPr>
              <p14:cNvContentPartPr/>
              <p14:nvPr/>
            </p14:nvContentPartPr>
            <p14:xfrm>
              <a:off x="5734800" y="1686240"/>
              <a:ext cx="6005520" cy="4627440"/>
            </p14:xfrm>
          </p:contentPart>
        </mc:Choice>
        <mc:Fallback>
          <p:pic>
            <p:nvPicPr>
              <p:cNvPr id="4" name="Ink 3">
                <a:extLst>
                  <a:ext uri="{FF2B5EF4-FFF2-40B4-BE49-F238E27FC236}">
                    <a16:creationId xmlns:a16="http://schemas.microsoft.com/office/drawing/2014/main" id="{DF79DAD0-6869-E1D7-0718-522561610AD7}"/>
                  </a:ext>
                </a:extLst>
              </p:cNvPr>
              <p:cNvPicPr/>
              <p:nvPr/>
            </p:nvPicPr>
            <p:blipFill>
              <a:blip r:embed="rId3"/>
              <a:stretch>
                <a:fillRect/>
              </a:stretch>
            </p:blipFill>
            <p:spPr>
              <a:xfrm>
                <a:off x="5725440" y="1676880"/>
                <a:ext cx="6024240" cy="4646160"/>
              </a:xfrm>
              <a:prstGeom prst="rect">
                <a:avLst/>
              </a:prstGeom>
            </p:spPr>
          </p:pic>
        </mc:Fallback>
      </mc:AlternateContent>
      <p:grpSp>
        <p:nvGrpSpPr>
          <p:cNvPr id="90" name="Group 89">
            <a:extLst>
              <a:ext uri="{FF2B5EF4-FFF2-40B4-BE49-F238E27FC236}">
                <a16:creationId xmlns:a16="http://schemas.microsoft.com/office/drawing/2014/main" id="{D21B24E8-E471-F209-6353-4A0AF58C52AC}"/>
              </a:ext>
            </a:extLst>
          </p:cNvPr>
          <p:cNvGrpSpPr/>
          <p:nvPr/>
        </p:nvGrpSpPr>
        <p:grpSpPr>
          <a:xfrm>
            <a:off x="3989706" y="1255717"/>
            <a:ext cx="7638145" cy="4981668"/>
            <a:chOff x="3989706" y="1255717"/>
            <a:chExt cx="7638145" cy="4981668"/>
          </a:xfrm>
        </p:grpSpPr>
        <mc:AlternateContent xmlns:mc="http://schemas.openxmlformats.org/markup-compatibility/2006">
          <mc:Choice xmlns:p14="http://schemas.microsoft.com/office/powerpoint/2010/main" Requires="p14">
            <p:contentPart p14:bwMode="auto" r:id="rId4">
              <p14:nvContentPartPr>
                <p14:cNvPr id="31" name="Ink 30">
                  <a:extLst>
                    <a:ext uri="{FF2B5EF4-FFF2-40B4-BE49-F238E27FC236}">
                      <a16:creationId xmlns:a16="http://schemas.microsoft.com/office/drawing/2014/main" id="{0E0F0ECF-302B-DBD6-0B01-14C9842FDAB8}"/>
                    </a:ext>
                  </a:extLst>
                </p14:cNvPr>
                <p14:cNvContentPartPr/>
                <p14:nvPr/>
              </p14:nvContentPartPr>
              <p14:xfrm>
                <a:off x="6530611" y="3885157"/>
                <a:ext cx="794520" cy="399960"/>
              </p14:xfrm>
            </p:contentPart>
          </mc:Choice>
          <mc:Fallback>
            <p:pic>
              <p:nvPicPr>
                <p:cNvPr id="31" name="Ink 30">
                  <a:extLst>
                    <a:ext uri="{FF2B5EF4-FFF2-40B4-BE49-F238E27FC236}">
                      <a16:creationId xmlns:a16="http://schemas.microsoft.com/office/drawing/2014/main" id="{0E0F0ECF-302B-DBD6-0B01-14C9842FDAB8}"/>
                    </a:ext>
                  </a:extLst>
                </p:cNvPr>
                <p:cNvPicPr/>
                <p:nvPr/>
              </p:nvPicPr>
              <p:blipFill>
                <a:blip r:embed="rId5"/>
                <a:stretch>
                  <a:fillRect/>
                </a:stretch>
              </p:blipFill>
              <p:spPr>
                <a:xfrm>
                  <a:off x="6521611" y="3876157"/>
                  <a:ext cx="812160" cy="4176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32" name="Ink 31">
                  <a:extLst>
                    <a:ext uri="{FF2B5EF4-FFF2-40B4-BE49-F238E27FC236}">
                      <a16:creationId xmlns:a16="http://schemas.microsoft.com/office/drawing/2014/main" id="{10B1877C-3E3F-4B15-9E4B-388279888577}"/>
                    </a:ext>
                  </a:extLst>
                </p14:cNvPr>
                <p14:cNvContentPartPr/>
                <p14:nvPr/>
              </p14:nvContentPartPr>
              <p14:xfrm>
                <a:off x="6459331" y="4079197"/>
                <a:ext cx="216360" cy="249840"/>
              </p14:xfrm>
            </p:contentPart>
          </mc:Choice>
          <mc:Fallback>
            <p:pic>
              <p:nvPicPr>
                <p:cNvPr id="32" name="Ink 31">
                  <a:extLst>
                    <a:ext uri="{FF2B5EF4-FFF2-40B4-BE49-F238E27FC236}">
                      <a16:creationId xmlns:a16="http://schemas.microsoft.com/office/drawing/2014/main" id="{10B1877C-3E3F-4B15-9E4B-388279888577}"/>
                    </a:ext>
                  </a:extLst>
                </p:cNvPr>
                <p:cNvPicPr/>
                <p:nvPr/>
              </p:nvPicPr>
              <p:blipFill>
                <a:blip r:embed="rId7"/>
                <a:stretch>
                  <a:fillRect/>
                </a:stretch>
              </p:blipFill>
              <p:spPr>
                <a:xfrm>
                  <a:off x="6450691" y="4070197"/>
                  <a:ext cx="234000" cy="2674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34" name="Ink 33">
                  <a:extLst>
                    <a:ext uri="{FF2B5EF4-FFF2-40B4-BE49-F238E27FC236}">
                      <a16:creationId xmlns:a16="http://schemas.microsoft.com/office/drawing/2014/main" id="{6C2BD937-8BF4-89FE-3217-D7E2AFDF2B3B}"/>
                    </a:ext>
                  </a:extLst>
                </p14:cNvPr>
                <p14:cNvContentPartPr/>
                <p14:nvPr/>
              </p14:nvContentPartPr>
              <p14:xfrm>
                <a:off x="4968571" y="4399957"/>
                <a:ext cx="317880" cy="461160"/>
              </p14:xfrm>
            </p:contentPart>
          </mc:Choice>
          <mc:Fallback>
            <p:pic>
              <p:nvPicPr>
                <p:cNvPr id="34" name="Ink 33">
                  <a:extLst>
                    <a:ext uri="{FF2B5EF4-FFF2-40B4-BE49-F238E27FC236}">
                      <a16:creationId xmlns:a16="http://schemas.microsoft.com/office/drawing/2014/main" id="{6C2BD937-8BF4-89FE-3217-D7E2AFDF2B3B}"/>
                    </a:ext>
                  </a:extLst>
                </p:cNvPr>
                <p:cNvPicPr/>
                <p:nvPr/>
              </p:nvPicPr>
              <p:blipFill>
                <a:blip r:embed="rId9"/>
                <a:stretch>
                  <a:fillRect/>
                </a:stretch>
              </p:blipFill>
              <p:spPr>
                <a:xfrm>
                  <a:off x="4959571" y="4390957"/>
                  <a:ext cx="335520" cy="4788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35" name="Ink 34">
                  <a:extLst>
                    <a:ext uri="{FF2B5EF4-FFF2-40B4-BE49-F238E27FC236}">
                      <a16:creationId xmlns:a16="http://schemas.microsoft.com/office/drawing/2014/main" id="{1453461A-C10B-A48D-190A-69B14E2F8458}"/>
                    </a:ext>
                  </a:extLst>
                </p14:cNvPr>
                <p14:cNvContentPartPr/>
                <p14:nvPr/>
              </p14:nvContentPartPr>
              <p14:xfrm>
                <a:off x="5214811" y="4566277"/>
                <a:ext cx="218880" cy="180720"/>
              </p14:xfrm>
            </p:contentPart>
          </mc:Choice>
          <mc:Fallback>
            <p:pic>
              <p:nvPicPr>
                <p:cNvPr id="35" name="Ink 34">
                  <a:extLst>
                    <a:ext uri="{FF2B5EF4-FFF2-40B4-BE49-F238E27FC236}">
                      <a16:creationId xmlns:a16="http://schemas.microsoft.com/office/drawing/2014/main" id="{1453461A-C10B-A48D-190A-69B14E2F8458}"/>
                    </a:ext>
                  </a:extLst>
                </p:cNvPr>
                <p:cNvPicPr/>
                <p:nvPr/>
              </p:nvPicPr>
              <p:blipFill>
                <a:blip r:embed="rId11"/>
                <a:stretch>
                  <a:fillRect/>
                </a:stretch>
              </p:blipFill>
              <p:spPr>
                <a:xfrm>
                  <a:off x="5205811" y="4557277"/>
                  <a:ext cx="236520" cy="1983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37" name="Ink 36">
                  <a:extLst>
                    <a:ext uri="{FF2B5EF4-FFF2-40B4-BE49-F238E27FC236}">
                      <a16:creationId xmlns:a16="http://schemas.microsoft.com/office/drawing/2014/main" id="{6D5252D1-0654-F724-8394-089CC6F27A59}"/>
                    </a:ext>
                  </a:extLst>
                </p14:cNvPr>
                <p14:cNvContentPartPr/>
                <p14:nvPr/>
              </p14:nvContentPartPr>
              <p14:xfrm>
                <a:off x="5474011" y="4237597"/>
                <a:ext cx="249480" cy="802440"/>
              </p14:xfrm>
            </p:contentPart>
          </mc:Choice>
          <mc:Fallback>
            <p:pic>
              <p:nvPicPr>
                <p:cNvPr id="37" name="Ink 36">
                  <a:extLst>
                    <a:ext uri="{FF2B5EF4-FFF2-40B4-BE49-F238E27FC236}">
                      <a16:creationId xmlns:a16="http://schemas.microsoft.com/office/drawing/2014/main" id="{6D5252D1-0654-F724-8394-089CC6F27A59}"/>
                    </a:ext>
                  </a:extLst>
                </p:cNvPr>
                <p:cNvPicPr/>
                <p:nvPr/>
              </p:nvPicPr>
              <p:blipFill>
                <a:blip r:embed="rId13"/>
                <a:stretch>
                  <a:fillRect/>
                </a:stretch>
              </p:blipFill>
              <p:spPr>
                <a:xfrm>
                  <a:off x="5465011" y="4228957"/>
                  <a:ext cx="267120" cy="8200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38" name="Ink 37">
                  <a:extLst>
                    <a:ext uri="{FF2B5EF4-FFF2-40B4-BE49-F238E27FC236}">
                      <a16:creationId xmlns:a16="http://schemas.microsoft.com/office/drawing/2014/main" id="{F0DAFE0D-B115-9B47-D84D-0723EA3901D4}"/>
                    </a:ext>
                  </a:extLst>
                </p14:cNvPr>
                <p14:cNvContentPartPr/>
                <p14:nvPr/>
              </p14:nvContentPartPr>
              <p14:xfrm>
                <a:off x="5632051" y="4470157"/>
                <a:ext cx="33120" cy="80640"/>
              </p14:xfrm>
            </p:contentPart>
          </mc:Choice>
          <mc:Fallback>
            <p:pic>
              <p:nvPicPr>
                <p:cNvPr id="38" name="Ink 37">
                  <a:extLst>
                    <a:ext uri="{FF2B5EF4-FFF2-40B4-BE49-F238E27FC236}">
                      <a16:creationId xmlns:a16="http://schemas.microsoft.com/office/drawing/2014/main" id="{F0DAFE0D-B115-9B47-D84D-0723EA3901D4}"/>
                    </a:ext>
                  </a:extLst>
                </p:cNvPr>
                <p:cNvPicPr/>
                <p:nvPr/>
              </p:nvPicPr>
              <p:blipFill>
                <a:blip r:embed="rId15"/>
                <a:stretch>
                  <a:fillRect/>
                </a:stretch>
              </p:blipFill>
              <p:spPr>
                <a:xfrm>
                  <a:off x="5623411" y="4461157"/>
                  <a:ext cx="50760" cy="982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39" name="Ink 38">
                  <a:extLst>
                    <a:ext uri="{FF2B5EF4-FFF2-40B4-BE49-F238E27FC236}">
                      <a16:creationId xmlns:a16="http://schemas.microsoft.com/office/drawing/2014/main" id="{E93E0E75-9541-4CC3-7133-DD9A846C4C50}"/>
                    </a:ext>
                  </a:extLst>
                </p14:cNvPr>
                <p14:cNvContentPartPr/>
                <p14:nvPr/>
              </p14:nvContentPartPr>
              <p14:xfrm>
                <a:off x="5758411" y="4475917"/>
                <a:ext cx="227880" cy="498600"/>
              </p14:xfrm>
            </p:contentPart>
          </mc:Choice>
          <mc:Fallback>
            <p:pic>
              <p:nvPicPr>
                <p:cNvPr id="39" name="Ink 38">
                  <a:extLst>
                    <a:ext uri="{FF2B5EF4-FFF2-40B4-BE49-F238E27FC236}">
                      <a16:creationId xmlns:a16="http://schemas.microsoft.com/office/drawing/2014/main" id="{E93E0E75-9541-4CC3-7133-DD9A846C4C50}"/>
                    </a:ext>
                  </a:extLst>
                </p:cNvPr>
                <p:cNvPicPr/>
                <p:nvPr/>
              </p:nvPicPr>
              <p:blipFill>
                <a:blip r:embed="rId17"/>
                <a:stretch>
                  <a:fillRect/>
                </a:stretch>
              </p:blipFill>
              <p:spPr>
                <a:xfrm>
                  <a:off x="5749771" y="4466917"/>
                  <a:ext cx="245520" cy="5162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40" name="Ink 39">
                  <a:extLst>
                    <a:ext uri="{FF2B5EF4-FFF2-40B4-BE49-F238E27FC236}">
                      <a16:creationId xmlns:a16="http://schemas.microsoft.com/office/drawing/2014/main" id="{B9A69605-0602-285B-0A01-6D4CC64BA956}"/>
                    </a:ext>
                  </a:extLst>
                </p14:cNvPr>
                <p14:cNvContentPartPr/>
                <p14:nvPr/>
              </p14:nvContentPartPr>
              <p14:xfrm>
                <a:off x="5841571" y="4219957"/>
                <a:ext cx="171360" cy="398520"/>
              </p14:xfrm>
            </p:contentPart>
          </mc:Choice>
          <mc:Fallback>
            <p:pic>
              <p:nvPicPr>
                <p:cNvPr id="40" name="Ink 39">
                  <a:extLst>
                    <a:ext uri="{FF2B5EF4-FFF2-40B4-BE49-F238E27FC236}">
                      <a16:creationId xmlns:a16="http://schemas.microsoft.com/office/drawing/2014/main" id="{B9A69605-0602-285B-0A01-6D4CC64BA956}"/>
                    </a:ext>
                  </a:extLst>
                </p:cNvPr>
                <p:cNvPicPr/>
                <p:nvPr/>
              </p:nvPicPr>
              <p:blipFill>
                <a:blip r:embed="rId19"/>
                <a:stretch>
                  <a:fillRect/>
                </a:stretch>
              </p:blipFill>
              <p:spPr>
                <a:xfrm>
                  <a:off x="5832931" y="4210957"/>
                  <a:ext cx="189000" cy="4161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41" name="Ink 40">
                  <a:extLst>
                    <a:ext uri="{FF2B5EF4-FFF2-40B4-BE49-F238E27FC236}">
                      <a16:creationId xmlns:a16="http://schemas.microsoft.com/office/drawing/2014/main" id="{47355A46-86D5-57AC-1C73-3DD0AD3534DB}"/>
                    </a:ext>
                  </a:extLst>
                </p14:cNvPr>
                <p14:cNvContentPartPr/>
                <p14:nvPr/>
              </p14:nvContentPartPr>
              <p14:xfrm>
                <a:off x="5961451" y="4381957"/>
                <a:ext cx="172800" cy="221760"/>
              </p14:xfrm>
            </p:contentPart>
          </mc:Choice>
          <mc:Fallback>
            <p:pic>
              <p:nvPicPr>
                <p:cNvPr id="41" name="Ink 40">
                  <a:extLst>
                    <a:ext uri="{FF2B5EF4-FFF2-40B4-BE49-F238E27FC236}">
                      <a16:creationId xmlns:a16="http://schemas.microsoft.com/office/drawing/2014/main" id="{47355A46-86D5-57AC-1C73-3DD0AD3534DB}"/>
                    </a:ext>
                  </a:extLst>
                </p:cNvPr>
                <p:cNvPicPr/>
                <p:nvPr/>
              </p:nvPicPr>
              <p:blipFill>
                <a:blip r:embed="rId21"/>
                <a:stretch>
                  <a:fillRect/>
                </a:stretch>
              </p:blipFill>
              <p:spPr>
                <a:xfrm>
                  <a:off x="5952451" y="4372957"/>
                  <a:ext cx="190440" cy="2394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42" name="Ink 41">
                  <a:extLst>
                    <a:ext uri="{FF2B5EF4-FFF2-40B4-BE49-F238E27FC236}">
                      <a16:creationId xmlns:a16="http://schemas.microsoft.com/office/drawing/2014/main" id="{ED8F4A81-11E4-3E57-5BF1-58E88CBAC4B5}"/>
                    </a:ext>
                  </a:extLst>
                </p14:cNvPr>
                <p14:cNvContentPartPr/>
                <p14:nvPr/>
              </p14:nvContentPartPr>
              <p14:xfrm>
                <a:off x="6116971" y="4290877"/>
                <a:ext cx="183240" cy="205560"/>
              </p14:xfrm>
            </p:contentPart>
          </mc:Choice>
          <mc:Fallback>
            <p:pic>
              <p:nvPicPr>
                <p:cNvPr id="42" name="Ink 41">
                  <a:extLst>
                    <a:ext uri="{FF2B5EF4-FFF2-40B4-BE49-F238E27FC236}">
                      <a16:creationId xmlns:a16="http://schemas.microsoft.com/office/drawing/2014/main" id="{ED8F4A81-11E4-3E57-5BF1-58E88CBAC4B5}"/>
                    </a:ext>
                  </a:extLst>
                </p:cNvPr>
                <p:cNvPicPr/>
                <p:nvPr/>
              </p:nvPicPr>
              <p:blipFill>
                <a:blip r:embed="rId23"/>
                <a:stretch>
                  <a:fillRect/>
                </a:stretch>
              </p:blipFill>
              <p:spPr>
                <a:xfrm>
                  <a:off x="6108331" y="4281877"/>
                  <a:ext cx="200880" cy="2232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43" name="Ink 42">
                  <a:extLst>
                    <a:ext uri="{FF2B5EF4-FFF2-40B4-BE49-F238E27FC236}">
                      <a16:creationId xmlns:a16="http://schemas.microsoft.com/office/drawing/2014/main" id="{F5E8E2E8-19DC-3DC7-FBF8-FD24EC1C96D1}"/>
                    </a:ext>
                  </a:extLst>
                </p14:cNvPr>
                <p14:cNvContentPartPr/>
                <p14:nvPr/>
              </p14:nvContentPartPr>
              <p14:xfrm>
                <a:off x="6299131" y="4211317"/>
                <a:ext cx="18720" cy="182160"/>
              </p14:xfrm>
            </p:contentPart>
          </mc:Choice>
          <mc:Fallback>
            <p:pic>
              <p:nvPicPr>
                <p:cNvPr id="43" name="Ink 42">
                  <a:extLst>
                    <a:ext uri="{FF2B5EF4-FFF2-40B4-BE49-F238E27FC236}">
                      <a16:creationId xmlns:a16="http://schemas.microsoft.com/office/drawing/2014/main" id="{F5E8E2E8-19DC-3DC7-FBF8-FD24EC1C96D1}"/>
                    </a:ext>
                  </a:extLst>
                </p:cNvPr>
                <p:cNvPicPr/>
                <p:nvPr/>
              </p:nvPicPr>
              <p:blipFill>
                <a:blip r:embed="rId25"/>
                <a:stretch>
                  <a:fillRect/>
                </a:stretch>
              </p:blipFill>
              <p:spPr>
                <a:xfrm>
                  <a:off x="6290491" y="4202317"/>
                  <a:ext cx="36360" cy="1998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44" name="Ink 43">
                  <a:extLst>
                    <a:ext uri="{FF2B5EF4-FFF2-40B4-BE49-F238E27FC236}">
                      <a16:creationId xmlns:a16="http://schemas.microsoft.com/office/drawing/2014/main" id="{95AEDE90-29AA-F8C7-DD98-398EAC716D23}"/>
                    </a:ext>
                  </a:extLst>
                </p14:cNvPr>
                <p14:cNvContentPartPr/>
                <p14:nvPr/>
              </p14:nvContentPartPr>
              <p14:xfrm>
                <a:off x="6354571" y="4169557"/>
                <a:ext cx="94320" cy="150840"/>
              </p14:xfrm>
            </p:contentPart>
          </mc:Choice>
          <mc:Fallback>
            <p:pic>
              <p:nvPicPr>
                <p:cNvPr id="44" name="Ink 43">
                  <a:extLst>
                    <a:ext uri="{FF2B5EF4-FFF2-40B4-BE49-F238E27FC236}">
                      <a16:creationId xmlns:a16="http://schemas.microsoft.com/office/drawing/2014/main" id="{95AEDE90-29AA-F8C7-DD98-398EAC716D23}"/>
                    </a:ext>
                  </a:extLst>
                </p:cNvPr>
                <p:cNvPicPr/>
                <p:nvPr/>
              </p:nvPicPr>
              <p:blipFill>
                <a:blip r:embed="rId27"/>
                <a:stretch>
                  <a:fillRect/>
                </a:stretch>
              </p:blipFill>
              <p:spPr>
                <a:xfrm>
                  <a:off x="6345931" y="4160557"/>
                  <a:ext cx="111960" cy="16848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45" name="Ink 44">
                  <a:extLst>
                    <a:ext uri="{FF2B5EF4-FFF2-40B4-BE49-F238E27FC236}">
                      <a16:creationId xmlns:a16="http://schemas.microsoft.com/office/drawing/2014/main" id="{19B8B1A2-7BE4-F0B4-32EC-478F85E70D96}"/>
                    </a:ext>
                  </a:extLst>
                </p14:cNvPr>
                <p14:cNvContentPartPr/>
                <p14:nvPr/>
              </p14:nvContentPartPr>
              <p14:xfrm>
                <a:off x="6516931" y="4086757"/>
                <a:ext cx="75240" cy="140400"/>
              </p14:xfrm>
            </p:contentPart>
          </mc:Choice>
          <mc:Fallback>
            <p:pic>
              <p:nvPicPr>
                <p:cNvPr id="45" name="Ink 44">
                  <a:extLst>
                    <a:ext uri="{FF2B5EF4-FFF2-40B4-BE49-F238E27FC236}">
                      <a16:creationId xmlns:a16="http://schemas.microsoft.com/office/drawing/2014/main" id="{19B8B1A2-7BE4-F0B4-32EC-478F85E70D96}"/>
                    </a:ext>
                  </a:extLst>
                </p:cNvPr>
                <p:cNvPicPr/>
                <p:nvPr/>
              </p:nvPicPr>
              <p:blipFill>
                <a:blip r:embed="rId29"/>
                <a:stretch>
                  <a:fillRect/>
                </a:stretch>
              </p:blipFill>
              <p:spPr>
                <a:xfrm>
                  <a:off x="6508291" y="4077757"/>
                  <a:ext cx="9288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46" name="Ink 45">
                  <a:extLst>
                    <a:ext uri="{FF2B5EF4-FFF2-40B4-BE49-F238E27FC236}">
                      <a16:creationId xmlns:a16="http://schemas.microsoft.com/office/drawing/2014/main" id="{FE10B658-DA61-771D-39BD-F4B4D06294DA}"/>
                    </a:ext>
                  </a:extLst>
                </p14:cNvPr>
                <p14:cNvContentPartPr/>
                <p14:nvPr/>
              </p14:nvContentPartPr>
              <p14:xfrm>
                <a:off x="5534491" y="4577797"/>
                <a:ext cx="906480" cy="491400"/>
              </p14:xfrm>
            </p:contentPart>
          </mc:Choice>
          <mc:Fallback>
            <p:pic>
              <p:nvPicPr>
                <p:cNvPr id="46" name="Ink 45">
                  <a:extLst>
                    <a:ext uri="{FF2B5EF4-FFF2-40B4-BE49-F238E27FC236}">
                      <a16:creationId xmlns:a16="http://schemas.microsoft.com/office/drawing/2014/main" id="{FE10B658-DA61-771D-39BD-F4B4D06294DA}"/>
                    </a:ext>
                  </a:extLst>
                </p:cNvPr>
                <p:cNvPicPr/>
                <p:nvPr/>
              </p:nvPicPr>
              <p:blipFill>
                <a:blip r:embed="rId31"/>
                <a:stretch>
                  <a:fillRect/>
                </a:stretch>
              </p:blipFill>
              <p:spPr>
                <a:xfrm>
                  <a:off x="5525491" y="4568797"/>
                  <a:ext cx="924120" cy="50904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47" name="Ink 46">
                  <a:extLst>
                    <a:ext uri="{FF2B5EF4-FFF2-40B4-BE49-F238E27FC236}">
                      <a16:creationId xmlns:a16="http://schemas.microsoft.com/office/drawing/2014/main" id="{4B8A9AE0-D4EE-57C7-8335-193B0B646B6B}"/>
                    </a:ext>
                  </a:extLst>
                </p14:cNvPr>
                <p14:cNvContentPartPr/>
                <p14:nvPr/>
              </p14:nvContentPartPr>
              <p14:xfrm>
                <a:off x="5555011" y="4645117"/>
                <a:ext cx="886680" cy="443520"/>
              </p14:xfrm>
            </p:contentPart>
          </mc:Choice>
          <mc:Fallback>
            <p:pic>
              <p:nvPicPr>
                <p:cNvPr id="47" name="Ink 46">
                  <a:extLst>
                    <a:ext uri="{FF2B5EF4-FFF2-40B4-BE49-F238E27FC236}">
                      <a16:creationId xmlns:a16="http://schemas.microsoft.com/office/drawing/2014/main" id="{4B8A9AE0-D4EE-57C7-8335-193B0B646B6B}"/>
                    </a:ext>
                  </a:extLst>
                </p:cNvPr>
                <p:cNvPicPr/>
                <p:nvPr/>
              </p:nvPicPr>
              <p:blipFill>
                <a:blip r:embed="rId33"/>
                <a:stretch>
                  <a:fillRect/>
                </a:stretch>
              </p:blipFill>
              <p:spPr>
                <a:xfrm>
                  <a:off x="5546371" y="4636117"/>
                  <a:ext cx="904320" cy="46116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49" name="Ink 48">
                  <a:extLst>
                    <a:ext uri="{FF2B5EF4-FFF2-40B4-BE49-F238E27FC236}">
                      <a16:creationId xmlns:a16="http://schemas.microsoft.com/office/drawing/2014/main" id="{0D43D51C-1D16-71F3-6A33-FC41536A7BE1}"/>
                    </a:ext>
                  </a:extLst>
                </p14:cNvPr>
                <p14:cNvContentPartPr/>
                <p14:nvPr/>
              </p14:nvContentPartPr>
              <p14:xfrm>
                <a:off x="6156931" y="2453797"/>
                <a:ext cx="5760" cy="10080"/>
              </p14:xfrm>
            </p:contentPart>
          </mc:Choice>
          <mc:Fallback>
            <p:pic>
              <p:nvPicPr>
                <p:cNvPr id="49" name="Ink 48">
                  <a:extLst>
                    <a:ext uri="{FF2B5EF4-FFF2-40B4-BE49-F238E27FC236}">
                      <a16:creationId xmlns:a16="http://schemas.microsoft.com/office/drawing/2014/main" id="{0D43D51C-1D16-71F3-6A33-FC41536A7BE1}"/>
                    </a:ext>
                  </a:extLst>
                </p:cNvPr>
                <p:cNvPicPr/>
                <p:nvPr/>
              </p:nvPicPr>
              <p:blipFill>
                <a:blip r:embed="rId35"/>
                <a:stretch>
                  <a:fillRect/>
                </a:stretch>
              </p:blipFill>
              <p:spPr>
                <a:xfrm>
                  <a:off x="6147931" y="2445157"/>
                  <a:ext cx="23400" cy="2772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5" name="Ink 4">
                  <a:extLst>
                    <a:ext uri="{FF2B5EF4-FFF2-40B4-BE49-F238E27FC236}">
                      <a16:creationId xmlns:a16="http://schemas.microsoft.com/office/drawing/2014/main" id="{2295B8D2-DA4D-1C10-9C41-0CD3015C3092}"/>
                    </a:ext>
                  </a:extLst>
                </p14:cNvPr>
                <p14:cNvContentPartPr/>
                <p14:nvPr/>
              </p14:nvContentPartPr>
              <p14:xfrm>
                <a:off x="7844611" y="1745677"/>
                <a:ext cx="552960" cy="578520"/>
              </p14:xfrm>
            </p:contentPart>
          </mc:Choice>
          <mc:Fallback>
            <p:pic>
              <p:nvPicPr>
                <p:cNvPr id="5" name="Ink 4">
                  <a:extLst>
                    <a:ext uri="{FF2B5EF4-FFF2-40B4-BE49-F238E27FC236}">
                      <a16:creationId xmlns:a16="http://schemas.microsoft.com/office/drawing/2014/main" id="{2295B8D2-DA4D-1C10-9C41-0CD3015C3092}"/>
                    </a:ext>
                  </a:extLst>
                </p:cNvPr>
                <p:cNvPicPr/>
                <p:nvPr/>
              </p:nvPicPr>
              <p:blipFill>
                <a:blip r:embed="rId37"/>
                <a:stretch>
                  <a:fillRect/>
                </a:stretch>
              </p:blipFill>
              <p:spPr>
                <a:xfrm>
                  <a:off x="7835971" y="1737037"/>
                  <a:ext cx="570600" cy="59616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6" name="Ink 5">
                  <a:extLst>
                    <a:ext uri="{FF2B5EF4-FFF2-40B4-BE49-F238E27FC236}">
                      <a16:creationId xmlns:a16="http://schemas.microsoft.com/office/drawing/2014/main" id="{DB2AE3AC-3D02-E08E-206E-69AB358897BC}"/>
                    </a:ext>
                  </a:extLst>
                </p14:cNvPr>
                <p14:cNvContentPartPr/>
                <p14:nvPr/>
              </p14:nvContentPartPr>
              <p14:xfrm>
                <a:off x="8350411" y="1728397"/>
                <a:ext cx="652320" cy="377640"/>
              </p14:xfrm>
            </p:contentPart>
          </mc:Choice>
          <mc:Fallback>
            <p:pic>
              <p:nvPicPr>
                <p:cNvPr id="6" name="Ink 5">
                  <a:extLst>
                    <a:ext uri="{FF2B5EF4-FFF2-40B4-BE49-F238E27FC236}">
                      <a16:creationId xmlns:a16="http://schemas.microsoft.com/office/drawing/2014/main" id="{DB2AE3AC-3D02-E08E-206E-69AB358897BC}"/>
                    </a:ext>
                  </a:extLst>
                </p:cNvPr>
                <p:cNvPicPr/>
                <p:nvPr/>
              </p:nvPicPr>
              <p:blipFill>
                <a:blip r:embed="rId39"/>
                <a:stretch>
                  <a:fillRect/>
                </a:stretch>
              </p:blipFill>
              <p:spPr>
                <a:xfrm>
                  <a:off x="8341411" y="1719757"/>
                  <a:ext cx="669960" cy="39528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7" name="Ink 6">
                  <a:extLst>
                    <a:ext uri="{FF2B5EF4-FFF2-40B4-BE49-F238E27FC236}">
                      <a16:creationId xmlns:a16="http://schemas.microsoft.com/office/drawing/2014/main" id="{BA4FC9C1-BE25-1900-F6D3-100EAC97A226}"/>
                    </a:ext>
                  </a:extLst>
                </p14:cNvPr>
                <p14:cNvContentPartPr/>
                <p14:nvPr/>
              </p14:nvContentPartPr>
              <p14:xfrm>
                <a:off x="8178691" y="2131597"/>
                <a:ext cx="731880" cy="367560"/>
              </p14:xfrm>
            </p:contentPart>
          </mc:Choice>
          <mc:Fallback>
            <p:pic>
              <p:nvPicPr>
                <p:cNvPr id="7" name="Ink 6">
                  <a:extLst>
                    <a:ext uri="{FF2B5EF4-FFF2-40B4-BE49-F238E27FC236}">
                      <a16:creationId xmlns:a16="http://schemas.microsoft.com/office/drawing/2014/main" id="{BA4FC9C1-BE25-1900-F6D3-100EAC97A226}"/>
                    </a:ext>
                  </a:extLst>
                </p:cNvPr>
                <p:cNvPicPr/>
                <p:nvPr/>
              </p:nvPicPr>
              <p:blipFill>
                <a:blip r:embed="rId41"/>
                <a:stretch>
                  <a:fillRect/>
                </a:stretch>
              </p:blipFill>
              <p:spPr>
                <a:xfrm>
                  <a:off x="8169691" y="2122597"/>
                  <a:ext cx="749520" cy="38520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8" name="Ink 7">
                  <a:extLst>
                    <a:ext uri="{FF2B5EF4-FFF2-40B4-BE49-F238E27FC236}">
                      <a16:creationId xmlns:a16="http://schemas.microsoft.com/office/drawing/2014/main" id="{3B8C772D-7EC5-EF51-C79E-47FAFBC99BA8}"/>
                    </a:ext>
                  </a:extLst>
                </p14:cNvPr>
                <p14:cNvContentPartPr/>
                <p14:nvPr/>
              </p14:nvContentPartPr>
              <p14:xfrm>
                <a:off x="6950371" y="2664757"/>
                <a:ext cx="859320" cy="941400"/>
              </p14:xfrm>
            </p:contentPart>
          </mc:Choice>
          <mc:Fallback>
            <p:pic>
              <p:nvPicPr>
                <p:cNvPr id="8" name="Ink 7">
                  <a:extLst>
                    <a:ext uri="{FF2B5EF4-FFF2-40B4-BE49-F238E27FC236}">
                      <a16:creationId xmlns:a16="http://schemas.microsoft.com/office/drawing/2014/main" id="{3B8C772D-7EC5-EF51-C79E-47FAFBC99BA8}"/>
                    </a:ext>
                  </a:extLst>
                </p:cNvPr>
                <p:cNvPicPr/>
                <p:nvPr/>
              </p:nvPicPr>
              <p:blipFill>
                <a:blip r:embed="rId43"/>
                <a:stretch>
                  <a:fillRect/>
                </a:stretch>
              </p:blipFill>
              <p:spPr>
                <a:xfrm>
                  <a:off x="6941371" y="2655757"/>
                  <a:ext cx="876960" cy="95904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9" name="Ink 8">
                  <a:extLst>
                    <a:ext uri="{FF2B5EF4-FFF2-40B4-BE49-F238E27FC236}">
                      <a16:creationId xmlns:a16="http://schemas.microsoft.com/office/drawing/2014/main" id="{61A618D2-A692-1B75-EEE6-76380DD9C412}"/>
                    </a:ext>
                  </a:extLst>
                </p14:cNvPr>
                <p14:cNvContentPartPr/>
                <p14:nvPr/>
              </p14:nvContentPartPr>
              <p14:xfrm>
                <a:off x="7549051" y="3512917"/>
                <a:ext cx="239040" cy="47880"/>
              </p14:xfrm>
            </p:contentPart>
          </mc:Choice>
          <mc:Fallback>
            <p:pic>
              <p:nvPicPr>
                <p:cNvPr id="9" name="Ink 8">
                  <a:extLst>
                    <a:ext uri="{FF2B5EF4-FFF2-40B4-BE49-F238E27FC236}">
                      <a16:creationId xmlns:a16="http://schemas.microsoft.com/office/drawing/2014/main" id="{61A618D2-A692-1B75-EEE6-76380DD9C412}"/>
                    </a:ext>
                  </a:extLst>
                </p:cNvPr>
                <p:cNvPicPr/>
                <p:nvPr/>
              </p:nvPicPr>
              <p:blipFill>
                <a:blip r:embed="rId45"/>
                <a:stretch>
                  <a:fillRect/>
                </a:stretch>
              </p:blipFill>
              <p:spPr>
                <a:xfrm>
                  <a:off x="7540051" y="3504277"/>
                  <a:ext cx="256680" cy="6552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10" name="Ink 9">
                  <a:extLst>
                    <a:ext uri="{FF2B5EF4-FFF2-40B4-BE49-F238E27FC236}">
                      <a16:creationId xmlns:a16="http://schemas.microsoft.com/office/drawing/2014/main" id="{EBE80D95-77D9-2340-71CD-627E85FADB31}"/>
                    </a:ext>
                  </a:extLst>
                </p14:cNvPr>
                <p14:cNvContentPartPr/>
                <p14:nvPr/>
              </p14:nvContentPartPr>
              <p14:xfrm>
                <a:off x="7702771" y="3402397"/>
                <a:ext cx="128880" cy="254880"/>
              </p14:xfrm>
            </p:contentPart>
          </mc:Choice>
          <mc:Fallback>
            <p:pic>
              <p:nvPicPr>
                <p:cNvPr id="10" name="Ink 9">
                  <a:extLst>
                    <a:ext uri="{FF2B5EF4-FFF2-40B4-BE49-F238E27FC236}">
                      <a16:creationId xmlns:a16="http://schemas.microsoft.com/office/drawing/2014/main" id="{EBE80D95-77D9-2340-71CD-627E85FADB31}"/>
                    </a:ext>
                  </a:extLst>
                </p:cNvPr>
                <p:cNvPicPr/>
                <p:nvPr/>
              </p:nvPicPr>
              <p:blipFill>
                <a:blip r:embed="rId47"/>
                <a:stretch>
                  <a:fillRect/>
                </a:stretch>
              </p:blipFill>
              <p:spPr>
                <a:xfrm>
                  <a:off x="7694131" y="3393757"/>
                  <a:ext cx="146520" cy="27252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11" name="Ink 10">
                  <a:extLst>
                    <a:ext uri="{FF2B5EF4-FFF2-40B4-BE49-F238E27FC236}">
                      <a16:creationId xmlns:a16="http://schemas.microsoft.com/office/drawing/2014/main" id="{3ADB1F12-DD01-BAF6-98E0-4263AAD7824C}"/>
                    </a:ext>
                  </a:extLst>
                </p14:cNvPr>
                <p14:cNvContentPartPr/>
                <p14:nvPr/>
              </p14:nvContentPartPr>
              <p14:xfrm>
                <a:off x="7731931" y="3617317"/>
                <a:ext cx="9000" cy="37080"/>
              </p14:xfrm>
            </p:contentPart>
          </mc:Choice>
          <mc:Fallback>
            <p:pic>
              <p:nvPicPr>
                <p:cNvPr id="11" name="Ink 10">
                  <a:extLst>
                    <a:ext uri="{FF2B5EF4-FFF2-40B4-BE49-F238E27FC236}">
                      <a16:creationId xmlns:a16="http://schemas.microsoft.com/office/drawing/2014/main" id="{3ADB1F12-DD01-BAF6-98E0-4263AAD7824C}"/>
                    </a:ext>
                  </a:extLst>
                </p:cNvPr>
                <p:cNvPicPr/>
                <p:nvPr/>
              </p:nvPicPr>
              <p:blipFill>
                <a:blip r:embed="rId49"/>
                <a:stretch>
                  <a:fillRect/>
                </a:stretch>
              </p:blipFill>
              <p:spPr>
                <a:xfrm>
                  <a:off x="7722931" y="3608317"/>
                  <a:ext cx="26640" cy="5472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12" name="Ink 11">
                  <a:extLst>
                    <a:ext uri="{FF2B5EF4-FFF2-40B4-BE49-F238E27FC236}">
                      <a16:creationId xmlns:a16="http://schemas.microsoft.com/office/drawing/2014/main" id="{9FA5F67D-4525-69D4-45ED-499820BDBCC3}"/>
                    </a:ext>
                  </a:extLst>
                </p14:cNvPr>
                <p14:cNvContentPartPr/>
                <p14:nvPr/>
              </p14:nvContentPartPr>
              <p14:xfrm>
                <a:off x="7770811" y="3548917"/>
                <a:ext cx="23400" cy="23400"/>
              </p14:xfrm>
            </p:contentPart>
          </mc:Choice>
          <mc:Fallback>
            <p:pic>
              <p:nvPicPr>
                <p:cNvPr id="12" name="Ink 11">
                  <a:extLst>
                    <a:ext uri="{FF2B5EF4-FFF2-40B4-BE49-F238E27FC236}">
                      <a16:creationId xmlns:a16="http://schemas.microsoft.com/office/drawing/2014/main" id="{9FA5F67D-4525-69D4-45ED-499820BDBCC3}"/>
                    </a:ext>
                  </a:extLst>
                </p:cNvPr>
                <p:cNvPicPr/>
                <p:nvPr/>
              </p:nvPicPr>
              <p:blipFill>
                <a:blip r:embed="rId51"/>
                <a:stretch>
                  <a:fillRect/>
                </a:stretch>
              </p:blipFill>
              <p:spPr>
                <a:xfrm>
                  <a:off x="7762171" y="3539917"/>
                  <a:ext cx="41040" cy="4104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15" name="Ink 14">
                  <a:extLst>
                    <a:ext uri="{FF2B5EF4-FFF2-40B4-BE49-F238E27FC236}">
                      <a16:creationId xmlns:a16="http://schemas.microsoft.com/office/drawing/2014/main" id="{3F0AF7F0-A1E3-0011-B997-F3DAF6E29705}"/>
                    </a:ext>
                  </a:extLst>
                </p14:cNvPr>
                <p14:cNvContentPartPr/>
                <p14:nvPr/>
              </p14:nvContentPartPr>
              <p14:xfrm>
                <a:off x="7785211" y="2210077"/>
                <a:ext cx="1026360" cy="335160"/>
              </p14:xfrm>
            </p:contentPart>
          </mc:Choice>
          <mc:Fallback>
            <p:pic>
              <p:nvPicPr>
                <p:cNvPr id="15" name="Ink 14">
                  <a:extLst>
                    <a:ext uri="{FF2B5EF4-FFF2-40B4-BE49-F238E27FC236}">
                      <a16:creationId xmlns:a16="http://schemas.microsoft.com/office/drawing/2014/main" id="{3F0AF7F0-A1E3-0011-B997-F3DAF6E29705}"/>
                    </a:ext>
                  </a:extLst>
                </p:cNvPr>
                <p:cNvPicPr/>
                <p:nvPr/>
              </p:nvPicPr>
              <p:blipFill>
                <a:blip r:embed="rId53"/>
                <a:stretch>
                  <a:fillRect/>
                </a:stretch>
              </p:blipFill>
              <p:spPr>
                <a:xfrm>
                  <a:off x="7776211" y="2201077"/>
                  <a:ext cx="1044000" cy="35280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16" name="Ink 15">
                  <a:extLst>
                    <a:ext uri="{FF2B5EF4-FFF2-40B4-BE49-F238E27FC236}">
                      <a16:creationId xmlns:a16="http://schemas.microsoft.com/office/drawing/2014/main" id="{278EF050-22AB-EADA-1D81-637780B79EF6}"/>
                    </a:ext>
                  </a:extLst>
                </p14:cNvPr>
                <p14:cNvContentPartPr/>
                <p14:nvPr/>
              </p14:nvContentPartPr>
              <p14:xfrm>
                <a:off x="7863691" y="2373157"/>
                <a:ext cx="891720" cy="358200"/>
              </p14:xfrm>
            </p:contentPart>
          </mc:Choice>
          <mc:Fallback>
            <p:pic>
              <p:nvPicPr>
                <p:cNvPr id="16" name="Ink 15">
                  <a:extLst>
                    <a:ext uri="{FF2B5EF4-FFF2-40B4-BE49-F238E27FC236}">
                      <a16:creationId xmlns:a16="http://schemas.microsoft.com/office/drawing/2014/main" id="{278EF050-22AB-EADA-1D81-637780B79EF6}"/>
                    </a:ext>
                  </a:extLst>
                </p:cNvPr>
                <p:cNvPicPr/>
                <p:nvPr/>
              </p:nvPicPr>
              <p:blipFill>
                <a:blip r:embed="rId55"/>
                <a:stretch>
                  <a:fillRect/>
                </a:stretch>
              </p:blipFill>
              <p:spPr>
                <a:xfrm>
                  <a:off x="7855051" y="2364517"/>
                  <a:ext cx="909360" cy="37584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18" name="Ink 17">
                  <a:extLst>
                    <a:ext uri="{FF2B5EF4-FFF2-40B4-BE49-F238E27FC236}">
                      <a16:creationId xmlns:a16="http://schemas.microsoft.com/office/drawing/2014/main" id="{4AD3EC2C-944F-8094-BA59-945A13F753C9}"/>
                    </a:ext>
                  </a:extLst>
                </p14:cNvPr>
                <p14:cNvContentPartPr/>
                <p14:nvPr/>
              </p14:nvContentPartPr>
              <p14:xfrm>
                <a:off x="9234571" y="1673317"/>
                <a:ext cx="373320" cy="243360"/>
              </p14:xfrm>
            </p:contentPart>
          </mc:Choice>
          <mc:Fallback>
            <p:pic>
              <p:nvPicPr>
                <p:cNvPr id="18" name="Ink 17">
                  <a:extLst>
                    <a:ext uri="{FF2B5EF4-FFF2-40B4-BE49-F238E27FC236}">
                      <a16:creationId xmlns:a16="http://schemas.microsoft.com/office/drawing/2014/main" id="{4AD3EC2C-944F-8094-BA59-945A13F753C9}"/>
                    </a:ext>
                  </a:extLst>
                </p:cNvPr>
                <p:cNvPicPr/>
                <p:nvPr/>
              </p:nvPicPr>
              <p:blipFill>
                <a:blip r:embed="rId57"/>
                <a:stretch>
                  <a:fillRect/>
                </a:stretch>
              </p:blipFill>
              <p:spPr>
                <a:xfrm>
                  <a:off x="9225931" y="1664317"/>
                  <a:ext cx="390960" cy="26100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19" name="Ink 18">
                  <a:extLst>
                    <a:ext uri="{FF2B5EF4-FFF2-40B4-BE49-F238E27FC236}">
                      <a16:creationId xmlns:a16="http://schemas.microsoft.com/office/drawing/2014/main" id="{E72C6A29-33F3-5EEB-01A8-8C7E61208B07}"/>
                    </a:ext>
                  </a:extLst>
                </p14:cNvPr>
                <p14:cNvContentPartPr/>
                <p14:nvPr/>
              </p14:nvContentPartPr>
              <p14:xfrm>
                <a:off x="9827491" y="1623277"/>
                <a:ext cx="220680" cy="213120"/>
              </p14:xfrm>
            </p:contentPart>
          </mc:Choice>
          <mc:Fallback>
            <p:pic>
              <p:nvPicPr>
                <p:cNvPr id="19" name="Ink 18">
                  <a:extLst>
                    <a:ext uri="{FF2B5EF4-FFF2-40B4-BE49-F238E27FC236}">
                      <a16:creationId xmlns:a16="http://schemas.microsoft.com/office/drawing/2014/main" id="{E72C6A29-33F3-5EEB-01A8-8C7E61208B07}"/>
                    </a:ext>
                  </a:extLst>
                </p:cNvPr>
                <p:cNvPicPr/>
                <p:nvPr/>
              </p:nvPicPr>
              <p:blipFill>
                <a:blip r:embed="rId59"/>
                <a:stretch>
                  <a:fillRect/>
                </a:stretch>
              </p:blipFill>
              <p:spPr>
                <a:xfrm>
                  <a:off x="9818491" y="1614277"/>
                  <a:ext cx="238320" cy="23076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20" name="Ink 19">
                  <a:extLst>
                    <a:ext uri="{FF2B5EF4-FFF2-40B4-BE49-F238E27FC236}">
                      <a16:creationId xmlns:a16="http://schemas.microsoft.com/office/drawing/2014/main" id="{FCAE3E90-6262-730E-C794-A24C31EB1DEA}"/>
                    </a:ext>
                  </a:extLst>
                </p14:cNvPr>
                <p14:cNvContentPartPr/>
                <p14:nvPr/>
              </p14:nvContentPartPr>
              <p14:xfrm>
                <a:off x="10052491" y="1473877"/>
                <a:ext cx="434880" cy="509040"/>
              </p14:xfrm>
            </p:contentPart>
          </mc:Choice>
          <mc:Fallback>
            <p:pic>
              <p:nvPicPr>
                <p:cNvPr id="20" name="Ink 19">
                  <a:extLst>
                    <a:ext uri="{FF2B5EF4-FFF2-40B4-BE49-F238E27FC236}">
                      <a16:creationId xmlns:a16="http://schemas.microsoft.com/office/drawing/2014/main" id="{FCAE3E90-6262-730E-C794-A24C31EB1DEA}"/>
                    </a:ext>
                  </a:extLst>
                </p:cNvPr>
                <p:cNvPicPr/>
                <p:nvPr/>
              </p:nvPicPr>
              <p:blipFill>
                <a:blip r:embed="rId61"/>
                <a:stretch>
                  <a:fillRect/>
                </a:stretch>
              </p:blipFill>
              <p:spPr>
                <a:xfrm>
                  <a:off x="10043851" y="1464877"/>
                  <a:ext cx="452520" cy="52668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21" name="Ink 20">
                  <a:extLst>
                    <a:ext uri="{FF2B5EF4-FFF2-40B4-BE49-F238E27FC236}">
                      <a16:creationId xmlns:a16="http://schemas.microsoft.com/office/drawing/2014/main" id="{1DC7B1EE-3CA5-B23A-0DA5-EA928461D8BD}"/>
                    </a:ext>
                  </a:extLst>
                </p14:cNvPr>
                <p14:cNvContentPartPr/>
                <p14:nvPr/>
              </p14:nvContentPartPr>
              <p14:xfrm>
                <a:off x="10490611" y="1584037"/>
                <a:ext cx="29880" cy="94320"/>
              </p14:xfrm>
            </p:contentPart>
          </mc:Choice>
          <mc:Fallback>
            <p:pic>
              <p:nvPicPr>
                <p:cNvPr id="21" name="Ink 20">
                  <a:extLst>
                    <a:ext uri="{FF2B5EF4-FFF2-40B4-BE49-F238E27FC236}">
                      <a16:creationId xmlns:a16="http://schemas.microsoft.com/office/drawing/2014/main" id="{1DC7B1EE-3CA5-B23A-0DA5-EA928461D8BD}"/>
                    </a:ext>
                  </a:extLst>
                </p:cNvPr>
                <p:cNvPicPr/>
                <p:nvPr/>
              </p:nvPicPr>
              <p:blipFill>
                <a:blip r:embed="rId63"/>
                <a:stretch>
                  <a:fillRect/>
                </a:stretch>
              </p:blipFill>
              <p:spPr>
                <a:xfrm>
                  <a:off x="10481611" y="1575037"/>
                  <a:ext cx="47520" cy="11196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22" name="Ink 21">
                  <a:extLst>
                    <a:ext uri="{FF2B5EF4-FFF2-40B4-BE49-F238E27FC236}">
                      <a16:creationId xmlns:a16="http://schemas.microsoft.com/office/drawing/2014/main" id="{42A823A7-412C-0FA1-43BB-9A31AE8659F0}"/>
                    </a:ext>
                  </a:extLst>
                </p14:cNvPr>
                <p14:cNvContentPartPr/>
                <p14:nvPr/>
              </p14:nvContentPartPr>
              <p14:xfrm>
                <a:off x="10593931" y="1597717"/>
                <a:ext cx="136440" cy="477000"/>
              </p14:xfrm>
            </p:contentPart>
          </mc:Choice>
          <mc:Fallback>
            <p:pic>
              <p:nvPicPr>
                <p:cNvPr id="22" name="Ink 21">
                  <a:extLst>
                    <a:ext uri="{FF2B5EF4-FFF2-40B4-BE49-F238E27FC236}">
                      <a16:creationId xmlns:a16="http://schemas.microsoft.com/office/drawing/2014/main" id="{42A823A7-412C-0FA1-43BB-9A31AE8659F0}"/>
                    </a:ext>
                  </a:extLst>
                </p:cNvPr>
                <p:cNvPicPr/>
                <p:nvPr/>
              </p:nvPicPr>
              <p:blipFill>
                <a:blip r:embed="rId65"/>
                <a:stretch>
                  <a:fillRect/>
                </a:stretch>
              </p:blipFill>
              <p:spPr>
                <a:xfrm>
                  <a:off x="10585291" y="1589077"/>
                  <a:ext cx="154080" cy="49464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23" name="Ink 22">
                  <a:extLst>
                    <a:ext uri="{FF2B5EF4-FFF2-40B4-BE49-F238E27FC236}">
                      <a16:creationId xmlns:a16="http://schemas.microsoft.com/office/drawing/2014/main" id="{AF974518-5AC9-EC97-D8D9-9853523A74C7}"/>
                    </a:ext>
                  </a:extLst>
                </p14:cNvPr>
                <p14:cNvContentPartPr/>
                <p14:nvPr/>
              </p14:nvContentPartPr>
              <p14:xfrm>
                <a:off x="10722091" y="1350757"/>
                <a:ext cx="181440" cy="397800"/>
              </p14:xfrm>
            </p:contentPart>
          </mc:Choice>
          <mc:Fallback>
            <p:pic>
              <p:nvPicPr>
                <p:cNvPr id="23" name="Ink 22">
                  <a:extLst>
                    <a:ext uri="{FF2B5EF4-FFF2-40B4-BE49-F238E27FC236}">
                      <a16:creationId xmlns:a16="http://schemas.microsoft.com/office/drawing/2014/main" id="{AF974518-5AC9-EC97-D8D9-9853523A74C7}"/>
                    </a:ext>
                  </a:extLst>
                </p:cNvPr>
                <p:cNvPicPr/>
                <p:nvPr/>
              </p:nvPicPr>
              <p:blipFill>
                <a:blip r:embed="rId67"/>
                <a:stretch>
                  <a:fillRect/>
                </a:stretch>
              </p:blipFill>
              <p:spPr>
                <a:xfrm>
                  <a:off x="10713451" y="1341757"/>
                  <a:ext cx="199080" cy="41544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24" name="Ink 23">
                  <a:extLst>
                    <a:ext uri="{FF2B5EF4-FFF2-40B4-BE49-F238E27FC236}">
                      <a16:creationId xmlns:a16="http://schemas.microsoft.com/office/drawing/2014/main" id="{CB9414B7-BE22-94BD-8A2F-2C4CAC8B0A18}"/>
                    </a:ext>
                  </a:extLst>
                </p14:cNvPr>
                <p14:cNvContentPartPr/>
                <p14:nvPr/>
              </p14:nvContentPartPr>
              <p14:xfrm>
                <a:off x="10959691" y="1500517"/>
                <a:ext cx="37080" cy="118800"/>
              </p14:xfrm>
            </p:contentPart>
          </mc:Choice>
          <mc:Fallback>
            <p:pic>
              <p:nvPicPr>
                <p:cNvPr id="24" name="Ink 23">
                  <a:extLst>
                    <a:ext uri="{FF2B5EF4-FFF2-40B4-BE49-F238E27FC236}">
                      <a16:creationId xmlns:a16="http://schemas.microsoft.com/office/drawing/2014/main" id="{CB9414B7-BE22-94BD-8A2F-2C4CAC8B0A18}"/>
                    </a:ext>
                  </a:extLst>
                </p:cNvPr>
                <p:cNvPicPr/>
                <p:nvPr/>
              </p:nvPicPr>
              <p:blipFill>
                <a:blip r:embed="rId69"/>
                <a:stretch>
                  <a:fillRect/>
                </a:stretch>
              </p:blipFill>
              <p:spPr>
                <a:xfrm>
                  <a:off x="10951051" y="1491877"/>
                  <a:ext cx="54720" cy="13644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25" name="Ink 24">
                  <a:extLst>
                    <a:ext uri="{FF2B5EF4-FFF2-40B4-BE49-F238E27FC236}">
                      <a16:creationId xmlns:a16="http://schemas.microsoft.com/office/drawing/2014/main" id="{379321C2-3335-20FD-2415-48D4EA242CBA}"/>
                    </a:ext>
                  </a:extLst>
                </p14:cNvPr>
                <p14:cNvContentPartPr/>
                <p14:nvPr/>
              </p14:nvContentPartPr>
              <p14:xfrm>
                <a:off x="11027371" y="1435717"/>
                <a:ext cx="117000" cy="194760"/>
              </p14:xfrm>
            </p:contentPart>
          </mc:Choice>
          <mc:Fallback>
            <p:pic>
              <p:nvPicPr>
                <p:cNvPr id="25" name="Ink 24">
                  <a:extLst>
                    <a:ext uri="{FF2B5EF4-FFF2-40B4-BE49-F238E27FC236}">
                      <a16:creationId xmlns:a16="http://schemas.microsoft.com/office/drawing/2014/main" id="{379321C2-3335-20FD-2415-48D4EA242CBA}"/>
                    </a:ext>
                  </a:extLst>
                </p:cNvPr>
                <p:cNvPicPr/>
                <p:nvPr/>
              </p:nvPicPr>
              <p:blipFill>
                <a:blip r:embed="rId71"/>
                <a:stretch>
                  <a:fillRect/>
                </a:stretch>
              </p:blipFill>
              <p:spPr>
                <a:xfrm>
                  <a:off x="11018731" y="1426717"/>
                  <a:ext cx="134640" cy="21240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26" name="Ink 25">
                  <a:extLst>
                    <a:ext uri="{FF2B5EF4-FFF2-40B4-BE49-F238E27FC236}">
                      <a16:creationId xmlns:a16="http://schemas.microsoft.com/office/drawing/2014/main" id="{9CA153E0-4C03-537F-8EB8-01C8290B0E2A}"/>
                    </a:ext>
                  </a:extLst>
                </p14:cNvPr>
                <p14:cNvContentPartPr/>
                <p14:nvPr/>
              </p14:nvContentPartPr>
              <p14:xfrm>
                <a:off x="11268211" y="1450477"/>
                <a:ext cx="102240" cy="87120"/>
              </p14:xfrm>
            </p:contentPart>
          </mc:Choice>
          <mc:Fallback>
            <p:pic>
              <p:nvPicPr>
                <p:cNvPr id="26" name="Ink 25">
                  <a:extLst>
                    <a:ext uri="{FF2B5EF4-FFF2-40B4-BE49-F238E27FC236}">
                      <a16:creationId xmlns:a16="http://schemas.microsoft.com/office/drawing/2014/main" id="{9CA153E0-4C03-537F-8EB8-01C8290B0E2A}"/>
                    </a:ext>
                  </a:extLst>
                </p:cNvPr>
                <p:cNvPicPr/>
                <p:nvPr/>
              </p:nvPicPr>
              <p:blipFill>
                <a:blip r:embed="rId73"/>
                <a:stretch>
                  <a:fillRect/>
                </a:stretch>
              </p:blipFill>
              <p:spPr>
                <a:xfrm>
                  <a:off x="11259571" y="1441477"/>
                  <a:ext cx="119880" cy="10476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27" name="Ink 26">
                  <a:extLst>
                    <a:ext uri="{FF2B5EF4-FFF2-40B4-BE49-F238E27FC236}">
                      <a16:creationId xmlns:a16="http://schemas.microsoft.com/office/drawing/2014/main" id="{9D11EE92-BFCF-CB19-8ABF-850669649AB5}"/>
                    </a:ext>
                  </a:extLst>
                </p14:cNvPr>
                <p14:cNvContentPartPr/>
                <p14:nvPr/>
              </p14:nvContentPartPr>
              <p14:xfrm>
                <a:off x="11486731" y="1255717"/>
                <a:ext cx="17640" cy="258840"/>
              </p14:xfrm>
            </p:contentPart>
          </mc:Choice>
          <mc:Fallback>
            <p:pic>
              <p:nvPicPr>
                <p:cNvPr id="27" name="Ink 26">
                  <a:extLst>
                    <a:ext uri="{FF2B5EF4-FFF2-40B4-BE49-F238E27FC236}">
                      <a16:creationId xmlns:a16="http://schemas.microsoft.com/office/drawing/2014/main" id="{9D11EE92-BFCF-CB19-8ABF-850669649AB5}"/>
                    </a:ext>
                  </a:extLst>
                </p:cNvPr>
                <p:cNvPicPr/>
                <p:nvPr/>
              </p:nvPicPr>
              <p:blipFill>
                <a:blip r:embed="rId75"/>
                <a:stretch>
                  <a:fillRect/>
                </a:stretch>
              </p:blipFill>
              <p:spPr>
                <a:xfrm>
                  <a:off x="11478091" y="1246717"/>
                  <a:ext cx="35280" cy="27648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28" name="Ink 27">
                  <a:extLst>
                    <a:ext uri="{FF2B5EF4-FFF2-40B4-BE49-F238E27FC236}">
                      <a16:creationId xmlns:a16="http://schemas.microsoft.com/office/drawing/2014/main" id="{036169B9-0F95-07B8-550F-1E782E0E5B84}"/>
                    </a:ext>
                  </a:extLst>
                </p14:cNvPr>
                <p14:cNvContentPartPr/>
                <p14:nvPr/>
              </p14:nvContentPartPr>
              <p14:xfrm>
                <a:off x="11467651" y="1409797"/>
                <a:ext cx="85320" cy="88200"/>
              </p14:xfrm>
            </p:contentPart>
          </mc:Choice>
          <mc:Fallback>
            <p:pic>
              <p:nvPicPr>
                <p:cNvPr id="28" name="Ink 27">
                  <a:extLst>
                    <a:ext uri="{FF2B5EF4-FFF2-40B4-BE49-F238E27FC236}">
                      <a16:creationId xmlns:a16="http://schemas.microsoft.com/office/drawing/2014/main" id="{036169B9-0F95-07B8-550F-1E782E0E5B84}"/>
                    </a:ext>
                  </a:extLst>
                </p:cNvPr>
                <p:cNvPicPr/>
                <p:nvPr/>
              </p:nvPicPr>
              <p:blipFill>
                <a:blip r:embed="rId77"/>
                <a:stretch>
                  <a:fillRect/>
                </a:stretch>
              </p:blipFill>
              <p:spPr>
                <a:xfrm>
                  <a:off x="11459011" y="1400797"/>
                  <a:ext cx="102960" cy="10584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29" name="Ink 28">
                  <a:extLst>
                    <a:ext uri="{FF2B5EF4-FFF2-40B4-BE49-F238E27FC236}">
                      <a16:creationId xmlns:a16="http://schemas.microsoft.com/office/drawing/2014/main" id="{5359FCDD-6289-F122-30F3-7EDCFF7BD197}"/>
                    </a:ext>
                  </a:extLst>
                </p14:cNvPr>
                <p14:cNvContentPartPr/>
                <p14:nvPr/>
              </p14:nvContentPartPr>
              <p14:xfrm>
                <a:off x="10088491" y="1722637"/>
                <a:ext cx="1539360" cy="423360"/>
              </p14:xfrm>
            </p:contentPart>
          </mc:Choice>
          <mc:Fallback>
            <p:pic>
              <p:nvPicPr>
                <p:cNvPr id="29" name="Ink 28">
                  <a:extLst>
                    <a:ext uri="{FF2B5EF4-FFF2-40B4-BE49-F238E27FC236}">
                      <a16:creationId xmlns:a16="http://schemas.microsoft.com/office/drawing/2014/main" id="{5359FCDD-6289-F122-30F3-7EDCFF7BD197}"/>
                    </a:ext>
                  </a:extLst>
                </p:cNvPr>
                <p:cNvPicPr/>
                <p:nvPr/>
              </p:nvPicPr>
              <p:blipFill>
                <a:blip r:embed="rId79"/>
                <a:stretch>
                  <a:fillRect/>
                </a:stretch>
              </p:blipFill>
              <p:spPr>
                <a:xfrm>
                  <a:off x="10079491" y="1713637"/>
                  <a:ext cx="1557000" cy="44100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50" name="Ink 49">
                  <a:extLst>
                    <a:ext uri="{FF2B5EF4-FFF2-40B4-BE49-F238E27FC236}">
                      <a16:creationId xmlns:a16="http://schemas.microsoft.com/office/drawing/2014/main" id="{688BD6F7-38A2-8339-B265-76D5302FE3C9}"/>
                    </a:ext>
                  </a:extLst>
                </p14:cNvPr>
                <p14:cNvContentPartPr/>
                <p14:nvPr/>
              </p14:nvContentPartPr>
              <p14:xfrm>
                <a:off x="6883771" y="2708677"/>
                <a:ext cx="745920" cy="742680"/>
              </p14:xfrm>
            </p:contentPart>
          </mc:Choice>
          <mc:Fallback>
            <p:pic>
              <p:nvPicPr>
                <p:cNvPr id="50" name="Ink 49">
                  <a:extLst>
                    <a:ext uri="{FF2B5EF4-FFF2-40B4-BE49-F238E27FC236}">
                      <a16:creationId xmlns:a16="http://schemas.microsoft.com/office/drawing/2014/main" id="{688BD6F7-38A2-8339-B265-76D5302FE3C9}"/>
                    </a:ext>
                  </a:extLst>
                </p:cNvPr>
                <p:cNvPicPr/>
                <p:nvPr/>
              </p:nvPicPr>
              <p:blipFill>
                <a:blip r:embed="rId81"/>
                <a:stretch>
                  <a:fillRect/>
                </a:stretch>
              </p:blipFill>
              <p:spPr>
                <a:xfrm>
                  <a:off x="6875131" y="2700037"/>
                  <a:ext cx="763560" cy="76032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51" name="Ink 50">
                  <a:extLst>
                    <a:ext uri="{FF2B5EF4-FFF2-40B4-BE49-F238E27FC236}">
                      <a16:creationId xmlns:a16="http://schemas.microsoft.com/office/drawing/2014/main" id="{8F843B98-0C90-291C-A68D-F36370C07E2B}"/>
                    </a:ext>
                  </a:extLst>
                </p14:cNvPr>
                <p14:cNvContentPartPr/>
                <p14:nvPr/>
              </p14:nvContentPartPr>
              <p14:xfrm>
                <a:off x="7428451" y="3513997"/>
                <a:ext cx="383400" cy="76680"/>
              </p14:xfrm>
            </p:contentPart>
          </mc:Choice>
          <mc:Fallback>
            <p:pic>
              <p:nvPicPr>
                <p:cNvPr id="51" name="Ink 50">
                  <a:extLst>
                    <a:ext uri="{FF2B5EF4-FFF2-40B4-BE49-F238E27FC236}">
                      <a16:creationId xmlns:a16="http://schemas.microsoft.com/office/drawing/2014/main" id="{8F843B98-0C90-291C-A68D-F36370C07E2B}"/>
                    </a:ext>
                  </a:extLst>
                </p:cNvPr>
                <p:cNvPicPr/>
                <p:nvPr/>
              </p:nvPicPr>
              <p:blipFill>
                <a:blip r:embed="rId83"/>
                <a:stretch>
                  <a:fillRect/>
                </a:stretch>
              </p:blipFill>
              <p:spPr>
                <a:xfrm>
                  <a:off x="7419811" y="3504997"/>
                  <a:ext cx="401040" cy="9432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2" name="Ink 51">
                  <a:extLst>
                    <a:ext uri="{FF2B5EF4-FFF2-40B4-BE49-F238E27FC236}">
                      <a16:creationId xmlns:a16="http://schemas.microsoft.com/office/drawing/2014/main" id="{D823BAE2-2261-57A3-7F38-03DF1D1D8C23}"/>
                    </a:ext>
                  </a:extLst>
                </p14:cNvPr>
                <p14:cNvContentPartPr/>
                <p14:nvPr/>
              </p14:nvContentPartPr>
              <p14:xfrm>
                <a:off x="7735171" y="3349477"/>
                <a:ext cx="95040" cy="250920"/>
              </p14:xfrm>
            </p:contentPart>
          </mc:Choice>
          <mc:Fallback>
            <p:pic>
              <p:nvPicPr>
                <p:cNvPr id="52" name="Ink 51">
                  <a:extLst>
                    <a:ext uri="{FF2B5EF4-FFF2-40B4-BE49-F238E27FC236}">
                      <a16:creationId xmlns:a16="http://schemas.microsoft.com/office/drawing/2014/main" id="{D823BAE2-2261-57A3-7F38-03DF1D1D8C23}"/>
                    </a:ext>
                  </a:extLst>
                </p:cNvPr>
                <p:cNvPicPr/>
                <p:nvPr/>
              </p:nvPicPr>
              <p:blipFill>
                <a:blip r:embed="rId85"/>
                <a:stretch>
                  <a:fillRect/>
                </a:stretch>
              </p:blipFill>
              <p:spPr>
                <a:xfrm>
                  <a:off x="7726171" y="3340837"/>
                  <a:ext cx="112680" cy="26856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3" name="Ink 52">
                  <a:extLst>
                    <a:ext uri="{FF2B5EF4-FFF2-40B4-BE49-F238E27FC236}">
                      <a16:creationId xmlns:a16="http://schemas.microsoft.com/office/drawing/2014/main" id="{AFD501E1-92EF-0856-166D-4995BFDC50D4}"/>
                    </a:ext>
                  </a:extLst>
                </p14:cNvPr>
                <p14:cNvContentPartPr/>
                <p14:nvPr/>
              </p14:nvContentPartPr>
              <p14:xfrm>
                <a:off x="7461931" y="3493477"/>
                <a:ext cx="267840" cy="62280"/>
              </p14:xfrm>
            </p:contentPart>
          </mc:Choice>
          <mc:Fallback>
            <p:pic>
              <p:nvPicPr>
                <p:cNvPr id="53" name="Ink 52">
                  <a:extLst>
                    <a:ext uri="{FF2B5EF4-FFF2-40B4-BE49-F238E27FC236}">
                      <a16:creationId xmlns:a16="http://schemas.microsoft.com/office/drawing/2014/main" id="{AFD501E1-92EF-0856-166D-4995BFDC50D4}"/>
                    </a:ext>
                  </a:extLst>
                </p:cNvPr>
                <p:cNvPicPr/>
                <p:nvPr/>
              </p:nvPicPr>
              <p:blipFill>
                <a:blip r:embed="rId87"/>
                <a:stretch>
                  <a:fillRect/>
                </a:stretch>
              </p:blipFill>
              <p:spPr>
                <a:xfrm>
                  <a:off x="7453291" y="3484477"/>
                  <a:ext cx="285480" cy="7992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4" name="Ink 53">
                  <a:extLst>
                    <a:ext uri="{FF2B5EF4-FFF2-40B4-BE49-F238E27FC236}">
                      <a16:creationId xmlns:a16="http://schemas.microsoft.com/office/drawing/2014/main" id="{6DD3E996-2BA5-10FE-F069-AE087AEE18C8}"/>
                    </a:ext>
                  </a:extLst>
                </p14:cNvPr>
                <p14:cNvContentPartPr/>
                <p14:nvPr/>
              </p14:nvContentPartPr>
              <p14:xfrm>
                <a:off x="7734091" y="3268837"/>
                <a:ext cx="202320" cy="316440"/>
              </p14:xfrm>
            </p:contentPart>
          </mc:Choice>
          <mc:Fallback>
            <p:pic>
              <p:nvPicPr>
                <p:cNvPr id="54" name="Ink 53">
                  <a:extLst>
                    <a:ext uri="{FF2B5EF4-FFF2-40B4-BE49-F238E27FC236}">
                      <a16:creationId xmlns:a16="http://schemas.microsoft.com/office/drawing/2014/main" id="{6DD3E996-2BA5-10FE-F069-AE087AEE18C8}"/>
                    </a:ext>
                  </a:extLst>
                </p:cNvPr>
                <p:cNvPicPr/>
                <p:nvPr/>
              </p:nvPicPr>
              <p:blipFill>
                <a:blip r:embed="rId89"/>
                <a:stretch>
                  <a:fillRect/>
                </a:stretch>
              </p:blipFill>
              <p:spPr>
                <a:xfrm>
                  <a:off x="7725451" y="3260197"/>
                  <a:ext cx="219960" cy="33408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56" name="Ink 55">
                  <a:extLst>
                    <a:ext uri="{FF2B5EF4-FFF2-40B4-BE49-F238E27FC236}">
                      <a16:creationId xmlns:a16="http://schemas.microsoft.com/office/drawing/2014/main" id="{4C92775A-057F-3155-B1D3-89079284321D}"/>
                    </a:ext>
                  </a:extLst>
                </p14:cNvPr>
                <p14:cNvContentPartPr/>
                <p14:nvPr/>
              </p14:nvContentPartPr>
              <p14:xfrm>
                <a:off x="6888426" y="2486185"/>
                <a:ext cx="880920" cy="1145880"/>
              </p14:xfrm>
            </p:contentPart>
          </mc:Choice>
          <mc:Fallback>
            <p:pic>
              <p:nvPicPr>
                <p:cNvPr id="56" name="Ink 55">
                  <a:extLst>
                    <a:ext uri="{FF2B5EF4-FFF2-40B4-BE49-F238E27FC236}">
                      <a16:creationId xmlns:a16="http://schemas.microsoft.com/office/drawing/2014/main" id="{4C92775A-057F-3155-B1D3-89079284321D}"/>
                    </a:ext>
                  </a:extLst>
                </p:cNvPr>
                <p:cNvPicPr/>
                <p:nvPr/>
              </p:nvPicPr>
              <p:blipFill>
                <a:blip r:embed="rId91"/>
                <a:stretch>
                  <a:fillRect/>
                </a:stretch>
              </p:blipFill>
              <p:spPr>
                <a:xfrm>
                  <a:off x="6879786" y="2477545"/>
                  <a:ext cx="898560" cy="116352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57" name="Ink 56">
                  <a:extLst>
                    <a:ext uri="{FF2B5EF4-FFF2-40B4-BE49-F238E27FC236}">
                      <a16:creationId xmlns:a16="http://schemas.microsoft.com/office/drawing/2014/main" id="{37D63E26-8CB1-8977-5437-A0B1C0D716AE}"/>
                    </a:ext>
                  </a:extLst>
                </p14:cNvPr>
                <p14:cNvContentPartPr/>
                <p14:nvPr/>
              </p14:nvContentPartPr>
              <p14:xfrm>
                <a:off x="7462266" y="3545665"/>
                <a:ext cx="342360" cy="56520"/>
              </p14:xfrm>
            </p:contentPart>
          </mc:Choice>
          <mc:Fallback>
            <p:pic>
              <p:nvPicPr>
                <p:cNvPr id="57" name="Ink 56">
                  <a:extLst>
                    <a:ext uri="{FF2B5EF4-FFF2-40B4-BE49-F238E27FC236}">
                      <a16:creationId xmlns:a16="http://schemas.microsoft.com/office/drawing/2014/main" id="{37D63E26-8CB1-8977-5437-A0B1C0D716AE}"/>
                    </a:ext>
                  </a:extLst>
                </p:cNvPr>
                <p:cNvPicPr/>
                <p:nvPr/>
              </p:nvPicPr>
              <p:blipFill>
                <a:blip r:embed="rId93"/>
                <a:stretch>
                  <a:fillRect/>
                </a:stretch>
              </p:blipFill>
              <p:spPr>
                <a:xfrm>
                  <a:off x="7453626" y="3536665"/>
                  <a:ext cx="360000" cy="7416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58" name="Ink 57">
                  <a:extLst>
                    <a:ext uri="{FF2B5EF4-FFF2-40B4-BE49-F238E27FC236}">
                      <a16:creationId xmlns:a16="http://schemas.microsoft.com/office/drawing/2014/main" id="{B8FD4E3E-54E8-6011-9401-159CFEDEDB63}"/>
                    </a:ext>
                  </a:extLst>
                </p14:cNvPr>
                <p14:cNvContentPartPr/>
                <p14:nvPr/>
              </p14:nvContentPartPr>
              <p14:xfrm>
                <a:off x="7767546" y="3408505"/>
                <a:ext cx="112680" cy="179280"/>
              </p14:xfrm>
            </p:contentPart>
          </mc:Choice>
          <mc:Fallback>
            <p:pic>
              <p:nvPicPr>
                <p:cNvPr id="58" name="Ink 57">
                  <a:extLst>
                    <a:ext uri="{FF2B5EF4-FFF2-40B4-BE49-F238E27FC236}">
                      <a16:creationId xmlns:a16="http://schemas.microsoft.com/office/drawing/2014/main" id="{B8FD4E3E-54E8-6011-9401-159CFEDEDB63}"/>
                    </a:ext>
                  </a:extLst>
                </p:cNvPr>
                <p:cNvPicPr/>
                <p:nvPr/>
              </p:nvPicPr>
              <p:blipFill>
                <a:blip r:embed="rId95"/>
                <a:stretch>
                  <a:fillRect/>
                </a:stretch>
              </p:blipFill>
              <p:spPr>
                <a:xfrm>
                  <a:off x="7758906" y="3399505"/>
                  <a:ext cx="130320" cy="19692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60" name="Ink 59">
                  <a:extLst>
                    <a:ext uri="{FF2B5EF4-FFF2-40B4-BE49-F238E27FC236}">
                      <a16:creationId xmlns:a16="http://schemas.microsoft.com/office/drawing/2014/main" id="{FB61B533-C485-571D-3ED1-A3EF5756CA3E}"/>
                    </a:ext>
                  </a:extLst>
                </p14:cNvPr>
                <p14:cNvContentPartPr/>
                <p14:nvPr/>
              </p14:nvContentPartPr>
              <p14:xfrm>
                <a:off x="6974826" y="3774265"/>
                <a:ext cx="356040" cy="165240"/>
              </p14:xfrm>
            </p:contentPart>
          </mc:Choice>
          <mc:Fallback>
            <p:pic>
              <p:nvPicPr>
                <p:cNvPr id="60" name="Ink 59">
                  <a:extLst>
                    <a:ext uri="{FF2B5EF4-FFF2-40B4-BE49-F238E27FC236}">
                      <a16:creationId xmlns:a16="http://schemas.microsoft.com/office/drawing/2014/main" id="{FB61B533-C485-571D-3ED1-A3EF5756CA3E}"/>
                    </a:ext>
                  </a:extLst>
                </p:cNvPr>
                <p:cNvPicPr/>
                <p:nvPr/>
              </p:nvPicPr>
              <p:blipFill>
                <a:blip r:embed="rId97"/>
                <a:stretch>
                  <a:fillRect/>
                </a:stretch>
              </p:blipFill>
              <p:spPr>
                <a:xfrm>
                  <a:off x="6965826" y="3765625"/>
                  <a:ext cx="373680" cy="18288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61" name="Ink 60">
                  <a:extLst>
                    <a:ext uri="{FF2B5EF4-FFF2-40B4-BE49-F238E27FC236}">
                      <a16:creationId xmlns:a16="http://schemas.microsoft.com/office/drawing/2014/main" id="{630BB10A-78E3-38B3-D8B4-D3C754E660DE}"/>
                    </a:ext>
                  </a:extLst>
                </p14:cNvPr>
                <p14:cNvContentPartPr/>
                <p14:nvPr/>
              </p14:nvContentPartPr>
              <p14:xfrm>
                <a:off x="7018026" y="3794785"/>
                <a:ext cx="469800" cy="277560"/>
              </p14:xfrm>
            </p:contentPart>
          </mc:Choice>
          <mc:Fallback>
            <p:pic>
              <p:nvPicPr>
                <p:cNvPr id="61" name="Ink 60">
                  <a:extLst>
                    <a:ext uri="{FF2B5EF4-FFF2-40B4-BE49-F238E27FC236}">
                      <a16:creationId xmlns:a16="http://schemas.microsoft.com/office/drawing/2014/main" id="{630BB10A-78E3-38B3-D8B4-D3C754E660DE}"/>
                    </a:ext>
                  </a:extLst>
                </p:cNvPr>
                <p:cNvPicPr/>
                <p:nvPr/>
              </p:nvPicPr>
              <p:blipFill>
                <a:blip r:embed="rId99"/>
                <a:stretch>
                  <a:fillRect/>
                </a:stretch>
              </p:blipFill>
              <p:spPr>
                <a:xfrm>
                  <a:off x="7009026" y="3786145"/>
                  <a:ext cx="487440" cy="29520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63" name="Ink 62">
                  <a:extLst>
                    <a:ext uri="{FF2B5EF4-FFF2-40B4-BE49-F238E27FC236}">
                      <a16:creationId xmlns:a16="http://schemas.microsoft.com/office/drawing/2014/main" id="{B4EE22A6-616B-BAA5-797B-D01E02D70878}"/>
                    </a:ext>
                  </a:extLst>
                </p14:cNvPr>
                <p14:cNvContentPartPr/>
                <p14:nvPr/>
              </p14:nvContentPartPr>
              <p14:xfrm>
                <a:off x="8830626" y="4187545"/>
                <a:ext cx="164880" cy="619200"/>
              </p14:xfrm>
            </p:contentPart>
          </mc:Choice>
          <mc:Fallback>
            <p:pic>
              <p:nvPicPr>
                <p:cNvPr id="63" name="Ink 62">
                  <a:extLst>
                    <a:ext uri="{FF2B5EF4-FFF2-40B4-BE49-F238E27FC236}">
                      <a16:creationId xmlns:a16="http://schemas.microsoft.com/office/drawing/2014/main" id="{B4EE22A6-616B-BAA5-797B-D01E02D70878}"/>
                    </a:ext>
                  </a:extLst>
                </p:cNvPr>
                <p:cNvPicPr/>
                <p:nvPr/>
              </p:nvPicPr>
              <p:blipFill>
                <a:blip r:embed="rId101"/>
                <a:stretch>
                  <a:fillRect/>
                </a:stretch>
              </p:blipFill>
              <p:spPr>
                <a:xfrm>
                  <a:off x="8821986" y="4178905"/>
                  <a:ext cx="182520" cy="63684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64" name="Ink 63">
                  <a:extLst>
                    <a:ext uri="{FF2B5EF4-FFF2-40B4-BE49-F238E27FC236}">
                      <a16:creationId xmlns:a16="http://schemas.microsoft.com/office/drawing/2014/main" id="{0F41387E-2A0D-7844-61F4-5B0EF0DCA9FD}"/>
                    </a:ext>
                  </a:extLst>
                </p14:cNvPr>
                <p14:cNvContentPartPr/>
                <p14:nvPr/>
              </p14:nvContentPartPr>
              <p14:xfrm>
                <a:off x="8721906" y="4643665"/>
                <a:ext cx="364680" cy="164880"/>
              </p14:xfrm>
            </p:contentPart>
          </mc:Choice>
          <mc:Fallback>
            <p:pic>
              <p:nvPicPr>
                <p:cNvPr id="64" name="Ink 63">
                  <a:extLst>
                    <a:ext uri="{FF2B5EF4-FFF2-40B4-BE49-F238E27FC236}">
                      <a16:creationId xmlns:a16="http://schemas.microsoft.com/office/drawing/2014/main" id="{0F41387E-2A0D-7844-61F4-5B0EF0DCA9FD}"/>
                    </a:ext>
                  </a:extLst>
                </p:cNvPr>
                <p:cNvPicPr/>
                <p:nvPr/>
              </p:nvPicPr>
              <p:blipFill>
                <a:blip r:embed="rId103"/>
                <a:stretch>
                  <a:fillRect/>
                </a:stretch>
              </p:blipFill>
              <p:spPr>
                <a:xfrm>
                  <a:off x="8713266" y="4634665"/>
                  <a:ext cx="382320" cy="18252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65" name="Ink 64">
                  <a:extLst>
                    <a:ext uri="{FF2B5EF4-FFF2-40B4-BE49-F238E27FC236}">
                      <a16:creationId xmlns:a16="http://schemas.microsoft.com/office/drawing/2014/main" id="{683401FD-FB1C-A88B-A48A-828670263CE0}"/>
                    </a:ext>
                  </a:extLst>
                </p14:cNvPr>
                <p14:cNvContentPartPr/>
                <p14:nvPr/>
              </p14:nvContentPartPr>
              <p14:xfrm>
                <a:off x="8763306" y="4618105"/>
                <a:ext cx="316440" cy="140760"/>
              </p14:xfrm>
            </p:contentPart>
          </mc:Choice>
          <mc:Fallback>
            <p:pic>
              <p:nvPicPr>
                <p:cNvPr id="65" name="Ink 64">
                  <a:extLst>
                    <a:ext uri="{FF2B5EF4-FFF2-40B4-BE49-F238E27FC236}">
                      <a16:creationId xmlns:a16="http://schemas.microsoft.com/office/drawing/2014/main" id="{683401FD-FB1C-A88B-A48A-828670263CE0}"/>
                    </a:ext>
                  </a:extLst>
                </p:cNvPr>
                <p:cNvPicPr/>
                <p:nvPr/>
              </p:nvPicPr>
              <p:blipFill>
                <a:blip r:embed="rId105"/>
                <a:stretch>
                  <a:fillRect/>
                </a:stretch>
              </p:blipFill>
              <p:spPr>
                <a:xfrm>
                  <a:off x="8754666" y="4609465"/>
                  <a:ext cx="334080" cy="15840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66" name="Ink 65">
                  <a:extLst>
                    <a:ext uri="{FF2B5EF4-FFF2-40B4-BE49-F238E27FC236}">
                      <a16:creationId xmlns:a16="http://schemas.microsoft.com/office/drawing/2014/main" id="{3CE114D3-069B-947D-83FB-1F1390BC0F13}"/>
                    </a:ext>
                  </a:extLst>
                </p14:cNvPr>
                <p14:cNvContentPartPr/>
                <p14:nvPr/>
              </p14:nvContentPartPr>
              <p14:xfrm>
                <a:off x="8931786" y="4648705"/>
                <a:ext cx="211320" cy="159480"/>
              </p14:xfrm>
            </p:contentPart>
          </mc:Choice>
          <mc:Fallback>
            <p:pic>
              <p:nvPicPr>
                <p:cNvPr id="66" name="Ink 65">
                  <a:extLst>
                    <a:ext uri="{FF2B5EF4-FFF2-40B4-BE49-F238E27FC236}">
                      <a16:creationId xmlns:a16="http://schemas.microsoft.com/office/drawing/2014/main" id="{3CE114D3-069B-947D-83FB-1F1390BC0F13}"/>
                    </a:ext>
                  </a:extLst>
                </p:cNvPr>
                <p:cNvPicPr/>
                <p:nvPr/>
              </p:nvPicPr>
              <p:blipFill>
                <a:blip r:embed="rId107"/>
                <a:stretch>
                  <a:fillRect/>
                </a:stretch>
              </p:blipFill>
              <p:spPr>
                <a:xfrm>
                  <a:off x="8922786" y="4640065"/>
                  <a:ext cx="228960" cy="17712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67" name="Ink 66">
                  <a:extLst>
                    <a:ext uri="{FF2B5EF4-FFF2-40B4-BE49-F238E27FC236}">
                      <a16:creationId xmlns:a16="http://schemas.microsoft.com/office/drawing/2014/main" id="{BFB55C2E-201C-9319-1C56-AC33BBF656C0}"/>
                    </a:ext>
                  </a:extLst>
                </p14:cNvPr>
                <p14:cNvContentPartPr/>
                <p14:nvPr/>
              </p14:nvContentPartPr>
              <p14:xfrm>
                <a:off x="8749626" y="4608385"/>
                <a:ext cx="362160" cy="199440"/>
              </p14:xfrm>
            </p:contentPart>
          </mc:Choice>
          <mc:Fallback>
            <p:pic>
              <p:nvPicPr>
                <p:cNvPr id="67" name="Ink 66">
                  <a:extLst>
                    <a:ext uri="{FF2B5EF4-FFF2-40B4-BE49-F238E27FC236}">
                      <a16:creationId xmlns:a16="http://schemas.microsoft.com/office/drawing/2014/main" id="{BFB55C2E-201C-9319-1C56-AC33BBF656C0}"/>
                    </a:ext>
                  </a:extLst>
                </p:cNvPr>
                <p:cNvPicPr/>
                <p:nvPr/>
              </p:nvPicPr>
              <p:blipFill>
                <a:blip r:embed="rId109"/>
                <a:stretch>
                  <a:fillRect/>
                </a:stretch>
              </p:blipFill>
              <p:spPr>
                <a:xfrm>
                  <a:off x="8740986" y="4599385"/>
                  <a:ext cx="379800" cy="21708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68" name="Ink 67">
                  <a:extLst>
                    <a:ext uri="{FF2B5EF4-FFF2-40B4-BE49-F238E27FC236}">
                      <a16:creationId xmlns:a16="http://schemas.microsoft.com/office/drawing/2014/main" id="{587AA460-5474-4433-E60B-A853148CC43D}"/>
                    </a:ext>
                  </a:extLst>
                </p14:cNvPr>
                <p14:cNvContentPartPr/>
                <p14:nvPr/>
              </p14:nvContentPartPr>
              <p14:xfrm>
                <a:off x="8812626" y="4778305"/>
                <a:ext cx="10440" cy="11520"/>
              </p14:xfrm>
            </p:contentPart>
          </mc:Choice>
          <mc:Fallback>
            <p:pic>
              <p:nvPicPr>
                <p:cNvPr id="68" name="Ink 67">
                  <a:extLst>
                    <a:ext uri="{FF2B5EF4-FFF2-40B4-BE49-F238E27FC236}">
                      <a16:creationId xmlns:a16="http://schemas.microsoft.com/office/drawing/2014/main" id="{587AA460-5474-4433-E60B-A853148CC43D}"/>
                    </a:ext>
                  </a:extLst>
                </p:cNvPr>
                <p:cNvPicPr/>
                <p:nvPr/>
              </p:nvPicPr>
              <p:blipFill>
                <a:blip r:embed="rId111"/>
                <a:stretch>
                  <a:fillRect/>
                </a:stretch>
              </p:blipFill>
              <p:spPr>
                <a:xfrm>
                  <a:off x="8803986" y="4769305"/>
                  <a:ext cx="2808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70" name="Ink 69">
                  <a:extLst>
                    <a:ext uri="{FF2B5EF4-FFF2-40B4-BE49-F238E27FC236}">
                      <a16:creationId xmlns:a16="http://schemas.microsoft.com/office/drawing/2014/main" id="{C774CB84-3892-1B58-F630-8E2878035D80}"/>
                    </a:ext>
                  </a:extLst>
                </p14:cNvPr>
                <p14:cNvContentPartPr/>
                <p14:nvPr/>
              </p14:nvContentPartPr>
              <p14:xfrm>
                <a:off x="7798146" y="4649425"/>
                <a:ext cx="2424600" cy="1587960"/>
              </p14:xfrm>
            </p:contentPart>
          </mc:Choice>
          <mc:Fallback>
            <p:pic>
              <p:nvPicPr>
                <p:cNvPr id="70" name="Ink 69">
                  <a:extLst>
                    <a:ext uri="{FF2B5EF4-FFF2-40B4-BE49-F238E27FC236}">
                      <a16:creationId xmlns:a16="http://schemas.microsoft.com/office/drawing/2014/main" id="{C774CB84-3892-1B58-F630-8E2878035D80}"/>
                    </a:ext>
                  </a:extLst>
                </p:cNvPr>
                <p:cNvPicPr/>
                <p:nvPr/>
              </p:nvPicPr>
              <p:blipFill>
                <a:blip r:embed="rId113"/>
                <a:stretch>
                  <a:fillRect/>
                </a:stretch>
              </p:blipFill>
              <p:spPr>
                <a:xfrm>
                  <a:off x="7789506" y="4640425"/>
                  <a:ext cx="2442240" cy="160560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72" name="Ink 71">
                  <a:extLst>
                    <a:ext uri="{FF2B5EF4-FFF2-40B4-BE49-F238E27FC236}">
                      <a16:creationId xmlns:a16="http://schemas.microsoft.com/office/drawing/2014/main" id="{CDAC634B-55FD-E61C-6CC8-ADE999C33C71}"/>
                    </a:ext>
                  </a:extLst>
                </p14:cNvPr>
                <p14:cNvContentPartPr/>
                <p14:nvPr/>
              </p14:nvContentPartPr>
              <p14:xfrm>
                <a:off x="5192466" y="2420305"/>
                <a:ext cx="678240" cy="368280"/>
              </p14:xfrm>
            </p:contentPart>
          </mc:Choice>
          <mc:Fallback>
            <p:pic>
              <p:nvPicPr>
                <p:cNvPr id="72" name="Ink 71">
                  <a:extLst>
                    <a:ext uri="{FF2B5EF4-FFF2-40B4-BE49-F238E27FC236}">
                      <a16:creationId xmlns:a16="http://schemas.microsoft.com/office/drawing/2014/main" id="{CDAC634B-55FD-E61C-6CC8-ADE999C33C71}"/>
                    </a:ext>
                  </a:extLst>
                </p:cNvPr>
                <p:cNvPicPr/>
                <p:nvPr/>
              </p:nvPicPr>
              <p:blipFill>
                <a:blip r:embed="rId115"/>
                <a:stretch>
                  <a:fillRect/>
                </a:stretch>
              </p:blipFill>
              <p:spPr>
                <a:xfrm>
                  <a:off x="5183826" y="2411305"/>
                  <a:ext cx="695880" cy="38592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73" name="Ink 72">
                  <a:extLst>
                    <a:ext uri="{FF2B5EF4-FFF2-40B4-BE49-F238E27FC236}">
                      <a16:creationId xmlns:a16="http://schemas.microsoft.com/office/drawing/2014/main" id="{18A51E95-BB6E-B973-C775-974F881252FD}"/>
                    </a:ext>
                  </a:extLst>
                </p14:cNvPr>
                <p14:cNvContentPartPr/>
                <p14:nvPr/>
              </p14:nvContentPartPr>
              <p14:xfrm>
                <a:off x="5306586" y="2569345"/>
                <a:ext cx="669960" cy="463680"/>
              </p14:xfrm>
            </p:contentPart>
          </mc:Choice>
          <mc:Fallback>
            <p:pic>
              <p:nvPicPr>
                <p:cNvPr id="73" name="Ink 72">
                  <a:extLst>
                    <a:ext uri="{FF2B5EF4-FFF2-40B4-BE49-F238E27FC236}">
                      <a16:creationId xmlns:a16="http://schemas.microsoft.com/office/drawing/2014/main" id="{18A51E95-BB6E-B973-C775-974F881252FD}"/>
                    </a:ext>
                  </a:extLst>
                </p:cNvPr>
                <p:cNvPicPr/>
                <p:nvPr/>
              </p:nvPicPr>
              <p:blipFill>
                <a:blip r:embed="rId117"/>
                <a:stretch>
                  <a:fillRect/>
                </a:stretch>
              </p:blipFill>
              <p:spPr>
                <a:xfrm>
                  <a:off x="5297946" y="2560345"/>
                  <a:ext cx="687600" cy="48132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74" name="Ink 73">
                  <a:extLst>
                    <a:ext uri="{FF2B5EF4-FFF2-40B4-BE49-F238E27FC236}">
                      <a16:creationId xmlns:a16="http://schemas.microsoft.com/office/drawing/2014/main" id="{9C307003-FF72-83A6-128F-5677BF768416}"/>
                    </a:ext>
                  </a:extLst>
                </p14:cNvPr>
                <p14:cNvContentPartPr/>
                <p14:nvPr/>
              </p14:nvContentPartPr>
              <p14:xfrm>
                <a:off x="4768746" y="1971025"/>
                <a:ext cx="806760" cy="279000"/>
              </p14:xfrm>
            </p:contentPart>
          </mc:Choice>
          <mc:Fallback>
            <p:pic>
              <p:nvPicPr>
                <p:cNvPr id="74" name="Ink 73">
                  <a:extLst>
                    <a:ext uri="{FF2B5EF4-FFF2-40B4-BE49-F238E27FC236}">
                      <a16:creationId xmlns:a16="http://schemas.microsoft.com/office/drawing/2014/main" id="{9C307003-FF72-83A6-128F-5677BF768416}"/>
                    </a:ext>
                  </a:extLst>
                </p:cNvPr>
                <p:cNvPicPr/>
                <p:nvPr/>
              </p:nvPicPr>
              <p:blipFill>
                <a:blip r:embed="rId119"/>
                <a:stretch>
                  <a:fillRect/>
                </a:stretch>
              </p:blipFill>
              <p:spPr>
                <a:xfrm>
                  <a:off x="4760106" y="1962385"/>
                  <a:ext cx="824400" cy="29664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75" name="Ink 74">
                  <a:extLst>
                    <a:ext uri="{FF2B5EF4-FFF2-40B4-BE49-F238E27FC236}">
                      <a16:creationId xmlns:a16="http://schemas.microsoft.com/office/drawing/2014/main" id="{C931FAA3-5CD9-D68E-57BC-CC37F5D1F6C8}"/>
                    </a:ext>
                  </a:extLst>
                </p14:cNvPr>
                <p14:cNvContentPartPr/>
                <p14:nvPr/>
              </p14:nvContentPartPr>
              <p14:xfrm>
                <a:off x="4771626" y="1591945"/>
                <a:ext cx="240120" cy="373320"/>
              </p14:xfrm>
            </p:contentPart>
          </mc:Choice>
          <mc:Fallback>
            <p:pic>
              <p:nvPicPr>
                <p:cNvPr id="75" name="Ink 74">
                  <a:extLst>
                    <a:ext uri="{FF2B5EF4-FFF2-40B4-BE49-F238E27FC236}">
                      <a16:creationId xmlns:a16="http://schemas.microsoft.com/office/drawing/2014/main" id="{C931FAA3-5CD9-D68E-57BC-CC37F5D1F6C8}"/>
                    </a:ext>
                  </a:extLst>
                </p:cNvPr>
                <p:cNvPicPr/>
                <p:nvPr/>
              </p:nvPicPr>
              <p:blipFill>
                <a:blip r:embed="rId121"/>
                <a:stretch>
                  <a:fillRect/>
                </a:stretch>
              </p:blipFill>
              <p:spPr>
                <a:xfrm>
                  <a:off x="4762626" y="1583305"/>
                  <a:ext cx="257760" cy="39096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76" name="Ink 75">
                  <a:extLst>
                    <a:ext uri="{FF2B5EF4-FFF2-40B4-BE49-F238E27FC236}">
                      <a16:creationId xmlns:a16="http://schemas.microsoft.com/office/drawing/2014/main" id="{29F7D119-5E0E-8A34-6565-9B47F2C651FD}"/>
                    </a:ext>
                  </a:extLst>
                </p14:cNvPr>
                <p14:cNvContentPartPr/>
                <p14:nvPr/>
              </p14:nvContentPartPr>
              <p14:xfrm>
                <a:off x="5065386" y="1396825"/>
                <a:ext cx="618840" cy="460080"/>
              </p14:xfrm>
            </p:contentPart>
          </mc:Choice>
          <mc:Fallback>
            <p:pic>
              <p:nvPicPr>
                <p:cNvPr id="76" name="Ink 75">
                  <a:extLst>
                    <a:ext uri="{FF2B5EF4-FFF2-40B4-BE49-F238E27FC236}">
                      <a16:creationId xmlns:a16="http://schemas.microsoft.com/office/drawing/2014/main" id="{29F7D119-5E0E-8A34-6565-9B47F2C651FD}"/>
                    </a:ext>
                  </a:extLst>
                </p:cNvPr>
                <p:cNvPicPr/>
                <p:nvPr/>
              </p:nvPicPr>
              <p:blipFill>
                <a:blip r:embed="rId123"/>
                <a:stretch>
                  <a:fillRect/>
                </a:stretch>
              </p:blipFill>
              <p:spPr>
                <a:xfrm>
                  <a:off x="5056386" y="1388185"/>
                  <a:ext cx="636480" cy="47772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77" name="Ink 76">
                  <a:extLst>
                    <a:ext uri="{FF2B5EF4-FFF2-40B4-BE49-F238E27FC236}">
                      <a16:creationId xmlns:a16="http://schemas.microsoft.com/office/drawing/2014/main" id="{EC321D6A-E78F-FB4A-4A8C-7923B3749A51}"/>
                    </a:ext>
                  </a:extLst>
                </p14:cNvPr>
                <p14:cNvContentPartPr/>
                <p14:nvPr/>
              </p14:nvContentPartPr>
              <p14:xfrm>
                <a:off x="4922106" y="1896865"/>
                <a:ext cx="561600" cy="283320"/>
              </p14:xfrm>
            </p:contentPart>
          </mc:Choice>
          <mc:Fallback>
            <p:pic>
              <p:nvPicPr>
                <p:cNvPr id="77" name="Ink 76">
                  <a:extLst>
                    <a:ext uri="{FF2B5EF4-FFF2-40B4-BE49-F238E27FC236}">
                      <a16:creationId xmlns:a16="http://schemas.microsoft.com/office/drawing/2014/main" id="{EC321D6A-E78F-FB4A-4A8C-7923B3749A51}"/>
                    </a:ext>
                  </a:extLst>
                </p:cNvPr>
                <p:cNvPicPr/>
                <p:nvPr/>
              </p:nvPicPr>
              <p:blipFill>
                <a:blip r:embed="rId125"/>
                <a:stretch>
                  <a:fillRect/>
                </a:stretch>
              </p:blipFill>
              <p:spPr>
                <a:xfrm>
                  <a:off x="4913466" y="1887865"/>
                  <a:ext cx="579240" cy="30096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78" name="Ink 77">
                  <a:extLst>
                    <a:ext uri="{FF2B5EF4-FFF2-40B4-BE49-F238E27FC236}">
                      <a16:creationId xmlns:a16="http://schemas.microsoft.com/office/drawing/2014/main" id="{E3219986-B536-8CAE-38DF-6417A813AB75}"/>
                    </a:ext>
                  </a:extLst>
                </p14:cNvPr>
                <p14:cNvContentPartPr/>
                <p14:nvPr/>
              </p14:nvContentPartPr>
              <p14:xfrm>
                <a:off x="4971786" y="1926385"/>
                <a:ext cx="657720" cy="294840"/>
              </p14:xfrm>
            </p:contentPart>
          </mc:Choice>
          <mc:Fallback>
            <p:pic>
              <p:nvPicPr>
                <p:cNvPr id="78" name="Ink 77">
                  <a:extLst>
                    <a:ext uri="{FF2B5EF4-FFF2-40B4-BE49-F238E27FC236}">
                      <a16:creationId xmlns:a16="http://schemas.microsoft.com/office/drawing/2014/main" id="{E3219986-B536-8CAE-38DF-6417A813AB75}"/>
                    </a:ext>
                  </a:extLst>
                </p:cNvPr>
                <p:cNvPicPr/>
                <p:nvPr/>
              </p:nvPicPr>
              <p:blipFill>
                <a:blip r:embed="rId127"/>
                <a:stretch>
                  <a:fillRect/>
                </a:stretch>
              </p:blipFill>
              <p:spPr>
                <a:xfrm>
                  <a:off x="4962786" y="1917745"/>
                  <a:ext cx="675360" cy="31248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79" name="Ink 78">
                  <a:extLst>
                    <a:ext uri="{FF2B5EF4-FFF2-40B4-BE49-F238E27FC236}">
                      <a16:creationId xmlns:a16="http://schemas.microsoft.com/office/drawing/2014/main" id="{7CE94E2A-8B60-A2D0-0C48-387FB45DE769}"/>
                    </a:ext>
                  </a:extLst>
                </p14:cNvPr>
                <p14:cNvContentPartPr/>
                <p14:nvPr/>
              </p14:nvContentPartPr>
              <p14:xfrm>
                <a:off x="5706546" y="1434985"/>
                <a:ext cx="2260080" cy="1467720"/>
              </p14:xfrm>
            </p:contentPart>
          </mc:Choice>
          <mc:Fallback>
            <p:pic>
              <p:nvPicPr>
                <p:cNvPr id="79" name="Ink 78">
                  <a:extLst>
                    <a:ext uri="{FF2B5EF4-FFF2-40B4-BE49-F238E27FC236}">
                      <a16:creationId xmlns:a16="http://schemas.microsoft.com/office/drawing/2014/main" id="{7CE94E2A-8B60-A2D0-0C48-387FB45DE769}"/>
                    </a:ext>
                  </a:extLst>
                </p:cNvPr>
                <p:cNvPicPr/>
                <p:nvPr/>
              </p:nvPicPr>
              <p:blipFill>
                <a:blip r:embed="rId129"/>
                <a:stretch>
                  <a:fillRect/>
                </a:stretch>
              </p:blipFill>
              <p:spPr>
                <a:xfrm>
                  <a:off x="5697906" y="1425985"/>
                  <a:ext cx="2277720" cy="148536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81" name="Ink 80">
                  <a:extLst>
                    <a:ext uri="{FF2B5EF4-FFF2-40B4-BE49-F238E27FC236}">
                      <a16:creationId xmlns:a16="http://schemas.microsoft.com/office/drawing/2014/main" id="{24EA61B3-BFAB-F502-2F25-D44DF7EB0B36}"/>
                    </a:ext>
                  </a:extLst>
                </p14:cNvPr>
                <p14:cNvContentPartPr/>
                <p14:nvPr/>
              </p14:nvContentPartPr>
              <p14:xfrm>
                <a:off x="4325946" y="2244985"/>
                <a:ext cx="1477440" cy="750600"/>
              </p14:xfrm>
            </p:contentPart>
          </mc:Choice>
          <mc:Fallback>
            <p:pic>
              <p:nvPicPr>
                <p:cNvPr id="81" name="Ink 80">
                  <a:extLst>
                    <a:ext uri="{FF2B5EF4-FFF2-40B4-BE49-F238E27FC236}">
                      <a16:creationId xmlns:a16="http://schemas.microsoft.com/office/drawing/2014/main" id="{24EA61B3-BFAB-F502-2F25-D44DF7EB0B36}"/>
                    </a:ext>
                  </a:extLst>
                </p:cNvPr>
                <p:cNvPicPr/>
                <p:nvPr/>
              </p:nvPicPr>
              <p:blipFill>
                <a:blip r:embed="rId131"/>
                <a:stretch>
                  <a:fillRect/>
                </a:stretch>
              </p:blipFill>
              <p:spPr>
                <a:xfrm>
                  <a:off x="4316946" y="2236345"/>
                  <a:ext cx="1495080" cy="76824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82" name="Ink 81">
                  <a:extLst>
                    <a:ext uri="{FF2B5EF4-FFF2-40B4-BE49-F238E27FC236}">
                      <a16:creationId xmlns:a16="http://schemas.microsoft.com/office/drawing/2014/main" id="{B011D347-1FC6-491A-846C-5E8A63C8678B}"/>
                    </a:ext>
                  </a:extLst>
                </p14:cNvPr>
                <p14:cNvContentPartPr/>
                <p14:nvPr/>
              </p14:nvContentPartPr>
              <p14:xfrm>
                <a:off x="4326306" y="2750065"/>
                <a:ext cx="242640" cy="261720"/>
              </p14:xfrm>
            </p:contentPart>
          </mc:Choice>
          <mc:Fallback>
            <p:pic>
              <p:nvPicPr>
                <p:cNvPr id="82" name="Ink 81">
                  <a:extLst>
                    <a:ext uri="{FF2B5EF4-FFF2-40B4-BE49-F238E27FC236}">
                      <a16:creationId xmlns:a16="http://schemas.microsoft.com/office/drawing/2014/main" id="{B011D347-1FC6-491A-846C-5E8A63C8678B}"/>
                    </a:ext>
                  </a:extLst>
                </p:cNvPr>
                <p:cNvPicPr/>
                <p:nvPr/>
              </p:nvPicPr>
              <p:blipFill>
                <a:blip r:embed="rId133"/>
                <a:stretch>
                  <a:fillRect/>
                </a:stretch>
              </p:blipFill>
              <p:spPr>
                <a:xfrm>
                  <a:off x="4317306" y="2741425"/>
                  <a:ext cx="260280" cy="27936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84" name="Ink 83">
                  <a:extLst>
                    <a:ext uri="{FF2B5EF4-FFF2-40B4-BE49-F238E27FC236}">
                      <a16:creationId xmlns:a16="http://schemas.microsoft.com/office/drawing/2014/main" id="{52519731-94E2-F7B9-8611-B3A41929CDA2}"/>
                    </a:ext>
                  </a:extLst>
                </p14:cNvPr>
                <p14:cNvContentPartPr/>
                <p14:nvPr/>
              </p14:nvContentPartPr>
              <p14:xfrm>
                <a:off x="3989706" y="3457465"/>
                <a:ext cx="228600" cy="270720"/>
              </p14:xfrm>
            </p:contentPart>
          </mc:Choice>
          <mc:Fallback>
            <p:pic>
              <p:nvPicPr>
                <p:cNvPr id="84" name="Ink 83">
                  <a:extLst>
                    <a:ext uri="{FF2B5EF4-FFF2-40B4-BE49-F238E27FC236}">
                      <a16:creationId xmlns:a16="http://schemas.microsoft.com/office/drawing/2014/main" id="{52519731-94E2-F7B9-8611-B3A41929CDA2}"/>
                    </a:ext>
                  </a:extLst>
                </p:cNvPr>
                <p:cNvPicPr/>
                <p:nvPr/>
              </p:nvPicPr>
              <p:blipFill>
                <a:blip r:embed="rId135"/>
                <a:stretch>
                  <a:fillRect/>
                </a:stretch>
              </p:blipFill>
              <p:spPr>
                <a:xfrm>
                  <a:off x="3980706" y="3448825"/>
                  <a:ext cx="246240" cy="28836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85" name="Ink 84">
                  <a:extLst>
                    <a:ext uri="{FF2B5EF4-FFF2-40B4-BE49-F238E27FC236}">
                      <a16:creationId xmlns:a16="http://schemas.microsoft.com/office/drawing/2014/main" id="{07CD1116-8F1F-DFE4-4F54-F39A49535E30}"/>
                    </a:ext>
                  </a:extLst>
                </p14:cNvPr>
                <p14:cNvContentPartPr/>
                <p14:nvPr/>
              </p14:nvContentPartPr>
              <p14:xfrm>
                <a:off x="4135866" y="2836465"/>
                <a:ext cx="956880" cy="1028160"/>
              </p14:xfrm>
            </p:contentPart>
          </mc:Choice>
          <mc:Fallback>
            <p:pic>
              <p:nvPicPr>
                <p:cNvPr id="85" name="Ink 84">
                  <a:extLst>
                    <a:ext uri="{FF2B5EF4-FFF2-40B4-BE49-F238E27FC236}">
                      <a16:creationId xmlns:a16="http://schemas.microsoft.com/office/drawing/2014/main" id="{07CD1116-8F1F-DFE4-4F54-F39A49535E30}"/>
                    </a:ext>
                  </a:extLst>
                </p:cNvPr>
                <p:cNvPicPr/>
                <p:nvPr/>
              </p:nvPicPr>
              <p:blipFill>
                <a:blip r:embed="rId137"/>
                <a:stretch>
                  <a:fillRect/>
                </a:stretch>
              </p:blipFill>
              <p:spPr>
                <a:xfrm>
                  <a:off x="4127226" y="2827825"/>
                  <a:ext cx="974520" cy="104580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86" name="Ink 85">
                  <a:extLst>
                    <a:ext uri="{FF2B5EF4-FFF2-40B4-BE49-F238E27FC236}">
                      <a16:creationId xmlns:a16="http://schemas.microsoft.com/office/drawing/2014/main" id="{400B9F8B-A206-8B18-9449-E4AEDF0D538B}"/>
                    </a:ext>
                  </a:extLst>
                </p14:cNvPr>
                <p14:cNvContentPartPr/>
                <p14:nvPr/>
              </p14:nvContentPartPr>
              <p14:xfrm>
                <a:off x="5062146" y="2826745"/>
                <a:ext cx="188640" cy="268560"/>
              </p14:xfrm>
            </p:contentPart>
          </mc:Choice>
          <mc:Fallback>
            <p:pic>
              <p:nvPicPr>
                <p:cNvPr id="86" name="Ink 85">
                  <a:extLst>
                    <a:ext uri="{FF2B5EF4-FFF2-40B4-BE49-F238E27FC236}">
                      <a16:creationId xmlns:a16="http://schemas.microsoft.com/office/drawing/2014/main" id="{400B9F8B-A206-8B18-9449-E4AEDF0D538B}"/>
                    </a:ext>
                  </a:extLst>
                </p:cNvPr>
                <p:cNvPicPr/>
                <p:nvPr/>
              </p:nvPicPr>
              <p:blipFill>
                <a:blip r:embed="rId139"/>
                <a:stretch>
                  <a:fillRect/>
                </a:stretch>
              </p:blipFill>
              <p:spPr>
                <a:xfrm>
                  <a:off x="5053146" y="2818105"/>
                  <a:ext cx="206280" cy="28620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87" name="Ink 86">
                  <a:extLst>
                    <a:ext uri="{FF2B5EF4-FFF2-40B4-BE49-F238E27FC236}">
                      <a16:creationId xmlns:a16="http://schemas.microsoft.com/office/drawing/2014/main" id="{DF16AB07-B96E-A2D3-1020-4615C9C1EC96}"/>
                    </a:ext>
                  </a:extLst>
                </p14:cNvPr>
                <p14:cNvContentPartPr/>
                <p14:nvPr/>
              </p14:nvContentPartPr>
              <p14:xfrm>
                <a:off x="4681266" y="3517945"/>
                <a:ext cx="529920" cy="595080"/>
              </p14:xfrm>
            </p:contentPart>
          </mc:Choice>
          <mc:Fallback>
            <p:pic>
              <p:nvPicPr>
                <p:cNvPr id="87" name="Ink 86">
                  <a:extLst>
                    <a:ext uri="{FF2B5EF4-FFF2-40B4-BE49-F238E27FC236}">
                      <a16:creationId xmlns:a16="http://schemas.microsoft.com/office/drawing/2014/main" id="{DF16AB07-B96E-A2D3-1020-4615C9C1EC96}"/>
                    </a:ext>
                  </a:extLst>
                </p:cNvPr>
                <p:cNvPicPr/>
                <p:nvPr/>
              </p:nvPicPr>
              <p:blipFill>
                <a:blip r:embed="rId141"/>
                <a:stretch>
                  <a:fillRect/>
                </a:stretch>
              </p:blipFill>
              <p:spPr>
                <a:xfrm>
                  <a:off x="4672626" y="3509305"/>
                  <a:ext cx="547560" cy="61272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88" name="Ink 87">
                  <a:extLst>
                    <a:ext uri="{FF2B5EF4-FFF2-40B4-BE49-F238E27FC236}">
                      <a16:creationId xmlns:a16="http://schemas.microsoft.com/office/drawing/2014/main" id="{1F6CE648-757C-BD3D-DCB2-AF2DEDD51C89}"/>
                    </a:ext>
                  </a:extLst>
                </p14:cNvPr>
                <p14:cNvContentPartPr/>
                <p14:nvPr/>
              </p14:nvContentPartPr>
              <p14:xfrm>
                <a:off x="4167546" y="3940225"/>
                <a:ext cx="597600" cy="485280"/>
              </p14:xfrm>
            </p:contentPart>
          </mc:Choice>
          <mc:Fallback>
            <p:pic>
              <p:nvPicPr>
                <p:cNvPr id="88" name="Ink 87">
                  <a:extLst>
                    <a:ext uri="{FF2B5EF4-FFF2-40B4-BE49-F238E27FC236}">
                      <a16:creationId xmlns:a16="http://schemas.microsoft.com/office/drawing/2014/main" id="{1F6CE648-757C-BD3D-DCB2-AF2DEDD51C89}"/>
                    </a:ext>
                  </a:extLst>
                </p:cNvPr>
                <p:cNvPicPr/>
                <p:nvPr/>
              </p:nvPicPr>
              <p:blipFill>
                <a:blip r:embed="rId143"/>
                <a:stretch>
                  <a:fillRect/>
                </a:stretch>
              </p:blipFill>
              <p:spPr>
                <a:xfrm>
                  <a:off x="4158546" y="3931585"/>
                  <a:ext cx="615240" cy="50292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89" name="Ink 88">
                  <a:extLst>
                    <a:ext uri="{FF2B5EF4-FFF2-40B4-BE49-F238E27FC236}">
                      <a16:creationId xmlns:a16="http://schemas.microsoft.com/office/drawing/2014/main" id="{90D68EFF-A695-53D4-C509-764AFDF34A6A}"/>
                    </a:ext>
                  </a:extLst>
                </p14:cNvPr>
                <p14:cNvContentPartPr/>
                <p14:nvPr/>
              </p14:nvContentPartPr>
              <p14:xfrm>
                <a:off x="5331786" y="3344425"/>
                <a:ext cx="179280" cy="153720"/>
              </p14:xfrm>
            </p:contentPart>
          </mc:Choice>
          <mc:Fallback>
            <p:pic>
              <p:nvPicPr>
                <p:cNvPr id="89" name="Ink 88">
                  <a:extLst>
                    <a:ext uri="{FF2B5EF4-FFF2-40B4-BE49-F238E27FC236}">
                      <a16:creationId xmlns:a16="http://schemas.microsoft.com/office/drawing/2014/main" id="{90D68EFF-A695-53D4-C509-764AFDF34A6A}"/>
                    </a:ext>
                  </a:extLst>
                </p:cNvPr>
                <p:cNvPicPr/>
                <p:nvPr/>
              </p:nvPicPr>
              <p:blipFill>
                <a:blip r:embed="rId145"/>
                <a:stretch>
                  <a:fillRect/>
                </a:stretch>
              </p:blipFill>
              <p:spPr>
                <a:xfrm>
                  <a:off x="5322786" y="3335785"/>
                  <a:ext cx="196920" cy="1713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46">
            <p14:nvContentPartPr>
              <p14:cNvPr id="91" name="Ink 90">
                <a:extLst>
                  <a:ext uri="{FF2B5EF4-FFF2-40B4-BE49-F238E27FC236}">
                    <a16:creationId xmlns:a16="http://schemas.microsoft.com/office/drawing/2014/main" id="{6A82FC11-E5B7-9480-7520-DC9CBB745369}"/>
                  </a:ext>
                </a:extLst>
              </p14:cNvPr>
              <p14:cNvContentPartPr/>
              <p14:nvPr/>
            </p14:nvContentPartPr>
            <p14:xfrm>
              <a:off x="10631346" y="3198985"/>
              <a:ext cx="795960" cy="437760"/>
            </p14:xfrm>
          </p:contentPart>
        </mc:Choice>
        <mc:Fallback>
          <p:pic>
            <p:nvPicPr>
              <p:cNvPr id="91" name="Ink 90">
                <a:extLst>
                  <a:ext uri="{FF2B5EF4-FFF2-40B4-BE49-F238E27FC236}">
                    <a16:creationId xmlns:a16="http://schemas.microsoft.com/office/drawing/2014/main" id="{6A82FC11-E5B7-9480-7520-DC9CBB745369}"/>
                  </a:ext>
                </a:extLst>
              </p:cNvPr>
              <p:cNvPicPr/>
              <p:nvPr/>
            </p:nvPicPr>
            <p:blipFill>
              <a:blip r:embed="rId147"/>
              <a:stretch>
                <a:fillRect/>
              </a:stretch>
            </p:blipFill>
            <p:spPr>
              <a:xfrm>
                <a:off x="10622706" y="3189985"/>
                <a:ext cx="813600" cy="455400"/>
              </a:xfrm>
              <a:prstGeom prst="rect">
                <a:avLst/>
              </a:prstGeom>
            </p:spPr>
          </p:pic>
        </mc:Fallback>
      </mc:AlternateContent>
      <p:grpSp>
        <p:nvGrpSpPr>
          <p:cNvPr id="100" name="Group 99">
            <a:extLst>
              <a:ext uri="{FF2B5EF4-FFF2-40B4-BE49-F238E27FC236}">
                <a16:creationId xmlns:a16="http://schemas.microsoft.com/office/drawing/2014/main" id="{39058136-EA11-BFC2-E1F0-D68A0F5CD8CB}"/>
              </a:ext>
            </a:extLst>
          </p:cNvPr>
          <p:cNvGrpSpPr/>
          <p:nvPr/>
        </p:nvGrpSpPr>
        <p:grpSpPr>
          <a:xfrm>
            <a:off x="9616866" y="4327585"/>
            <a:ext cx="1491840" cy="681120"/>
            <a:chOff x="9616866" y="4327585"/>
            <a:chExt cx="1491840" cy="681120"/>
          </a:xfrm>
        </p:grpSpPr>
        <mc:AlternateContent xmlns:mc="http://schemas.openxmlformats.org/markup-compatibility/2006">
          <mc:Choice xmlns:p14="http://schemas.microsoft.com/office/powerpoint/2010/main" Requires="p14">
            <p:contentPart p14:bwMode="auto" r:id="rId148">
              <p14:nvContentPartPr>
                <p14:cNvPr id="92" name="Ink 91">
                  <a:extLst>
                    <a:ext uri="{FF2B5EF4-FFF2-40B4-BE49-F238E27FC236}">
                      <a16:creationId xmlns:a16="http://schemas.microsoft.com/office/drawing/2014/main" id="{FA35D4B6-3160-7A1F-9859-F99C587F675E}"/>
                    </a:ext>
                  </a:extLst>
                </p14:cNvPr>
                <p14:cNvContentPartPr/>
                <p14:nvPr/>
              </p14:nvContentPartPr>
              <p14:xfrm>
                <a:off x="9616866" y="4555825"/>
                <a:ext cx="936000" cy="452880"/>
              </p14:xfrm>
            </p:contentPart>
          </mc:Choice>
          <mc:Fallback>
            <p:pic>
              <p:nvPicPr>
                <p:cNvPr id="92" name="Ink 91">
                  <a:extLst>
                    <a:ext uri="{FF2B5EF4-FFF2-40B4-BE49-F238E27FC236}">
                      <a16:creationId xmlns:a16="http://schemas.microsoft.com/office/drawing/2014/main" id="{FA35D4B6-3160-7A1F-9859-F99C587F675E}"/>
                    </a:ext>
                  </a:extLst>
                </p:cNvPr>
                <p:cNvPicPr/>
                <p:nvPr/>
              </p:nvPicPr>
              <p:blipFill>
                <a:blip r:embed="rId149"/>
                <a:stretch>
                  <a:fillRect/>
                </a:stretch>
              </p:blipFill>
              <p:spPr>
                <a:xfrm>
                  <a:off x="9608226" y="4547185"/>
                  <a:ext cx="953640" cy="47052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93" name="Ink 92">
                  <a:extLst>
                    <a:ext uri="{FF2B5EF4-FFF2-40B4-BE49-F238E27FC236}">
                      <a16:creationId xmlns:a16="http://schemas.microsoft.com/office/drawing/2014/main" id="{C2C40A9D-E5BB-2577-2EC8-98822AF5C919}"/>
                    </a:ext>
                  </a:extLst>
                </p14:cNvPr>
                <p14:cNvContentPartPr/>
                <p14:nvPr/>
              </p14:nvContentPartPr>
              <p14:xfrm>
                <a:off x="10650066" y="4327585"/>
                <a:ext cx="227520" cy="352080"/>
              </p14:xfrm>
            </p:contentPart>
          </mc:Choice>
          <mc:Fallback>
            <p:pic>
              <p:nvPicPr>
                <p:cNvPr id="93" name="Ink 92">
                  <a:extLst>
                    <a:ext uri="{FF2B5EF4-FFF2-40B4-BE49-F238E27FC236}">
                      <a16:creationId xmlns:a16="http://schemas.microsoft.com/office/drawing/2014/main" id="{C2C40A9D-E5BB-2577-2EC8-98822AF5C919}"/>
                    </a:ext>
                  </a:extLst>
                </p:cNvPr>
                <p:cNvPicPr/>
                <p:nvPr/>
              </p:nvPicPr>
              <p:blipFill>
                <a:blip r:embed="rId151"/>
                <a:stretch>
                  <a:fillRect/>
                </a:stretch>
              </p:blipFill>
              <p:spPr>
                <a:xfrm>
                  <a:off x="10641066" y="4318585"/>
                  <a:ext cx="245160" cy="36972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94" name="Ink 93">
                  <a:extLst>
                    <a:ext uri="{FF2B5EF4-FFF2-40B4-BE49-F238E27FC236}">
                      <a16:creationId xmlns:a16="http://schemas.microsoft.com/office/drawing/2014/main" id="{BBE5F649-EE39-3A76-9C59-BF4C90A27B04}"/>
                    </a:ext>
                  </a:extLst>
                </p14:cNvPr>
                <p14:cNvContentPartPr/>
                <p14:nvPr/>
              </p14:nvContentPartPr>
              <p14:xfrm>
                <a:off x="10912866" y="4467265"/>
                <a:ext cx="43920" cy="142200"/>
              </p14:xfrm>
            </p:contentPart>
          </mc:Choice>
          <mc:Fallback>
            <p:pic>
              <p:nvPicPr>
                <p:cNvPr id="94" name="Ink 93">
                  <a:extLst>
                    <a:ext uri="{FF2B5EF4-FFF2-40B4-BE49-F238E27FC236}">
                      <a16:creationId xmlns:a16="http://schemas.microsoft.com/office/drawing/2014/main" id="{BBE5F649-EE39-3A76-9C59-BF4C90A27B04}"/>
                    </a:ext>
                  </a:extLst>
                </p:cNvPr>
                <p:cNvPicPr/>
                <p:nvPr/>
              </p:nvPicPr>
              <p:blipFill>
                <a:blip r:embed="rId153"/>
                <a:stretch>
                  <a:fillRect/>
                </a:stretch>
              </p:blipFill>
              <p:spPr>
                <a:xfrm>
                  <a:off x="10904226" y="4458265"/>
                  <a:ext cx="61560" cy="15984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95" name="Ink 94">
                  <a:extLst>
                    <a:ext uri="{FF2B5EF4-FFF2-40B4-BE49-F238E27FC236}">
                      <a16:creationId xmlns:a16="http://schemas.microsoft.com/office/drawing/2014/main" id="{4344A05F-4685-35C8-72BC-13E8F68BF68D}"/>
                    </a:ext>
                  </a:extLst>
                </p14:cNvPr>
                <p14:cNvContentPartPr/>
                <p14:nvPr/>
              </p14:nvContentPartPr>
              <p14:xfrm>
                <a:off x="10893786" y="4405705"/>
                <a:ext cx="29880" cy="15840"/>
              </p14:xfrm>
            </p:contentPart>
          </mc:Choice>
          <mc:Fallback>
            <p:pic>
              <p:nvPicPr>
                <p:cNvPr id="95" name="Ink 94">
                  <a:extLst>
                    <a:ext uri="{FF2B5EF4-FFF2-40B4-BE49-F238E27FC236}">
                      <a16:creationId xmlns:a16="http://schemas.microsoft.com/office/drawing/2014/main" id="{4344A05F-4685-35C8-72BC-13E8F68BF68D}"/>
                    </a:ext>
                  </a:extLst>
                </p:cNvPr>
                <p:cNvPicPr/>
                <p:nvPr/>
              </p:nvPicPr>
              <p:blipFill>
                <a:blip r:embed="rId155"/>
                <a:stretch>
                  <a:fillRect/>
                </a:stretch>
              </p:blipFill>
              <p:spPr>
                <a:xfrm>
                  <a:off x="10885146" y="4397065"/>
                  <a:ext cx="47520" cy="3348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96" name="Ink 95">
                  <a:extLst>
                    <a:ext uri="{FF2B5EF4-FFF2-40B4-BE49-F238E27FC236}">
                      <a16:creationId xmlns:a16="http://schemas.microsoft.com/office/drawing/2014/main" id="{E172AE9D-9DCC-1A52-A154-7DC52E0A75EE}"/>
                    </a:ext>
                  </a:extLst>
                </p14:cNvPr>
                <p14:cNvContentPartPr/>
                <p14:nvPr/>
              </p14:nvContentPartPr>
              <p14:xfrm>
                <a:off x="10988466" y="4359985"/>
                <a:ext cx="88560" cy="270360"/>
              </p14:xfrm>
            </p:contentPart>
          </mc:Choice>
          <mc:Fallback>
            <p:pic>
              <p:nvPicPr>
                <p:cNvPr id="96" name="Ink 95">
                  <a:extLst>
                    <a:ext uri="{FF2B5EF4-FFF2-40B4-BE49-F238E27FC236}">
                      <a16:creationId xmlns:a16="http://schemas.microsoft.com/office/drawing/2014/main" id="{E172AE9D-9DCC-1A52-A154-7DC52E0A75EE}"/>
                    </a:ext>
                  </a:extLst>
                </p:cNvPr>
                <p:cNvPicPr/>
                <p:nvPr/>
              </p:nvPicPr>
              <p:blipFill>
                <a:blip r:embed="rId157"/>
                <a:stretch>
                  <a:fillRect/>
                </a:stretch>
              </p:blipFill>
              <p:spPr>
                <a:xfrm>
                  <a:off x="10979466" y="4350985"/>
                  <a:ext cx="106200" cy="28800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97" name="Ink 96">
                  <a:extLst>
                    <a:ext uri="{FF2B5EF4-FFF2-40B4-BE49-F238E27FC236}">
                      <a16:creationId xmlns:a16="http://schemas.microsoft.com/office/drawing/2014/main" id="{2D0B2F55-7406-35A6-9541-78B0371448AA}"/>
                    </a:ext>
                  </a:extLst>
                </p14:cNvPr>
                <p14:cNvContentPartPr/>
                <p14:nvPr/>
              </p14:nvContentPartPr>
              <p14:xfrm>
                <a:off x="11024106" y="4510825"/>
                <a:ext cx="84600" cy="68760"/>
              </p14:xfrm>
            </p:contentPart>
          </mc:Choice>
          <mc:Fallback>
            <p:pic>
              <p:nvPicPr>
                <p:cNvPr id="97" name="Ink 96">
                  <a:extLst>
                    <a:ext uri="{FF2B5EF4-FFF2-40B4-BE49-F238E27FC236}">
                      <a16:creationId xmlns:a16="http://schemas.microsoft.com/office/drawing/2014/main" id="{2D0B2F55-7406-35A6-9541-78B0371448AA}"/>
                    </a:ext>
                  </a:extLst>
                </p:cNvPr>
                <p:cNvPicPr/>
                <p:nvPr/>
              </p:nvPicPr>
              <p:blipFill>
                <a:blip r:embed="rId159"/>
                <a:stretch>
                  <a:fillRect/>
                </a:stretch>
              </p:blipFill>
              <p:spPr>
                <a:xfrm>
                  <a:off x="11015466" y="4502185"/>
                  <a:ext cx="102240" cy="8640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98" name="Ink 97">
                  <a:extLst>
                    <a:ext uri="{FF2B5EF4-FFF2-40B4-BE49-F238E27FC236}">
                      <a16:creationId xmlns:a16="http://schemas.microsoft.com/office/drawing/2014/main" id="{A9F525DD-AA9A-8624-DE79-3B3BB691A702}"/>
                    </a:ext>
                  </a:extLst>
                </p14:cNvPr>
                <p14:cNvContentPartPr/>
                <p14:nvPr/>
              </p14:nvContentPartPr>
              <p14:xfrm>
                <a:off x="10778586" y="4770745"/>
                <a:ext cx="325440" cy="144720"/>
              </p14:xfrm>
            </p:contentPart>
          </mc:Choice>
          <mc:Fallback>
            <p:pic>
              <p:nvPicPr>
                <p:cNvPr id="98" name="Ink 97">
                  <a:extLst>
                    <a:ext uri="{FF2B5EF4-FFF2-40B4-BE49-F238E27FC236}">
                      <a16:creationId xmlns:a16="http://schemas.microsoft.com/office/drawing/2014/main" id="{A9F525DD-AA9A-8624-DE79-3B3BB691A702}"/>
                    </a:ext>
                  </a:extLst>
                </p:cNvPr>
                <p:cNvPicPr/>
                <p:nvPr/>
              </p:nvPicPr>
              <p:blipFill>
                <a:blip r:embed="rId161"/>
                <a:stretch>
                  <a:fillRect/>
                </a:stretch>
              </p:blipFill>
              <p:spPr>
                <a:xfrm>
                  <a:off x="10769586" y="4762105"/>
                  <a:ext cx="343080" cy="16236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99" name="Ink 98">
                  <a:extLst>
                    <a:ext uri="{FF2B5EF4-FFF2-40B4-BE49-F238E27FC236}">
                      <a16:creationId xmlns:a16="http://schemas.microsoft.com/office/drawing/2014/main" id="{2402BD8A-42A8-E727-0F19-29BADB69603D}"/>
                    </a:ext>
                  </a:extLst>
                </p14:cNvPr>
                <p14:cNvContentPartPr/>
                <p14:nvPr/>
              </p14:nvContentPartPr>
              <p14:xfrm>
                <a:off x="10895586" y="4812505"/>
                <a:ext cx="200520" cy="96840"/>
              </p14:xfrm>
            </p:contentPart>
          </mc:Choice>
          <mc:Fallback>
            <p:pic>
              <p:nvPicPr>
                <p:cNvPr id="99" name="Ink 98">
                  <a:extLst>
                    <a:ext uri="{FF2B5EF4-FFF2-40B4-BE49-F238E27FC236}">
                      <a16:creationId xmlns:a16="http://schemas.microsoft.com/office/drawing/2014/main" id="{2402BD8A-42A8-E727-0F19-29BADB69603D}"/>
                    </a:ext>
                  </a:extLst>
                </p:cNvPr>
                <p:cNvPicPr/>
                <p:nvPr/>
              </p:nvPicPr>
              <p:blipFill>
                <a:blip r:embed="rId163"/>
                <a:stretch>
                  <a:fillRect/>
                </a:stretch>
              </p:blipFill>
              <p:spPr>
                <a:xfrm>
                  <a:off x="10886946" y="4803505"/>
                  <a:ext cx="218160" cy="114480"/>
                </a:xfrm>
                <a:prstGeom prst="rect">
                  <a:avLst/>
                </a:prstGeom>
              </p:spPr>
            </p:pic>
          </mc:Fallback>
        </mc:AlternateContent>
      </p:grpSp>
    </p:spTree>
    <p:extLst>
      <p:ext uri="{BB962C8B-B14F-4D97-AF65-F5344CB8AC3E}">
        <p14:creationId xmlns:p14="http://schemas.microsoft.com/office/powerpoint/2010/main" val="38215053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3E470-0E7F-FC3B-8F2B-5EDA602CBB8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17BD785-C4D3-4D39-DB6A-68DBA6FB8B88}"/>
              </a:ext>
            </a:extLst>
          </p:cNvPr>
          <p:cNvSpPr>
            <a:spLocks noGrp="1"/>
          </p:cNvSpPr>
          <p:nvPr>
            <p:ph type="body" idx="1"/>
          </p:nvPr>
        </p:nvSpPr>
        <p:spPr>
          <a:xfrm>
            <a:off x="622300" y="1160003"/>
            <a:ext cx="11799472" cy="4166081"/>
          </a:xfrm>
        </p:spPr>
        <p:txBody>
          <a:bodyPr/>
          <a:lstStyle/>
          <a:p>
            <a:r>
              <a:rPr lang="en-US" dirty="0"/>
              <a:t>Model Course</a:t>
            </a:r>
          </a:p>
          <a:p>
            <a:pPr marL="12560" marR="4926778">
              <a:lnSpc>
                <a:spcPts val="1711"/>
              </a:lnSpc>
              <a:spcBef>
                <a:spcPts val="5"/>
              </a:spcBef>
            </a:pPr>
            <a:endParaRPr lang="en-US" sz="3200" spc="20" dirty="0">
              <a:latin typeface="Courier New"/>
              <a:cs typeface="Courier New"/>
            </a:endParaRPr>
          </a:p>
          <a:p>
            <a:pPr marL="0" marR="4926778" indent="0">
              <a:lnSpc>
                <a:spcPts val="1711"/>
              </a:lnSpc>
              <a:spcBef>
                <a:spcPts val="5"/>
              </a:spcBef>
              <a:buNone/>
            </a:pPr>
            <a:r>
              <a:rPr lang="en-US" sz="3200" spc="20" dirty="0">
                <a:latin typeface="Courier New"/>
                <a:cs typeface="Courier New"/>
              </a:rPr>
              <a:t>{ </a:t>
            </a:r>
            <a:r>
              <a:rPr lang="en-US" sz="3200" spc="25" dirty="0">
                <a:latin typeface="Courier New"/>
                <a:cs typeface="Courier New"/>
              </a:rPr>
              <a:t> </a:t>
            </a:r>
          </a:p>
          <a:p>
            <a:pPr marL="0" marR="4926778" indent="0">
              <a:lnSpc>
                <a:spcPts val="1711"/>
              </a:lnSpc>
              <a:spcBef>
                <a:spcPts val="5"/>
              </a:spcBef>
              <a:buNone/>
            </a:pPr>
            <a:endParaRPr lang="en-US" spc="25" dirty="0">
              <a:solidFill>
                <a:srgbClr val="A21515"/>
              </a:solidFill>
              <a:latin typeface="Courier New"/>
              <a:cs typeface="Courier New"/>
            </a:endParaRPr>
          </a:p>
          <a:p>
            <a:pPr marL="545960" marR="4926778" lvl="2" indent="0">
              <a:lnSpc>
                <a:spcPts val="1711"/>
              </a:lnSpc>
              <a:spcBef>
                <a:spcPts val="5"/>
              </a:spcBef>
              <a:buNone/>
            </a:pPr>
            <a:r>
              <a:rPr lang="en-US" spc="20" dirty="0">
                <a:solidFill>
                  <a:srgbClr val="A21515"/>
                </a:solidFill>
                <a:latin typeface="Courier New"/>
                <a:cs typeface="Courier New"/>
              </a:rPr>
              <a:t>	"id</a:t>
            </a:r>
            <a:r>
              <a:rPr lang="en-US" spc="15" dirty="0">
                <a:solidFill>
                  <a:srgbClr val="A21515"/>
                </a:solidFill>
                <a:latin typeface="Courier New"/>
                <a:cs typeface="Courier New"/>
              </a:rPr>
              <a:t>"</a:t>
            </a:r>
            <a:r>
              <a:rPr lang="en-US" spc="15" dirty="0">
                <a:latin typeface="Courier New"/>
                <a:cs typeface="Courier New"/>
              </a:rPr>
              <a:t>:</a:t>
            </a:r>
            <a:r>
              <a:rPr lang="en-US" spc="20" dirty="0">
                <a:latin typeface="Courier New"/>
                <a:cs typeface="Courier New"/>
              </a:rPr>
              <a:t>1000</a:t>
            </a:r>
            <a:r>
              <a:rPr lang="en-US" spc="15" dirty="0">
                <a:latin typeface="Courier New"/>
                <a:cs typeface="Courier New"/>
              </a:rPr>
              <a:t>1</a:t>
            </a:r>
            <a:r>
              <a:rPr lang="en-US" spc="20" dirty="0">
                <a:latin typeface="Courier New"/>
                <a:cs typeface="Courier New"/>
              </a:rPr>
              <a:t>,</a:t>
            </a:r>
          </a:p>
          <a:p>
            <a:pPr marL="545960" marR="4926778" lvl="2" indent="0">
              <a:lnSpc>
                <a:spcPts val="1711"/>
              </a:lnSpc>
              <a:spcBef>
                <a:spcPts val="5"/>
              </a:spcBef>
              <a:buNone/>
            </a:pPr>
            <a:endParaRPr lang="en-US" dirty="0">
              <a:latin typeface="Courier New"/>
              <a:cs typeface="Courier New"/>
            </a:endParaRPr>
          </a:p>
          <a:p>
            <a:pPr marL="0" indent="0">
              <a:lnSpc>
                <a:spcPts val="1637"/>
              </a:lnSpc>
              <a:buNone/>
            </a:pPr>
            <a:r>
              <a:rPr lang="en-US" spc="15" dirty="0">
                <a:solidFill>
                  <a:srgbClr val="A21515"/>
                </a:solidFill>
                <a:latin typeface="Courier New"/>
                <a:cs typeface="Courier New"/>
              </a:rPr>
              <a:t>	</a:t>
            </a:r>
            <a:r>
              <a:rPr lang="en-US" sz="3200" spc="15" dirty="0">
                <a:solidFill>
                  <a:srgbClr val="A21515"/>
                </a:solidFill>
                <a:latin typeface="Courier New"/>
                <a:cs typeface="Courier New"/>
              </a:rPr>
              <a:t>“</a:t>
            </a:r>
            <a:r>
              <a:rPr lang="en-US" sz="3200" spc="15" dirty="0" err="1">
                <a:solidFill>
                  <a:srgbClr val="A21515"/>
                </a:solidFill>
                <a:latin typeface="Courier New"/>
                <a:cs typeface="Courier New"/>
              </a:rPr>
              <a:t>name"</a:t>
            </a:r>
            <a:r>
              <a:rPr lang="en-US" sz="3200" spc="15" dirty="0" err="1">
                <a:latin typeface="Courier New"/>
                <a:cs typeface="Courier New"/>
              </a:rPr>
              <a:t>:</a:t>
            </a:r>
            <a:r>
              <a:rPr lang="en-US" sz="3200" spc="15" dirty="0" err="1">
                <a:solidFill>
                  <a:srgbClr val="A21515"/>
                </a:solidFill>
                <a:latin typeface="Courier New"/>
                <a:cs typeface="Courier New"/>
              </a:rPr>
              <a:t>“</a:t>
            </a:r>
            <a:r>
              <a:rPr lang="en-US" spc="15" dirty="0" err="1">
                <a:solidFill>
                  <a:srgbClr val="A21515"/>
                </a:solidFill>
                <a:latin typeface="Courier New"/>
                <a:cs typeface="Courier New"/>
              </a:rPr>
              <a:t>Java</a:t>
            </a:r>
            <a:r>
              <a:rPr lang="en-US" sz="3200" spc="15" dirty="0">
                <a:solidFill>
                  <a:srgbClr val="A21515"/>
                </a:solidFill>
                <a:latin typeface="Courier New"/>
                <a:cs typeface="Courier New"/>
              </a:rPr>
              <a:t>"</a:t>
            </a:r>
            <a:r>
              <a:rPr lang="en-US" sz="3200" spc="15" dirty="0">
                <a:latin typeface="Courier New"/>
                <a:cs typeface="Courier New"/>
              </a:rPr>
              <a:t>,</a:t>
            </a:r>
            <a:endParaRPr lang="en-US" sz="3200" dirty="0">
              <a:latin typeface="Courier New"/>
              <a:cs typeface="Courier New"/>
            </a:endParaRPr>
          </a:p>
          <a:p>
            <a:pPr marL="0" indent="0">
              <a:lnSpc>
                <a:spcPts val="1706"/>
              </a:lnSpc>
              <a:buNone/>
            </a:pPr>
            <a:r>
              <a:rPr lang="en-US" sz="3200" spc="15" dirty="0">
                <a:solidFill>
                  <a:srgbClr val="A21515"/>
                </a:solidFill>
                <a:latin typeface="Courier New"/>
                <a:cs typeface="Courier New"/>
              </a:rPr>
              <a:t>	</a:t>
            </a:r>
          </a:p>
          <a:p>
            <a:pPr marL="0" indent="0">
              <a:lnSpc>
                <a:spcPts val="1706"/>
              </a:lnSpc>
              <a:buNone/>
            </a:pPr>
            <a:r>
              <a:rPr lang="en-US" spc="15" dirty="0">
                <a:solidFill>
                  <a:srgbClr val="A21515"/>
                </a:solidFill>
                <a:latin typeface="Courier New"/>
                <a:cs typeface="Courier New"/>
              </a:rPr>
              <a:t>	</a:t>
            </a:r>
            <a:r>
              <a:rPr lang="en-US" sz="3200" spc="15" dirty="0">
                <a:solidFill>
                  <a:srgbClr val="A21515"/>
                </a:solidFill>
                <a:latin typeface="Courier New"/>
                <a:cs typeface="Courier New"/>
              </a:rPr>
              <a:t>“</a:t>
            </a:r>
            <a:r>
              <a:rPr lang="en-US" sz="3200" spc="15" dirty="0" err="1">
                <a:solidFill>
                  <a:srgbClr val="A21515"/>
                </a:solidFill>
                <a:latin typeface="Courier New"/>
                <a:cs typeface="Courier New"/>
              </a:rPr>
              <a:t>mentor"</a:t>
            </a:r>
            <a:r>
              <a:rPr lang="en-US" sz="3200" spc="15" dirty="0" err="1">
                <a:latin typeface="Courier New"/>
                <a:cs typeface="Courier New"/>
              </a:rPr>
              <a:t>:</a:t>
            </a:r>
            <a:r>
              <a:rPr lang="en-US" sz="3200" spc="15" dirty="0" err="1">
                <a:solidFill>
                  <a:srgbClr val="A21515"/>
                </a:solidFill>
                <a:latin typeface="Courier New"/>
                <a:cs typeface="Courier New"/>
              </a:rPr>
              <a:t>“Rahul</a:t>
            </a:r>
            <a:r>
              <a:rPr lang="en-US" sz="3200" spc="15" dirty="0">
                <a:solidFill>
                  <a:srgbClr val="A21515"/>
                </a:solidFill>
                <a:latin typeface="Courier New"/>
                <a:cs typeface="Courier New"/>
              </a:rPr>
              <a:t>"</a:t>
            </a:r>
            <a:r>
              <a:rPr lang="en-US" sz="3200" spc="15" dirty="0">
                <a:latin typeface="Courier New"/>
                <a:cs typeface="Courier New"/>
              </a:rPr>
              <a:t>,</a:t>
            </a:r>
            <a:endParaRPr lang="en-US" sz="3200" dirty="0">
              <a:latin typeface="Courier New"/>
              <a:cs typeface="Courier New"/>
            </a:endParaRPr>
          </a:p>
          <a:p>
            <a:pPr marL="0" marR="2577374" indent="0">
              <a:lnSpc>
                <a:spcPts val="1711"/>
              </a:lnSpc>
              <a:spcBef>
                <a:spcPts val="54"/>
              </a:spcBef>
              <a:buNone/>
            </a:pPr>
            <a:r>
              <a:rPr lang="en-US" sz="3200" spc="20" dirty="0">
                <a:solidFill>
                  <a:srgbClr val="A21515"/>
                </a:solidFill>
                <a:latin typeface="Courier New"/>
                <a:cs typeface="Courier New"/>
              </a:rPr>
              <a:t>	</a:t>
            </a:r>
            <a:r>
              <a:rPr lang="en-US" sz="3200" spc="25" dirty="0">
                <a:latin typeface="Courier New"/>
                <a:cs typeface="Courier New"/>
              </a:rPr>
              <a:t> 	</a:t>
            </a:r>
          </a:p>
          <a:p>
            <a:pPr marL="0" marR="2577374" indent="0">
              <a:lnSpc>
                <a:spcPts val="1711"/>
              </a:lnSpc>
              <a:spcBef>
                <a:spcPts val="54"/>
              </a:spcBef>
              <a:buNone/>
            </a:pPr>
            <a:r>
              <a:rPr lang="en-US" sz="3200" spc="20" dirty="0">
                <a:latin typeface="Courier New"/>
                <a:cs typeface="Courier New"/>
              </a:rPr>
              <a:t>}</a:t>
            </a:r>
            <a:endParaRPr lang="en-US" sz="3200" dirty="0">
              <a:latin typeface="Courier New"/>
              <a:cs typeface="Courier New"/>
            </a:endParaRPr>
          </a:p>
          <a:p>
            <a:endParaRPr lang="en-US" dirty="0"/>
          </a:p>
          <a:p>
            <a:endParaRPr lang="en-US" dirty="0"/>
          </a:p>
        </p:txBody>
      </p:sp>
      <p:sp>
        <p:nvSpPr>
          <p:cNvPr id="3" name="Title 2">
            <a:extLst>
              <a:ext uri="{FF2B5EF4-FFF2-40B4-BE49-F238E27FC236}">
                <a16:creationId xmlns:a16="http://schemas.microsoft.com/office/drawing/2014/main" id="{55026631-69DB-D720-C3FA-52A6B004F779}"/>
              </a:ext>
            </a:extLst>
          </p:cNvPr>
          <p:cNvSpPr>
            <a:spLocks noGrp="1"/>
          </p:cNvSpPr>
          <p:nvPr>
            <p:ph type="title"/>
          </p:nvPr>
        </p:nvSpPr>
        <p:spPr/>
        <p:txBody>
          <a:bodyPr/>
          <a:lstStyle/>
          <a:p>
            <a:r>
              <a:rPr lang="en-US" dirty="0"/>
              <a:t>Create Course</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68962D56-B5A7-4663-603A-8A63611EC4C8}"/>
                  </a:ext>
                </a:extLst>
              </p14:cNvPr>
              <p14:cNvContentPartPr/>
              <p14:nvPr/>
            </p14:nvContentPartPr>
            <p14:xfrm>
              <a:off x="5341680" y="1183680"/>
              <a:ext cx="6329520" cy="5587200"/>
            </p14:xfrm>
          </p:contentPart>
        </mc:Choice>
        <mc:Fallback>
          <p:pic>
            <p:nvPicPr>
              <p:cNvPr id="4" name="Ink 3">
                <a:extLst>
                  <a:ext uri="{FF2B5EF4-FFF2-40B4-BE49-F238E27FC236}">
                    <a16:creationId xmlns:a16="http://schemas.microsoft.com/office/drawing/2014/main" id="{68962D56-B5A7-4663-603A-8A63611EC4C8}"/>
                  </a:ext>
                </a:extLst>
              </p:cNvPr>
              <p:cNvPicPr/>
              <p:nvPr/>
            </p:nvPicPr>
            <p:blipFill>
              <a:blip r:embed="rId3"/>
              <a:stretch>
                <a:fillRect/>
              </a:stretch>
            </p:blipFill>
            <p:spPr>
              <a:xfrm>
                <a:off x="5332320" y="1174320"/>
                <a:ext cx="6348240" cy="5605920"/>
              </a:xfrm>
              <a:prstGeom prst="rect">
                <a:avLst/>
              </a:prstGeom>
            </p:spPr>
          </p:pic>
        </mc:Fallback>
      </mc:AlternateContent>
    </p:spTree>
    <p:extLst>
      <p:ext uri="{BB962C8B-B14F-4D97-AF65-F5344CB8AC3E}">
        <p14:creationId xmlns:p14="http://schemas.microsoft.com/office/powerpoint/2010/main" val="1289574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048CE-3C84-B5AB-4CEC-F3972EDBB17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5B69ADD-E3F4-33B2-7CBE-0CD2FE6F8347}"/>
              </a:ext>
            </a:extLst>
          </p:cNvPr>
          <p:cNvSpPr>
            <a:spLocks noGrp="1"/>
          </p:cNvSpPr>
          <p:nvPr>
            <p:ph type="body" idx="1"/>
          </p:nvPr>
        </p:nvSpPr>
        <p:spPr>
          <a:xfrm>
            <a:off x="622300" y="1160003"/>
            <a:ext cx="11799472" cy="4166081"/>
          </a:xfrm>
        </p:spPr>
        <p:txBody>
          <a:bodyPr/>
          <a:lstStyle/>
          <a:p>
            <a:r>
              <a:rPr lang="en-US" dirty="0"/>
              <a:t>Fetch data from application properties</a:t>
            </a:r>
          </a:p>
          <a:p>
            <a:pPr marL="12560" marR="4926778">
              <a:lnSpc>
                <a:spcPts val="1711"/>
              </a:lnSpc>
              <a:spcBef>
                <a:spcPts val="5"/>
              </a:spcBef>
            </a:pPr>
            <a:endParaRPr lang="en-US" sz="3200" spc="20" dirty="0">
              <a:latin typeface="Courier New"/>
              <a:cs typeface="Courier New"/>
            </a:endParaRPr>
          </a:p>
          <a:p>
            <a:pPr marL="0" marR="4926778" indent="0">
              <a:lnSpc>
                <a:spcPts val="1711"/>
              </a:lnSpc>
              <a:spcBef>
                <a:spcPts val="5"/>
              </a:spcBef>
              <a:buNone/>
            </a:pPr>
            <a:r>
              <a:rPr lang="en-US" sz="3200" spc="20" dirty="0">
                <a:latin typeface="Courier New"/>
                <a:cs typeface="Courier New"/>
              </a:rPr>
              <a:t>{ </a:t>
            </a:r>
            <a:r>
              <a:rPr lang="en-US" sz="3200" spc="25" dirty="0">
                <a:latin typeface="Courier New"/>
                <a:cs typeface="Courier New"/>
              </a:rPr>
              <a:t> </a:t>
            </a:r>
          </a:p>
          <a:p>
            <a:pPr marL="0" marR="4926778" indent="0">
              <a:lnSpc>
                <a:spcPts val="1711"/>
              </a:lnSpc>
              <a:spcBef>
                <a:spcPts val="5"/>
              </a:spcBef>
              <a:buNone/>
            </a:pPr>
            <a:endParaRPr lang="en-US" spc="25" dirty="0">
              <a:solidFill>
                <a:srgbClr val="A21515"/>
              </a:solidFill>
              <a:latin typeface="Courier New"/>
              <a:cs typeface="Courier New"/>
            </a:endParaRPr>
          </a:p>
          <a:p>
            <a:pPr marL="545960" marR="4926778" lvl="2" indent="0">
              <a:lnSpc>
                <a:spcPts val="1711"/>
              </a:lnSpc>
              <a:spcBef>
                <a:spcPts val="5"/>
              </a:spcBef>
              <a:buNone/>
            </a:pPr>
            <a:r>
              <a:rPr lang="en-US" spc="20" dirty="0">
                <a:solidFill>
                  <a:srgbClr val="A21515"/>
                </a:solidFill>
                <a:latin typeface="Courier New"/>
                <a:cs typeface="Courier New"/>
              </a:rPr>
              <a:t>	"id</a:t>
            </a:r>
            <a:r>
              <a:rPr lang="en-US" spc="15" dirty="0">
                <a:solidFill>
                  <a:srgbClr val="A21515"/>
                </a:solidFill>
                <a:latin typeface="Courier New"/>
                <a:cs typeface="Courier New"/>
              </a:rPr>
              <a:t>"</a:t>
            </a:r>
            <a:r>
              <a:rPr lang="en-US" spc="15" dirty="0">
                <a:latin typeface="Courier New"/>
                <a:cs typeface="Courier New"/>
              </a:rPr>
              <a:t>:</a:t>
            </a:r>
            <a:r>
              <a:rPr lang="en-US" spc="20" dirty="0">
                <a:latin typeface="Courier New"/>
                <a:cs typeface="Courier New"/>
              </a:rPr>
              <a:t>1000</a:t>
            </a:r>
            <a:r>
              <a:rPr lang="en-US" spc="15" dirty="0">
                <a:latin typeface="Courier New"/>
                <a:cs typeface="Courier New"/>
              </a:rPr>
              <a:t>1</a:t>
            </a:r>
            <a:r>
              <a:rPr lang="en-US" spc="20" dirty="0">
                <a:latin typeface="Courier New"/>
                <a:cs typeface="Courier New"/>
              </a:rPr>
              <a:t>,</a:t>
            </a:r>
          </a:p>
          <a:p>
            <a:pPr marL="545960" marR="4926778" lvl="2" indent="0">
              <a:lnSpc>
                <a:spcPts val="1711"/>
              </a:lnSpc>
              <a:spcBef>
                <a:spcPts val="5"/>
              </a:spcBef>
              <a:buNone/>
            </a:pPr>
            <a:endParaRPr lang="en-US" dirty="0">
              <a:latin typeface="Courier New"/>
              <a:cs typeface="Courier New"/>
            </a:endParaRPr>
          </a:p>
          <a:p>
            <a:pPr marL="0" indent="0">
              <a:lnSpc>
                <a:spcPts val="1637"/>
              </a:lnSpc>
              <a:buNone/>
            </a:pPr>
            <a:r>
              <a:rPr lang="en-US" spc="15" dirty="0">
                <a:solidFill>
                  <a:srgbClr val="A21515"/>
                </a:solidFill>
                <a:latin typeface="Courier New"/>
                <a:cs typeface="Courier New"/>
              </a:rPr>
              <a:t>	</a:t>
            </a:r>
            <a:r>
              <a:rPr lang="en-US" sz="3200" spc="15" dirty="0">
                <a:solidFill>
                  <a:srgbClr val="A21515"/>
                </a:solidFill>
                <a:latin typeface="Courier New"/>
                <a:cs typeface="Courier New"/>
              </a:rPr>
              <a:t>“</a:t>
            </a:r>
            <a:r>
              <a:rPr lang="en-US" sz="3200" spc="15" dirty="0" err="1">
                <a:solidFill>
                  <a:srgbClr val="A21515"/>
                </a:solidFill>
                <a:latin typeface="Courier New"/>
                <a:cs typeface="Courier New"/>
              </a:rPr>
              <a:t>name"</a:t>
            </a:r>
            <a:r>
              <a:rPr lang="en-US" sz="3200" spc="15" dirty="0" err="1">
                <a:latin typeface="Courier New"/>
                <a:cs typeface="Courier New"/>
              </a:rPr>
              <a:t>:</a:t>
            </a:r>
            <a:r>
              <a:rPr lang="en-US" sz="3200" spc="15" dirty="0" err="1">
                <a:solidFill>
                  <a:srgbClr val="A21515"/>
                </a:solidFill>
                <a:latin typeface="Courier New"/>
                <a:cs typeface="Courier New"/>
              </a:rPr>
              <a:t>“</a:t>
            </a:r>
            <a:r>
              <a:rPr lang="en-US" spc="15" dirty="0" err="1">
                <a:solidFill>
                  <a:srgbClr val="A21515"/>
                </a:solidFill>
                <a:latin typeface="Courier New"/>
                <a:cs typeface="Courier New"/>
              </a:rPr>
              <a:t>Java</a:t>
            </a:r>
            <a:r>
              <a:rPr lang="en-US" sz="3200" spc="15" dirty="0">
                <a:solidFill>
                  <a:srgbClr val="A21515"/>
                </a:solidFill>
                <a:latin typeface="Courier New"/>
                <a:cs typeface="Courier New"/>
              </a:rPr>
              <a:t>"</a:t>
            </a:r>
            <a:r>
              <a:rPr lang="en-US" sz="3200" spc="15" dirty="0">
                <a:latin typeface="Courier New"/>
                <a:cs typeface="Courier New"/>
              </a:rPr>
              <a:t>,</a:t>
            </a:r>
            <a:endParaRPr lang="en-US" sz="3200" dirty="0">
              <a:latin typeface="Courier New"/>
              <a:cs typeface="Courier New"/>
            </a:endParaRPr>
          </a:p>
          <a:p>
            <a:pPr marL="0" indent="0">
              <a:lnSpc>
                <a:spcPts val="1706"/>
              </a:lnSpc>
              <a:buNone/>
            </a:pPr>
            <a:r>
              <a:rPr lang="en-US" sz="3200" spc="15" dirty="0">
                <a:solidFill>
                  <a:srgbClr val="A21515"/>
                </a:solidFill>
                <a:latin typeface="Courier New"/>
                <a:cs typeface="Courier New"/>
              </a:rPr>
              <a:t>	</a:t>
            </a:r>
          </a:p>
          <a:p>
            <a:pPr marL="0" indent="0">
              <a:lnSpc>
                <a:spcPts val="1706"/>
              </a:lnSpc>
              <a:buNone/>
            </a:pPr>
            <a:r>
              <a:rPr lang="en-US" spc="15" dirty="0">
                <a:solidFill>
                  <a:srgbClr val="A21515"/>
                </a:solidFill>
                <a:latin typeface="Courier New"/>
                <a:cs typeface="Courier New"/>
              </a:rPr>
              <a:t>	</a:t>
            </a:r>
            <a:r>
              <a:rPr lang="en-US" sz="3200" spc="15" dirty="0">
                <a:solidFill>
                  <a:srgbClr val="A21515"/>
                </a:solidFill>
                <a:latin typeface="Courier New"/>
                <a:cs typeface="Courier New"/>
              </a:rPr>
              <a:t>“</a:t>
            </a:r>
            <a:r>
              <a:rPr lang="en-US" sz="3200" spc="15" dirty="0" err="1">
                <a:solidFill>
                  <a:srgbClr val="A21515"/>
                </a:solidFill>
                <a:latin typeface="Courier New"/>
                <a:cs typeface="Courier New"/>
              </a:rPr>
              <a:t>mentor"</a:t>
            </a:r>
            <a:r>
              <a:rPr lang="en-US" sz="3200" spc="15" dirty="0" err="1">
                <a:latin typeface="Courier New"/>
                <a:cs typeface="Courier New"/>
              </a:rPr>
              <a:t>:</a:t>
            </a:r>
            <a:r>
              <a:rPr lang="en-US" sz="3200" spc="15" dirty="0" err="1">
                <a:solidFill>
                  <a:srgbClr val="A21515"/>
                </a:solidFill>
                <a:latin typeface="Courier New"/>
                <a:cs typeface="Courier New"/>
              </a:rPr>
              <a:t>“Rahul</a:t>
            </a:r>
            <a:r>
              <a:rPr lang="en-US" sz="3200" spc="15" dirty="0">
                <a:solidFill>
                  <a:srgbClr val="A21515"/>
                </a:solidFill>
                <a:latin typeface="Courier New"/>
                <a:cs typeface="Courier New"/>
              </a:rPr>
              <a:t>"</a:t>
            </a:r>
            <a:r>
              <a:rPr lang="en-US" sz="3200" spc="15" dirty="0">
                <a:latin typeface="Courier New"/>
                <a:cs typeface="Courier New"/>
              </a:rPr>
              <a:t>,</a:t>
            </a:r>
            <a:endParaRPr lang="en-US" sz="3200" dirty="0">
              <a:latin typeface="Courier New"/>
              <a:cs typeface="Courier New"/>
            </a:endParaRPr>
          </a:p>
          <a:p>
            <a:pPr marL="0" marR="2577374" indent="0">
              <a:lnSpc>
                <a:spcPts val="1711"/>
              </a:lnSpc>
              <a:spcBef>
                <a:spcPts val="54"/>
              </a:spcBef>
              <a:buNone/>
            </a:pPr>
            <a:r>
              <a:rPr lang="en-US" sz="3200" spc="20" dirty="0">
                <a:solidFill>
                  <a:srgbClr val="A21515"/>
                </a:solidFill>
                <a:latin typeface="Courier New"/>
                <a:cs typeface="Courier New"/>
              </a:rPr>
              <a:t>	</a:t>
            </a:r>
            <a:r>
              <a:rPr lang="en-US" sz="3200" spc="25" dirty="0">
                <a:latin typeface="Courier New"/>
                <a:cs typeface="Courier New"/>
              </a:rPr>
              <a:t> 	</a:t>
            </a:r>
          </a:p>
          <a:p>
            <a:pPr marL="0" marR="2577374" indent="0">
              <a:lnSpc>
                <a:spcPts val="1711"/>
              </a:lnSpc>
              <a:spcBef>
                <a:spcPts val="54"/>
              </a:spcBef>
              <a:buNone/>
            </a:pPr>
            <a:r>
              <a:rPr lang="en-US" sz="3200" spc="20" dirty="0">
                <a:latin typeface="Courier New"/>
                <a:cs typeface="Courier New"/>
              </a:rPr>
              <a:t>}</a:t>
            </a:r>
            <a:endParaRPr lang="en-US" sz="3200" dirty="0">
              <a:latin typeface="Courier New"/>
              <a:cs typeface="Courier New"/>
            </a:endParaRPr>
          </a:p>
          <a:p>
            <a:endParaRPr lang="en-US" dirty="0"/>
          </a:p>
          <a:p>
            <a:endParaRPr lang="en-US" dirty="0"/>
          </a:p>
        </p:txBody>
      </p:sp>
      <p:sp>
        <p:nvSpPr>
          <p:cNvPr id="3" name="Title 2">
            <a:extLst>
              <a:ext uri="{FF2B5EF4-FFF2-40B4-BE49-F238E27FC236}">
                <a16:creationId xmlns:a16="http://schemas.microsoft.com/office/drawing/2014/main" id="{31427EFA-C2D5-41B2-FE49-AC9D79C9D8B2}"/>
              </a:ext>
            </a:extLst>
          </p:cNvPr>
          <p:cNvSpPr>
            <a:spLocks noGrp="1"/>
          </p:cNvSpPr>
          <p:nvPr>
            <p:ph type="title"/>
          </p:nvPr>
        </p:nvSpPr>
        <p:spPr/>
        <p:txBody>
          <a:bodyPr/>
          <a:lstStyle/>
          <a:p>
            <a:r>
              <a:rPr lang="en-US" dirty="0" err="1"/>
              <a:t>CreateConfiguration</a:t>
            </a:r>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EC41A0A7-665A-80EC-C974-4C5390EDD94C}"/>
                  </a:ext>
                </a:extLst>
              </p14:cNvPr>
              <p14:cNvContentPartPr/>
              <p14:nvPr/>
            </p14:nvContentPartPr>
            <p14:xfrm>
              <a:off x="1396440" y="2459160"/>
              <a:ext cx="626040" cy="1514520"/>
            </p14:xfrm>
          </p:contentPart>
        </mc:Choice>
        <mc:Fallback>
          <p:pic>
            <p:nvPicPr>
              <p:cNvPr id="4" name="Ink 3">
                <a:extLst>
                  <a:ext uri="{FF2B5EF4-FFF2-40B4-BE49-F238E27FC236}">
                    <a16:creationId xmlns:a16="http://schemas.microsoft.com/office/drawing/2014/main" id="{EC41A0A7-665A-80EC-C974-4C5390EDD94C}"/>
                  </a:ext>
                </a:extLst>
              </p:cNvPr>
              <p:cNvPicPr/>
              <p:nvPr/>
            </p:nvPicPr>
            <p:blipFill>
              <a:blip r:embed="rId3"/>
              <a:stretch>
                <a:fillRect/>
              </a:stretch>
            </p:blipFill>
            <p:spPr>
              <a:xfrm>
                <a:off x="1387080" y="2449800"/>
                <a:ext cx="644760" cy="1533240"/>
              </a:xfrm>
              <a:prstGeom prst="rect">
                <a:avLst/>
              </a:prstGeom>
            </p:spPr>
          </p:pic>
        </mc:Fallback>
      </mc:AlternateContent>
    </p:spTree>
    <p:extLst>
      <p:ext uri="{BB962C8B-B14F-4D97-AF65-F5344CB8AC3E}">
        <p14:creationId xmlns:p14="http://schemas.microsoft.com/office/powerpoint/2010/main" val="28600392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FD56092-1BA2-F8EE-0380-79A9202A929A}"/>
              </a:ext>
            </a:extLst>
          </p:cNvPr>
          <p:cNvSpPr>
            <a:spLocks noGrp="1"/>
          </p:cNvSpPr>
          <p:nvPr>
            <p:ph type="body" idx="1"/>
          </p:nvPr>
        </p:nvSpPr>
        <p:spPr>
          <a:xfrm>
            <a:off x="622300" y="1160003"/>
            <a:ext cx="11799472" cy="5248428"/>
          </a:xfrm>
        </p:spPr>
        <p:txBody>
          <a:bodyPr/>
          <a:lstStyle/>
          <a:p>
            <a:r>
              <a:rPr lang="en-US" dirty="0" err="1"/>
              <a:t>url</a:t>
            </a:r>
            <a:r>
              <a:rPr lang="en-US" dirty="0"/>
              <a:t> : </a:t>
            </a:r>
            <a:r>
              <a:rPr lang="en-US" dirty="0">
                <a:hlinkClick r:id="rId2"/>
              </a:rPr>
              <a:t>http://localhost:8080/course-service/{id}</a:t>
            </a:r>
            <a:endParaRPr lang="en-US" dirty="0"/>
          </a:p>
          <a:p>
            <a:r>
              <a:rPr lang="en-US" dirty="0" err="1"/>
              <a:t>url</a:t>
            </a:r>
            <a:r>
              <a:rPr lang="en-US" dirty="0"/>
              <a:t> : </a:t>
            </a:r>
            <a:r>
              <a:rPr lang="en-US" dirty="0">
                <a:hlinkClick r:id="rId3"/>
              </a:rPr>
              <a:t>http://localhost:8080/course-service/courses</a:t>
            </a:r>
            <a:endParaRPr lang="en-US" dirty="0"/>
          </a:p>
          <a:p>
            <a:pPr marL="12560" marR="4926778">
              <a:lnSpc>
                <a:spcPts val="1711"/>
              </a:lnSpc>
              <a:spcBef>
                <a:spcPts val="5"/>
              </a:spcBef>
            </a:pPr>
            <a:endParaRPr lang="en-US" sz="3200" spc="20" dirty="0">
              <a:latin typeface="Courier New"/>
              <a:cs typeface="Courier New"/>
            </a:endParaRPr>
          </a:p>
          <a:p>
            <a:pPr marL="0" marR="4926778" indent="0">
              <a:lnSpc>
                <a:spcPts val="1711"/>
              </a:lnSpc>
              <a:spcBef>
                <a:spcPts val="5"/>
              </a:spcBef>
              <a:buNone/>
            </a:pPr>
            <a:r>
              <a:rPr lang="en-US" sz="3200" spc="20" dirty="0">
                <a:latin typeface="Courier New"/>
                <a:cs typeface="Courier New"/>
              </a:rPr>
              <a:t>{ </a:t>
            </a:r>
            <a:r>
              <a:rPr lang="en-US" sz="3200" spc="25" dirty="0">
                <a:latin typeface="Courier New"/>
                <a:cs typeface="Courier New"/>
              </a:rPr>
              <a:t> </a:t>
            </a:r>
          </a:p>
          <a:p>
            <a:pPr marL="0" marR="4926778" indent="0">
              <a:lnSpc>
                <a:spcPts val="1711"/>
              </a:lnSpc>
              <a:spcBef>
                <a:spcPts val="5"/>
              </a:spcBef>
              <a:buNone/>
            </a:pPr>
            <a:endParaRPr lang="en-US" spc="25" dirty="0">
              <a:solidFill>
                <a:srgbClr val="A21515"/>
              </a:solidFill>
              <a:latin typeface="Courier New"/>
              <a:cs typeface="Courier New"/>
            </a:endParaRPr>
          </a:p>
          <a:p>
            <a:pPr marL="545960" marR="4926778" lvl="2" indent="0">
              <a:lnSpc>
                <a:spcPts val="1711"/>
              </a:lnSpc>
              <a:spcBef>
                <a:spcPts val="5"/>
              </a:spcBef>
              <a:buNone/>
            </a:pPr>
            <a:r>
              <a:rPr lang="en-US" spc="20" dirty="0">
                <a:solidFill>
                  <a:srgbClr val="A21515"/>
                </a:solidFill>
                <a:latin typeface="Courier New"/>
                <a:cs typeface="Courier New"/>
              </a:rPr>
              <a:t>	"id</a:t>
            </a:r>
            <a:r>
              <a:rPr lang="en-US" spc="15" dirty="0">
                <a:solidFill>
                  <a:srgbClr val="A21515"/>
                </a:solidFill>
                <a:latin typeface="Courier New"/>
                <a:cs typeface="Courier New"/>
              </a:rPr>
              <a:t>"</a:t>
            </a:r>
            <a:r>
              <a:rPr lang="en-US" spc="15" dirty="0">
                <a:latin typeface="Courier New"/>
                <a:cs typeface="Courier New"/>
              </a:rPr>
              <a:t>:</a:t>
            </a:r>
            <a:r>
              <a:rPr lang="en-US" spc="20" dirty="0">
                <a:latin typeface="Courier New"/>
                <a:cs typeface="Courier New"/>
              </a:rPr>
              <a:t>1000</a:t>
            </a:r>
            <a:r>
              <a:rPr lang="en-US" spc="15" dirty="0">
                <a:latin typeface="Courier New"/>
                <a:cs typeface="Courier New"/>
              </a:rPr>
              <a:t>1</a:t>
            </a:r>
            <a:r>
              <a:rPr lang="en-US" spc="20" dirty="0">
                <a:latin typeface="Courier New"/>
                <a:cs typeface="Courier New"/>
              </a:rPr>
              <a:t>,</a:t>
            </a:r>
          </a:p>
          <a:p>
            <a:pPr marL="545960" marR="4926778" lvl="2" indent="0">
              <a:lnSpc>
                <a:spcPts val="1711"/>
              </a:lnSpc>
              <a:spcBef>
                <a:spcPts val="5"/>
              </a:spcBef>
              <a:buNone/>
            </a:pPr>
            <a:endParaRPr lang="en-US" dirty="0">
              <a:latin typeface="Courier New"/>
              <a:cs typeface="Courier New"/>
            </a:endParaRPr>
          </a:p>
          <a:p>
            <a:pPr marL="0" indent="0">
              <a:lnSpc>
                <a:spcPts val="1637"/>
              </a:lnSpc>
              <a:buNone/>
            </a:pPr>
            <a:r>
              <a:rPr lang="en-US" spc="15" dirty="0">
                <a:solidFill>
                  <a:srgbClr val="A21515"/>
                </a:solidFill>
                <a:latin typeface="Courier New"/>
                <a:cs typeface="Courier New"/>
              </a:rPr>
              <a:t>	</a:t>
            </a:r>
            <a:r>
              <a:rPr lang="en-US" sz="3200" spc="15" dirty="0">
                <a:solidFill>
                  <a:srgbClr val="A21515"/>
                </a:solidFill>
                <a:latin typeface="Courier New"/>
                <a:cs typeface="Courier New"/>
              </a:rPr>
              <a:t>“</a:t>
            </a:r>
            <a:r>
              <a:rPr lang="en-US" sz="3200" spc="15" dirty="0" err="1">
                <a:solidFill>
                  <a:srgbClr val="A21515"/>
                </a:solidFill>
                <a:latin typeface="Courier New"/>
                <a:cs typeface="Courier New"/>
              </a:rPr>
              <a:t>name"</a:t>
            </a:r>
            <a:r>
              <a:rPr lang="en-US" sz="3200" spc="15" dirty="0" err="1">
                <a:latin typeface="Courier New"/>
                <a:cs typeface="Courier New"/>
              </a:rPr>
              <a:t>:</a:t>
            </a:r>
            <a:r>
              <a:rPr lang="en-US" sz="3200" spc="15" dirty="0" err="1">
                <a:solidFill>
                  <a:srgbClr val="A21515"/>
                </a:solidFill>
                <a:latin typeface="Courier New"/>
                <a:cs typeface="Courier New"/>
              </a:rPr>
              <a:t>“</a:t>
            </a:r>
            <a:r>
              <a:rPr lang="en-US" spc="15" dirty="0" err="1">
                <a:solidFill>
                  <a:srgbClr val="A21515"/>
                </a:solidFill>
                <a:latin typeface="Courier New"/>
                <a:cs typeface="Courier New"/>
              </a:rPr>
              <a:t>Java</a:t>
            </a:r>
            <a:r>
              <a:rPr lang="en-US" sz="3200" spc="15" dirty="0">
                <a:solidFill>
                  <a:srgbClr val="A21515"/>
                </a:solidFill>
                <a:latin typeface="Courier New"/>
                <a:cs typeface="Courier New"/>
              </a:rPr>
              <a:t>"</a:t>
            </a:r>
            <a:r>
              <a:rPr lang="en-US" sz="3200" spc="15" dirty="0">
                <a:latin typeface="Courier New"/>
                <a:cs typeface="Courier New"/>
              </a:rPr>
              <a:t>,</a:t>
            </a:r>
            <a:endParaRPr lang="en-US" sz="3200" dirty="0">
              <a:latin typeface="Courier New"/>
              <a:cs typeface="Courier New"/>
            </a:endParaRPr>
          </a:p>
          <a:p>
            <a:pPr marL="0" indent="0">
              <a:lnSpc>
                <a:spcPts val="1706"/>
              </a:lnSpc>
              <a:buNone/>
            </a:pPr>
            <a:r>
              <a:rPr lang="en-US" sz="3200" spc="15" dirty="0">
                <a:solidFill>
                  <a:srgbClr val="A21515"/>
                </a:solidFill>
                <a:latin typeface="Courier New"/>
                <a:cs typeface="Courier New"/>
              </a:rPr>
              <a:t>	</a:t>
            </a:r>
          </a:p>
          <a:p>
            <a:pPr marL="0" indent="0">
              <a:lnSpc>
                <a:spcPts val="1706"/>
              </a:lnSpc>
              <a:buNone/>
            </a:pPr>
            <a:r>
              <a:rPr lang="en-US" spc="15" dirty="0">
                <a:solidFill>
                  <a:srgbClr val="A21515"/>
                </a:solidFill>
                <a:latin typeface="Courier New"/>
                <a:cs typeface="Courier New"/>
              </a:rPr>
              <a:t>	</a:t>
            </a:r>
            <a:r>
              <a:rPr lang="en-US" sz="3200" spc="15" dirty="0">
                <a:solidFill>
                  <a:srgbClr val="A21515"/>
                </a:solidFill>
                <a:latin typeface="Courier New"/>
                <a:cs typeface="Courier New"/>
              </a:rPr>
              <a:t>“</a:t>
            </a:r>
            <a:r>
              <a:rPr lang="en-US" sz="3200" spc="15" dirty="0" err="1">
                <a:solidFill>
                  <a:srgbClr val="A21515"/>
                </a:solidFill>
                <a:latin typeface="Courier New"/>
                <a:cs typeface="Courier New"/>
              </a:rPr>
              <a:t>mentor"</a:t>
            </a:r>
            <a:r>
              <a:rPr lang="en-US" sz="3200" spc="15" dirty="0" err="1">
                <a:latin typeface="Courier New"/>
                <a:cs typeface="Courier New"/>
              </a:rPr>
              <a:t>:</a:t>
            </a:r>
            <a:r>
              <a:rPr lang="en-US" sz="3200" spc="15" dirty="0" err="1">
                <a:solidFill>
                  <a:srgbClr val="A21515"/>
                </a:solidFill>
                <a:latin typeface="Courier New"/>
                <a:cs typeface="Courier New"/>
              </a:rPr>
              <a:t>“Rahul</a:t>
            </a:r>
            <a:r>
              <a:rPr lang="en-US" sz="3200" spc="15" dirty="0">
                <a:solidFill>
                  <a:srgbClr val="A21515"/>
                </a:solidFill>
                <a:latin typeface="Courier New"/>
                <a:cs typeface="Courier New"/>
              </a:rPr>
              <a:t>"</a:t>
            </a:r>
            <a:r>
              <a:rPr lang="en-US" sz="3200" spc="15" dirty="0">
                <a:latin typeface="Courier New"/>
                <a:cs typeface="Courier New"/>
              </a:rPr>
              <a:t>,</a:t>
            </a:r>
            <a:endParaRPr lang="en-US" sz="3200" dirty="0">
              <a:latin typeface="Courier New"/>
              <a:cs typeface="Courier New"/>
            </a:endParaRPr>
          </a:p>
          <a:p>
            <a:pPr marL="0" marR="2577374" indent="0">
              <a:lnSpc>
                <a:spcPts val="1711"/>
              </a:lnSpc>
              <a:spcBef>
                <a:spcPts val="54"/>
              </a:spcBef>
              <a:buNone/>
            </a:pPr>
            <a:r>
              <a:rPr lang="en-US" sz="3200" spc="20" dirty="0">
                <a:solidFill>
                  <a:srgbClr val="A21515"/>
                </a:solidFill>
                <a:latin typeface="Courier New"/>
                <a:cs typeface="Courier New"/>
              </a:rPr>
              <a:t>	</a:t>
            </a:r>
            <a:r>
              <a:rPr lang="en-US" sz="3200" spc="25" dirty="0">
                <a:latin typeface="Courier New"/>
                <a:cs typeface="Courier New"/>
              </a:rPr>
              <a:t> 	</a:t>
            </a:r>
          </a:p>
          <a:p>
            <a:pPr marL="0" marR="2577374" indent="0">
              <a:lnSpc>
                <a:spcPts val="1711"/>
              </a:lnSpc>
              <a:spcBef>
                <a:spcPts val="54"/>
              </a:spcBef>
              <a:buNone/>
            </a:pPr>
            <a:r>
              <a:rPr lang="en-US" spc="25" dirty="0">
                <a:solidFill>
                  <a:srgbClr val="A21515"/>
                </a:solidFill>
                <a:latin typeface="Courier New"/>
                <a:cs typeface="Courier New"/>
              </a:rPr>
              <a:t>	</a:t>
            </a:r>
          </a:p>
          <a:p>
            <a:pPr marL="0" marR="2577374" indent="0">
              <a:lnSpc>
                <a:spcPts val="1711"/>
              </a:lnSpc>
              <a:spcBef>
                <a:spcPts val="54"/>
              </a:spcBef>
              <a:buNone/>
            </a:pPr>
            <a:r>
              <a:rPr lang="en-US" sz="3200" spc="25" dirty="0">
                <a:solidFill>
                  <a:srgbClr val="A21515"/>
                </a:solidFill>
                <a:latin typeface="Courier New"/>
                <a:cs typeface="Courier New"/>
              </a:rPr>
              <a:t>	</a:t>
            </a:r>
            <a:r>
              <a:rPr lang="en-US" sz="3200" spc="20" dirty="0">
                <a:solidFill>
                  <a:srgbClr val="A21515"/>
                </a:solidFill>
                <a:latin typeface="Courier New"/>
                <a:cs typeface="Courier New"/>
              </a:rPr>
              <a:t>"environment"</a:t>
            </a:r>
            <a:r>
              <a:rPr lang="en-US" sz="3200" spc="20" dirty="0">
                <a:latin typeface="Courier New"/>
                <a:cs typeface="Courier New"/>
              </a:rPr>
              <a:t>:</a:t>
            </a:r>
            <a:r>
              <a:rPr lang="en-US" sz="3200" spc="20" dirty="0">
                <a:solidFill>
                  <a:srgbClr val="A21515"/>
                </a:solidFill>
                <a:latin typeface="Courier New"/>
                <a:cs typeface="Courier New"/>
              </a:rPr>
              <a:t>"8000</a:t>
            </a:r>
            <a:r>
              <a:rPr lang="en-US" sz="3200" spc="-69" dirty="0">
                <a:solidFill>
                  <a:srgbClr val="A21515"/>
                </a:solidFill>
                <a:latin typeface="Courier New"/>
                <a:cs typeface="Courier New"/>
              </a:rPr>
              <a:t> </a:t>
            </a:r>
            <a:r>
              <a:rPr lang="en-US" sz="3200" spc="20" dirty="0">
                <a:solidFill>
                  <a:srgbClr val="A21515"/>
                </a:solidFill>
                <a:latin typeface="Courier New"/>
                <a:cs typeface="Courier New"/>
              </a:rPr>
              <a:t>instance-id"</a:t>
            </a:r>
            <a:endParaRPr lang="en-US" sz="3200" dirty="0">
              <a:latin typeface="Courier New"/>
              <a:cs typeface="Courier New"/>
            </a:endParaRPr>
          </a:p>
          <a:p>
            <a:pPr marL="0" indent="0">
              <a:lnSpc>
                <a:spcPts val="1646"/>
              </a:lnSpc>
              <a:buNone/>
            </a:pPr>
            <a:r>
              <a:rPr lang="en-US" sz="3200" spc="20" dirty="0">
                <a:latin typeface="Courier New"/>
                <a:cs typeface="Courier New"/>
              </a:rPr>
              <a:t>}</a:t>
            </a:r>
            <a:endParaRPr lang="en-US" sz="3200" dirty="0">
              <a:latin typeface="Courier New"/>
              <a:cs typeface="Courier New"/>
            </a:endParaRPr>
          </a:p>
          <a:p>
            <a:endParaRPr lang="en-US" dirty="0"/>
          </a:p>
          <a:p>
            <a:endParaRPr lang="en-US" dirty="0"/>
          </a:p>
        </p:txBody>
      </p:sp>
      <p:sp>
        <p:nvSpPr>
          <p:cNvPr id="3" name="Title 2">
            <a:extLst>
              <a:ext uri="{FF2B5EF4-FFF2-40B4-BE49-F238E27FC236}">
                <a16:creationId xmlns:a16="http://schemas.microsoft.com/office/drawing/2014/main" id="{8BB29E1D-4A8C-278B-4C96-9FBE69C4E5C7}"/>
              </a:ext>
            </a:extLst>
          </p:cNvPr>
          <p:cNvSpPr>
            <a:spLocks noGrp="1"/>
          </p:cNvSpPr>
          <p:nvPr>
            <p:ph type="title"/>
          </p:nvPr>
        </p:nvSpPr>
        <p:spPr/>
        <p:txBody>
          <a:bodyPr/>
          <a:lstStyle/>
          <a:p>
            <a:r>
              <a:rPr lang="en-US" dirty="0"/>
              <a:t>course-service</a:t>
            </a:r>
          </a:p>
        </p:txBody>
      </p:sp>
    </p:spTree>
    <p:extLst>
      <p:ext uri="{BB962C8B-B14F-4D97-AF65-F5344CB8AC3E}">
        <p14:creationId xmlns:p14="http://schemas.microsoft.com/office/powerpoint/2010/main" val="18128420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FD56092-1BA2-F8EE-0380-79A9202A929A}"/>
              </a:ext>
            </a:extLst>
          </p:cNvPr>
          <p:cNvSpPr>
            <a:spLocks noGrp="1"/>
          </p:cNvSpPr>
          <p:nvPr>
            <p:ph type="body" idx="1"/>
          </p:nvPr>
        </p:nvSpPr>
        <p:spPr>
          <a:xfrm>
            <a:off x="622300" y="1160003"/>
            <a:ext cx="11799472" cy="5268947"/>
          </a:xfrm>
        </p:spPr>
        <p:txBody>
          <a:bodyPr/>
          <a:lstStyle/>
          <a:p>
            <a:r>
              <a:rPr lang="en-US" dirty="0" err="1"/>
              <a:t>url</a:t>
            </a:r>
            <a:r>
              <a:rPr lang="en-US" dirty="0"/>
              <a:t> : </a:t>
            </a:r>
            <a:r>
              <a:rPr lang="en-US" dirty="0">
                <a:hlinkClick r:id="rId2"/>
              </a:rPr>
              <a:t>http://localhost:8000/mentor-service/{mname}</a:t>
            </a:r>
            <a:endParaRPr lang="en-US" dirty="0"/>
          </a:p>
          <a:p>
            <a:pPr marL="12560" marR="4926778">
              <a:lnSpc>
                <a:spcPts val="1711"/>
              </a:lnSpc>
              <a:spcBef>
                <a:spcPts val="5"/>
              </a:spcBef>
            </a:pPr>
            <a:endParaRPr lang="en-US" sz="3200" spc="20" dirty="0">
              <a:latin typeface="Courier New"/>
              <a:cs typeface="Courier New"/>
            </a:endParaRPr>
          </a:p>
          <a:p>
            <a:pPr marL="0" marR="4926778" indent="0">
              <a:lnSpc>
                <a:spcPts val="1711"/>
              </a:lnSpc>
              <a:spcBef>
                <a:spcPts val="5"/>
              </a:spcBef>
              <a:buNone/>
            </a:pPr>
            <a:r>
              <a:rPr lang="en-US" sz="3200" spc="20" dirty="0">
                <a:latin typeface="Courier New"/>
                <a:cs typeface="Courier New"/>
              </a:rPr>
              <a:t>{ </a:t>
            </a:r>
            <a:r>
              <a:rPr lang="en-US" sz="3200" spc="25" dirty="0">
                <a:latin typeface="Courier New"/>
                <a:cs typeface="Courier New"/>
              </a:rPr>
              <a:t> </a:t>
            </a:r>
          </a:p>
          <a:p>
            <a:pPr marL="0" marR="4926778" indent="0">
              <a:lnSpc>
                <a:spcPts val="1711"/>
              </a:lnSpc>
              <a:spcBef>
                <a:spcPts val="5"/>
              </a:spcBef>
              <a:buNone/>
            </a:pPr>
            <a:endParaRPr lang="en-US" spc="25" dirty="0">
              <a:solidFill>
                <a:srgbClr val="A21515"/>
              </a:solidFill>
              <a:latin typeface="Courier New"/>
              <a:cs typeface="Courier New"/>
            </a:endParaRPr>
          </a:p>
          <a:p>
            <a:pPr marL="545960" marR="4926778" lvl="2" indent="0">
              <a:lnSpc>
                <a:spcPts val="1711"/>
              </a:lnSpc>
              <a:spcBef>
                <a:spcPts val="5"/>
              </a:spcBef>
              <a:buNone/>
            </a:pPr>
            <a:r>
              <a:rPr lang="en-US" spc="20" dirty="0">
                <a:solidFill>
                  <a:srgbClr val="A21515"/>
                </a:solidFill>
                <a:latin typeface="Courier New"/>
                <a:cs typeface="Courier New"/>
              </a:rPr>
              <a:t>	"id</a:t>
            </a:r>
            <a:r>
              <a:rPr lang="en-US" spc="15" dirty="0">
                <a:solidFill>
                  <a:srgbClr val="A21515"/>
                </a:solidFill>
                <a:latin typeface="Courier New"/>
                <a:cs typeface="Courier New"/>
              </a:rPr>
              <a:t>"</a:t>
            </a:r>
            <a:r>
              <a:rPr lang="en-US" spc="15" dirty="0">
                <a:latin typeface="Courier New"/>
                <a:cs typeface="Courier New"/>
              </a:rPr>
              <a:t>:</a:t>
            </a:r>
            <a:r>
              <a:rPr lang="en-US" spc="20" dirty="0">
                <a:latin typeface="Courier New"/>
                <a:cs typeface="Courier New"/>
              </a:rPr>
              <a:t>1000</a:t>
            </a:r>
            <a:r>
              <a:rPr lang="en-US" spc="15" dirty="0">
                <a:latin typeface="Courier New"/>
                <a:cs typeface="Courier New"/>
              </a:rPr>
              <a:t>1</a:t>
            </a:r>
            <a:r>
              <a:rPr lang="en-US" spc="20" dirty="0">
                <a:latin typeface="Courier New"/>
                <a:cs typeface="Courier New"/>
              </a:rPr>
              <a:t>,</a:t>
            </a:r>
          </a:p>
          <a:p>
            <a:pPr marL="545960" marR="4926778" lvl="2" indent="0">
              <a:lnSpc>
                <a:spcPts val="1711"/>
              </a:lnSpc>
              <a:spcBef>
                <a:spcPts val="5"/>
              </a:spcBef>
              <a:buNone/>
            </a:pPr>
            <a:endParaRPr lang="en-US" dirty="0">
              <a:latin typeface="Courier New"/>
              <a:cs typeface="Courier New"/>
            </a:endParaRPr>
          </a:p>
          <a:p>
            <a:pPr marL="0" indent="0">
              <a:lnSpc>
                <a:spcPts val="1637"/>
              </a:lnSpc>
              <a:buNone/>
            </a:pPr>
            <a:r>
              <a:rPr lang="en-US" spc="15" dirty="0">
                <a:solidFill>
                  <a:srgbClr val="A21515"/>
                </a:solidFill>
                <a:latin typeface="Courier New"/>
                <a:cs typeface="Courier New"/>
              </a:rPr>
              <a:t>	</a:t>
            </a:r>
            <a:r>
              <a:rPr lang="en-US" sz="3200" spc="15" dirty="0">
                <a:solidFill>
                  <a:srgbClr val="A21515"/>
                </a:solidFill>
                <a:latin typeface="Courier New"/>
                <a:cs typeface="Courier New"/>
              </a:rPr>
              <a:t>“</a:t>
            </a:r>
            <a:r>
              <a:rPr lang="en-US" sz="3200" spc="15" dirty="0" err="1">
                <a:solidFill>
                  <a:srgbClr val="A21515"/>
                </a:solidFill>
                <a:latin typeface="Courier New"/>
                <a:cs typeface="Courier New"/>
              </a:rPr>
              <a:t>name"</a:t>
            </a:r>
            <a:r>
              <a:rPr lang="en-US" sz="3200" spc="15" dirty="0" err="1">
                <a:latin typeface="Courier New"/>
                <a:cs typeface="Courier New"/>
              </a:rPr>
              <a:t>:</a:t>
            </a:r>
            <a:r>
              <a:rPr lang="en-US" sz="3200" spc="15" dirty="0" err="1">
                <a:solidFill>
                  <a:srgbClr val="A21515"/>
                </a:solidFill>
                <a:latin typeface="Courier New"/>
                <a:cs typeface="Courier New"/>
              </a:rPr>
              <a:t>“Rahul</a:t>
            </a:r>
            <a:r>
              <a:rPr lang="en-US" sz="3200" spc="15" dirty="0">
                <a:solidFill>
                  <a:srgbClr val="A21515"/>
                </a:solidFill>
                <a:latin typeface="Courier New"/>
                <a:cs typeface="Courier New"/>
              </a:rPr>
              <a:t>"</a:t>
            </a:r>
            <a:r>
              <a:rPr lang="en-US" sz="3200" spc="15" dirty="0">
                <a:latin typeface="Courier New"/>
                <a:cs typeface="Courier New"/>
              </a:rPr>
              <a:t>,</a:t>
            </a:r>
            <a:endParaRPr lang="en-US" sz="3200" dirty="0">
              <a:latin typeface="Courier New"/>
              <a:cs typeface="Courier New"/>
            </a:endParaRPr>
          </a:p>
          <a:p>
            <a:pPr marL="0" indent="0">
              <a:lnSpc>
                <a:spcPts val="1706"/>
              </a:lnSpc>
              <a:buNone/>
            </a:pPr>
            <a:r>
              <a:rPr lang="en-US" sz="3200" spc="15" dirty="0">
                <a:solidFill>
                  <a:srgbClr val="A21515"/>
                </a:solidFill>
                <a:latin typeface="Courier New"/>
                <a:cs typeface="Courier New"/>
              </a:rPr>
              <a:t>	</a:t>
            </a:r>
          </a:p>
          <a:p>
            <a:pPr marL="0" indent="0">
              <a:lnSpc>
                <a:spcPts val="1706"/>
              </a:lnSpc>
              <a:buNone/>
            </a:pPr>
            <a:r>
              <a:rPr lang="en-US" spc="15" dirty="0">
                <a:solidFill>
                  <a:srgbClr val="A21515"/>
                </a:solidFill>
                <a:latin typeface="Courier New"/>
                <a:cs typeface="Courier New"/>
              </a:rPr>
              <a:t>	</a:t>
            </a:r>
            <a:r>
              <a:rPr lang="en-US" sz="3200" spc="15" dirty="0">
                <a:solidFill>
                  <a:srgbClr val="A21515"/>
                </a:solidFill>
                <a:latin typeface="Courier New"/>
                <a:cs typeface="Courier New"/>
              </a:rPr>
              <a:t>“numberOfCourses"</a:t>
            </a:r>
            <a:r>
              <a:rPr lang="en-US" sz="3200" spc="15" dirty="0">
                <a:latin typeface="Courier New"/>
                <a:cs typeface="Courier New"/>
              </a:rPr>
              <a:t>:</a:t>
            </a:r>
            <a:r>
              <a:rPr lang="en-US" sz="3200" spc="15" dirty="0">
                <a:solidFill>
                  <a:srgbClr val="A21515"/>
                </a:solidFill>
                <a:latin typeface="Courier New"/>
                <a:cs typeface="Courier New"/>
              </a:rPr>
              <a:t>“5"</a:t>
            </a:r>
            <a:r>
              <a:rPr lang="en-US" sz="3200" spc="15" dirty="0">
                <a:latin typeface="Courier New"/>
                <a:cs typeface="Courier New"/>
              </a:rPr>
              <a:t>,</a:t>
            </a:r>
          </a:p>
          <a:p>
            <a:pPr marL="0" indent="0">
              <a:lnSpc>
                <a:spcPts val="1706"/>
              </a:lnSpc>
              <a:buNone/>
            </a:pPr>
            <a:endParaRPr lang="en-US" sz="3200" spc="15" dirty="0">
              <a:latin typeface="Courier New"/>
              <a:cs typeface="Courier New"/>
            </a:endParaRPr>
          </a:p>
          <a:p>
            <a:pPr marL="0" indent="0">
              <a:lnSpc>
                <a:spcPts val="1706"/>
              </a:lnSpc>
              <a:buNone/>
            </a:pPr>
            <a:r>
              <a:rPr lang="en-US" spc="15" dirty="0">
                <a:solidFill>
                  <a:srgbClr val="A21515"/>
                </a:solidFill>
                <a:latin typeface="Courier New"/>
                <a:cs typeface="Courier New"/>
              </a:rPr>
              <a:t>	</a:t>
            </a:r>
            <a:r>
              <a:rPr lang="en-US" sz="3200" spc="15" dirty="0">
                <a:solidFill>
                  <a:srgbClr val="A21515"/>
                </a:solidFill>
                <a:latin typeface="Courier New"/>
                <a:cs typeface="Courier New"/>
              </a:rPr>
              <a:t>“List"</a:t>
            </a:r>
            <a:r>
              <a:rPr lang="en-US" sz="3200" spc="15" dirty="0">
                <a:latin typeface="Courier New"/>
                <a:cs typeface="Courier New"/>
              </a:rPr>
              <a:t>:</a:t>
            </a:r>
            <a:r>
              <a:rPr lang="en-US" sz="3200" spc="15" dirty="0">
                <a:solidFill>
                  <a:srgbClr val="A21515"/>
                </a:solidFill>
                <a:latin typeface="Courier New"/>
                <a:cs typeface="Courier New"/>
              </a:rPr>
              <a:t>“[{}{}{}]"</a:t>
            </a:r>
            <a:r>
              <a:rPr lang="en-US" sz="3200" spc="15" dirty="0">
                <a:latin typeface="Courier New"/>
                <a:cs typeface="Courier New"/>
              </a:rPr>
              <a:t>,</a:t>
            </a:r>
            <a:endParaRPr lang="en-US" sz="3200" dirty="0">
              <a:latin typeface="Courier New"/>
              <a:cs typeface="Courier New"/>
            </a:endParaRPr>
          </a:p>
          <a:p>
            <a:pPr marL="0" marR="2577374" indent="0">
              <a:lnSpc>
                <a:spcPts val="1711"/>
              </a:lnSpc>
              <a:spcBef>
                <a:spcPts val="54"/>
              </a:spcBef>
              <a:buNone/>
            </a:pPr>
            <a:r>
              <a:rPr lang="en-US" sz="3200" spc="20" dirty="0">
                <a:solidFill>
                  <a:srgbClr val="A21515"/>
                </a:solidFill>
                <a:latin typeface="Courier New"/>
                <a:cs typeface="Courier New"/>
              </a:rPr>
              <a:t>	</a:t>
            </a:r>
            <a:r>
              <a:rPr lang="en-US" sz="3200" spc="25" dirty="0">
                <a:latin typeface="Courier New"/>
                <a:cs typeface="Courier New"/>
              </a:rPr>
              <a:t> 	</a:t>
            </a:r>
          </a:p>
          <a:p>
            <a:pPr marL="0" marR="2577374" indent="0">
              <a:lnSpc>
                <a:spcPts val="1711"/>
              </a:lnSpc>
              <a:spcBef>
                <a:spcPts val="54"/>
              </a:spcBef>
              <a:buNone/>
            </a:pPr>
            <a:r>
              <a:rPr lang="en-US" spc="25" dirty="0">
                <a:solidFill>
                  <a:srgbClr val="A21515"/>
                </a:solidFill>
                <a:latin typeface="Courier New"/>
                <a:cs typeface="Courier New"/>
              </a:rPr>
              <a:t>	</a:t>
            </a:r>
          </a:p>
          <a:p>
            <a:pPr marL="0" marR="2577374" indent="0">
              <a:lnSpc>
                <a:spcPts val="1711"/>
              </a:lnSpc>
              <a:spcBef>
                <a:spcPts val="54"/>
              </a:spcBef>
              <a:buNone/>
            </a:pPr>
            <a:r>
              <a:rPr lang="en-US" sz="3200" spc="25" dirty="0">
                <a:solidFill>
                  <a:srgbClr val="A21515"/>
                </a:solidFill>
                <a:latin typeface="Courier New"/>
                <a:cs typeface="Courier New"/>
              </a:rPr>
              <a:t>	</a:t>
            </a:r>
            <a:r>
              <a:rPr lang="en-US" sz="3200" spc="20" dirty="0">
                <a:solidFill>
                  <a:srgbClr val="A21515"/>
                </a:solidFill>
                <a:latin typeface="Courier New"/>
                <a:cs typeface="Courier New"/>
              </a:rPr>
              <a:t>"environment"</a:t>
            </a:r>
            <a:r>
              <a:rPr lang="en-US" sz="3200" spc="20" dirty="0">
                <a:latin typeface="Courier New"/>
                <a:cs typeface="Courier New"/>
              </a:rPr>
              <a:t>:</a:t>
            </a:r>
            <a:r>
              <a:rPr lang="en-US" sz="3200" spc="20" dirty="0">
                <a:solidFill>
                  <a:srgbClr val="A21515"/>
                </a:solidFill>
                <a:latin typeface="Courier New"/>
                <a:cs typeface="Courier New"/>
              </a:rPr>
              <a:t>"8080</a:t>
            </a:r>
            <a:r>
              <a:rPr lang="en-US" sz="3200" spc="-69" dirty="0">
                <a:solidFill>
                  <a:srgbClr val="A21515"/>
                </a:solidFill>
                <a:latin typeface="Courier New"/>
                <a:cs typeface="Courier New"/>
              </a:rPr>
              <a:t> </a:t>
            </a:r>
            <a:r>
              <a:rPr lang="en-US" sz="3200" spc="20" dirty="0">
                <a:solidFill>
                  <a:srgbClr val="A21515"/>
                </a:solidFill>
                <a:latin typeface="Courier New"/>
                <a:cs typeface="Courier New"/>
              </a:rPr>
              <a:t>instance-id"</a:t>
            </a:r>
            <a:endParaRPr lang="en-US" sz="3200" dirty="0">
              <a:latin typeface="Courier New"/>
              <a:cs typeface="Courier New"/>
            </a:endParaRPr>
          </a:p>
          <a:p>
            <a:pPr marL="0" indent="0">
              <a:lnSpc>
                <a:spcPts val="1646"/>
              </a:lnSpc>
              <a:buNone/>
            </a:pPr>
            <a:r>
              <a:rPr lang="en-US" sz="3200" spc="20" dirty="0">
                <a:latin typeface="Courier New"/>
                <a:cs typeface="Courier New"/>
              </a:rPr>
              <a:t>}</a:t>
            </a:r>
            <a:endParaRPr lang="en-US" sz="3200" dirty="0">
              <a:latin typeface="Courier New"/>
              <a:cs typeface="Courier New"/>
            </a:endParaRPr>
          </a:p>
          <a:p>
            <a:endParaRPr lang="en-US" dirty="0"/>
          </a:p>
          <a:p>
            <a:endParaRPr lang="en-US" dirty="0"/>
          </a:p>
        </p:txBody>
      </p:sp>
      <p:sp>
        <p:nvSpPr>
          <p:cNvPr id="3" name="Title 2">
            <a:extLst>
              <a:ext uri="{FF2B5EF4-FFF2-40B4-BE49-F238E27FC236}">
                <a16:creationId xmlns:a16="http://schemas.microsoft.com/office/drawing/2014/main" id="{8BB29E1D-4A8C-278B-4C96-9FBE69C4E5C7}"/>
              </a:ext>
            </a:extLst>
          </p:cNvPr>
          <p:cNvSpPr>
            <a:spLocks noGrp="1"/>
          </p:cNvSpPr>
          <p:nvPr>
            <p:ph type="title"/>
          </p:nvPr>
        </p:nvSpPr>
        <p:spPr/>
        <p:txBody>
          <a:bodyPr/>
          <a:lstStyle/>
          <a:p>
            <a:r>
              <a:rPr lang="en-US" dirty="0"/>
              <a:t>mentor-service</a:t>
            </a:r>
          </a:p>
        </p:txBody>
      </p:sp>
    </p:spTree>
    <p:extLst>
      <p:ext uri="{BB962C8B-B14F-4D97-AF65-F5344CB8AC3E}">
        <p14:creationId xmlns:p14="http://schemas.microsoft.com/office/powerpoint/2010/main" val="8653822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9F9C88-F20B-5950-AB3D-C97E1CAB7DF4}"/>
              </a:ext>
            </a:extLst>
          </p:cNvPr>
          <p:cNvSpPr>
            <a:spLocks noGrp="1"/>
          </p:cNvSpPr>
          <p:nvPr>
            <p:ph type="title"/>
          </p:nvPr>
        </p:nvSpPr>
        <p:spPr/>
        <p:txBody>
          <a:bodyPr/>
          <a:lstStyle/>
          <a:p>
            <a:endParaRPr lang="en-US"/>
          </a:p>
        </p:txBody>
      </p:sp>
      <p:sp>
        <p:nvSpPr>
          <p:cNvPr id="4" name="Rectangle 1">
            <a:extLst>
              <a:ext uri="{FF2B5EF4-FFF2-40B4-BE49-F238E27FC236}">
                <a16:creationId xmlns:a16="http://schemas.microsoft.com/office/drawing/2014/main" id="{67AC287F-BD52-A692-F0B0-DF57EA613EE6}"/>
              </a:ext>
            </a:extLst>
          </p:cNvPr>
          <p:cNvSpPr>
            <a:spLocks noGrp="1" noChangeArrowheads="1"/>
          </p:cNvSpPr>
          <p:nvPr>
            <p:ph type="body" idx="1"/>
          </p:nvPr>
        </p:nvSpPr>
        <p:spPr bwMode="auto">
          <a:xfrm>
            <a:off x="285751" y="1779689"/>
            <a:ext cx="11658600" cy="4555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indent="-457200">
              <a:buClrTx/>
              <a:buSzTx/>
            </a:pPr>
            <a:r>
              <a:rPr kumimoji="0" lang="en-US" altLang="en-US" b="0" i="0" u="none" strike="noStrike" cap="none" normalizeH="0" baseline="0" dirty="0">
                <a:ln>
                  <a:noFill/>
                </a:ln>
                <a:solidFill>
                  <a:srgbClr val="1F2328"/>
                </a:solidFill>
                <a:effectLst/>
                <a:latin typeface="-apple-system"/>
              </a:rPr>
              <a:t> Check if you have the right repository </a:t>
            </a:r>
            <a:r>
              <a:rPr kumimoji="0" lang="en-US" altLang="en-US" b="0" i="0" u="none" strike="noStrike" cap="none" normalizeH="0" baseline="0" dirty="0" err="1">
                <a:ln>
                  <a:noFill/>
                </a:ln>
                <a:solidFill>
                  <a:srgbClr val="1F2328"/>
                </a:solidFill>
                <a:effectLst/>
                <a:latin typeface="-apple-system"/>
              </a:rPr>
              <a:t>url</a:t>
            </a:r>
            <a:r>
              <a:rPr kumimoji="0" lang="en-US" altLang="en-US" b="0" i="0" u="none" strike="noStrike" cap="none" normalizeH="0" baseline="0" dirty="0">
                <a:ln>
                  <a:noFill/>
                </a:ln>
                <a:solidFill>
                  <a:srgbClr val="1F2328"/>
                </a:solidFill>
                <a:effectLst/>
                <a:latin typeface="-apple-system"/>
              </a:rPr>
              <a:t> in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1F2328"/>
                </a:solidFill>
                <a:effectLst/>
                <a:latin typeface="-apple-system"/>
              </a:rPr>
              <a:t>/</a:t>
            </a:r>
            <a:r>
              <a:rPr kumimoji="0" lang="en-US" altLang="en-US" b="0" i="0" u="none" strike="noStrike" cap="none" normalizeH="0" baseline="0" dirty="0" err="1">
                <a:ln>
                  <a:noFill/>
                </a:ln>
                <a:solidFill>
                  <a:srgbClr val="1F2328"/>
                </a:solidFill>
                <a:effectLst/>
                <a:latin typeface="-apple-system"/>
              </a:rPr>
              <a:t>src</a:t>
            </a:r>
            <a:r>
              <a:rPr kumimoji="0" lang="en-US" altLang="en-US" b="0" i="0" u="none" strike="noStrike" cap="none" normalizeH="0" baseline="0" dirty="0">
                <a:ln>
                  <a:noFill/>
                </a:ln>
                <a:solidFill>
                  <a:srgbClr val="1F2328"/>
                </a:solidFill>
                <a:effectLst/>
                <a:latin typeface="-apple-system"/>
              </a:rPr>
              <a:t>/main/resources/</a:t>
            </a:r>
            <a:r>
              <a:rPr kumimoji="0" lang="en-US" altLang="en-US" b="0" i="0" u="none" strike="noStrike" cap="none" normalizeH="0" baseline="0" dirty="0" err="1">
                <a:ln>
                  <a:noFill/>
                </a:ln>
                <a:solidFill>
                  <a:srgbClr val="1F2328"/>
                </a:solidFill>
                <a:effectLst/>
                <a:latin typeface="-apple-system"/>
              </a:rPr>
              <a:t>application.properties</a:t>
            </a:r>
            <a:r>
              <a:rPr kumimoji="0" lang="en-US" altLang="en-US" b="0" i="0" u="none" strike="noStrike" cap="none" normalizeH="0" baseline="0" dirty="0">
                <a:ln>
                  <a:noFill/>
                </a:ln>
                <a:solidFill>
                  <a:srgbClr val="1F2328"/>
                </a:solidFill>
                <a:effectLst/>
                <a:latin typeface="-apple-system"/>
              </a:rPr>
              <a:t> </a:t>
            </a:r>
            <a:endParaRPr lang="en-US" altLang="en-US" dirty="0">
              <a:solidFill>
                <a:srgbClr val="1F2328"/>
              </a:solidFill>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1F2328"/>
                </a:solidFill>
                <a:effectLst/>
                <a:latin typeface="-apple-system"/>
              </a:rPr>
              <a:t>- </a:t>
            </a:r>
            <a:r>
              <a:rPr kumimoji="0" lang="en-US" altLang="en-US" b="0" i="0" u="none" strike="noStrike" cap="none" normalizeH="0" baseline="0" dirty="0" err="1">
                <a:ln>
                  <a:noFill/>
                </a:ln>
                <a:solidFill>
                  <a:srgbClr val="1F2328"/>
                </a:solidFill>
                <a:effectLst/>
                <a:latin typeface="-apple-system"/>
              </a:rPr>
              <a:t>spring.cloud.config.server.git.uri</a:t>
            </a:r>
            <a:r>
              <a:rPr kumimoji="0" lang="en-US" altLang="en-US" b="0" i="0" u="none" strike="noStrike" cap="none" normalizeH="0" baseline="0" dirty="0">
                <a:ln>
                  <a:noFill/>
                </a:ln>
                <a:solidFill>
                  <a:srgbClr val="1F2328"/>
                </a:solidFill>
                <a:effectLst/>
                <a:latin typeface="-apple-system"/>
              </a:rPr>
              <a:t>=</a:t>
            </a:r>
            <a:r>
              <a:rPr kumimoji="0" lang="en-US" altLang="en-US" b="0" i="0" u="none" strike="noStrike" cap="none" normalizeH="0" baseline="0">
                <a:ln>
                  <a:noFill/>
                </a:ln>
                <a:solidFill>
                  <a:srgbClr val="1F2328"/>
                </a:solidFill>
                <a:effectLst/>
                <a:latin typeface="-apple-system"/>
              </a:rPr>
              <a:t>file:///C:/path</a:t>
            </a:r>
            <a:r>
              <a:rPr kumimoji="0" lang="en-US" altLang="en-US" b="0" i="0" u="none" strike="noStrike" cap="none" normalizeH="0" baseline="0" dirty="0">
                <a:ln>
                  <a:noFill/>
                </a:ln>
                <a:solidFill>
                  <a:srgbClr val="1F2328"/>
                </a:solidFill>
                <a:effectLst/>
                <a:latin typeface="-apple-system"/>
              </a:rPr>
              <a:t>/microrepo</a:t>
            </a:r>
            <a:endParaRPr kumimoji="0" lang="en-US" altLang="en-US" sz="2800" b="0" i="0" u="none" strike="noStrike" cap="none" normalizeH="0" baseline="0" dirty="0">
              <a:ln>
                <a:noFill/>
              </a:ln>
              <a:solidFill>
                <a:schemeClr val="tx1"/>
              </a:solidFill>
              <a:effectLst/>
            </a:endParaRPr>
          </a:p>
          <a:p>
            <a:pPr indent="-457200">
              <a:buClrTx/>
              <a:buSzTx/>
            </a:pPr>
            <a:r>
              <a:rPr kumimoji="0" lang="en-US" altLang="en-US" b="0" i="0" u="none" strike="noStrike" cap="none" normalizeH="0" baseline="0" dirty="0">
                <a:ln>
                  <a:noFill/>
                </a:ln>
                <a:solidFill>
                  <a:srgbClr val="1F2328"/>
                </a:solidFill>
                <a:effectLst/>
                <a:latin typeface="-apple-system"/>
              </a:rPr>
              <a:t>Do not have any spaces in your git repository path.</a:t>
            </a:r>
            <a:endParaRPr kumimoji="0" lang="en-US" altLang="en-US" sz="2800" b="0" i="0" u="none" strike="noStrike" cap="none" normalizeH="0" baseline="0" dirty="0">
              <a:ln>
                <a:noFill/>
              </a:ln>
              <a:solidFill>
                <a:schemeClr val="tx1"/>
              </a:solidFill>
              <a:effectLst/>
            </a:endParaRPr>
          </a:p>
          <a:p>
            <a:pPr indent="-457200">
              <a:buClrTx/>
              <a:buSzTx/>
            </a:pPr>
            <a:r>
              <a:rPr kumimoji="0" lang="en-US" altLang="en-US" b="0" i="0" u="none" strike="noStrike" cap="none" normalizeH="0" baseline="0" dirty="0">
                <a:ln>
                  <a:noFill/>
                </a:ln>
                <a:solidFill>
                  <a:srgbClr val="1F2328"/>
                </a:solidFill>
                <a:effectLst/>
                <a:latin typeface="-apple-system"/>
              </a:rPr>
              <a:t>If you are on windows, make sure that you are using one of these formats for your git repository</a:t>
            </a:r>
            <a:endParaRPr kumimoji="0" lang="en-US" altLang="en-US"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1F2328"/>
                </a:solidFill>
                <a:effectLst/>
                <a:latin typeface="ui-monospace"/>
              </a:rPr>
              <a:t>file:///C:/microservices/git-localconfig-repo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1F2328"/>
                </a:solidFill>
                <a:effectLst/>
                <a:latin typeface="ui-monospace"/>
              </a:rPr>
              <a:t>file:\\C:/WORKSPACE/GIT/git-localconfig-repo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1F2328"/>
                </a:solidFill>
                <a:effectLst/>
                <a:latin typeface="ui-monospace"/>
              </a:rPr>
              <a:t>file:///C:/Users/Gautham/Documents/workspace-sts-3.9.4.RELEASE/git-localconfig-repo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1F2328"/>
                </a:solidFill>
                <a:effectLst/>
                <a:latin typeface="ui-monospace"/>
              </a:rPr>
              <a:t>file:\\C:/Users/Gautham/Documents/workspace-sts-3.9.4.RELEASE/git-localconfig-repo </a:t>
            </a:r>
            <a:endParaRPr kumimoji="0" lang="en-US" altLang="en-US" b="0" i="0" u="none" strike="noStrike" cap="none" normalizeH="0" baseline="0" dirty="0">
              <a:ln>
                <a:noFill/>
              </a:ln>
              <a:solidFill>
                <a:srgbClr val="1F2328"/>
              </a:solidFill>
              <a:effectLst/>
              <a:latin typeface="-apple-system"/>
            </a:endParaRPr>
          </a:p>
          <a:p>
            <a:pPr indent="-457200">
              <a:buClrTx/>
              <a:buSzTx/>
            </a:pPr>
            <a:r>
              <a:rPr kumimoji="0" lang="en-US" altLang="en-US" b="0" i="0" u="none" strike="noStrike" cap="none" normalizeH="0" baseline="0" dirty="0">
                <a:ln>
                  <a:noFill/>
                </a:ln>
                <a:solidFill>
                  <a:srgbClr val="1F2328"/>
                </a:solidFill>
                <a:effectLst/>
                <a:latin typeface="-apple-system"/>
              </a:rPr>
              <a:t>Make sure that you have committed all the code to GIT Local Repo</a:t>
            </a:r>
            <a:endParaRPr kumimoji="0" lang="en-US" altLang="en-US" sz="4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28296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g12990467e5a_0_0"/>
          <p:cNvSpPr txBox="1">
            <a:spLocks noGrp="1"/>
          </p:cNvSpPr>
          <p:nvPr>
            <p:ph type="title"/>
          </p:nvPr>
        </p:nvSpPr>
        <p:spPr>
          <a:xfrm>
            <a:off x="622300" y="457202"/>
            <a:ext cx="10947300" cy="756600"/>
          </a:xfrm>
          <a:prstGeom prst="rect">
            <a:avLst/>
          </a:prstGeom>
          <a:noFill/>
          <a:ln>
            <a:noFill/>
          </a:ln>
        </p:spPr>
        <p:txBody>
          <a:bodyPr spcFirstLastPara="1" wrap="square" lIns="16925" tIns="16925" rIns="16925" bIns="16925" anchor="t" anchorCtr="0">
            <a:noAutofit/>
          </a:bodyPr>
          <a:lstStyle/>
          <a:p>
            <a:pPr marL="0" lvl="0" indent="0" algn="l" rtl="0">
              <a:lnSpc>
                <a:spcPct val="100000"/>
              </a:lnSpc>
              <a:spcBef>
                <a:spcPts val="0"/>
              </a:spcBef>
              <a:spcAft>
                <a:spcPts val="0"/>
              </a:spcAft>
              <a:buSzPts val="1400"/>
              <a:buNone/>
            </a:pPr>
            <a:r>
              <a:rPr lang="en-IN" sz="3200" b="1">
                <a:latin typeface="Calibri"/>
                <a:ea typeface="Calibri"/>
                <a:cs typeface="Calibri"/>
                <a:sym typeface="Calibri"/>
              </a:rPr>
              <a:t>5 min break</a:t>
            </a:r>
            <a:endParaRPr sz="3200">
              <a:solidFill>
                <a:schemeClr val="dk1"/>
              </a:solidFill>
              <a:latin typeface="Calibri"/>
              <a:ea typeface="Calibri"/>
              <a:cs typeface="Calibri"/>
              <a:sym typeface="Calibri"/>
            </a:endParaRPr>
          </a:p>
        </p:txBody>
      </p:sp>
      <p:sp>
        <p:nvSpPr>
          <p:cNvPr id="74" name="Google Shape;74;g12990467e5a_0_0"/>
          <p:cNvSpPr/>
          <p:nvPr/>
        </p:nvSpPr>
        <p:spPr>
          <a:xfrm>
            <a:off x="9581211" y="5635599"/>
            <a:ext cx="2363100" cy="7386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IN" sz="1400" b="1" i="0" u="none" strike="noStrike" cap="none">
                <a:solidFill>
                  <a:schemeClr val="lt1"/>
                </a:solidFill>
                <a:latin typeface="Calibri"/>
                <a:ea typeface="Calibri"/>
                <a:cs typeface="Calibri"/>
                <a:sym typeface="Calibri"/>
              </a:rPr>
              <a:t>DO NOT WRITE ANYTHING</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IN" sz="1400" b="1" i="0" u="none" strike="noStrike" cap="none">
                <a:solidFill>
                  <a:schemeClr val="lt1"/>
                </a:solidFill>
                <a:latin typeface="Calibri"/>
                <a:ea typeface="Calibri"/>
                <a:cs typeface="Calibri"/>
                <a:sym typeface="Calibri"/>
              </a:rPr>
              <a:t>HERE. LEAVE THIS SPACE FOR</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IN" sz="1400" b="1" i="0" u="none" strike="noStrike" cap="none">
                <a:solidFill>
                  <a:schemeClr val="lt1"/>
                </a:solidFill>
                <a:latin typeface="Calibri"/>
                <a:ea typeface="Calibri"/>
                <a:cs typeface="Calibri"/>
                <a:sym typeface="Calibri"/>
              </a:rPr>
              <a:t> WEBCAM</a:t>
            </a:r>
            <a:endParaRPr sz="1400" b="0" i="0" u="none" strike="noStrike" cap="none">
              <a:solidFill>
                <a:srgbClr val="000000"/>
              </a:solidFill>
              <a:latin typeface="Arial"/>
              <a:ea typeface="Arial"/>
              <a:cs typeface="Arial"/>
              <a:sym typeface="Arial"/>
            </a:endParaRPr>
          </a:p>
        </p:txBody>
      </p:sp>
      <p:sp>
        <p:nvSpPr>
          <p:cNvPr id="75" name="Google Shape;75;g12990467e5a_0_0"/>
          <p:cNvSpPr txBox="1"/>
          <p:nvPr/>
        </p:nvSpPr>
        <p:spPr>
          <a:xfrm>
            <a:off x="622300" y="1707884"/>
            <a:ext cx="10947300" cy="4296900"/>
          </a:xfrm>
          <a:prstGeom prst="rect">
            <a:avLst/>
          </a:prstGeom>
          <a:noFill/>
          <a:ln>
            <a:noFill/>
          </a:ln>
        </p:spPr>
        <p:txBody>
          <a:bodyPr spcFirstLastPara="1" wrap="square" lIns="16925" tIns="16925" rIns="16925" bIns="16925" anchor="t" anchorCtr="0">
            <a:noAutofit/>
          </a:bodyPr>
          <a:lstStyle/>
          <a:p>
            <a:pPr marL="546100" marR="0" lvl="0" indent="-457200" algn="l" rtl="0">
              <a:lnSpc>
                <a:spcPct val="150000"/>
              </a:lnSpc>
              <a:spcBef>
                <a:spcPts val="0"/>
              </a:spcBef>
              <a:spcAft>
                <a:spcPts val="0"/>
              </a:spcAft>
              <a:buClr>
                <a:srgbClr val="000000"/>
              </a:buClr>
              <a:buSzPts val="2400"/>
              <a:buFont typeface="Arial"/>
              <a:buChar char="•"/>
            </a:pPr>
            <a:r>
              <a:rPr lang="en-IN" sz="2400" b="0" i="0" u="none" strike="noStrike" cap="none">
                <a:solidFill>
                  <a:srgbClr val="000000"/>
                </a:solidFill>
                <a:latin typeface="Calibri"/>
                <a:ea typeface="Calibri"/>
                <a:cs typeface="Calibri"/>
                <a:sym typeface="Calibri"/>
              </a:rPr>
              <a:t>This a 5 min break for you</a:t>
            </a:r>
            <a:endParaRPr/>
          </a:p>
          <a:p>
            <a:pPr marL="546100" marR="0" lvl="0" indent="-457200" algn="l" rtl="0">
              <a:lnSpc>
                <a:spcPct val="150000"/>
              </a:lnSpc>
              <a:spcBef>
                <a:spcPts val="0"/>
              </a:spcBef>
              <a:spcAft>
                <a:spcPts val="0"/>
              </a:spcAft>
              <a:buClr>
                <a:srgbClr val="000000"/>
              </a:buClr>
              <a:buSzPts val="2400"/>
              <a:buFont typeface="Arial"/>
              <a:buChar char="•"/>
            </a:pPr>
            <a:r>
              <a:rPr lang="en-IN" sz="2400" b="0" i="0" u="none" strike="noStrike" cap="none">
                <a:solidFill>
                  <a:srgbClr val="000000"/>
                </a:solidFill>
                <a:latin typeface="Calibri"/>
                <a:ea typeface="Calibri"/>
                <a:cs typeface="Calibri"/>
                <a:sym typeface="Calibri"/>
              </a:rPr>
              <a:t>Have a glass of water</a:t>
            </a:r>
            <a:endParaRPr/>
          </a:p>
          <a:p>
            <a:pPr marL="546100" marR="0" lvl="0" indent="-457200" algn="l" rtl="0">
              <a:lnSpc>
                <a:spcPct val="150000"/>
              </a:lnSpc>
              <a:spcBef>
                <a:spcPts val="0"/>
              </a:spcBef>
              <a:spcAft>
                <a:spcPts val="0"/>
              </a:spcAft>
              <a:buClr>
                <a:srgbClr val="000000"/>
              </a:buClr>
              <a:buSzPts val="2400"/>
              <a:buFont typeface="Arial"/>
              <a:buChar char="•"/>
            </a:pPr>
            <a:r>
              <a:rPr lang="en-IN" sz="2400" b="0" i="0" u="none" strike="noStrike" cap="none">
                <a:solidFill>
                  <a:srgbClr val="000000"/>
                </a:solidFill>
                <a:latin typeface="Calibri"/>
                <a:ea typeface="Calibri"/>
                <a:cs typeface="Calibri"/>
                <a:sym typeface="Calibri"/>
              </a:rPr>
              <a:t>Take a deep breath</a:t>
            </a:r>
            <a:endParaRPr/>
          </a:p>
          <a:p>
            <a:pPr marL="546100" marR="0" lvl="0" indent="-457200" algn="l" rtl="0">
              <a:lnSpc>
                <a:spcPct val="150000"/>
              </a:lnSpc>
              <a:spcBef>
                <a:spcPts val="0"/>
              </a:spcBef>
              <a:spcAft>
                <a:spcPts val="0"/>
              </a:spcAft>
              <a:buClr>
                <a:srgbClr val="000000"/>
              </a:buClr>
              <a:buSzPts val="2400"/>
              <a:buFont typeface="Arial"/>
              <a:buChar char="•"/>
            </a:pPr>
            <a:r>
              <a:rPr lang="en-IN" sz="2400" b="0" i="0" u="none" strike="noStrike" cap="none">
                <a:solidFill>
                  <a:srgbClr val="000000"/>
                </a:solidFill>
                <a:latin typeface="Calibri"/>
                <a:ea typeface="Calibri"/>
                <a:cs typeface="Calibri"/>
                <a:sym typeface="Calibri"/>
              </a:rPr>
              <a:t>Note down any doubt you have till now</a:t>
            </a:r>
            <a:endParaRPr/>
          </a:p>
          <a:p>
            <a:pPr marL="546100" marR="0" lvl="0" indent="-457200" algn="l" rtl="0">
              <a:lnSpc>
                <a:spcPct val="150000"/>
              </a:lnSpc>
              <a:spcBef>
                <a:spcPts val="0"/>
              </a:spcBef>
              <a:spcAft>
                <a:spcPts val="0"/>
              </a:spcAft>
              <a:buClr>
                <a:srgbClr val="000000"/>
              </a:buClr>
              <a:buSzPts val="2400"/>
              <a:buFont typeface="Arial"/>
              <a:buChar char="•"/>
            </a:pPr>
            <a:r>
              <a:rPr lang="en-IN" sz="2400" b="0" i="0" u="none" strike="noStrike" cap="none">
                <a:solidFill>
                  <a:srgbClr val="000000"/>
                </a:solidFill>
                <a:latin typeface="Calibri"/>
                <a:ea typeface="Calibri"/>
                <a:cs typeface="Calibri"/>
                <a:sym typeface="Calibri"/>
              </a:rPr>
              <a:t>Join back</a:t>
            </a:r>
            <a:endParaRPr sz="2400" b="0" i="0" u="none" strike="noStrike" cap="none">
              <a:solidFill>
                <a:srgbClr val="000000"/>
              </a:solidFill>
              <a:latin typeface="Calibri"/>
              <a:ea typeface="Calibri"/>
              <a:cs typeface="Calibri"/>
              <a:sym typeface="Calibri"/>
            </a:endParaRPr>
          </a:p>
          <a:p>
            <a:pPr marL="431800" marR="0" lvl="0" indent="-190500" algn="l" rtl="0">
              <a:lnSpc>
                <a:spcPct val="150000"/>
              </a:lnSpc>
              <a:spcBef>
                <a:spcPts val="0"/>
              </a:spcBef>
              <a:spcAft>
                <a:spcPts val="0"/>
              </a:spcAft>
              <a:buClr>
                <a:srgbClr val="000000"/>
              </a:buClr>
              <a:buSzPts val="2400"/>
              <a:buFont typeface="Arial"/>
              <a:buNone/>
            </a:pPr>
            <a:endParaRPr sz="2400" b="0" i="0" u="none" strike="noStrike" cap="none">
              <a:solidFill>
                <a:srgbClr val="000000"/>
              </a:solidFill>
              <a:latin typeface="Calibri"/>
              <a:ea typeface="Calibri"/>
              <a:cs typeface="Calibri"/>
              <a:sym typeface="Calibri"/>
            </a:endParaRPr>
          </a:p>
          <a:p>
            <a:pPr marL="431800" marR="0" lvl="0" indent="-190500" algn="l" rtl="0">
              <a:lnSpc>
                <a:spcPct val="150000"/>
              </a:lnSpc>
              <a:spcBef>
                <a:spcPts val="0"/>
              </a:spcBef>
              <a:spcAft>
                <a:spcPts val="0"/>
              </a:spcAft>
              <a:buClr>
                <a:srgbClr val="000000"/>
              </a:buClr>
              <a:buSzPts val="2400"/>
              <a:buFont typeface="Arial"/>
              <a:buNone/>
            </a:pPr>
            <a:endParaRPr sz="2400" b="0" i="0" u="none" strike="noStrike" cap="none">
              <a:solidFill>
                <a:srgbClr val="000000"/>
              </a:solidFill>
              <a:latin typeface="Calibri"/>
              <a:ea typeface="Calibri"/>
              <a:cs typeface="Calibri"/>
              <a:sym typeface="Calibri"/>
            </a:endParaRPr>
          </a:p>
          <a:p>
            <a:pPr marL="431800" marR="0" lvl="0" indent="-190500" algn="l" rtl="0">
              <a:lnSpc>
                <a:spcPct val="150000"/>
              </a:lnSpc>
              <a:spcBef>
                <a:spcPts val="0"/>
              </a:spcBef>
              <a:spcAft>
                <a:spcPts val="0"/>
              </a:spcAft>
              <a:buClr>
                <a:srgbClr val="000000"/>
              </a:buClr>
              <a:buSzPts val="2400"/>
              <a:buFont typeface="Arial"/>
              <a:buNone/>
            </a:pPr>
            <a:endParaRPr sz="2400" b="0" i="0" u="none" strike="noStrike" cap="none">
              <a:solidFill>
                <a:srgbClr val="000000"/>
              </a:solidFill>
              <a:latin typeface="Calibri"/>
              <a:ea typeface="Calibri"/>
              <a:cs typeface="Calibri"/>
              <a:sym typeface="Calibri"/>
            </a:endParaRPr>
          </a:p>
        </p:txBody>
      </p:sp>
      <p:pic>
        <p:nvPicPr>
          <p:cNvPr id="76" name="Google Shape;76;g12990467e5a_0_0"/>
          <p:cNvPicPr preferRelativeResize="0"/>
          <p:nvPr/>
        </p:nvPicPr>
        <p:blipFill rotWithShape="1">
          <a:blip r:embed="rId3">
            <a:alphaModFix/>
          </a:blip>
          <a:srcRect/>
          <a:stretch/>
        </p:blipFill>
        <p:spPr>
          <a:xfrm>
            <a:off x="9095909" y="1707884"/>
            <a:ext cx="1666875" cy="27432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g12990467e5a_0_35"/>
          <p:cNvSpPr txBox="1"/>
          <p:nvPr/>
        </p:nvSpPr>
        <p:spPr>
          <a:xfrm>
            <a:off x="2096062" y="2213395"/>
            <a:ext cx="7999800" cy="1215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IN" sz="4400" b="1">
                <a:solidFill>
                  <a:schemeClr val="dk1"/>
                </a:solidFill>
                <a:latin typeface="Calibri"/>
                <a:ea typeface="Calibri"/>
                <a:cs typeface="Calibri"/>
                <a:sym typeface="Calibri"/>
              </a:rPr>
              <a:t>Any doubts?</a:t>
            </a:r>
            <a:endParaRPr sz="1400" b="1" i="0" u="none" strike="noStrike" cap="none">
              <a:solidFill>
                <a:schemeClr val="dk1"/>
              </a:solidFill>
              <a:latin typeface="Calibri"/>
              <a:ea typeface="Calibri"/>
              <a:cs typeface="Calibri"/>
              <a:sym typeface="Calibri"/>
            </a:endParaRPr>
          </a:p>
        </p:txBody>
      </p:sp>
      <p:sp>
        <p:nvSpPr>
          <p:cNvPr id="82" name="Google Shape;82;g12990467e5a_0_35"/>
          <p:cNvSpPr txBox="1"/>
          <p:nvPr/>
        </p:nvSpPr>
        <p:spPr>
          <a:xfrm>
            <a:off x="2096062" y="3101515"/>
            <a:ext cx="7999800" cy="1215600"/>
          </a:xfrm>
          <a:prstGeom prst="rect">
            <a:avLst/>
          </a:prstGeom>
          <a:noFill/>
          <a:ln>
            <a:no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None/>
            </a:pPr>
            <a:endParaRPr sz="3200" b="1" i="0" u="none" strike="noStrike" cap="non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3"/>
          <p:cNvSpPr txBox="1"/>
          <p:nvPr/>
        </p:nvSpPr>
        <p:spPr>
          <a:xfrm>
            <a:off x="759655" y="1885870"/>
            <a:ext cx="10972800" cy="121564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5400" dirty="0"/>
              <a:t>Spring Boot with Microservices</a:t>
            </a:r>
            <a:endParaRPr sz="1400" b="1" i="0" u="none" strike="noStrike" cap="none" dirty="0">
              <a:solidFill>
                <a:schemeClr val="dk1"/>
              </a:solidFill>
              <a:latin typeface="Calibri"/>
              <a:ea typeface="Calibri"/>
              <a:cs typeface="Calibri"/>
              <a:sym typeface="Calibri"/>
            </a:endParaRPr>
          </a:p>
        </p:txBody>
      </p:sp>
      <p:sp>
        <p:nvSpPr>
          <p:cNvPr id="60" name="Google Shape;60;p3"/>
          <p:cNvSpPr txBox="1"/>
          <p:nvPr/>
        </p:nvSpPr>
        <p:spPr>
          <a:xfrm>
            <a:off x="2096062" y="3101515"/>
            <a:ext cx="7999800" cy="1215600"/>
          </a:xfrm>
          <a:prstGeom prst="rect">
            <a:avLst/>
          </a:prstGeom>
          <a:noFill/>
          <a:ln>
            <a:no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None/>
            </a:pPr>
            <a:endParaRPr sz="3200" b="1"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775360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g12990467e5a_0_0"/>
          <p:cNvSpPr txBox="1">
            <a:spLocks noGrp="1"/>
          </p:cNvSpPr>
          <p:nvPr>
            <p:ph type="title"/>
          </p:nvPr>
        </p:nvSpPr>
        <p:spPr>
          <a:xfrm>
            <a:off x="622300" y="457202"/>
            <a:ext cx="10947300" cy="756600"/>
          </a:xfrm>
          <a:prstGeom prst="rect">
            <a:avLst/>
          </a:prstGeom>
          <a:noFill/>
          <a:ln>
            <a:noFill/>
          </a:ln>
        </p:spPr>
        <p:txBody>
          <a:bodyPr spcFirstLastPara="1" wrap="square" lIns="16925" tIns="16925" rIns="16925" bIns="16925" anchor="t" anchorCtr="0">
            <a:noAutofit/>
          </a:bodyPr>
          <a:lstStyle/>
          <a:p>
            <a:pPr marL="0" lvl="0" indent="0" algn="l" rtl="0">
              <a:lnSpc>
                <a:spcPct val="100000"/>
              </a:lnSpc>
              <a:spcBef>
                <a:spcPts val="0"/>
              </a:spcBef>
              <a:spcAft>
                <a:spcPts val="0"/>
              </a:spcAft>
              <a:buSzPts val="1400"/>
              <a:buNone/>
            </a:pPr>
            <a:r>
              <a:rPr lang="en-IN" sz="3200" b="1">
                <a:latin typeface="Calibri"/>
                <a:ea typeface="Calibri"/>
                <a:cs typeface="Calibri"/>
                <a:sym typeface="Calibri"/>
              </a:rPr>
              <a:t>5 min break</a:t>
            </a:r>
            <a:endParaRPr sz="3200">
              <a:solidFill>
                <a:schemeClr val="dk1"/>
              </a:solidFill>
              <a:latin typeface="Calibri"/>
              <a:ea typeface="Calibri"/>
              <a:cs typeface="Calibri"/>
              <a:sym typeface="Calibri"/>
            </a:endParaRPr>
          </a:p>
        </p:txBody>
      </p:sp>
      <p:sp>
        <p:nvSpPr>
          <p:cNvPr id="74" name="Google Shape;74;g12990467e5a_0_0"/>
          <p:cNvSpPr/>
          <p:nvPr/>
        </p:nvSpPr>
        <p:spPr>
          <a:xfrm>
            <a:off x="9581211" y="5635599"/>
            <a:ext cx="2363100" cy="7386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IN" sz="1400" b="1" i="0" u="none" strike="noStrike" cap="none">
                <a:solidFill>
                  <a:schemeClr val="lt1"/>
                </a:solidFill>
                <a:latin typeface="Calibri"/>
                <a:ea typeface="Calibri"/>
                <a:cs typeface="Calibri"/>
                <a:sym typeface="Calibri"/>
              </a:rPr>
              <a:t>DO NOT WRITE ANYTHING</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IN" sz="1400" b="1" i="0" u="none" strike="noStrike" cap="none">
                <a:solidFill>
                  <a:schemeClr val="lt1"/>
                </a:solidFill>
                <a:latin typeface="Calibri"/>
                <a:ea typeface="Calibri"/>
                <a:cs typeface="Calibri"/>
                <a:sym typeface="Calibri"/>
              </a:rPr>
              <a:t>HERE. LEAVE THIS SPACE FOR</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IN" sz="1400" b="1" i="0" u="none" strike="noStrike" cap="none">
                <a:solidFill>
                  <a:schemeClr val="lt1"/>
                </a:solidFill>
                <a:latin typeface="Calibri"/>
                <a:ea typeface="Calibri"/>
                <a:cs typeface="Calibri"/>
                <a:sym typeface="Calibri"/>
              </a:rPr>
              <a:t> WEBCAM</a:t>
            </a:r>
            <a:endParaRPr sz="1400" b="0" i="0" u="none" strike="noStrike" cap="none">
              <a:solidFill>
                <a:srgbClr val="000000"/>
              </a:solidFill>
              <a:latin typeface="Arial"/>
              <a:ea typeface="Arial"/>
              <a:cs typeface="Arial"/>
              <a:sym typeface="Arial"/>
            </a:endParaRPr>
          </a:p>
        </p:txBody>
      </p:sp>
      <p:sp>
        <p:nvSpPr>
          <p:cNvPr id="75" name="Google Shape;75;g12990467e5a_0_0"/>
          <p:cNvSpPr txBox="1"/>
          <p:nvPr/>
        </p:nvSpPr>
        <p:spPr>
          <a:xfrm>
            <a:off x="622300" y="1707884"/>
            <a:ext cx="10947300" cy="4296900"/>
          </a:xfrm>
          <a:prstGeom prst="rect">
            <a:avLst/>
          </a:prstGeom>
          <a:noFill/>
          <a:ln>
            <a:noFill/>
          </a:ln>
        </p:spPr>
        <p:txBody>
          <a:bodyPr spcFirstLastPara="1" wrap="square" lIns="16925" tIns="16925" rIns="16925" bIns="16925" anchor="t" anchorCtr="0">
            <a:noAutofit/>
          </a:bodyPr>
          <a:lstStyle/>
          <a:p>
            <a:pPr marL="546100" marR="0" lvl="0" indent="-457200" algn="l" rtl="0">
              <a:lnSpc>
                <a:spcPct val="150000"/>
              </a:lnSpc>
              <a:spcBef>
                <a:spcPts val="0"/>
              </a:spcBef>
              <a:spcAft>
                <a:spcPts val="0"/>
              </a:spcAft>
              <a:buClr>
                <a:srgbClr val="000000"/>
              </a:buClr>
              <a:buSzPts val="2400"/>
              <a:buFont typeface="Arial"/>
              <a:buChar char="•"/>
            </a:pPr>
            <a:r>
              <a:rPr lang="en-IN" sz="2400" b="0" i="0" u="none" strike="noStrike" cap="none">
                <a:solidFill>
                  <a:srgbClr val="000000"/>
                </a:solidFill>
                <a:latin typeface="Calibri"/>
                <a:ea typeface="Calibri"/>
                <a:cs typeface="Calibri"/>
                <a:sym typeface="Calibri"/>
              </a:rPr>
              <a:t>This a 5 min break for you</a:t>
            </a:r>
            <a:endParaRPr/>
          </a:p>
          <a:p>
            <a:pPr marL="546100" marR="0" lvl="0" indent="-457200" algn="l" rtl="0">
              <a:lnSpc>
                <a:spcPct val="150000"/>
              </a:lnSpc>
              <a:spcBef>
                <a:spcPts val="0"/>
              </a:spcBef>
              <a:spcAft>
                <a:spcPts val="0"/>
              </a:spcAft>
              <a:buClr>
                <a:srgbClr val="000000"/>
              </a:buClr>
              <a:buSzPts val="2400"/>
              <a:buFont typeface="Arial"/>
              <a:buChar char="•"/>
            </a:pPr>
            <a:r>
              <a:rPr lang="en-IN" sz="2400" b="0" i="0" u="none" strike="noStrike" cap="none">
                <a:solidFill>
                  <a:srgbClr val="000000"/>
                </a:solidFill>
                <a:latin typeface="Calibri"/>
                <a:ea typeface="Calibri"/>
                <a:cs typeface="Calibri"/>
                <a:sym typeface="Calibri"/>
              </a:rPr>
              <a:t>Have a glass of water</a:t>
            </a:r>
            <a:endParaRPr/>
          </a:p>
          <a:p>
            <a:pPr marL="546100" marR="0" lvl="0" indent="-457200" algn="l" rtl="0">
              <a:lnSpc>
                <a:spcPct val="150000"/>
              </a:lnSpc>
              <a:spcBef>
                <a:spcPts val="0"/>
              </a:spcBef>
              <a:spcAft>
                <a:spcPts val="0"/>
              </a:spcAft>
              <a:buClr>
                <a:srgbClr val="000000"/>
              </a:buClr>
              <a:buSzPts val="2400"/>
              <a:buFont typeface="Arial"/>
              <a:buChar char="•"/>
            </a:pPr>
            <a:r>
              <a:rPr lang="en-IN" sz="2400" b="0" i="0" u="none" strike="noStrike" cap="none">
                <a:solidFill>
                  <a:srgbClr val="000000"/>
                </a:solidFill>
                <a:latin typeface="Calibri"/>
                <a:ea typeface="Calibri"/>
                <a:cs typeface="Calibri"/>
                <a:sym typeface="Calibri"/>
              </a:rPr>
              <a:t>Take a deep breath</a:t>
            </a:r>
            <a:endParaRPr/>
          </a:p>
          <a:p>
            <a:pPr marL="546100" marR="0" lvl="0" indent="-457200" algn="l" rtl="0">
              <a:lnSpc>
                <a:spcPct val="150000"/>
              </a:lnSpc>
              <a:spcBef>
                <a:spcPts val="0"/>
              </a:spcBef>
              <a:spcAft>
                <a:spcPts val="0"/>
              </a:spcAft>
              <a:buClr>
                <a:srgbClr val="000000"/>
              </a:buClr>
              <a:buSzPts val="2400"/>
              <a:buFont typeface="Arial"/>
              <a:buChar char="•"/>
            </a:pPr>
            <a:r>
              <a:rPr lang="en-IN" sz="2400" b="0" i="0" u="none" strike="noStrike" cap="none">
                <a:solidFill>
                  <a:srgbClr val="000000"/>
                </a:solidFill>
                <a:latin typeface="Calibri"/>
                <a:ea typeface="Calibri"/>
                <a:cs typeface="Calibri"/>
                <a:sym typeface="Calibri"/>
              </a:rPr>
              <a:t>Note down any doubt you have till now</a:t>
            </a:r>
            <a:endParaRPr/>
          </a:p>
          <a:p>
            <a:pPr marL="546100" marR="0" lvl="0" indent="-457200" algn="l" rtl="0">
              <a:lnSpc>
                <a:spcPct val="150000"/>
              </a:lnSpc>
              <a:spcBef>
                <a:spcPts val="0"/>
              </a:spcBef>
              <a:spcAft>
                <a:spcPts val="0"/>
              </a:spcAft>
              <a:buClr>
                <a:srgbClr val="000000"/>
              </a:buClr>
              <a:buSzPts val="2400"/>
              <a:buFont typeface="Arial"/>
              <a:buChar char="•"/>
            </a:pPr>
            <a:r>
              <a:rPr lang="en-IN" sz="2400" b="0" i="0" u="none" strike="noStrike" cap="none">
                <a:solidFill>
                  <a:srgbClr val="000000"/>
                </a:solidFill>
                <a:latin typeface="Calibri"/>
                <a:ea typeface="Calibri"/>
                <a:cs typeface="Calibri"/>
                <a:sym typeface="Calibri"/>
              </a:rPr>
              <a:t>Join back</a:t>
            </a:r>
            <a:endParaRPr sz="2400" b="0" i="0" u="none" strike="noStrike" cap="none">
              <a:solidFill>
                <a:srgbClr val="000000"/>
              </a:solidFill>
              <a:latin typeface="Calibri"/>
              <a:ea typeface="Calibri"/>
              <a:cs typeface="Calibri"/>
              <a:sym typeface="Calibri"/>
            </a:endParaRPr>
          </a:p>
          <a:p>
            <a:pPr marL="431800" marR="0" lvl="0" indent="-190500" algn="l" rtl="0">
              <a:lnSpc>
                <a:spcPct val="150000"/>
              </a:lnSpc>
              <a:spcBef>
                <a:spcPts val="0"/>
              </a:spcBef>
              <a:spcAft>
                <a:spcPts val="0"/>
              </a:spcAft>
              <a:buClr>
                <a:srgbClr val="000000"/>
              </a:buClr>
              <a:buSzPts val="2400"/>
              <a:buFont typeface="Arial"/>
              <a:buNone/>
            </a:pPr>
            <a:endParaRPr sz="2400" b="0" i="0" u="none" strike="noStrike" cap="none">
              <a:solidFill>
                <a:srgbClr val="000000"/>
              </a:solidFill>
              <a:latin typeface="Calibri"/>
              <a:ea typeface="Calibri"/>
              <a:cs typeface="Calibri"/>
              <a:sym typeface="Calibri"/>
            </a:endParaRPr>
          </a:p>
          <a:p>
            <a:pPr marL="431800" marR="0" lvl="0" indent="-190500" algn="l" rtl="0">
              <a:lnSpc>
                <a:spcPct val="150000"/>
              </a:lnSpc>
              <a:spcBef>
                <a:spcPts val="0"/>
              </a:spcBef>
              <a:spcAft>
                <a:spcPts val="0"/>
              </a:spcAft>
              <a:buClr>
                <a:srgbClr val="000000"/>
              </a:buClr>
              <a:buSzPts val="2400"/>
              <a:buFont typeface="Arial"/>
              <a:buNone/>
            </a:pPr>
            <a:endParaRPr sz="2400" b="0" i="0" u="none" strike="noStrike" cap="none">
              <a:solidFill>
                <a:srgbClr val="000000"/>
              </a:solidFill>
              <a:latin typeface="Calibri"/>
              <a:ea typeface="Calibri"/>
              <a:cs typeface="Calibri"/>
              <a:sym typeface="Calibri"/>
            </a:endParaRPr>
          </a:p>
          <a:p>
            <a:pPr marL="431800" marR="0" lvl="0" indent="-190500" algn="l" rtl="0">
              <a:lnSpc>
                <a:spcPct val="150000"/>
              </a:lnSpc>
              <a:spcBef>
                <a:spcPts val="0"/>
              </a:spcBef>
              <a:spcAft>
                <a:spcPts val="0"/>
              </a:spcAft>
              <a:buClr>
                <a:srgbClr val="000000"/>
              </a:buClr>
              <a:buSzPts val="2400"/>
              <a:buFont typeface="Arial"/>
              <a:buNone/>
            </a:pPr>
            <a:endParaRPr sz="2400" b="0" i="0" u="none" strike="noStrike" cap="none">
              <a:solidFill>
                <a:srgbClr val="000000"/>
              </a:solidFill>
              <a:latin typeface="Calibri"/>
              <a:ea typeface="Calibri"/>
              <a:cs typeface="Calibri"/>
              <a:sym typeface="Calibri"/>
            </a:endParaRPr>
          </a:p>
        </p:txBody>
      </p:sp>
      <p:pic>
        <p:nvPicPr>
          <p:cNvPr id="76" name="Google Shape;76;g12990467e5a_0_0"/>
          <p:cNvPicPr preferRelativeResize="0"/>
          <p:nvPr/>
        </p:nvPicPr>
        <p:blipFill rotWithShape="1">
          <a:blip r:embed="rId3">
            <a:alphaModFix/>
          </a:blip>
          <a:srcRect/>
          <a:stretch/>
        </p:blipFill>
        <p:spPr>
          <a:xfrm>
            <a:off x="9095909" y="1707884"/>
            <a:ext cx="1666875" cy="2743200"/>
          </a:xfrm>
          <a:prstGeom prst="rect">
            <a:avLst/>
          </a:prstGeom>
          <a:noFill/>
          <a:ln>
            <a:noFill/>
          </a:ln>
        </p:spPr>
      </p:pic>
    </p:spTree>
    <p:extLst>
      <p:ext uri="{BB962C8B-B14F-4D97-AF65-F5344CB8AC3E}">
        <p14:creationId xmlns:p14="http://schemas.microsoft.com/office/powerpoint/2010/main" val="28740617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45"/>
          <p:cNvSpPr txBox="1">
            <a:spLocks noGrp="1"/>
          </p:cNvSpPr>
          <p:nvPr>
            <p:ph type="title"/>
          </p:nvPr>
        </p:nvSpPr>
        <p:spPr>
          <a:xfrm>
            <a:off x="700358" y="379144"/>
            <a:ext cx="10947400" cy="756730"/>
          </a:xfrm>
          <a:prstGeom prst="rect">
            <a:avLst/>
          </a:prstGeom>
          <a:noFill/>
          <a:ln>
            <a:noFill/>
          </a:ln>
        </p:spPr>
        <p:txBody>
          <a:bodyPr spcFirstLastPara="1" wrap="square" lIns="16925" tIns="16925" rIns="16925" bIns="16925" anchor="t" anchorCtr="0">
            <a:noAutofit/>
          </a:bodyPr>
          <a:lstStyle/>
          <a:p>
            <a:pPr marL="0" lvl="0" indent="0" algn="l" rtl="0">
              <a:lnSpc>
                <a:spcPct val="100000"/>
              </a:lnSpc>
              <a:spcBef>
                <a:spcPts val="0"/>
              </a:spcBef>
              <a:spcAft>
                <a:spcPts val="0"/>
              </a:spcAft>
              <a:buSzPts val="1400"/>
              <a:buNone/>
            </a:pPr>
            <a:r>
              <a:rPr lang="en-IN" sz="3200" b="1">
                <a:latin typeface="Calibri"/>
                <a:ea typeface="Calibri"/>
                <a:cs typeface="Calibri"/>
                <a:sym typeface="Calibri"/>
              </a:rPr>
              <a:t>Summary</a:t>
            </a:r>
            <a:endParaRPr sz="3200"/>
          </a:p>
        </p:txBody>
      </p:sp>
      <p:sp>
        <p:nvSpPr>
          <p:cNvPr id="88" name="Google Shape;88;p45"/>
          <p:cNvSpPr/>
          <p:nvPr/>
        </p:nvSpPr>
        <p:spPr>
          <a:xfrm>
            <a:off x="9581211" y="5635599"/>
            <a:ext cx="2363147" cy="73866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IN" sz="1400" b="1" i="0" u="none" strike="noStrike" cap="none">
                <a:solidFill>
                  <a:schemeClr val="lt1"/>
                </a:solidFill>
                <a:latin typeface="Calibri"/>
                <a:ea typeface="Calibri"/>
                <a:cs typeface="Calibri"/>
                <a:sym typeface="Calibri"/>
              </a:rPr>
              <a:t>DO NOT WRITE ANYTHING</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IN" sz="1400" b="1" i="0" u="none" strike="noStrike" cap="none">
                <a:solidFill>
                  <a:schemeClr val="lt1"/>
                </a:solidFill>
                <a:latin typeface="Calibri"/>
                <a:ea typeface="Calibri"/>
                <a:cs typeface="Calibri"/>
                <a:sym typeface="Calibri"/>
              </a:rPr>
              <a:t>HERE. LEAVE THIS SPACE FOR</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IN" sz="1400" b="1" i="0" u="none" strike="noStrike" cap="none">
                <a:solidFill>
                  <a:schemeClr val="lt1"/>
                </a:solidFill>
                <a:latin typeface="Calibri"/>
                <a:ea typeface="Calibri"/>
                <a:cs typeface="Calibri"/>
                <a:sym typeface="Calibri"/>
              </a:rPr>
              <a:t> WEBCAM</a:t>
            </a:r>
            <a:endParaRPr sz="1400" b="0" i="0" u="none" strike="noStrike" cap="none">
              <a:solidFill>
                <a:srgbClr val="000000"/>
              </a:solidFill>
              <a:latin typeface="Arial"/>
              <a:ea typeface="Arial"/>
              <a:cs typeface="Arial"/>
              <a:sym typeface="Arial"/>
            </a:endParaRPr>
          </a:p>
        </p:txBody>
      </p:sp>
      <p:sp>
        <p:nvSpPr>
          <p:cNvPr id="89" name="Google Shape;89;p45"/>
          <p:cNvSpPr txBox="1"/>
          <p:nvPr/>
        </p:nvSpPr>
        <p:spPr>
          <a:xfrm>
            <a:off x="700358" y="1323633"/>
            <a:ext cx="10817764" cy="2369880"/>
          </a:xfrm>
          <a:prstGeom prst="rect">
            <a:avLst/>
          </a:prstGeom>
          <a:noFill/>
          <a:ln>
            <a:noFill/>
          </a:ln>
        </p:spPr>
        <p:txBody>
          <a:bodyPr spcFirstLastPara="1" wrap="square" lIns="91425" tIns="45700" rIns="91425" bIns="45700" anchor="t" anchorCtr="0">
            <a:spAutoFit/>
          </a:bodyPr>
          <a:lstStyle/>
          <a:p>
            <a:pPr marL="360000" marR="0" lvl="0" indent="-360000" algn="l" rtl="0">
              <a:lnSpc>
                <a:spcPct val="150000"/>
              </a:lnSpc>
              <a:spcBef>
                <a:spcPts val="0"/>
              </a:spcBef>
              <a:spcAft>
                <a:spcPts val="0"/>
              </a:spcAft>
              <a:buClr>
                <a:srgbClr val="000000"/>
              </a:buClr>
              <a:buSzPts val="2400"/>
              <a:buFont typeface="Arial"/>
              <a:buChar char="•"/>
            </a:pPr>
            <a:r>
              <a:rPr lang="en-IN" sz="2400" b="0" i="0" u="none" strike="noStrike" cap="none">
                <a:solidFill>
                  <a:srgbClr val="000000"/>
                </a:solidFill>
                <a:latin typeface="Calibri"/>
                <a:ea typeface="Calibri"/>
                <a:cs typeface="Calibri"/>
                <a:sym typeface="Calibri"/>
              </a:rPr>
              <a:t>Point 1</a:t>
            </a:r>
            <a:endParaRPr/>
          </a:p>
          <a:p>
            <a:pPr marL="360000" marR="0" lvl="0" indent="-360000" algn="l" rtl="0">
              <a:lnSpc>
                <a:spcPct val="150000"/>
              </a:lnSpc>
              <a:spcBef>
                <a:spcPts val="2400"/>
              </a:spcBef>
              <a:spcAft>
                <a:spcPts val="0"/>
              </a:spcAft>
              <a:buClr>
                <a:srgbClr val="000000"/>
              </a:buClr>
              <a:buSzPts val="2400"/>
              <a:buFont typeface="Arial"/>
              <a:buChar char="•"/>
            </a:pPr>
            <a:r>
              <a:rPr lang="en-IN" sz="2400" b="0" i="0" u="none" strike="noStrike" cap="none">
                <a:solidFill>
                  <a:srgbClr val="000000"/>
                </a:solidFill>
                <a:latin typeface="Calibri"/>
                <a:ea typeface="Calibri"/>
                <a:cs typeface="Calibri"/>
                <a:sym typeface="Calibri"/>
              </a:rPr>
              <a:t>Point 2</a:t>
            </a:r>
            <a:endParaRPr/>
          </a:p>
          <a:p>
            <a:pPr marL="360000" marR="0" lvl="0" indent="-360000" algn="l" rtl="0">
              <a:lnSpc>
                <a:spcPct val="150000"/>
              </a:lnSpc>
              <a:spcBef>
                <a:spcPts val="2400"/>
              </a:spcBef>
              <a:spcAft>
                <a:spcPts val="0"/>
              </a:spcAft>
              <a:buClr>
                <a:srgbClr val="000000"/>
              </a:buClr>
              <a:buSzPts val="2400"/>
              <a:buFont typeface="Arial"/>
              <a:buChar char="•"/>
            </a:pPr>
            <a:r>
              <a:rPr lang="en-IN" sz="2400" b="0" i="0" u="none" strike="noStrike" cap="none">
                <a:solidFill>
                  <a:srgbClr val="000000"/>
                </a:solidFill>
                <a:latin typeface="Calibri"/>
                <a:ea typeface="Calibri"/>
                <a:cs typeface="Calibri"/>
                <a:sym typeface="Calibri"/>
              </a:rPr>
              <a:t>Point 3</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1499</TotalTime>
  <Words>1467</Words>
  <Application>Microsoft Office PowerPoint</Application>
  <PresentationFormat>Widescreen</PresentationFormat>
  <Paragraphs>219</Paragraphs>
  <Slides>31</Slides>
  <Notes>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31</vt:i4>
      </vt:variant>
    </vt:vector>
  </HeadingPairs>
  <TitlesOfParts>
    <vt:vector size="41" baseType="lpstr">
      <vt:lpstr>Courier New</vt:lpstr>
      <vt:lpstr>Corbel</vt:lpstr>
      <vt:lpstr>-apple-system</vt:lpstr>
      <vt:lpstr>Open Sans</vt:lpstr>
      <vt:lpstr>Arial</vt:lpstr>
      <vt:lpstr>Candara</vt:lpstr>
      <vt:lpstr>Calibri</vt:lpstr>
      <vt:lpstr>ui-monospace</vt:lpstr>
      <vt:lpstr>Trebuchet MS</vt:lpstr>
      <vt:lpstr>Office Theme</vt:lpstr>
      <vt:lpstr>PowerPoint Presentation</vt:lpstr>
      <vt:lpstr>Agenda</vt:lpstr>
      <vt:lpstr>Learning Outcome:</vt:lpstr>
      <vt:lpstr>Web Services </vt:lpstr>
      <vt:lpstr>?</vt:lpstr>
      <vt:lpstr>Introduction to Microservices</vt:lpstr>
      <vt:lpstr>PowerPoint Presentation</vt:lpstr>
      <vt:lpstr>PowerPoint Presentation</vt:lpstr>
      <vt:lpstr>PowerPoint Presentation</vt:lpstr>
      <vt:lpstr>PowerPoint Presentation</vt:lpstr>
      <vt:lpstr>Challenges :</vt:lpstr>
      <vt:lpstr>Microservices Solution  </vt:lpstr>
      <vt:lpstr>Answer : Spring Cloud  </vt:lpstr>
      <vt:lpstr>Spring Cloud </vt:lpstr>
      <vt:lpstr>PowerPoint Presentation</vt:lpstr>
      <vt:lpstr>Microservices - Advantages</vt:lpstr>
      <vt:lpstr>Need for Centralized Configuration :</vt:lpstr>
      <vt:lpstr>Standard Port</vt:lpstr>
      <vt:lpstr>PowerPoint Presentation</vt:lpstr>
      <vt:lpstr>URL</vt:lpstr>
      <vt:lpstr>CourseMicroService  and Create Config Server</vt:lpstr>
      <vt:lpstr>Create Course</vt:lpstr>
      <vt:lpstr>CreateConfiguration</vt:lpstr>
      <vt:lpstr>course-service</vt:lpstr>
      <vt:lpstr>mentor-service</vt:lpstr>
      <vt:lpstr>PowerPoint Presentation</vt:lpstr>
      <vt:lpstr>5 min break</vt:lpstr>
      <vt:lpstr>PowerPoint Presentation</vt:lpstr>
      <vt:lpstr>PowerPoint Presentation</vt:lpstr>
      <vt:lpstr>5 min break</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Bharani Akella</dc:creator>
  <cp:lastModifiedBy>rahul dixit</cp:lastModifiedBy>
  <cp:revision>45</cp:revision>
  <dcterms:modified xsi:type="dcterms:W3CDTF">2025-05-11T07:28:06Z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2023-10-04T08:17:56Z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1e98151f-8b85-4f7e-8f8d-43c09e5a1938</vt:lpwstr>
  </property>
  <property fmtid="{D5CDD505-2E9C-101B-9397-08002B2CF9AE}" pid="7" name="MSIP_Label_defa4170-0d19-0005-0004-bc88714345d2_ActionId">
    <vt:lpwstr>75261930-ec1b-4b04-a7e5-76c0266b5b92</vt:lpwstr>
  </property>
  <property fmtid="{D5CDD505-2E9C-101B-9397-08002B2CF9AE}" pid="8" name="MSIP_Label_defa4170-0d19-0005-0004-bc88714345d2_ContentBits">
    <vt:lpwstr>0</vt:lpwstr>
  </property>
</Properties>
</file>