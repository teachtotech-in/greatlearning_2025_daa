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3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65" r:id="rId4"/>
    <p:sldId id="258" r:id="rId5"/>
    <p:sldId id="259" r:id="rId6"/>
    <p:sldId id="266" r:id="rId7"/>
    <p:sldId id="263" r:id="rId8"/>
    <p:sldId id="267" r:id="rId9"/>
    <p:sldId id="279" r:id="rId10"/>
    <p:sldId id="280" r:id="rId11"/>
    <p:sldId id="281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60" r:id="rId24"/>
    <p:sldId id="261" r:id="rId25"/>
    <p:sldId id="282" r:id="rId26"/>
    <p:sldId id="283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62" r:id="rId41"/>
  </p:sldIdLst>
  <p:sldSz cx="12192000" cy="6858000"/>
  <p:notesSz cx="6858000" cy="9144000"/>
  <p:embeddedFontLst>
    <p:embeddedFont>
      <p:font typeface="Candara" panose="020E0502030303020204" pitchFamily="34" charset="0"/>
      <p:regular r:id="rId43"/>
      <p:bold r:id="rId44"/>
      <p:italic r:id="rId45"/>
      <p:boldItalic r:id="rId46"/>
    </p:embeddedFont>
    <p:embeddedFont>
      <p:font typeface="Consolas" panose="020B0609020204030204" pitchFamily="49" charset="0"/>
      <p:regular r:id="rId47"/>
      <p:bold r:id="rId48"/>
      <p:italic r:id="rId49"/>
      <p:boldItalic r:id="rId50"/>
    </p:embeddedFont>
    <p:embeddedFont>
      <p:font typeface="Corbel" panose="020B0503020204020204" pitchFamily="3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9" roundtripDataSignature="AMtx7mjO4cZSmuOvsU0F1O8Z0nrhYMLQ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1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1.05591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30T09:34:37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2886 15965 3 0,'0'0'103'16,"4"8"165"-16,-4-8-194 0,6 21 119 0,0-3-147 16,0 3 8-16,3 9 20 0,0 3-5 0,0 3 3 15,2 4 15-15,2 13 19 0,1 2 78 16,0 3-99-16,0 4 40 0,3 3-9 0,-3 3-49 16,4 5 38-16,-3 3-41 0,1 3 14 0,0 2 16 15,0 1-39-15,-1 1-1 0,-1 0-4 0,0-1 1 16,1 2-8-16,-2 0-2 0,1-1 4 0,-1 0-23 15,0-3 10-15,-3-1-22 0,-1-3 13 0,1-2-21 16,-3-4 0-16,-1-4-2 0,0-2 1 0,0-7 29 16,0-9-33-16,-2-3-1 0,0-1-1 0,-1-5 1 15,1-1-10-15,0-4-17 0,-1-8-13 0,-1-3-68 16,2-5 37-16,-2-3-112 0,1-4 85 0,-3-11-133 16,0 13 46-16,0-13-264 0,0 0 129 0</inkml:trace>
  <inkml:trace contextRef="#ctx0" brushRef="#br0" timeOffset="2093.25">2854 16175 238 0,'0'0'240'0,"0"0"37"15,0 0-191-15,-4-10 83 0,4 10-152 0,0 0 111 16,0 0-148-16,0 0 127 0,0 0-131 16,0 0 10-16,5-10 120 0,-5 10-125 0,11-5 118 15,-11 5-125-15,19-6 117 0,-8 3-117 16,6-1 67-16,-2 0-67 0,7 0 104 0,1 0-106 16,-1 0 103-16,2-1-108 0,3 1 99 0,1 0-101 15,0 1 97-15,5-4-100 0,2 3 98 0,2-2-100 16,2-1 82-16,1 1-83 0,1-3 94 0,5 0-97 15,-1-1 94-15,11-1-97 0,1-3 96 0,-2 2-83 16,2-2 70-16,2 0 2 0,-1 1-9 0,-1-1-36 16,2 1 19-16,1 0 12 0,2-1-8 0,0 1-1 15,2-1-9-15,4 1-2 0,-1-1-3 0,-1 0-5 16,4 2-5-16,1-1 4 0,-1-1 0 0,0 3 0 16,1-3-7-16,-1 3 14 0,5-1 1 15,2 0-1-15,1 0-89 0,2 1 110 16,1-1-93-16,0 1 108 0,1 1-93 0,1 0 101 15,1 0-5-15,1 0-20 0,-1 2-78 0,3-2 98 16,1 1-97-16,1 0 100 0,1 0-95 0,-2 0 94 16,2-1-93-16,-1 2 93 0,1-2-2 0,-1 0-97 15,1 0 85-15,2 0-79 0,-1-2 95 0,4 1-95 16,-2-1 93-16,-1-1-91 0,4 1 93 0,-2-2-5 16,-1-1-94-16,0 1 97 0,1 2-99 0,0-1 81 15,1 1-71-15,-3 0 95 0,0 4-90 0,-2-2 91 16,-2 2-6-16,-1 1-7 0,-1-1-6 0,0 2-90 15,-3-1 95-15,0 3-90 0,0 0 82 0,-3 1-78 16,2 1 92-16,-2 0-10 16,-1-1-4-16,0 2-2 0,0-1-6 0,1 1-4 15,-2 0-14-15,2 0-5 0,-2 2 15 0,2-1-83 16,-1 0 98-16,-1 0-11 0,5 0 3 0,-7 1-5 16,-1-1-2-16,-1 1 1 0,1 2-3 0,-2-2-15 15,0 1 13-15,0 0 2 0,-1 0 1 0,-2 1 0 16,2-1 0-16,-4 1 2 0,-3 1-5 0,0-1-12 15,0 1 12-15,-11-1-2 0,10 0-2 0,-1 1 5 16,1 0-3-16,-11 0 7 0,10-1-12 16,0 1 2-16,-11 0-12 0,1-2 14 0,-1 3-12 15,9 1 16-15,-10-3 2 0,-1 2-7 16,2-1-1-16,-1 1 1 0,-1 0 2 0,-2 0 2 16,0 0-11-16,0 0 7 0,1 1-3 0,-3-1 1 15,1 1 1-15,-2 0 0 0,0 0-21 0,-1 0 23 16,-1 3-3-16,-1-3 3 0,-1-1 9 0,-2 0 1 15,0 1-4-15,-2-1 3 0,-1 0 1 0,-4 1-4 16,0 2 9-16,-7-3-9 0,1 2 4 0,-4 0-1 16,-1 0 0-16,1 2-4 0,-3 1 2 0,-1 1-3 15,-2 2-4-15,-1 1 3 0,0-1-6 16,-1 6 7-16,-4-1 43 0,4-1-54 0,-3 2 36 16,-2 2-43-16,1 0 41 0,1 5-43 0,-2 4 49 15,1 1-57-15,-2 2 34 0,1 1-32 16,-2 2 2-16,1 0 10 0,0 4-3 0,-1 0 0 15,-1 2 1-15,2-1 0 0,-1 1 3 0,0 1 0 16,-1 1 8-16,1 0-6 0,1 0 25 0,-1 0-32 16,1 0 43-16,-1 0-44 0,1-2 32 0,0 2-43 15,-1-1 5-15,1 0 2 0,1 0 4 0,-1 1 7 16,1-2 2-16,-1-1 1 0,1-1-2 0,-2 0 1 16,1-1 0-16,2-3-1 0,-4-1 1 0,1 0 1 15,-2-2-1-15,0-2 2 0,0-5 0 0,-1 1 6 16,-3-4 1-16,1 1 35 0,-2-4-40 0,0-1 39 15,2-3-35-15,-2-1 34 0,-2-1-34 0,2-2 31 16,0-2-27-16,-1 0 25 0,1-10-22 16,-2 19 13-16,2-19 2 0,-7 15-13 0,7-15 19 15,-6 14-19-15,6-14 12 0,-10 11-15 0,10-11 9 16,-13 10-2-16,13-10 0 0,-19 8 2 0,19-8-5 16,-25 7 1-16,13-4-1 0,-5 0 2 0,2 0 0 15,-3 0 1-15,-1 0 5 0,1 0-6 0,-7-1-6 16,1 1-7-16,-1 2 1 0,-1-1-4 0,-2 0 3 15,0 0 4-15,-7 1-16 0,0 0 7 0,-3 1-11 16,0 0 13-16,-1 0-7 0,-3-1 6 0,0 2-4 16,-2-1 4-16,-1 2 2 0,0-2-3 0,-5 1 1 15,2 1 0-15,-10-1 0 0,-3 3-2 16,3-2 0-16,-2 0-1 0,-1 1-1 0,-1-1 0 16,0 0-2-16,0 0 4 0,-1 1-2 0,0-2 1 15,-1 2 0-15,3 0 1 0,-2-1 2 0,1 1-1 16,-1 2 0-16,0-3-1 0,-2 1 0 0,0 1-2 15,1-1 1-15,-2-1 0 0,-1 1 1 0,0 0-2 16,0 0 0-16,-1-1 0 0,0 1 1 0,-2 0 1 16,2 1-1-16,-1-1 0 0,0 0 1 0,0-1-1 15,2 1-1-15,-5 0 10 0,2-2 30 16,1 1-42-16,1-2-5 0,1 0 4 0,-2-1-2 16,3-1-11-16,1 0 2 0,1-1 1 0,0 1 5 15,0-1-4-15,9-1 5 0,-9 0 53 16,9 0-61-16,-9-1 54 0,-2 2-59 0,10-2 52 15,-10 1-58-15,2 1 9 0,-1-1 0 0,3 2 8 16,-4-1 3-16,4 0-3 0,-2 1 48 0,0 0-59 16,1 0 49-16,9-3-58 0,-11 1 51 0,11 0-56 15,0 0 55-15,0 0-55 0,0-1 53 0,0 0-52 16,1-1 6-16,0 0 6 0,1-1 4 0,-1 1 16 16,2-1-11-16,0 1 13 0,-3-2 40 0,4 2-59 15,-2 0 4-15,-1 0 3 0,1 0 2 0,-2 0 2 16,1 0 2-16,-2 2-1 0,0-1 2 0,-11 1 6 15,11-1-1-15,-7 3 0 0,0 0 6 16,9-2-9-16,0 2 3 0,-10 1-1 0,1-1 7 16,9 1-13-16,1-1-4 0,-11 1-3 0,12-2-2 15,-10 3 1-15,8-3 2 0,2 2 3 0,-2-2 2 16,1 0 3-16,1 2 1 0,0-1-1 0,1 0 6 16,0-1-1-16,2 2 21 0,-2-2-17 0,1 0-1 15,-1 0-2-15,0 1-10 0,3-1 7 0,-1 0-2 16,-2 0-4-16,1 1 1 0,-1-2 1 0,0 2 1 15,-1 0 5-15,0 0 0 0,2-1 2 0,-2 1 2 16,5 1-3-16,-2-1 0 0,0-1 0 0,2 1 58 16,0-1-69-16,1 0 3 0,3 1 0 15,-3 0 2-15,3 0 0 0,0-1 1 0,1 1 2 16,1 0-1-16,-2-1 46 0,4 2-52 0,-2-1 2 16,2 1 0-16,-2-1 1 0,2 1 0 0,-1 0 2 15,1 0 7-15,-1 0-1 0,1 0 1 0,1 1-2 16,1 0-4-16,2 0 0 0,-1 0 1 0,-2 0-4 15,4 1 2-15,1-1 0 0,-1-1 1 0,1 2 5 16,4-2-1-16,2-1 4 0,-2 1-3 0,4-1 0 16,-3 0-1-16,2-1 0 0,1-1-3 0,2 1 3 15,1 0 1-15,2-2 0 0,0 0 2 0,0 2 0 16,0-2-4-16,19-1 2 0,-30 1 0 0,30-1 0 16,-30 0-1-16,30 0-2 0,-27 0-1 0,27 0-2 15,-28-1-4-15,28 1-4 0,-22-1-4 16,22 1-11-16,-20-3-2 0,20 3 1 0,-17-3-6 15,17 3-1-15,-15-3-10 0,15 3 0 16,-15-5 5-16,15 5-7 31,-14-5-11-31,14 5-120 0,-13-7 81 0,13 7-154 16,-14-11 98-16,7 5-284 0,7 6 153 0</inkml:trace>
  <inkml:trace contextRef="#ctx0" brushRef="#br0" timeOffset="3289.34">12136 16415 418 0,'-19'8'433'0,"1"0"-122"16,2-2-58-16,1-1-71 0,0 1-41 0,0 0-27 15,0 0-18-15,4-3-14 0,11-3 16 0,-21 8 4 16,21-8 20-16,-15 5-14 0,15-5 5 0,-12 5-26 16,12-5-14-16,0 0-4 0,-13 5-21 15,13-5-10-15,0 0-7 0,0 0-6 16,0 0-3-16,32-4-5 0,-3-2-4 0,8-3 6 16,18-4-11-16,3-5-1 0,12-1-1 0,5-3 0 15,6-3-1-15,25-7-1 0,3 0-2 0,3-3-2 16,2 1-3-16,1-1 4 0,1 3 7 0,1-2 0 15,2 4-8-15,-1-1 0 0,2 1-1 0,-1 1 2 16,-2 1 1-16,-2 1 1 0,-5 2 0 0,-20 6 4 16,-1-1-4-16,0 3 0 0,-5 0-2 0,-1 1-3 15,-4 2 5-15,-5 1 3 0,-7 0 0 0,-4 2-2 16,-18 3-6-16,-3 1-6 0,-7 1 2 0,-9 1-17 16,-5 1-14-16,-21 4 12 0,23-5-25 0,-23 5 14 15,0 0-22-15,0 0 26 0,0 0-16 16,-13-6 8-16,13 6-3 0,-28-3 32 15,10 2-18-15,-5-2 26 0,1 0-22 0,-1-1 28 16,0-1-24-16,0 0 28 0,1-1-22 0,-2-2 4 16,1 1 1-16,-1-1-1 0,2 1 14 0,-3-1 8 15,1 2 25-15,-6-3 0 0,3 3 23 0,-1 2 18 16,-4-2 6-16,4 4 4 0,-3-1 10 0,3 2 0 16,-2-1 1-16,4 2-11 0,4 0-15 0,1 0-13 15,21 0-12-15,-29 0-17 0,29 0-2 0,-17 4-5 16,17-4-6-16,0 0-3 0,8 9 1 0,5-4-6 15,10 0 0-15,7 1-3 0,7 0-2 16,5 2 2-16,3-2-3 0,3 2 0 0,-1-1 1 16,2 1-4-16,-5 1 0 0,0-1 4 0,-5 0-12 15,-1 1 9-15,-6-1-10 0,-8 1 9 0,-3-1-7 16,-2 0 8-16,-4 2-4 0,-5-1 9 0,-2 0-11 16,-4-1 9-16,-4-8-5 0,-3 22 6 15,-2-9-2-15,-5 4 3 0,-8 3-5 0,-2 1-1 16,-4 1-8-16,-1 1-18 0,-3-1-38 0,1 2-68 15,0-1-55-15,4 1-36 0,0-2-39 16,4-2-185-16,4-4-242 0,6-2-217 0</inkml:trace>
  <inkml:trace contextRef="#ctx0" brushRef="#br0" timeOffset="5712.22">16374 15404 281 0,'0'0'268'0,"0"0"30"0,-13-7-177 15,13 7 68-15,0 0-130 0,-25 4 87 0,11 1-116 16,-5 2 76-16,-1 2 0 0,0 2-12 0,-4 6-10 16,2-1-6-16,-4 1-7 0,5 4-6 0,-1-2-10 15,2 3-12-15,1 0-11 0,4 2 1 0,4-4-6 16,0 0-2-16,5 0-7 0,0 0 31 0,2-3-49 16,4-3 42-16,1 3-51 0,5-3 52 15,1 0-52-15,0-3 38 0,4-2-43 0,3-1 40 16,-1-3-45-16,-13-5 28 0,26 2-21 0,-26-2 37 15,32-6-40-15,-13-3 5 0,0-2-1 0,1-7 1 16,2-3 3-16,-6-4-5 0,2-5 9 16,-2-3 1-16,-1-5-1 0,0-12-1 0,-3-4 2 15,-1-1-4-15,-4-2 15 0,-3-3 18 0,2 0-27 16,-6 7 36-16,0 1-36 0,-3-8 8 0,-2 11 6 16,1 4 13-16,-1 3 1 0,-1 4 17 15,1 4 2-15,-1 8 7 0,0 2-2 0,1 4-3 16,1 4-3-16,2 2-10 0,-2 3 1 0,4 11-23 15,-5-16-4-15,5 16-3 0,0 0 3 0,0 0-7 16,0 0 0-16,-12 10-1 0,10 6 8 0,-1 9-2 16,3 11-10-16,0 4 5 0,3 7 6 15,-1 3-12-15,3 12-4 0,2 2 2 0,-1-2-3 0,-1 1 4 16,3-5-18-16,2-4-9 0,-2-9-7 16,1-3-13-16,0-4-7 0,0-3-7 0,0-2-4 15,1-5-13-15,0-5-3 0,-2-4 1 16,1-2-11-16,1-6-2 0,-5-2-5 0,4-1-4 15,-9-8 4-15,12 2-95 0,-12-2 115 0,12-7-80 16,-5-5 125-16,-2 0-94 0,1-8 148 0,1-2-97 16,-4-2 168-16,1-1-115 0,-1-1 152 0,-2 1-90 15,2 1 109-15,-3 4-22 0,0 2-13 0,0 3-13 16,0 3-6-16,-2 2-14 0,2 10-9 0,-1-19-16 16,1 19-11-16,0-13-10 0,0 13-6 15,0 0-4-15,0 0-2 0,0 0-4 16,0 0-1-16,-8 9-4 0,7 1-1 0,0 5-4 15,1 1-7-15,0 3 8 0,1 4-2 0,2 0-1 16,2-1-1-16,-1 0 2 0,2 0-8 0,2-3-14 16,-1 0 17-16,1-3 8 0,0-2-4 0,1-3 2 15,-2 1-1-15,0-5 3 0,1-1-4 0,-8-6-2 16,12 9 11-16,-12-9-5 0,0 0 2 0,0 0-4 16,21-4 3-16,-21 4-7 0,10-16 9 0,-8 5-14 15,0-3 9-15,-1-2-4 0,-2-3 1 16,1-3 0-16,-4-1-1 0,-1 2-2 0,-3 2-13 15,2 0 20-15,-1 6-11 0,1 0-3 0,-4 3-5 16,3 3-3-16,7 7-18 0,-16-7 12 16,16 7-7-16,-16 2-10 0,16-2-106 0,-15 6 90 15,15-6-134-15,-11 9 96 0,11-9-111 0,-6 8 66 16,6-8-65-16,0 0-113 0,0 0 280 0</inkml:trace>
  <inkml:trace contextRef="#ctx0" brushRef="#br0" timeOffset="6573.28">16607 15415 347 0,'14'-9'270'0,"-1"1"-160"0,-2 1 119 0,1-2-33 15,-3 3-22-15,-9 6-19 0,14-10-30 0,-14 10-18 16,13-9-15-16,-13 9-23 0,7-6-25 0,-7 6 14 16,0 0-11-16,0 0 4 0,0 0 0 0,17 4-3 15,-17-4-10-15,5 12-3 0,-1 0-13 0,-2-1 0 16,1 0-4-16,1 1-5 0,0 4-3 16,-2-3-1-16,1 3-4 0,1-2 0 15,-1 0-2-15,1-2 0 0,-1-2-3 0,1 2 1 16,1-3-2-16,-5-9 1 0,7 13-6 0,-7-13 4 15,7 13 4-15,-7-13-2 0,0 0-2 0,9 7 0 16,-9-7 4-16,0 0-3 0,12-7 1 0,-12 7-5 16,11-15 6-16,-7 5 2 0,2-3-1 0,1 0 0 15,-1 0 2-15,-2 2 0 0,-1 0-6 0,1 2 8 16,-4 9-2-16,7-15-2 0,-7 15 1 16,5-13-3-16,-5 13 1 0,5-9-1 0,-5 9-7 15,0 0 8-15,6-8-3 0,-6 8 2 16,0 0-2-16,0 0-6 0,0 0-6 0,17-2-6 15,-17 2-7-15,0 0-7 0,14 6-9 0,-14-6-10 16,12 4-12-16,-12-4-11 0,14 7-8 0,-14-7-89 16,12 3 119-16,-12-3-102 0,12 4 128 0,-12-4-104 15,0 0 135-15,22 1-136 0,-22-1 147 0,15-5-113 16,-15 5 123-16,15-6-105 0,-15 6 139 0,16-10-110 16,-16 10 115-16,14-10-70 0,-14 10 128 15,9-10-2-15,-9 10-14 0,10-9-6 0,-10 9-3 16,6-7-6-16,-6 7-25 0,0 0-3 0,7-10-13 15,-7 10-10-15,0 0-6 0,0 0-7 0,0 0-6 16,0 0-3-16,0 0-10 0,0 0 0 16,19 4 5-16,-19-4-3 0,0 0-2 0,10 8-1 15,-10-8-2-15,8 8-5 0,-8-8 6 0,10 5-11 16,-10-5 10-16,0 0 0 0,13 6 0 0,-13-6 3 16,0 0-4-16,0 0-5 0,19-2 2 15,-19 2 5-15,9-8 0 0,-9 8-3 0,8-16 2 16,-4 6 1-16,-3-1-5 0,0-2 5 0,-1 2-5 15,-1-3 9-15,0 4 1 0,-3-2 1 0,0 0 5 16,0 4 0-16,0-1 35 0,4 9-46 16,-11-10 2-16,11 10 0 0,0 0-4 0,-23 2 2 15,9 6-3-15,1 6 0 0,-4 2 6 0,0 7-16 0,0 2 7 16,3 1 0-16,-2 1-6 0,5-1-4 16,-1 1-10-16,5-5-12 0,0 1-13 15,2-2 4-15,4-4-1 0,-2 7 7 0,2-8-11 16,1-3-3-16,0 1-2 0,0-4-16 0,-1 1 10 15,-1-1-5-15,0 0-11 0,-3 0 0 0,-3 1-3 16,0 0 6-16,-2-1 4 0,-5 2 7 0,-3 0 10 16,0-2 10-16,-8 5 16 0,0-1 19 0,-3 1 23 15,1 0 20-15,-1 1 12 0,0 0 37 0,-1 1-19 16,7-1 3-16,-5 1-4 0,2 0-3 0,3-1-1 16,5-3-22-16,2-1 6 0,2-1-11 15,1-1-5-15,5-1 1 0,2-1 2 16,6-8 4-16,-4 9 0 0,4-9-10 0,5 9-4 15,-5-9 2-15,19 4-6 0,-19-4-4 0,40-4-2 16,-7-2-6-16,2-4-6 0,6-1 4 0,1-2 30 16,12-4-48-16,2-3 27 0,3-3-77 0,1 1-58 15,1-2-99-15,3-2-317 0,0-1-32 0</inkml:trace>
  <inkml:trace contextRef="#ctx0" brushRef="#br0" timeOffset="7048.31">17685 14737 546 0,'-2'-23'430'15,"-1"1"-71"-15,0 5-119 0,1 3-20 0,2 1-62 16,-3 2-11-16,3 11-53 0,-1-16 2 0,1 16-36 16,0 0 4-16,0 0-10 0,0 0 13 0,-4 21-26 15,4 4 1-15,1 4-21 0,1 11 7 0,-2 3-16 16,2 3-1-16,1 4 13 0,2 9-22 0,3 2 7 16,-1-4-38-16,2-2 4 0,-2-10-45 0,2-1-18 15,2-4-4-15,-1-1 10 16,1-6-32-16,1-1-8 0,0-5-15 0,-4-6-108 15,2-2 90-15,-4-6-80 0,-1-4-158 0,-5-9 201 16</inkml:trace>
  <inkml:trace contextRef="#ctx0" brushRef="#br0" timeOffset="7842.36">17776 15345 112 0,'-9'-15'487'0,"1"2"-146"16,-2 2-58-16,4 1-7 0,-2 0-108 0,0 1 2 16,1 2-62-16,7 7 7 0,-9-12-61 0,9 12 23 15,-8-10-63-15,8 10-3 0,-4-10 32 16,4 10-55-16,4-11 33 0,1 4-52 0,3-5 16 15,6 0-30-15,0-2 16 0,1-1-41 0,3-2 2 16,3-2-11-16,-2-3 5 0,-1 0 9 16,-2-3 15-16,-2-3 10 0,2 0 17 0,-6-3 6 15,-2 1 21-15,-1-2 33 0,-2 8 7 0,-1 0 8 16,-4 5 21-16,0 0-8 0,-1 3-2 0,-3 1 1 16,0 2-6-16,1 3-12 0,-3 3-6 0,6 7-3 15,-11-11-19-15,11 11 4 0,0 0-4 16,0 0-10-16,-19 4 3 0,15 4-4 0,-1 5 5 15,2 3 26-15,2 2-45 0,1 4 38 0,1 1-36 16,2 2 31-16,1 2-41 0,1 3 41 16,2 1-40-16,1-1 38 0,1-1-46 0,-1-2 10 0,3 2 6 15,-3-8-1-15,1 0-1 0,0-4-1 16,2-1-5-16,-3-3-3 0,0-2 8 0,-2-5 0 16,-6-6 1-16,15 10 4 0,-15-10 23 0,0 0-32 15,21-6 6-15,-15 0 32 0,2-2-37 16,1-3 43-16,-2 1-34 0,0-3 35 0,-2 2-35 15,0 0 30-15,-1 2-27 0,-4 9 24 0,8-16-27 16,-8 16 32-16,6-13-39 0,-6 13 32 0,4-8-40 16,-4 8 26-16,0 0-30 0,0 0 39 0,0 0-36 15,0 0 31-15,15 3-48 0,-15-3 30 0,12 13-61 16,-7-5-18-16,0 0-12 0,3 0-11 0,0-1-23 16,2-1 5-16,-3 2-89 0,5-2 115 15,-2-2-86-15,-10-4 130 0,24 5-83 16,-24-5 120-16,25 0-85 0,-25 0 119 0,24-6 6 15,-11 2 14-15,-3-2 8 0,2-2 16 0,-1-1 15 16,-3-1 13-16,1-1 2 0,-4-1 3 0,2-2-14 16,0-1 17-16,-3 0-27 0,1-1-5 0,-1 1 11 15,1 0-5-15,0 3 2 0,-4 3-12 0,-1 9 32 16,4-17-61-16,-4 17-20 0,4-10 18 0,-4 10 25 16,0 0-41-16,0 0 27 0,0 0-43 0,6 10 34 15,-6-10-41-15,7 19 35 0,-5-8-35 16,4 2 41-16,0 1-46 0,0-2 41 0,0 1-42 15,1-1 29-15,2-1-28 0,-3-2 36 0,2-2-37 16,-3 2 40-16,4-3-38 0,-9-6 39 16,10 7-41-16,-10-7 30 0,0 0-29 0,0 0 34 15,19-4-34-15,-19 4 38 0,10-13-5 0,-4 2 3 16,-4-1-41-16,1-5 30 0,-3 1-36 0,0-1 47 16,-3-1-33-16,2 1 34 0,-3 3-36 0,1 2 18 15,0 0 30-15,-1 4-36 0,4 8 24 16,-13-5-27-16,13 5 29 0,-14 4-34 0,4 8 31 15,-2 4-31-15,2 4 28 0,-4 5-26 0,5 2 22 16,1 2-25-16,4-3 30 0,2 1-41 0,6-4-4 16,1 1-12-16,3-3-18 0,7 3-1 0,4-4-4 15,5-5-16-15,6-5-14 0,4-4-30 0,5-6-41 16,8-6-99-16,8-6-196 0,6-7 117 16</inkml:trace>
  <inkml:trace contextRef="#ctx0" brushRef="#br0" timeOffset="9384.46">19322 14651 42 0,'6'-36'490'0,"-2"0"-87"0,-4 8-86 0,-1 2-9 16,-4 2-65-16,0 3-52 0,-3 2-12 0,-1 4-40 16,0 2-10-16,-2 6-31 0,11 7-16 0,-18-5-21 15,18 5-14-15,-24 9-3 0,8 2 1 0,3 5-17 16,-2 7-8-16,2 3-4 0,3 4-3 0,0 3 7 16,1 2-14-16,4 3 1 0,-2 1-1 0,5 1 4 15,-2 0-15-15,3-1 4 0,1-2-24 16,1-7 0-16,4 3-13 0,-1-8-7 15,0-2-35-15,1-4 32 0,-1-3-36 0,1-3 34 16,-1-4-47-16,-4-9 27 0,7 6-39 0,-7-6 27 16,0 0-8-16,8-14 42 0,-7 0-4 0,-2-6 0 15,1-7 30-15,-5-11 5 0,1-3 7 0,-5-7 8 16,3-10 6-16,-2-2 3 0,2 2 24 0,-2 12 35 16,6 6-23-16,-1 4 52 0,0 8-44 0,2 7 24 15,0 3-47-15,-1 4 22 0,1 3-40 0,1 11 20 16,3-11-35-16,-3 11 39 0,0 0-37 15,11 8 32-15,-3 1-38 0,2 5 2 0,2 2-1 16,0 1 5-16,4 5-9 0,0 0 7 16,1-1-2-16,2-1-7 0,0-2-2 0,-3-3-4 15,3-4-3-15,-1 0 8 0,0-3-2 0,0-5-2 16,-2-1 5-16,3-4-1 0,1-4 8 0,1-3-7 16,-1-2-3-16,-2-7 5 0,1-4 6 0,-4-3 40 15,0-1-45-15,-3-5 42 0,-1 1-37 0,-2-1 30 16,-2-1 28-16,-5 7-51 0,1 1 45 15,0 7 0-15,-3 2 23 0,0 3-12 0,-3 0-13 16,3 12-12-16,-6-12-6 0,6 12-11 0,0 0 4 16,-23 2-3-16,11 6-3 0,-5 3-3 0,2 4-2 15,-4 4-14-15,3 2 12 0,0 0-24 0,3-2 23 16,3-2-26-16,1 2 17 0,2-5-28 16,4 1 20-16,-1-4-43 0,4-11-3 0,-3 18 3 15,3-18 7-15,3 11-1 0,-3-11 5 0,0 0-4 16,0 0 6-16,18-3-5 0,-9-4 57 15,1-3-37-15,1-4 44 0,1-1-34 0,-1-1 50 16,1-1-33-16,-2 2 21 0,0-1-5 0,-2 5 36 16,0 3-2-16,-3-1-11 0,-5 9-6 0,9-12-6 15,-9 12 0-15,0 0-5 0,10 4-23 0,-10-4 24 16,9 20-25-16,-5-4 27 0,0 6-33 0,1 0 30 16,-1 3-31-16,1 0 4 0,4 6-3 0,-3 0-5 15,3-2 10-15,4-1-3 0,-2-2 2 16,4-2-5-16,0-2-2 0,-1-4 0 0,0-3-7 15,3 0 1-15,-1-5-4 0,-2-4-7 16,2-2-4-16,-16-4-8 0,29 1-14 0,-15-5 18 16,4-3 0-16,-1-3 6 0,-1-4 9 0,3-6 5 15,-2-2 11-15,-3-3 3 0,-2 0-2 0,-5 1 19 16,1 3 10-16,-2-2 46 0,-2 5-32 0,0-4 35 16,-3 6-24-16,-1 6 18 0,0 10-26 0,-4-18 2 15,4 18-21-15,-6-8 11 0,6 8-25 0,0 0 17 16,-19 5-25-16,10 1 18 0,-1 5-20 0,-2 3 10 15,2 4-13-15,0 0 1 0,1 2 0 16,1 0 1-16,2 0 1 0,-2 2 4 16,3-2-5-16,4-4-5 0,-1-1 5 0,4-3 0 15,-2 1-5-15,1-2-1 0,3-2-1 0,-4-9 6 16,6 12-12-16,-6-12 7 0,13 6-2 0,-13-6 2 16,14-3-1-16,-4-2 3 0,2-4 1 0,-2-1 1 15,1-5-5-15,0 0 19 0,-1-4-14 0,-1 2 0 16,0-2 29-16,-4 4-30 0,0 1 25 0,-1 3-14 15,1 2 19-15,-5 9-23 0,6-15 19 16,-6 15-24-16,0 0 19 0,0 0-21 0,0 0 16 16,0 0-23-16,4 9 6 0,-4-9 2 0,0 16-1 15,2-6-1-15,-1 3-1 0,0-2-1 16,3 0-9-16,0 1-13 0,2-3 6 0,-1-1-4 16,4 0-2-16,0-3-4 0,-9-5-5 0,26 4-12 15,-26-4-5-15,33-4 14 0,-13-4 2 0,6-5 10 16,1-2 6-16,-4-3 5 0,1-2 6 0,-1-3 50 15,-1 1-49-15,-4-2 53 0,0 2-34 16,-5 4 46-16,-3 1-23 0,0 4 42 0,-2 2 2 16,-3 2 1-16,-5 9-34 0,8-11 12 0,-8 11-22 15,0 0 1-15,0 0-21 0,0 0 12 0,0 0-20 16,2 19 13-16,-6-6-12 0,3 5 7 16,1 5-18-16,1 2 15 0,1 4-14 0,1 8 13 0,1 0-15 15,0 4 14-15,4 3-17 0,-1 1 20 16,6 14-7-16,0-3 11 0,2 4 5 0,1 1-26 15,1 2 20-15,2 2-16 0,1-2 17 0,2 1-6 16,-2 0-5-16,3-3 13 0,-1-1-10 16,2-4 10-16,-3-2-15 0,-1-4 16 0,0-4 3 15,-7-11-10-15,3-2-4 0,-6-6-16 0,-1-4 17 16,-3-3-14-16,-3-6 15 0,-3-3-14 0,0-11 13 16,-12 12-1-16,12-12 2 0,-28 0-11 0,4-7-1 15,-8-7 10-15,-10-9-12 0,-4-6 11 0,-2-7-12 16,0-6 13-16,2-5-2 0,1-6-12 0,4-2 16 15,5-2-7-15,4-1 14 0,8 3-5 0,4 1 6 16,5 1 0-16,8 7-2 16,3 3-8-16,4-2-10 0,2 0 2 0,5 0-23 15,7-9-3-15,4 2-31 0,2 0 7 0,5 1-30 16,3 0 39-16,4 1-53 0,4-1 19 0,2 2-40 16,2 0 6-16,1 3-4 0,2 2 23 0,-2 3 18 15,0 1 19-15,-3 5 2 0,-2 2 26 0,-8 8 0 16,-5 4 13-16,-1 2 6 0,-4 6 28 0,-5 0 8 15,-2 4 8-15,-5 2 38 0,-6 7-40 0,7-8 40 16,-7 8-44-16,0 0 31 0,0 0-42 16,-4 8 54-16,0 2-43 0,-1 0 33 0,-1 5-14 15,-1 3-43-15,1 3 32 0,-2 2-43 0,1 5 33 16,0 3-37-16,3 1 5 0,-1 0-5 16,4-5-6-16,1 1-12 0,2 2-32 0,1-3-20 15,2-2-37-15,3-1-40 0,5 1-100 0,-3-7 51 16,5-4-220-16,1-3 167 0</inkml:trace>
  <inkml:trace contextRef="#ctx0" brushRef="#br0" timeOffset="9513.48">20889 13979 397 0,'-4'-15'310'0,"-2"1"-88"16,0 3-63-16,1 2-40 0,5 9-50 0,-8-12-50 15,8 12-39-15,0 0-129 0,0 0 82 16,0 0-96-16,0 0-102 0,0 0 82 0</inkml:trace>
  <inkml:trace contextRef="#ctx0" brushRef="#br0" timeOffset="9728.5">21340 13926 176 0,'0'0'398'0,"22"-5"-116"0,-22 5-79 16,9-5-13-16,-9 5-32 0,0 0-45 0,0 0-17 15,0 0-12-15,0 0-10 0,-19 9-6 0,3 3-11 16,-4 6 42-16,1 3-47 0,-2 4 30 0,1 0-50 15,2 5 30-15,1 1-14 0,5 3-30 0,0 0 21 16,7 0-52-16,1 0 43 16,7-3-36-16,3 1 32 0,7 2-42 0,2-6 39 15,8 0-53-15,3-3 4 0,3-4-18 0,6-2-7 16,-1-3-21-16,2-3-53 0,0-3-58 0,-3-3-102 16,1-3-176-16,-6 0 109 0</inkml:trace>
  <inkml:trace contextRef="#ctx0" brushRef="#br0" timeOffset="9963.51">19514 15313 425 0,'-36'13'680'0,"12"-3"-188"0,6-4-142 0,3 0-108 15,15-6-97-15,-14 9-66 0,14-9-22 0,0 0-29 16,0 0 7-16,25 4-19 0,2-9 16 0,14-5-19 15,19-4 15-15,7-2-13 0,11-3 10 0,6-1-12 16,25-6 10-16,2-2-22 0,3 2 19 16,0-1-20-16,-2 2 14 0,-3 0-20 0,-26 5-56 15,-4 1-95-15,-8 0-145 0,-13-1-342 0,-8 4-172 16</inkml:trace>
  <inkml:trace contextRef="#ctx0" brushRef="#br0" timeOffset="10142.52">19514 15380 131 0,'-51'17'1181'16,"15"-6"-319"-16,8-2-181 0,8-3-214 16,5 1-140-16,15-7-166 0,-17 6-84 0,17-6-43 15,0 0-24-15,0 0-10 0,34-3-4 0,2-4 0 16,21-8-3-16,12-4 1 0,12-6-23 0,33-5-32 16,9-2-49-16,7-6-53 0,16 0-58 0,7-4 26 15,10 0-70-15,-1-6-90 0,4-2-392 0,2-2-271 16</inkml:trace>
  <inkml:trace contextRef="#ctx0" brushRef="#br0" timeOffset="11384.6">23961 13548 174 0,'-9'-17'413'0,"-2"1"-144"0,-1 1-40 0,-1-1-64 16,-3 5-6-16,-2 2-64 0,0-1 11 0,-1 3-4 15,1 3-12-15,-3 3-6 16,2 2-11-16,-3 3 3 0,2 3-12 0,-3 3-21 15,0 7-29-15,0 3 38 0,0 8-38 0,2 1 34 16,3 6-41-16,3 3 37 0,2 1-39 0,1-1-7 16,5 1 38-16,3 0-46 0,6-2 41 0,4-4-40 15,4 0 35-15,6-6-37 0,3-3 34 0,0-6-39 16,5-3 22-16,0-6-20 0,2-4 39 0,1-5-48 16,0-4 39-16,5-3-47 0,-3-5 40 0,-2-5-47 15,0-3 50-15,-4-2-34 0,-3-6 35 16,-3 1-38-16,-2-5 47 0,-3 3-42 0,-4-2 35 15,-2 7 2-15,-4 4 38 0,1 2 13 0,-3 3 2 16,0 1-8-16,-1 2-12 0,-1 2-10 16,2 10-11-16,-6-15-6 0,6 15-4 0,-9-5-7 15,9 5-12-15,-11 5-3 0,3 2 14 0,-2 4-20 16,-1 5 13-16,4 1-20 0,-2 3 4 0,1 0-38 16,3 0 17-16,2-3-44 0,2 1 15 0,1-1-54 15,4-2-5-15,1 2-14 0,0-5 8 0,5-1-5 16,1-3 1-16,0-2 10 0,-11-6 8 15,26 4 18-15,-26-4-80 0,29-8 126 0,-11 1-80 16,0-7 125-16,1-3 26 0,-2-6 16 0,-2-2 3 16,-1-1 45-16,0-3 40 0,-2 2-16 0,-1 1 41 15,-3 4-43-15,0 3 35 0,-2 4-10 0,-2 2-15 16,1 1-17-16,-2 4-23 0,-3 8-11 16,5-13-21-16,-5 13-3 0,0 0-6 0,0 0-9 15,0 0-9-15,2 9-23 0,-2-9 16 0,0 21-20 16,2-7 18-16,-1 2-18 0,1-1 21 15,4 2-25-15,0-1 30 0,0-3-37 0,3 1 18 16,-1-3-31-16,2 1 39 0,-1-5-36 0,3-1 35 16,-1-2-39-16,-11-4 38 0,22 2-42 0,-7-8 41 15,-2 4-45-15,1-3 41 0,0-3-27 0,0 1 43 16,-2-2-42-16,2-2 43 0,-3 2-44 0,-2-1 46 16,2 2-47-16,-3 0 57 0,0 0-51 15,-8 8 41-15,10-9-40 0,-10 9 41 0,9-8-48 16,-9 8 50-16,0 0-46 0,12-6 46 15,-12 6-41-15,0 0 40 0,0 0-33 0,14 4 33 16,-14-4-44-16,0 0 35 0,11 8-24 0,-11-8 32 16,9 8-40-16,-9-8 41 0,13 6-39 0,-13-6 38 15,15 7-50-15,-15-7 39 0,21 1-45 0,-21-1 32 16,23 0-40-16,-5-2 40 0,-3-1-38 0,7-3 11 16,-3 0 2-16,0-2 43 0,1 3-38 0,-4-1 39 15,-2 0-36-15,-1 3 48 0,-13 3-38 0,19-7 37 16,-19 7-22-16,14-3 37 0,-14 3-38 15,0 0 39-15,0 0-45 0,13 4 37 0,-13-4-44 16,0 0 29-16,4 13-29 0,-4-13 32 16,4 10-35-16,-4-10 37 0,6 11-43 0,-6-11 40 15,14 9-47-15,-14-9 23 0,22 6-33 0,-22-6 48 16,31 2-42-16,-11-3 39 0,3-2-42 0,1-2 40 16,3-4-42-16,1-1 42 0,-2-4-41 0,0 1 45 15,-3-4-37-15,-2 1 48 0,-7 0 2 0,2-2 5 16,-5 2-9-16,-2 0 20 0,0 2 3 15,-4 3 20-15,0 1 11 0,-5 10-3 0,7-15-13 16,-7 15-10-16,0 0-12 0,0 0-7 0,0 0-6 16,0 0-4-16,-17 12-11 0,6 8 0 0,-1 7-3 15,-2 1 2-15,3 6-14 0,-1 4 12 0,-2 0-19 16,2 5-2-16,-1 8-58 0,1 1 36 16,0 1-35-16,2-9 26 0,1 1-58 0,1-3 2 15,1 1-36-15,-1-2-17 0,-1-1-17 0,0-3-17 16,-3 1-30-16,1-3-220 0,-4-3 149 0</inkml:trace>
  <inkml:trace contextRef="#ctx0" brushRef="#br0" timeOffset="11633.62">23410 14750 325 0,'-12'4'543'0,"12"-4"-204"16,0 0-74-16,0 0-76 0,0 0-44 15,16-7-22-15,14-4-27 0,11-4-19 0,14-6 17 16,12-3-48-16,4-1 14 0,10-3-36 0,24-4 28 16,4-1-19-16,3 2 24 0,2 2-26 0,-3-3 14 15,4 6-6-15,-1 0-14 0,-5 2-3 0,-21 4-11 16,-2 1 4-16,-5 5-10 0,-6-2-12 0,-6 0-13 16,-8 2-20-16,-16 4-52 0,-7 1-34 0,-4 1-59 15,-10 0-57-15,-10 3-23 0,0-1-228 0,-14 6 48 16</inkml:trace>
  <inkml:trace contextRef="#ctx0" brushRef="#br0" timeOffset="12846.7">26575 12518 203 0,'5'-10'513'0,"-5"10"-170"0,3-16-117 0,-3 16-12 16,-4-16-96-16,-1 8 0 0,-4 1-44 16,-2 1 25-16,-4-1-51 0,-1 2 35 0,-1 3-54 15,-3 1 36-15,-1 2-49 0,-3 1 26 0,-6 7-33 16,0 4 31-16,0 2-41 0,0 1 37 0,0 5-45 16,2 5 38-16,1 3 0 0,-1 7-17 0,8-3-27 15,4-1 37-15,2 3-39 0,7-1 42 0,4 0-41 16,6-6 41-16,3 2-43 0,7 1 31 0,2-5-36 15,7-3 47-15,3-4-38 16,2-2 36-16,5-5-42 0,0-4 44 0,0-5-38 0,-2-1 23 16,-2-2-32-16,-4-3 45 0,0-2-40 0,-2 0 40 15,-5-1-42-15,-3-2 45 0,-5 2-48 0,-4-3 48 16,-5 9-46-16,1-12 47 0,-1 12-40 16,-11-14 40-16,-1 7-41 0,-4 3 40 0,-3 0-43 15,-2 5 47-15,-6 3-46 0,-6 4 46 0,-1 3-41 16,1 3 38-16,1 2-42 0,3 4 41 0,-1 1-44 15,4 1 40-15,3 2-43 0,5 2 44 16,2-1-45-16,7-1 45 0,5 0-39 0,4-5 43 16,6 5-44-16,3-3 30 0,7 1 5 0,5-1-4 15,6-6-7-15,5-3-5 0,3-3-2 0,7-5-7 16,3-6-54-16,4-2 41 0,10-5-50 16,1-7 27-16,-3 0-24 0,-3-5 36 0,-1 0-22 15,-6-3 2-15,-8-1 3 0,-8 1 16 0,-8-1-39 16,-5-3-16-16,-5-3 6 0,-7 2 5 0,-4 1 26 15,-5-1 27-15,-6-2 23 0,0 1 43 16,-4 2 5-16,-5 4 62 0,3 4-1 0,-2 2-3 16,2 4-11-16,-3 0-18 0,4 4 3 0,0 3-14 15,4 1-13-15,10 6-11 0,-19-6-8 0,19 6-7 16,-15 2 3-16,15-2-22 0,-11 15-36 0,9-4 50 16,2 5-31-16,2 6 30 0,7 2-34 0,1 3 31 15,3 0-34-15,6 4 22 0,0-4-42 0,2-1 45 16,3-2-51-16,0-1 32 0,3-4-61 0,0-2 24 15,-4-3-58-15,0-6 26 0,0 0-16 16,-5-6 9-16,1-2-2 0,0-2 7 16,-3-3 5-16,3-4 7 0,-4-3 12 0,-1-5 16 15,-1-2 24-15,-5-2 21 0,0-3 22 0,-5-2 21 16,0-1-3-16,-3-2 36 0,-1-3-39 0,-1 5 61 16,0 0 8-16,-1 3 0 0,-2 1-7 0,1 6-14 15,2 1-8-15,-1 5-15 0,1-2-25 0,2 13 1 16,-4-12-17-16,4 12 4 0,0 0-4 0,0 0-3 15,-8 12-7-15,7 2-3 0,-2 3-9 0,-2 7-21 16,4 2 25-16,0 3-41 0,1 0 27 16,1-1-63-16,0 1 15 0,3-3-115 0,0 1 17 15,1-2-46-15,0-4-60 0,4-3-217 0,0-7 78 16</inkml:trace>
  <inkml:trace contextRef="#ctx0" brushRef="#br0" timeOffset="13680.76">27323 12712 325 0,'4'-11'504'0,"0"0"-157"16,-4 11-68-16,4-15-85 0,-4 15-54 0,0 0-21 15,-4-9-18-15,4 9-11 0,0 0-25 0,-6 10-7 16,6-10-18-16,-5 21-17 0,3-7-40 16,2 4 51-16,0-1-48 0,2 2 40 0,1 2-46 0,3 0 44 15,2-2-50-15,0-2 44 0,0-1-59 16,3 1 50-16,-2-6-47 0,0-2 37 0,0-1-42 15,1-4 35-15,-10-4-38 0,17 4 20 0,-17-4-16 16,17-4 30-16,-17 4-32 0,16-10 25 16,-9 2-17-16,-2-3 25 0,0-3-19 0,-3-3 19 15,1 0-14-15,-3-3 30 0,-1-4-30 0,-2 1 39 16,-1-2-15-16,-1 0 40 0,-1 3-18 0,1 2 36 16,-2 2-41-16,2 4 56 0,1 4-52 0,-2-2 37 15,6 12-44-15,-11-11 28 0,11 11-49 0,0 0 27 16,-17 0 9-16,17 0-4 0,-12 15-4 0,10-4-4 15,-1 7 0-15,3-2-46 0,5 7 42 0,-1-4-52 16,5 4 49-16,1-1-48 16,3 1 34-16,2 1-37 0,2-2 41 0,1-2-37 15,0 2 30-15,-3-6-20 0,1 0 42 0,-2 1-41 16,0-4 42-16,-1 1-38 0,-2-1 38 0,-1-2-37 16,-3-3 22-16,-2 0-19 0,-5-8 46 0,9 11-45 15,-9-11 43-15,6 9-40 0,-6-9 39 0,0 0-39 16,0 0 33-16,0 0-41 0,0 0 46 0,0 0-42 15,0 0 38-15,-6-18-40 0,6 18 35 0,-1-24-67 16,2 11 80-16,0-4-53 0,4-5 38 16,0-1-40-16,0 4 34 0,2-3-36 0,2 4 29 15,1-1-48-15,0 0 45 0,3 2-42 0,1 1 7 16,-1 1-16-16,2 1 7 0,1 1-7 16,0 2 2-16,-2 1-8 0,4 0-4 0,-4 2 4 15,-1 2-15-15,0 0 17 0,-2 2 3 0,-11 4 25 16,18-7-8-16,-18 7 21 0,17-4-11 0,-17 4 25 15,0 0 4-15,15 1 25 0,-15-1 2 0,8 11 9 16,-8-11-4-16,5 18-1 0,-5-5-5 16,1-1-3-16,-1 3-6 0,0 0-2 0,1 1-4 15,-1-1-1-15,3 2-5 0,0-4 1 0,2 1-6 16,-1-3-11-16,3 1 3 0,2-7-1 16,-1 3-5-16,2-3-5 31,-10-5-12-31,27 3-10 0,-27-3 13 15,29-7-12-15,-9 1 20 16,-4-5 5 0,2 1 1-16,-2-5 30 15,-3 0 12-15,0-3 11 16,-1-2 7-16,-5-2-9 16,0 0 12-16,-2-2 3 0,-1 0 21 15,-3 1-7-15,2 5 34 0,-1 0-26 0,-1 4 48 0,-1 3-54 0,0 11 27 0,-1-18-59 0,1 18 34 16,-5-12-62-16,5 12 44 0,0 0-58 0,0 0 48 0,-7 6-10 0,7-6-4 0,-4 20-8 0,1-1 1 0,0 3-18 0,2 6 14 0,1 8-8 0,-2 3-39 0,0 4 44 0,2 3-46 0,-2 4 41 0,-2 11-44 0,2 0 27 0,0-9-45 15,1-2 22-15,-2-2-49 0,3-1-38 0,0-3-20 16,-1-2-35-16,2-5-16 0,-1-7-261 16,0-3 128-16</inkml:trace>
  <inkml:trace contextRef="#ctx0" brushRef="#br0" timeOffset="14353.01">28387 12200 17 0,'4'-15'684'0,"-2"5"-280"0,0 0-68 16,-2 10-132-16,1-13-15 0,-1 13-71 15,0 0 10-15,0 0-60 0,0 0 12 0,0 20-46 16,0-2 30-16,0 7-44 0,0 2 28 16,2 12-43-16,0 2 34 0,1 3-25 0,-1 5 12 15,2-2-17-15,0 1-7 0,0 0-9 0,-2 1-44 16,1-2 50-16,-2-3-47 0,2-2 32 0,-2-3-26 15,-1-10 49-15,0 0-41 0,0-4 48 0,-2-6-44 16,0-2 51-16,1-4-45 0,-2-3 36 0,3-10-32 16,-5 10 44-16,5-10-50 0,0 0 53 15,0 0-48-15,-7-17 48 0,7 3-70 0,2-9 55 16,2-3-40-16,1-8 53 0,3-2-2 16,2-4-4-16,3-1-48 0,2-8 48 0,4 3-31 15,-3 7 15-15,-1 2-35 0,1 0 9 0,0 2 7 16,-3 3 5-16,0-1 2 0,-2 6 4 0,0-1-9 15,-3 7 40-15,1-2-41 0,-4 5 20 0,2-1 45 16,-1 4-43-16,-2 0 49 0,-1 5-33 0,-3 10 29 16,3-16-28-16,-3 16 17 0,4-13-27 15,-4 13 23-15,0 0-34 0,0 0 26 0,0 0-33 16,0 0 23-16,0 17-23 0,-1-3 25 0,-2 9-30 16,2 1 28-16,-1 3-30 0,0 2 29 0,1 5-31 15,0 2 25-15,-1-1-6 0,2 1 5 0,0-6 2 16,0 7 3-16,2-8-11 0,-1 0-1 0,-1-1-1 15,1-1-5-15,-1-2-3 0,0-1-11 16,2-7 22-16,-2 0-28 0,1-5 31 0,0-1-25 16,-1-11 21-16,0 16-19 0,0-16 18 15,0 0-23-15,0 0 31 0,0 0-3 0,10-9-3 16,-4-4-2-16,2-6-7 0,3 0 6 0,2-6-9 16,1 1 9-16,1 1-1 0,0 0 1 0,-2 6 1 15,2 1-29-15,-4 4 25 0,-2 0-25 0,-1 2 30 16,1 4-21-16,-9 6 32 0,13-7-2 0,-13 7-5 15,0 0-2-15,18 0-7 0,-18 0 7 0,11 8-9 16,-11-8 8-16,8 14-1 0,-3-5-1 0,-2 2 38 16,0-1-49-16,-1 1-17 0,1-1-3 0,-1 2-21 15,-2-12-28-15,4 16-46 16,-4-16-25-16,6 13-29 0,-6-13-10 0,4 8-26 16,-4-8 0-16,0 0-209 0,0 0 173 0</inkml:trace>
  <inkml:trace contextRef="#ctx0" brushRef="#br0" timeOffset="14500.02">28982 12486 447 0,'11'-21'244'0,"-1"3"-31"0,-3 2-38 0,-1 3 6 16,-1 3-26-16,-5 10-36 0,8-13 12 0,-8 13-59 16,0 0 39-16,0 0-45 0,0 0 7 0,9 6-40 15,-9-6 32-15,0 20-54 0,-2-8 41 16,-1 5-56-16,1-1 45 0,0 1-17 0,0 1-40 16,-2-2-30-16,2 2-71 0,0-2-61 0,0-2-77 15,-1-3-217-15,2-2 93 0</inkml:trace>
  <inkml:trace contextRef="#ctx0" brushRef="#br0" timeOffset="15165.06">29102 12306 327 0,'8'-6'304'0,"-8"6"-94"0,0 0-61 0,5 8-18 15,-5-8-29-15,3 17-55 0,1-9 24 0,-3 5-14 16,1-1-12-16,1 5-15 0,0 0 2 0,0-1-14 15,3 5 0-15,-1-3-19 0,2 1 14 16,-2-2-13-16,2-2-10 0,-2 4-6 0,0-6-6 16,-1-3 3-16,1 0-4 0,-5-10 3 0,6 12 8 15,-6-12 9-15,6 8-5 0,-6-8 8 16,0 0 20-16,0 0-3 0,0 0 8 0,21-4-12 16,-21 4 20-16,12-12-7 0,-6 3 12 0,4-1-11 15,-1 0 0-15,0-1 3 0,3 2-10 0,-2-3 17 16,0 2-6-16,3 3-5 0,-3-1-1 0,-1 4-3 15,3-2-5-15,-12 6-1 0,16-4-12 0,-16 4 43 16,20 1-42-16,-20-1 28 0,18 3-36 0,-18-3 34 16,21 9-40-16,-8-3 36 0,2 1-53 0,-2-2 55 15,4 1-42-15,-2-1 28 16,3-3-35-16,1 1 35 0,-1 0-37 0,1-3 33 16,-1-3-36-16,1 2 36 0,4-4-33 0,-3 0 29 15,0-4-30-15,0 1 37 0,-3-3-32 0,0-1 27 16,-3-3-18-16,-1 1 47 0,-3-1-37 0,-2 0 58 15,-1 0-37-15,-3 5 48 0,0-1-37 0,-4 11 26 16,2-16-28-16,-2 16 22 0,0 0-33 0,0-13 30 16,0 13-46-16,0 0 34 0,0 0-41 0,-15 6 25 15,9 2-30-15,-1 3 27 16,1 3-29-16,-4 3 35 0,2 2-39 0,0 5 37 16,-1 5-4-16,-1 2-17 0,2 4 5 0,2 2-15 0,0 1 5 15,-1 1-46-15,2 2 49 0,1 0-55 16,2 0 51-16,1-1-52 0,-1 0 68 0,2-1-53 15,0-1 53-15,2-2-46 0,-2-7 51 0,1-1-46 16,0-2 57-16,-1-1-52 0,-1-7 62 0,0 2-16 16,1-8 58-16,-2 1 25 0,-2-4 7 0,4-9 7 15,-9 12 7-15,9-12-13 0,-14 3 5 0,14-3-8 16,-20-9-2-16,7-1-26 0,-3-5-5 16,1-6-22-16,3-7-4 0,-2-3-22 0,7-5 3 15,1-5-21-15,4-6-25 0,5-2-29 0,3-9-37 16,7-1-29-16,6 1-23 0,3 5-6 0,1 2-44 15,5 5 30-15,1 4-38 0,1 6-60 0,-3 10-35 16,-3 2-315-16,2 4-131 0</inkml:trace>
  <inkml:trace contextRef="#ctx0" brushRef="#br0" timeOffset="15661.1">25007 15682 573 0,'-4'-15'475'0,"2"4"-119"0,-1 1-95 0,3 10-71 15,-4-15-10-15,4 15-82 0,0 0-20 0,-5-9-11 16,5 9-19-16,0 0-10 0,0 0-8 0,2 16-6 16,3-6-4-16,-2 3 13 0,4 2-65 0,-2 3-1 15,4 0-57-15,0 1-14 0,0 0-58 0,0-2-38 16,1-1-42-16,-5-2-232 0,4-3 86 0</inkml:trace>
  <inkml:trace contextRef="#ctx0" brushRef="#br0" timeOffset="15815.11">24901 15242 399 0,'-10'-25'330'0,"2"6"-105"15,3 4-37-15,0 2-62 0,-1 2-41 0,6 11-57 16,-6-12-36-16,6 12-12 0,0 0-19 0,0 0-15 15,0 0-13-15,0 0-84 0,26 8 69 16,-7 0-53-16,-1 1-112 0,12 2 73 0</inkml:trace>
  <inkml:trace contextRef="#ctx0" brushRef="#br0" timeOffset="16166.13">25359 15315 374 0,'0'0'355'0,"15"5"-90"15,-15-5-52-15,0 0-31 0,11 9-39 0,-11-9-40 16,0 0-3-16,2 9-19 0,-2-9-11 15,1 10-11-15,-1-10-12 0,3 12-8 0,-3-12-8 16,4 16-13-16,-2-7 4 0,3 1-5 0,3 2-4 16,1-2-2-16,5 5-2 0,0-2-3 0,3 0 1 15,-2 0 0-15,3-1-11 0,-3 2 6 0,3-3-2 16,-1 1 2-16,-2-2-2 0,-4-2-2 0,0 1-11 16,-6-1 10-16,-5-8-5 0,5 12 0 0,-5-12 2 15,-5 13-3-15,-3-8-2 0,8-5 1 16,-28 6-10-16,9-5 11 0,-5-2 6 15,-2-3-4-15,-6-3 3 0,2-4 2 0,-1-3-3 16,0-4-9-16,4-2 18 0,0-2-2 0,3-1 13 16,5 2 5-16,2 2 7 0,3 3 3 0,5 4-4 15,0 0-8-15,3 3-4 0,6 9 1 0,-10-11-2 16,10 11-2-16,0 0-2 0,0 0 1 0,0 0-6 16,0 0 2-16,5 11-6 0,1 3 7 0,2 4-4 15,-2 3 2-15,3 1-3 0,1 8 0 0,-2 1-5 16,1 2-3-16,-1 2 3 0,-1 1 22 15,0 1-85-15,-2 0-68 0,-2 2-122 0,-1-2-276 16,1 2-22-16</inkml:trace>
  <inkml:trace contextRef="#ctx0" brushRef="#br0" timeOffset="16611.16">26268 14966 286 0,'-6'-14'587'0,"1"0"-179"0,-3 2-117 16,4 3-56-16,-1 0-72 0,5 9-24 0,-6-12-58 15,6 12 9-15,0 0-44 0,0 0 10 0,-14 11-35 16,11 2 22-16,1 5-36 0,0 9 30 0,2 3-47 16,0 9-9-16,3 6-36 0,-2 1-25 0,2 1-24 15,-1 1-38-15,2-1-128 0,-3-1 67 16,-1-3-66-16,0-2-126 0,0-5 198 0</inkml:trace>
  <inkml:trace contextRef="#ctx0" brushRef="#br0" timeOffset="17510.23">26140 15492 8 0,'-15'-29'280'0,"2"-5"87"0,-6-14-92 16,2-3-51-16,-2-4-38 0,0-7 6 0,2 0-72 16,0 1-2-16,4 3-4 0,1 6-4 15,3 13-10-15,3 6-18 0,2 7-10 0,0 5-16 16,0 5-13-16,2 2-18 0,2 14-1 0,2-15-4 16,-2 15-5-16,0 0-2 0,23 1-5 0,-2 9 1 15,4 5-9-15,3 1 25 0,4 6-28 0,2-1 24 16,7 7-42-16,2-2 31 0,3 0-53 0,0-2 7 15,2-2-52-15,0-2-12 0,0-2-11 0,-8-6 4 16,1-2 15-16,-1-2 15 0,0-5-7 0,-10-3 34 16,1-2 1-16,1-4 5 0,-5-4-15 15,-1-3 14-15,-5-3 10 0,-2-4 12 16,-6-4-1-16,-4-4-71 0,-1-4 154 0,-6-3-96 16,-6-4 147-16,-2-1-5 0,-2-2 1 0,-4 1 10 15,-2 2-4-15,-2 3 1 0,-2 3 28 0,0 6-39 16,-1 4-4-16,-1 2-35 0,3 8 5 0,-1 3-29 15,3 7 5-15,15 3-31 0,-35 6 13 0,16 7-20 16,-2 6-3-16,1 5-4 0,2 2-5 0,2 7 12 16,0 1-38-16,7-1 28 0,-1 3-45 15,5-1 31-15,4-7-55 0,1-1 28 0,1 1-49 16,4-4 19-16,5-3-20 0,-1-3 13 0,4-3-14 16,1-5 8-16,0-4 2 0,-14-6 12 0,30 1 3 15,-10-7 12-15,1-3 10 0,0-6 7 16,1-4-92-16,-3-3 142 0,-1-6-96 0,0 1 155 15,-4-3-95-15,0 0 142 0,-3 0-2 0,-2 3-8 16,-1 5 4-16,-3 3-4 0,1 5-9 0,-2 3-14 16,-4 11-14-16,3-14-16 0,-3 14-9 15,0 0-8-15,0 0-6 0,6 14-8 0,-4 3-3 16,-1 4-6-16,4 4-7 0,-1 6 8 0,3 4-6 16,-1 0 31-16,3 1-41 0,1 0 37 0,2 2-45 15,0-2 28-15,1-2-52 0,5 0 4 0,-2-3-7 16,1-2-7-16,0-3-7 0,2-5-8 0,-1 0-21 15,0-8 26-15,-4-1-7 0,3-5-5 16,-17-7 9-16,25 5 2 0,-25-5 1 0,27-8 5 16,-13-2 15-16,2-2 9 0,-5-3-1 15,-1-2 29-15,1-5 11 0,-4-2 9 0,0-5-4 16,-3-5-4-16,-3 0 24 0,-1 4 9 0,-3-5 1 16,-1 1 11-16,-1 2 7 0,-1 8 3 0,-2 1 6 15,-1 5-9-15,0 3-12 0,-1 4-1 0,-1 4-6 16,11 7-13-16,-20-3-7 0,20 3-9 0,-27 10 0 15,12 1-3-15,2 3-10 0,-1 4 5 0,5 2-2 16,-2 7 30-16,2 1-44 0,3 3 43 0,0 1-42 16,5-4 29-16,-1 3-34 0,2-3 5 15,3 6-9-15,1-8-4 0,3 5-11 16,0-7-22-16,1-4 12 0,1-1-7 0,1-3-1 16,0-6 5-16,3-1-4 0,-13-9-5 0,22 4 0 15,-22-4-9-15,28-9 13 0,-14-1-6 0,3-5 12 16,-1-4 13-16,1-3 16 0,-3-2 9 0,0-2 32 15,-4-2-16-15,-3 6 63 0,0-1-34 0,-3 3 53 16,0 4-37-16,-3 4 41 0,2 0-42 0,-3 12 11 16,0-16-37-16,0 16 21 0,0 0-38 15,-4-9 39-15,4 9-54 0,0 0 35 0,0 0-40 16,-8 12 23-16,8-12-34 0,-6 13 27 16,6-3-58-16,0-10 26 0,-1 20-62 0,2-10-14 0,-1-10-40 15,1 18-28-15,4-10-34 0,-5-8-35 16,7 11-186-16,-7-11 172 0</inkml:trace>
  <inkml:trace contextRef="#ctx0" brushRef="#br0" timeOffset="18773.31">27336 14780 126 0,'5'-16'498'0,"-2"3"-154"0,-1 3-74 0,-2 10-55 16,4-15-60-16,-4 15-32 0,0 0-31 0,0 0-12 15,0 0-21-15,4 10-6 0,-4-10-11 0,0 22-10 16,0-7-8-16,0 3-2 0,3 5-12 0,-2-4 40 15,0 5-47-15,1-1 37 0,1-1-45 16,-2-1 46-16,2-2-53 0,-2-3 17 0,2-1-18 16,-2-2 39-16,1-2-48 0,-2-11 43 15,2 18-40-15,-2-18 37 0,3 10-46 0,-3-10 29 16,0 0-32-16,0 0 43 0,13-5-40 0,-6-4 54 16,2-1-55-16,-2-4 6 0,3-2 6 0,-1-3-8 15,0 0 9-15,2 1 10 0,-1-1 4 0,1 2 3 16,-2-1 2-16,-1 5 1 0,0 4-10 0,-3 0 9 15,-5 9-4-15,9-10 9 0,-9 10 2 0,0 0 2 16,0 0-9-16,17 1 2 0,-17-1-11 0,9 10 5 16,-3-2 5-16,1-1-4 0,-1 2-4 15,0 0 1-15,3-1-5 0,3 1-26 16,-1-1 18-16,3-2-8 0,2-1-6 0,0-1 2 16,2-2-6-16,1-2-2 0,1-1-4 0,3-4-5 15,0 0 13-15,-2-4 5 0,1-1-2 0,-1 0 11 16,2-5 6-16,-7 1 4 0,2-2 6 0,-4 0-5 15,-1-2 22-15,-4 0 10 0,-1-1 49 0,-1 0-38 16,-4 2 6-16,-3 1 2 0,-3 1 7 0,-2 2 2 16,2 1 5-16,-3 4 0 0,-3 0-2 15,9 8-7-15,-19-6-6 0,19 6-4 0,-23 4-10 16,9 2-13-16,-4 3 1 0,3 3-1 0,-2 3-6 16,6 1-4-16,-1 2 1 0,1 0 0 0,4 3-5 15,1 0-6-15,2-1 4 0,3-2 27 16,1-5-40-16,2 4 26 0,3-3-50 0,-1 0 28 15,3-3-37-15,2 0 32 0,-2-4-50 0,2-2 36 16,-9-5-44-16,22 5 4 0,-22-5 0 0,24-5-7 16,-10-1 21-16,3-3 7 0,-2-3 8 15,-2-1 12-15,2-2 8 0,-2-3 11 0,1 2-7 16,-5-3 22-16,3 2 1 0,-5-2 7 0,2 5 13 16,-5 0 9-16,1 5 4 0,-1 0 0 0,-4 9-13 15,9-15-1-15,-9 15 1 0,0 0-7 0,5-6-2 16,-5 6-6-16,0 0-2 0,0 0-3 0,8 12-8 15,-8-12 0-15,5 14 2 0,-5-14-4 16,8 13-2-16,-2-5-23 0,-1 0 10 0,4-1-10 16,0 0-1-16,1-4-2 0,1 2-10 15,-11-5-8-15,27 1-8 0,-27-1-9 0,32-4-107 16,-11-4 116-16,-1-2-91 0,5-4 100 0,-2-1-84 16,0-3 151-16,-4-3-104 0,-1 0 161 0,-6 4-104 15,-2-2 155-15,-2 0-6 0,-2 4-12 0,-2 2 4 16,-2 0-6-16,0 2-2 0,-2 11-5 0,0-15 7 15,0 15-50-15,-3-10 1 0,3 10-16 0,0 0-11 16,0 0-7-16,0 0-6 0,-13 7-2 0,13-7-6 16,-2 21-8-16,0-7 5 0,4 5-1 15,0 5-3-15,0 3-4 0,1 7-2 16,3 2-3-16,-1 3-6 0,1 0 11 0,0 2 30 16,2 1-41-16,-3 0 31 0,3 0-22 0,-1 2-37 15,0 0 5-15,-1-1-7 0,1 0 10 0,-1-3 1 16,-1 0-57-16,0-4 77 0,0 0-62 0,-2-3 72 15,-2-8-60-15,2 1 77 0,-3-7-67 0,1-1 76 16,-2-6-70-16,0 1 78 0,-2-4-8 0,3-9 4 16,-8 14-10-16,8-14-38 0,-10 5 54 15,10-5-2-15,-15-3-1 0,4-3 1 0,-4-4-4 16,-2-2-3-16,1-2 7 0,-3-6-2 0,0 0-4 16,-1-4-3-16,2 1 0 0,2-2 19 15,2 0-27-15,1 0 16 0,5 2-20 0,2 1 21 16,3-2-8-16,2 0-3 0,2-1-29 0,4 0 19 15,3-5-20-15,6 0 14 0,0 0-16 0,4 0 24 16,1 0-28-16,6-1 3 0,5-4-6 0,2 0 3 16,2 0-8-16,0 0 7 0,4 0 0 15,-2 0-1-15,-1-1-2 0,-1 0 3 0,-2 0-1 16,-5 9 40-16,-3-3-45 0,-2 4 42 0,-1-2-35 16,-4 3 34-16,-2 1-32 0,-5 6 34 0,-3-1-37 15,-3 4 37-15,-2 1-10 0,-4 2 10 0,1 0-2 16,-4 0-2-16,-3-1 0 0,-2 3 0 0,-2 2-4 15,-1 0-11-15,-2 2 31 0,1 2-9 0,14 4 23 16,-26-5 6-16,26 5-1 0,-24 3-15 16,9 2-6-16,2 3-6 0,-1 5 0 0,4 3-12 15,-3 4-7-15,4 3 1 0,3 5-2 16,2-3-3-16,0 3-2 0,4 0-2 0,1-2 7 16,3 0-17-16,5 4-22 0,4-4-23 0,1-3-25 15,4-3-10-15,0-6-9 0,2-3-9 0,5-4-22 16,-1-3-35-16,3-4-36 0,1-3-101 0,4-4 52 15,-1-5-197-15,0-3 135 0</inkml:trace>
  <inkml:trace contextRef="#ctx0" brushRef="#br0" timeOffset="19174.33">29025 14364 39 0,'10'-28'444'15,"-3"3"-133"-15,-2 3-11 0,-3 0-79 16,-2 3 9-16,-2 4-84 0,-3 0 8 0,1 3-54 16,-3 4 25-16,-2 1-53 0,9 7 19 0,-18-5-14 15,18 5-13-15,-28 9-12 0,11 1-10 0,2 2-12 16,-2 5-2-16,2 5-30 0,2 2 25 0,4-3-30 15,3 1 27-15,1 2-30 0,3 0 27 0,4-1-39 16,1 0 8-16,3-1 26 0,1-4-41 0,5 0-9 16,-1-3-8-16,3-3-18 0,3-2 6 0,-2-5-4 15,2-1-12-15,-17-4 2 16,33-4-5-16,-12-2 3 0,-2-5 10 0,0-3 1 16,1-5 27-16,-3-4 7 0,-3-4 3 0,-4-3 23 15,-2-3 3-15,-3-5 19 0,-1-3-31 0,-4-5 20 16,-4-3-3-16,0-14-3 0,-1-3 22 0,-1 2 15 15,-1-1 10-15,-1 5 47 0,2 13-44 0,-1 5 38 16,0 5-11-16,2 6 22 0,-1 7-13 0,1 2-4 16,1 8-16-16,1 2-21 0,3 12-16 0,-9-8-4 15,9 8-12-15,0 0-14 0,-10 15 16 16,9 0-19-16,0 3 16 0,-1 10-20 0,4 5 16 16,-1 8-20-16,4 1 24 0,-1 6-16 0,0-1 14 15,2 11-16-15,0-1 20 0,1-1-24 0,2 2 10 16,-2-10-8-16,1 6-42 0,0-8-32 0,-1-3-50 15,2-2-85-15,-3-6-432 0,4 2-175 16</inkml:trace>
  <inkml:trace contextRef="#ctx0" brushRef="#br0" timeOffset="20987.68">29825 13783 445 0,'0'0'401'0,"0"0"-141"16,0 0-33-16,0 0-54 0,0 0-35 0,0 0-30 15,-8 17-22-15,5-1-17 0,0 5-13 0,-1 3-21 16,2 4 0-16,2 0-14 0,0 3 0 0,2 4 35 16,2-1-62-16,2 0 15 0,1-3-58 0,2-1-3 15,-2-6-26-15,2-2-9 0,-1-3-8 0,2-1 7 16,-3-5 6-16,-1-1 9 0,-1-3 14 0,-5-9 6 16,9 7 8-16,-9-7 23 0,0 0 21 15,0 0 39-15,1-13 20 0,-3 1 13 0,-4-4-12 16,-1-6 17-16,-2-9-11 0,0 0-1 0,-2-5-3 15,0-6-9-15,4 0 0 0,-5-12-28 16,3 0 16-16,4 10 42 0,3 0-50 0,0 4 35 16,4 2-47-16,-2 10 35 0,3-2-50 0,1 8 37 15,4 1-47-15,-2 2 33 0,6 4-38 0,-3 4 41 16,1 4-44-16,1 1 40 0,-11 6-45 0,22-2 37 16,-10 5-47-16,-1 5 10 0,-1 1 14 15,2 2-4-15,-3 6 4 0,-1-1 2 0,-2 3-1 16,-2 0-1-16,-2 3 4 0,-2-4-7 0,2 1 8 15,-4 1 4-15,2 0-5 0,0-2-2 0,0-1 2 16,0 0-3-16,0-1-2 0,4 1 7 0,-1-2-3 16,3 0 2-16,1 0 0 0,4 0 0 0,1 0 2 15,3 0-3-15,0-1-7 0,3-2 8 16,-2 1 0-16,0-1 1 0,-2 0-2 0,-2-3 5 16,-3 1 79-16,-3-2-47 0,-2 1 6 15,-3 1 19-15,-1-10-15 0,-3 20 10 0,-5-9-27 16,-1 0 10-16,-4 4-19 0,-2-2 4 0,-1-1-3 15,0-1-11-15,0 1-5 0,2-4 12 0,2-1-14 16,1-2 13-16,11-5-32 0,-14 10-2 0,14-10-23 16,-13 4-45-16,13-4 22 0,0 0-66 15,0 0 0-15,0 0-26 0,0-10-9 0,0 10 1 0,22-13-88 16,-8 3 88-16,5 0-80 0,0 0-107 0,8-2 240 16</inkml:trace>
  <inkml:trace contextRef="#ctx0" brushRef="#br0" timeOffset="21329.67">30429 13870 204 0,'15'-19'348'0,"-3"1"-209"16,-5 2 102-16,1 4-58 0,0-1-6 0,-3 3-15 16,0 1-37-16,-5 9-16 0,6-15-22 0,-6 15-17 15,5-7-23-15,-5 7-1 0,0 0-8 0,0 0-6 16,0 0-8-16,0 0-5 0,9 8-3 0,-9-8-5 16,3 16-12-16,-3-16 8 0,6 17-17 15,-1-8 6-15,1-1-4 0,1 0-5 0,1 1-1 16,0-4-3-16,2 0-10 0,-10-5 16 0,22 6 5 15,-22-6-2-15,22 0 5 0,-22 0 3 16,29-8-3-16,-17 3-12 0,1-3 18 0,0-5-4 16,0 1 0-16,0-3-2 0,-4-2 13 0,0-1 3 15,1 1 9-15,-3 0 0 0,0 5-2 0,-2 1 29 16,1 2-5-16,-6 9-8 0,7-13-7 0,-7 13-2 16,0 0 4-16,0 0 7 0,10 14-6 0,-7 5 6 15,-2 7-4-15,0 12-5 0,-2 5-6 16,0 8-5-16,-5 14 16 0,1 4-21 0,-4 5 13 15,-1 2-24-15,0 4-3 0,-3-1-5 0,2 2-18 16,-4-1-22-16,-2-1-39 0,1-3-14 0,-3-3-77 16,1-5-75-16,0-3-284 0,-1-5-29 0</inkml:trace>
  <inkml:trace contextRef="#ctx0" brushRef="#br0" timeOffset="22446.75">25487 17062 144 0,'0'0'173'0,"4"-10"120"16,-4 10-202-16,3-10 107 0,-3 10-165 0,8-13 114 15,-3 4-139-15,0-1 109 0,3-2-114 0,0 0 120 16,2-3-122-16,0 1 119 0,2-2-116 16,-1 1 95-16,1 0-99 0,-1 0 89 0,-2 0-83 15,1 0 70-15,-2 1-66 0,-1 0 67 0,-2 0-7 16,0 1-14-16,-3 1-10 0,-1 3-5 0,-2-2 6 15,-1 1-4-15,-1-1-1 0,-2 1 0 16,-1 3-3-16,-1-1-3 0,-3 2-9 0,0 1-10 16,10 5 2-16,-22-3-2 0,22 3-2 0,-27 2-5 15,12 3 0-15,-2 2-1 0,-1 4-8 0,3 2 9 16,1 2-4-16,2 1-10 0,2 3 7 16,2 1-9-16,5 1 14 0,1 3-15 0,5-1 9 15,2 1-3-15,5 2 1 0,4 0-17 0,4 0 12 16,4-2-23-16,1-1 3 0,1-2-8 0,4-1 33 15,-2 0-31-15,1-2 38 0,-1 0-35 0,-1-2 36 16,-3 0-31-16,-7-3 29 0,2-1-22 0,-7-2 31 16,-1 1-28-16,-3-3 33 0,-6-8-3 0,1 17 1 15,-1-17-16-15,-7 17 16 0,-2-8 4 16,-4 1 4-16,-2 0 6 0,-2-2 6 0,-3 0-6 16,-2-1-14-16,3 1 2 0,-3-3-3 15,0 0-3-15,2 0-3 0,1-3-3 0,2 2 1 16,0-1-8-16,17-3-12 0,-24 4-6 0,24-4-18 15,-18 3-16-15,18-3-21 0,0 0-11 0,-13-3-19 16,13 3-120-16,2-9 101 0,4 0-105 0,3-3 104 16,5-6-101-16,5-4 48 0,3-2-140 0,4-5 286 15</inkml:trace>
  <inkml:trace contextRef="#ctx0" brushRef="#br0" timeOffset="23153.79">25965 16738 481 0,'14'-21'369'0,"-1"3"-83"0,-4 2-51 16,1 0-53-16,-3 3-37 0,0 1-22 0,-3 2-19 15,1 1-11-15,-5 9-21 0,8-12-5 0,-8 12-14 16,6-12-12-16,-6 12-10 0,0 0-3 0,0 0-6 16,0 0-4-16,16 9-2 0,-9 4 0 0,2 4 0 15,0 5-1-15,0 5-4 0,3 3 1 0,-1 1-4 16,2 2-4-16,-3-1-3 0,2 2-3 0,-1-1-13 16,1-2 7-16,-1-1-32 0,-1-1 23 0,1-3-45 15,-5-5 41-15,4-1-75 0,-5-1 64 0,-1-5-99 16,0-2 97-16,-3 0-110 0,-1-12 109 0,0 14-121 15,0-14 95-15,-3 11-83 0,3-11 132 16,0 0-120-16,-16 2 162 0,16-2-118 0,-16-9 156 16,5 2-116-16,0-4 150 0,-1-3-111 0,0 0 128 15,1-1-97-15,2 0 89 0,2 2-79 0,-1 1 65 16,4-1-82-16,0 2 61 0,0 1-82 0,3 0 67 16,1 10-81-16,1-16 75 0,-1 16-83 0,8-18 75 15,-3 11-80-15,5-2 72 0,1 2-80 0,2 1 76 16,1-2-87-16,2 0 77 0,2 1-101 0,1-1 75 15,1 0-103-15,1-2 97 0,0 1-98 0,-1-2 120 16,2 0-98-16,-2 0 113 0,-2-1-108 0,-1 2 120 16,-3-1-96-16,0-2 116 0,-5 3-5 0,-1 0 0 15,-3 0-9-15,-5 10-2 16,5-15-4-16,-5 15 5 0,-3-15-6 0,3 15-2 16,-6-15-13-16,6 15 13 0,-13-11-6 0,13 11 5 15,-15-8 1-15,15 8-6 0,-17-3 35 0,17 3-50 16,-18-3-4-16,18 3 0 0,-19 5-3 0,8 0-4 15,0 1 2-15,2 5-1 0,-3 2-2 0,1 3-3 16,4 2-28-16,-1 1 32 0,4 2-18 0,-1 2 21 16,5-1-19-16,0-2 24 0,3 4-33 0,1-3 23 15,1 0-21-15,3-2 22 0,2-2-29 0,0-3 42 16,1 0-49-16,1-5 40 0,-1-3-42 0,2-2 49 16,-13-4-58-16,24 2 51 0,-24-2-60 15,27-7 59-15,-13-1-61 0,-1-3 68 0,2-2-63 16,-2 0 67-16,-1-3-66 0,-2-2 72 0,-2 1-61 15,-1-1 61-15,-2 2-56 0,-1 1 63 0,-1-1-7 16,-1 3-10-16,0 1 1 0,-1 0 2 0,-1 12 1 16,1-18 4-16,-1 18-2 0,2-13-2 0,-2 13-20 15,1-12 8-15,-1 12-4 0,0 0-1 0,0 0 7 16,0 0-2-16,0 0 0 0,0 0-2 0,0 0 4 16,4 11-37-16,-4-11 37 0,2 20-40 0,3-8 38 15,-2 3-64-15,-1 0 50 0,2 1-93 0,1 1 72 16,2 1-134-16,-1 0 87 0,3 1-132 0,-1-2-9 15,-3-3-26-15,3-1-94 0,0-4 255 16</inkml:trace>
  <inkml:trace contextRef="#ctx0" brushRef="#br0" timeOffset="23570.82">26758 16751 467 0,'-10'-14'349'16,"-2"0"-88"-16,3 3-48 0,0 1-44 0,2 0-53 15,-1 3-24-15,8 7 14 0,-10-13-18 0,10 13-15 16,-9-10-19-16,9 10-7 0,0 0-17 16,-8-6-6-16,8 6 1 0,0 0-9 0,0 0-3 15,13 9-2-15,-7-3 0 0,3 4 1 0,5 1-48 16,-1 3 53-16,1 1-49 0,0 0 60 0,1 0-58 15,0 0 52-15,-1-1-56 0,-1 0 56 0,-2-4-56 16,-2-2 57-16,0 0-54 0,-3-2 55 0,-6-6-50 16,12 10 57-16,-12-10-49 0,0 0 47 0,0 0-51 15,0 0 47-15,0 0-34 0,0 0 44 0,3-14-18 16,-7 4 21-16,-3-3-3 0,1-4-4 0,-2 0-3 16,-1-2-8-16,2 0 4 15,0 0-4-15,-1 2-2 0,2 2-2 0,2 2-9 0,2 2-2 16,-1 3-14-16,3 8 1 0,-1-14-10 15,1 14-7-15,2-11-6 0,-2 11-1 0,10-7-27 16,-10 7-5-16,16-1-100 0,-16 1 82 0,24 4-118 16,-7 0 99-16,2 1-105 0,1 1 56 0,1 0-222 15,0-1 219-15</inkml:trace>
  <inkml:trace contextRef="#ctx0" brushRef="#br0" timeOffset="23876.84">27189 16497 156 0,'0'-12'137'0,"-1"-2"126"0,-1 1-200 16,1 1 117-16,-1-1-119 0,-1 3 120 0,-2 0-128 15,5 10 118-15,-5-16-115 0,5 16 93 0,-8-12-106 16,8 12 75-16,-10-9-90 0,10 9 69 0,-13-5-82 16,13 5 65-16,-13 2-69 0,13-2 52 0,-21 13-44 15,10-3 45-15,-3 5-50 0,4 3 77 0,-1 0-52 16,-1 2-9-16,3 3-9 0,1-1 1 0,1 2 0 15,2-2-3-15,1 2-4 0,1-1-6 16,3-5 1-16,3 1 2 0,0 0-8 0,2 0 7 0,2-2-8 16,1-4-20-16,1 1-22 0,1-3 25 0,0-4-56 15,1-2 56-15,1-1-19 0,-12-4-18 16,25 0-26-16,-10-4-126 0,0-2 96 16,3-3-121-16,0-3 63 0,-2-2-222 0,0-1 208 15</inkml:trace>
  <inkml:trace contextRef="#ctx0" brushRef="#br0" timeOffset="24295.87">27121 16027 156 0,'-9'-10'186'0,"3"1"73"15,-2 2-212-15,-1 0 124 0,0 1-164 0,0 1 107 16,9 5-135-16,-14-6 113 0,14 6-124 0,-16-5 112 15,16 5-132-15,0 0 125 0,-17-2-126 0,17 2 121 16,0 0-132-16,0 0 126 0,-14 2-128 0,14-2 124 16,0 0-115-16,0 0 121 0,-9 7-124 0,9-7 121 15,0 0-121-15,0 0 131 0,0 0-118 16,-9 6 141-16,9-6-114 0,0 0 154 0,0 0-131 16,0 0 100-16,0 0-101 0,0 0 107 0,-7 9-101 15,7-9 97-15,-3 8-91 0,3-8 86 0,-3 20-74 16,1-5 67-16,0 5-69 0,1 4 57 47,0 5-49-47,1 1 40 0,1 10-46 31,0 1 25-31,3 3-39 0,0 1 24 16,1 0-3-16,4-2-8 0,-1 1 0 0,1 0-6 0,1-3-3 15,4-1-3-15,-2-3-2 0,3-3-1 0,-1-3 0 0,4-2 32 16,-1-3-47 15,2-3-1-31,0-1-43 0,-2-9 20 0,0 0-107 0,2-4 43 0,1-3-175 0,-4-5-1 0,-16-1-180 0,35-5 133 0</inkml:trace>
  <inkml:trace contextRef="#ctx0" brushRef="#br0" timeOffset="24437.88">27199 16522 497 0,'-13'-6'461'0,"2"1"-120"0,1 1-82 16,10 4-77-16,-18-8-36 0,18 8-35 0,-13-4 4 15,13 4-59-15,0 0-14 0,0 0-9 0,0 0-6 16,0 0-12-16,0 0-2 0,9-5-19 15,-9 5-13-15,24-3-9 0,-3 1-105 0,2-1 61 16,0-2-130-16,1 0 72 0,0-1-113 0,1 0-194 16,-3-3 155-16</inkml:trace>
  <inkml:trace contextRef="#ctx0" brushRef="#br0" timeOffset="24823.9">27467 16331 465 0,'0'0'427'15,"0"-11"-102"-15,0 11-65 0,0 0-83 0,-6-12-21 16,6 12-46-16,0 0-11 0,-10-4-32 15,10 4 1-15,0 0-21 0,-10 8-8 0,10-8-16 16,-6 19 8-16,4-5-14 0,2 2 5 0,0 3-10 16,2 3 5-16,1-1-4 0,3 1-2 0,0 0 0 15,2-3-4-15,-1 0-3 0,2-3-1 0,0-1-3 16,1-4 5-16,-2-1-7 0,1-2 6 0,-9-8-1 16,15 8 0-16,-15-8-3 0,0 0 0 0,22-1-1 15,-22 1-8-15,14-12 8 0,-9 1-1 16,-1-2-14-16,0-4 16 0,-4-3-19 0,0 1 19 15,-2-5-15-15,-2-1 15 0,-1 1-13 16,-3 0 39-16,0 3-35 0,1 1 26 0,-2 3-7 16,1 3 4-16,0 3-6 0,-1 2 6 0,9 9-12 15,-14-9 8-15,14 9-10 0,-18 3 7 0,5 4 2 16,3 3-12-16,-3 4 6 0,3 2-1 0,0 2 1 16,2 3-1-16,2 0 1 0,2 2 1 0,0-1 0 15,4-2-5-15,1 3 15 0,3-2-11 16,0 0 0-16,5-2-2 0,0-2-7 0,3-2-8 15,1-2-12-15,2-3-6 0,-1-5-9 0,4 0-20 16,-2-5-15-16,5-1-39 0,2-3-116 0,-1-3 97 16,1-2-106-16,0-2 76 0,0-2-56 0,-3-4-107 15,-1-1 266-15</inkml:trace>
  <inkml:trace contextRef="#ctx0" brushRef="#br0" timeOffset="25105.92">27740 16425 457 0,'7'-24'240'16,"-5"2"-122"-16,2-1 139 0,-4 3-117 0,-1 1 79 15,0 2-74-15,-1-1 24 0,-2 2-12 0,2 4-21 16,-1 0 38-16,2 2-56 0,1 10 18 0,-3-16-78 15,3 16 28-15,-2-12-61 0,2 12 32 16,0 0-50-16,6-10 39 0,-6 10-40 0,0 0 27 16,22 4-44-16,-7 3 42 0,1 0-45 0,2 4 42 15,1 2-43-15,-2-1 2 0,0 2 1 0,0 1 6 16,-2-1 1-16,1 1-3 0,-2-1 9 0,-4-3-1 16,-2-1 13-16,-1-1 57 0,-3-1 59 15,-4-8-13-15,1 13 46 0,-1-13-29 0,-5 10 34 16,5-10-50-16,-15 5 37 0,15-5-43 0,-24-1 34 15,8-3-42-15,-3-2 34 0,1-4-55 16,-1-1 21-16,0-2-50 0,2-3 16 0,3-1-40 16,-2-4 9-16,4 1-48 0,3 1 13 0,3 0-62 15,1 0 11-15,3 1-74 0,4 1 2 0,3-3-89 16,2 1-69-16,7 2-25 0,3-4-2 0,7 3-131 16,3-4-24-16,5 4-230 0,12-5-218 0</inkml:trace>
  <inkml:trace contextRef="#ctx0" brushRef="#br0" timeOffset="26762.03">29219 16006 538 0,'1'-11'315'0,"-1"1"-19"0,-3 0-51 0,-2-4-64 15,-2 1-40-15,-3 0-15 0,-2-1-10 16,-5 1-9-16,2 3-6 0,-4 2-7 0,-2 0 3 16,1 3 13-16,-4 1 1 0,2 4-22 0,-4 3 6 15,1 3-8-15,-5 3-12 0,2 5-10 0,-1 4-4 16,1 4 37-16,2 3-40 0,2 2 39 0,3 1-13 16,-1 1-14-16,7-3-3 0,6 2-1 0,5-4 8 15,2 0-12-15,4-1-42 0,5-2 34 16,3-1-46-16,3-3 31 0,2-3-44 0,4-2 31 15,3-4-44-15,1-2 26 0,1-4-45 0,3-5 32 16,-1-2-42-16,4-5 35 0,0-5 3 16,-2-2 0-16,-2-5-30 0,-3-4 41 0,-3-4-32 15,-4-4 41-15,-4-3-38 0,-3-6 6 0,-4-2 7 16,-2-2 3-16,-6-4 41 0,-2-11-41 0,-4 2 41 16,-2 4-21-16,-1 3 60 0,1 11-15 0,-3 3 57 15,1 4-42-15,-2 3 44 0,2 4-53 0,-2 3 35 16,3 5-56-16,2 4 28 0,0 1-53 0,2 5 30 15,3 1-48-15,5 9 37 0,0 0-42 16,0 0 43-16,-18 10-48 0,15 5 38 16,1 6-40-16,2 6 41 0,2 3-43 0,1 6 41 15,4 3-43-15,2-1 3 0,4 4 5 0,4 5 1 16,2 0-7-16,1-4-10 0,3 0 28 0,-2-11-57 16,1 0 29-16,3-4-56 0,2-4 30 0,0-1-45 15,1-5 18-15,0-4-45 0,0-5 19 0,-4-4-51 16,1-4 49-16,-1-4-28 0,1-2 13 0,-4-2 24 15,1-4 21-15,-4-2 18 0,-3-2 15 0,-1-1 27 16,-2-3 2-16,-3 0 22 0,-2-1 7 16,-1 2 17-16,-3-2 15 0,0 2 16 0,-2 3 7 15,-2 2 39-15,0-1-35 0,-1 3 37 16,-1-1-44-16,0 3 37 0,3 9-54 0,-9-13 23 16,9 13-47-16,-7-7 27 0,7 7-41 0,0 0 30 15,-16 9-42-15,11-1 5 0,-1 2-5 0,1 4 3 16,2 2-2-16,0 1 1 0,1 2 40 0,0 0-46 15,4 0 34-15,0 2-42 0,2-1 35 0,4-1-47 16,-1-2 27-16,2-2-40 0,1-4 37 0,1-1-44 16,0-2 23-16,0-4-44 0,-11-4 28 15,25 1-47-15,-9-6 5 0,-4-2 4 0,5-3 7 16,-3-2 11-16,0-3 0 0,-1-4 14 0,-1-6 8 16,-2 3 8-16,-1-6 7 0,-4 5 12 15,-3-1 13-15,2 1 15 0,-4 4 23 0,2 3 59 0,-2 1-38 16,0 3 39-16,0 0-35 0,-2 4 29 15,2 8-52-15,0-15 25 0,0 15-47 0,0 0 31 16,0 0-46-16,0 0 32 0,0 0-40 0,-2 12 3 16,3-2 1-16,2 3-3 0,0 2 3 0,2 1 0 15,0 4 4-15,3-1-5 0,0-1-1 16,1-1-6-16,2-1-15 0,-3-3-22 0,1-2-29 16,2-3-46-16,-2-1-35 0,-9-7-10 0,21 5 4 15,-21-5 6-15,20-4-4 0,-7-2 13 0,-3-4 10 16,2-5 18-16,-3-5 16 0,-3-3-81 0,1-7 137 15,-5-5-80-15,0-3 118 0,-4-5-66 16,1-5 126-16,-3-10-90 0,-1-2 100 0,0 2-42 16,1 12 70-16,0 3 13 0,0 3 13 0,1 7 22 15,0 8 27-15,-1 2-15 0,2 4-31 16,2 7-28-16,-2 0-19 0,2 12-15 0,0 0-8 16,0 0 1-16,0 0-15 0,0 0-1 0,11 21-11 15,-4 0 32-15,2 7-47 0,1 4 36 0,3 2-48 16,-3 2 36-16,3 3-41 0,2-1 42 0,0 0-48 15,0-1 41-15,-1 1-43 0,1-3-4 0,-1-3 9 16,0-3-27-16,-2-4-4 0,-3-4-27 0,-1-4-9 16,-2-5 20-16,-1-2-11 0,-5-10 0 0,4 10 15 15,-4-10 0-15,0 0 15 0,0 0 10 16,0 0 11-16,0 0 16 0,-10-6 10 16,10 6 32-16,-10-10 8 0,10 10 8 0,-12-13-11 15,12 13-5-15,-12-11-7 0,12 11-2 0,-10-11 34 16,10 11-52-16,-4-9 31 0,4 9-43 0,0-10 29 15,0 10-53-15,14-12 38 0,-2 4-62 0,5 1 31 16,2-2-58-16,3 0 9 0,3 0-37 0,4-2-8 16,0-1 35-16,1 1-30 0,0-3 53 0,-1 0-27 15,-4 0 49-15,-1-1-27 0,-5 1 55 0,-4 1-25 16,-1-1 39-16,-3-1 0 0,-4 3 22 16,-3 0 46-16,0 2-28 0,-6 0 58 15,0 0-56-15,-2 2 50 0,-3-1-41 0,-2 0 48 16,-3 2-42-16,-2 1 44 0,-2 3-53 0,1 0 31 15,15 3-41-15,-32 2 22 0,16 1-47 0,0 2 30 16,-1 3-45-16,2 3 34 0,2 1-10 0,2 3-9 16,1 3-36-16,1 2 35 0,3 0-40 0,2 1 38 15,3-2-38-15,1 0 41 0,3-2-41 0,1 5 31 16,4-4-39-16,-1 0 32 0,2-3-40 16,1-4-1-16,0-1 3 0,-3-3-5 0,-7-7 1 15,19 7 1-15,-19-7 30 0,21-3-55 0,-8-2 41 16,0-4-39-16,-1-2 53 0,2-4-43 0,-2 0 52 15,-1-1-32-15,0-2 52 0,-2 2-47 16,-1 0 51-16,0 2-41 0,-3 2 46 0,1 2-42 16,-3 1 41-16,-3 9-37 0,8-14 29 0,-8 14-47 15,6-7 42-15,-6 7-41 0,0 0 42 0,0 0-44 16,20 6 43-16,-12 0-35 0,-1 2 38 16,2 1-61-16,2 0 0 0,1 4-102 0,1-1-83 15,3 1 12-15,0-2-192 0,3-2-246 0,1 0-180 16</inkml:trace>
  <inkml:trace contextRef="#ctx0" brushRef="#br0" timeOffset="27307.07">31040 14922 476 0,'-9'-16'484'0,"-2"0"-65"0,2-1-136 16,-2 2-9-16,1 2-100 0,1 1 14 0,0 2-78 15,-3 2 42-15,5 1-79 0,-1 1 39 0,8 6-66 16,-14-8 30-16,14 8-55 0,0 0 36 0,0 0-52 16,-21 6 45-16,17 5-49 0,0 3 48 15,1 3-51-15,3 7 3 0,4 1 2 16,4 9 9-16,2 2-3 0,4 3 42 0,5 9-50 15,4 1 44-15,3 1-15 0,1-1-5 0,0 0-4 16,2-3-6-16,-1 0 2 0,2-2-1 0,-1-2-8 16,-1-2 5-16,-1-2-7 0,-4-8-39 0,-4-3 46 0,-1-2-41 15,-4-1 46-15,-2-5-38 0,-2-3 36 16,-4-2-36-16,-2-4 43 0,-4-10-44 0,-1 16 46 16,1-16-43-16,-13 13 45 0,2-10-40 0,-5 1 36 15,0-1-43-15,-5-2 40 0,-2-1-42 16,-2-1 41-16,0 0-42 0,-2-2 44 0,3-1-51 15,0 1 13-15,2-1-97 0,4-3-28 0,3 0-11 16,7-2-88-16,0 0-68 0,7 1-16 0,2-6 7 16,7-5-170-16,7-4 63 0</inkml:trace>
  <inkml:trace contextRef="#ctx0" brushRef="#br0" timeOffset="28190.13">31625 15020 719 0,'0'0'488'15,"3"-16"-117"-15,-3 16-48 0,-2-13-112 0,2 13-46 16,-7-8-37-16,7 8-14 0,0 0-37 0,0 0-24 16,-17 7-13-16,11 1-5 0,3 2-3 0,-1 7-12 15,4 0-2-15,0 8-5 0,1 0 46 0,3 3-64 16,4 4 47-16,-1 0-20 0,5 1-20 0,1-2-22 16,0 0-28-16,3-3-23 0,0-2-12 15,1-3-15-15,0-2-29 0,-3-6-18 0,2-2-3 16,-3-2-4-16,0-5 7 0,-1-1 8 15,-12-5 26-15,0 0 19 0,23-4 20 0,-20-4 37 16,0-3-4-16,-3-3 17 0,-5-10 25 0,-4-6 19 16,-3-5 21-16,-9-10 72 0,-1-4-59 0,-5-3 60 15,-1-2-21-15,-3-2 31 0,-1-2 31 0,0 1-37 16,0-1 58-16,3 2-52 0,1 1 32 0,2 5-51 16,2 4 33-16,7 11-57 0,2 1 28 15,2 4-48-15,2 3 19 0,4 4-49 0,3 2-8 16,2 5-6-16,2 1-5 0,2-1-5 15,4 1-1-15,2 4-4 0,7-3 1 0,-1 6-3 16,6 0-3-16,-2 5 0 0,0 3-3 0,5 2 36 16,-1 5-44-16,-2 3 38 0,2 8-44 0,-2 3 39 15,-6 2-5-15,0 3-2 0,-7-1-3 0,-3 1-2 16,-3 2-9-16,-2-1 7 0,-4 7-2 0,-2 0-1 16,-2-2-39-16,0 0 38 0,0 1-46 0,-1-2 16 15,2 0-80-15,3-6-25 0,1 0-12 0,4-2-1 16,2-2 2-16,4 0-1 0,6-3-113 0,0-3 103 15,4-1-106-15,9-1 147 0,4-4-93 0,3 0 153 16,0-4-106-16,-2-1 141 0,1-3-104 0,0-2 164 16,-1 1-115-16,-2-1 156 0,1-2-111 0,-4 2 142 15,-5 0-91-15,-2-2 103 0,-18 3-61 16,27-2 57-16,-27 2-31 0,22-4 14 0,-22 4-22 16,0 0-7-16,21-1-19 0,-21 1-5 0,11 5 1 15,-11-5-7-15,9 11-3 0,-6-2-7 0,0 3 12 16,3 3-32-16,-4 1 18 0,2 6-26 0,0-2 18 15,1 2 16-15,1 0-22 0,-1 0-5 0,4-1-3 16,-2-1-11-16,0-1-1 0,1-1 0 0,-3-5 3 16,3 1-2-16,-4-4 2 0,2-1-1 0,-6-9 1 15,7 14 19-15,-7-14 26 0,0 0 0 0,0 0-9 16,0 0-3-16,0 0 0 0,3-10 0 0,-6-3-5 16,-3-6-6-16,1-2-48 0,-3-9 49 15,-2-2-47-15,3-7 6 0,-1-3 48 0,1-4-50 16,0-12 43-16,1-4-2 0,4-3-7 0,4 0-4 15,0 3-1-15,6 1-1 0,2 4-43 0,-1 15 54 16,1 1-48-16,3 3 6 0,-1 7 2 0,3 1 4 16,-1 4 4-16,2 4-1 0,-1 6 3 0,0 4 0 15,0 3 1-15,1 4 1 0,-16 5-1 0,32 1 45 16,-12 6-53-16,4 7 55 0,-1 4-22 0,2 6 0 16,-3 4-2-16,-1 3-7 0,3 11-5 15,-1 1-13-15,-2 3-14 0,-1 0-20 0,-7-5-24 0,1 0-36 16,-3-1-59-16,-1 2 43 0,-3-4-88 0,-1 0 0 15,-3-3-1-15,-3-6-5 0,-1-3 21 16,-4-1 2-16,-2-4 16 0,-4-2 13 16,-2-3-108-16,-3-5 82 0</inkml:trace>
  <inkml:trace contextRef="#ctx0" brushRef="#br0" timeOffset="28308.14">32342 15087 130 0,'-27'-11'440'0,"0"0"-195"16,7 0 30-16,1-1-66 0,3 1-5 0,2-1-66 15,3 1-6-15,4 0-53 0,1 1 10 0,6 10-52 16,0-18-13-16,4 7-11 0,3 1-16 0,5 2-13 15,5-2-23-15,3 1-22 0,3 1-30 0,9-1-32 16,1 2-14-16,3 1-36 0,2 2-18 0,0 0-151 16,3 4 249-16</inkml:trace>
  <inkml:trace contextRef="#ctx0" brushRef="#br0" timeOffset="30214.27">33107 15661 467 0,'-20'8'336'0,"-9"0"-92"0,-6 3-49 16,-6 2-39-16,-16 2-34 0,-5 2 6 0,-6 4 10 15,-8 0 7-15,-3 2-13 0,-30 11 8 0,-7 0 59 16,-6 4-54-16,-7 0 30 0,-5 3-10 0,-7 5-9 16,-5 0-39-16,-4 2 29 0,-5 1-14 0,0 4-11 15,0-2-54-15,0 2 28 0,2-1-57 16,6 0 31-16,0 1-48 0,5-2-7 0,4 0-2 16,6 1-1-16,3-1 36 0,3 2-47 0,1-2 38 15,1 1-47-15,3 0 39 0,2 1-44 0,-2 0 37 16,1 0-40-16,-1 0 37 0,-2-1-41 0,-4 1 20 15,-2-3-56-15,-4-1 0 0,0-1 9 16,0-3 6-16,-1-1 39 0,1-4-35 0,2-2 43 16,3-1-36-16,4 0 42 0,-1-4-35 0,1 0 39 15,0-1-4-15,1 1-5 0,-1-2-6 0,0 2-9 16,-1 1-42-16,-1 2 38 0,0-4-4 0,-2 5-5 16,-1-1-35-16,2 1 44 0,0-2-36 0,3 0 9 15,3-3 10-15,-1-1 3 0,6-2 8 0,2-3 5 16,26-5 1-16,1-3 5 0,5 1 0 0,4-3 3 15,5 1 0-15,4-3 3 0,6-2-1 0,7-2 4 16,14-1 0-16,4-3 8 0,3 0 42 0,11-2-47 16,3 0 43-16,2 0-52 0,6-2 40 0,13-2-48 15,-23 4 39-15,23-4-47 0,-16 2 42 16,16-2-36-16,0 0 34 0,-13 5-34 0,13-5 35 16,0 0-35-16,0 0 35 0,0 0-42 0,0 0 6 15,0 0 4-15,0 0 8 0,9 7 1 0,-9-7 2 16,0 0 1-16,14-5 7 0,-14 5 3 0,0 0-1 15,14-4 4-15,-14 4 23 0,0 0-5 0,10-5 7 16,-10 5 2-16,0 0 2 0,0 0 0 0,0 0-4 16,13-5-4-16,-13 5-7 0,0 0-4 0,0 0-6 15,0 0-3-15,0 0-5 0,0 0-2 0,10-5-3 16,-10 5 8-16,0 0-13 0,0 0 2 0,0 0-3 16,0 0 2-16,0 0 0 0,0 0 1 15,0 0 2-15,0 0 1 0,0 0-1 0,0 0 1 16,14-4 0-16,-14 4 1 0,0 0-5 0,0 0 13 15,0 0 13-15,0 0 12 0,0 0 13 0,0 0 11 16,0 0 15-16,0 0-9 0,0 0-16 0,2-11-11 16,-2 11-9-16,-2-14-8 0,1 3-4 0,-3-3-6 15,0-6-5-15,2-4 0 0,-5-6 27 0,1-3-57 16,-2-6 25-16,-2-1-53 0,1-5 38 0,-2-10-40 16,-2-3 48-16,1 0-39 0,-2 1 44 0,4 1-42 15,-3 1 43-15,1 4-39 0,1 8 7 0,1 3 8 16,-3 3 40-16,3 0-40 0,-4 4 40 0,1 0-40 15,-1 3 37-15,0 1-39 0,-2 2 40 16,0 2-41-16,0 1 42 0,0 3-42 0,1 5 42 16,1 0-41-16,-2 2 41 0,4 1-3 0,1 3 0 15,0 1-3-15,2 2-3 0,1 1-1 0,8 6-7 16,-14-11-2-16,14 11 3 0,-9-6 1 0,9 6-2 16,0 0-39-16,-11-11 42 0,11 11-5 0,0 0-11 15,-8-6-4-15,8 6-6 0,0 0 1 0,0 0 7 16,0 0 0-16,0 0 5 0,6-11 2 0,-6 11 1 15,17-4-3-15,-2 1 5 0,2 0 0 16,6-3 1-16,4 1-1 0,6-4 0 0,7-3-35 16,2 1 38-16,13-5-41 0,4-4 37 0,7-2-47 15,7-6 27-15,7-2-45 0,24-10 28 16,3-3-49-16,5-1-10 0,4-4-3 0,7-1-4 16,5-2-22-16,5-3-10 0,5-2 4 0,2-1-23 15,0-3 39-15,5-3-57 0,3-1 90 0,1-1-62 16,3-1 103-16,0 0-68 0,1-2 101 0,7 1 7 15,0 1 3-15,2-2-74 0,-2 0 72 0,0 4-45 16,2-1 9-16,1 1 17 0,1 1 7 0,-2 3 15 16,0 1 74-16,-4 5-58 0,3 2 38 0,-5 4-30 15,-1 1 28-15,-4 6-11 0,-4 1-4 16,0 1-3-16,-2 3-5 0,-2 1-8 0,-4 2 3 16,-6 1-2-16,-1 2 14 0,-5 1-2 15,-5-1 13-15,1 1-18 0,-5 2 13 0,-5 0-19 16,-4 2 16-16,-20 3-31 0,-3 4 20 0,-2-1-25 15,-2 0 22-15,-2 1-27 0,0 1 22 0,-6 1-22 16,-1-1 19-16,-4 4-23 0,-1-2 22 0,-5 1-24 16,-2 2 26-16,-5-2-27 0,-10 4 26 0,-1 0-26 15,-4-1 22-15,-2 3-22 0,-2-2 22 0,-1 1-21 16,-3 0 25-16,-1 1-21 0,-1 0 29 0,-5 1-33 16,-3-1 30-16,-2 0-35 0,0 3 26 0,-2-3-24 15,-4 2 43-15,-1-1-40 0,-1 1 34 0,0 0-32 16,-2 0 33-16,2-2-36 0,-1 1-1 0,-1-1 0 15,1-1 2-15,1 1 12 0,-2-1-10 16,6-2 1-16,-4-2 1 0,2 1 1 0,-1-2 1 16,1-1 4-16,-1 0 0 0,2 0-3 0,-1 0 3 15,-1 1 3-15,-1 1 3 0,-1 0 3 0,-1 3 2 16,-3 0 6-16,-1 3 12 0,1-1 51 0,-8 8-48 16,11-14 48-16,-11 14-49 0,8-9 46 0,-8 9-46 15,5-7 42-15,-5 7-39 0,0 0 33 0,5-9-49 16,-5 9 37-16,0 0-51 0,0 0 40 0,9-8-50 15,-9 8 41-15,0 0-48 0,0 0 42 0,0 0-45 16,0 0 40-16,5-8-43 0,-5 8 43 0,0 0-32 16,0 0 28-16,0 0-36 0,0 0 34 0,0 0-38 15,0 0 38-15,0 0-35 0,0 0 33 16,6-8-42-16,-6 8 41 0,0 0-44 0,0 0 44 16,0 0-39-16,0 0 48 0,0 0-45 0,2 11 43 15,-2-11-46-15,1 11 46 0,-1-11-47 16,0 18 7-16,0-4 5 0,0 4 2 0,0 3 37 15,0 5-40-15,-1 3 37 0,-1 7-4 0,-1 3-4 16,0 1-4-16,0 2-2 0,-1 2-5 0,1 0 2 16,-1 1-2-16,3 0-1 0,1-1 0 0,0 0-1 15,1-3-38-15,-1 0 46 0,2-3-39 0,1 0 8 16,-1-3 2-16,0-5 41 0,0-1-38 0,0-3 34 16,-1 1-38-16,1-4 44 0,-1 0-2 0,0-5-6 15,1 0-4-15,-2-3-2 0,1-1-3 16,0-2-3-16,-1 0-2 0,1-3 0 0,-1-9-1 15,0 20 2-15,0-20-2 0,0 19 2 0,0-9-2 16,2 0 2-16,-2 1-8 0,1 2 7 0,0-1 1 16,-1 1-1-16,2-1 14 0,-2 2-14 0,0-1 3 15,0 0 0-15,0 0 2 0,0-1-2 0,0 0-1 16,0-1-5-16,0-1 1 0,0-10 1 0,0 20-1 16,0-20 0-16,0 15 0 0,0-15 2 0,0 14-2 15,0-14 0-15,0 12 1 0,0-12-1 0,2 9 1 16,-2-9-1-16,0 0 1 0,0 11 1 0,0-11 2 15,0 0 8-15,0 0 14 0,0 11 13 16,0-11 1-16,0 0-7 0,0 0 5 0,-13 6-14 16,13-6-7-16,-28 3-4 0,1 0-5 0,-12 2-24 15,-10 1-49-15,-21 3-67 0,-13 2-93 0,-38 6-116 16,-10 4-88-16,-16 1-324 0,-21 0-276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1.05591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30T09:35:28.3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1232 6751 55 0,'0'0'-7'0,"3"-9"99"0,-3 9-61 15,0-11 186-15,0 11-42 0,-3-13-33 0,3 13-6 16,-3-12-31-16,3 12-15 0,-6-14-5 0,6 14-8 15,-6-15-1-15,6 15-5 0,-6-12-7 16,6 12-8-16,-8-15 15 0,8 15-25 0,-5-15-11 16,5 15 9-16,-7-15 2 0,7 15 6 0,-7-17-4 15,7 17-8-15,-6-15-1 0,6 15 3 16,-7-14 0-16,7 14-2 0,-4-14 40 0,4 14-60 16,-6-11 60-16,6 11-60 0,-8-8 31 0,8 8-42 15,0 0 39-15,0 0-48 0,-23 5 39 0,9 8-41 16,-4 0 40-16,-4 8-43 0,-2 4 42 0,-7 10-37 15,1 4 28-15,-1 1-23 0,-1 2 27 0,1 1-14 16,2 1 8-16,3 1 51 0,2 0-78 0,1-1 9 16,4 1 0-16,3-9-3 0,4-1 5 0,1 0-10 15,4-2 3-15,-2 0-3 0,6-5-5 16,2-1 5-16,1-1 5 0,1 1-11 0,2 0 2 16,6 2 6-16,0 1 4 0,1-3-1 0,4 1-3 15,-1-2 2-15,6 3-2 0,-1 0 1 0,2 1-1 16,2-2 0-16,0 4-4 0,6 7 43 0,-1-2-41 15,-5-3 40-15,1 7-56 0,-4-5 57 0,1 8-67 16,-6-7 13-16,3 12 4 0,-7-6 2 0,-1-1 1 16,-5 2 0-16,1 0-1 0,-7 1 6 15,-1 1 2-15,-5 0 27 0,-3 9 54 0,-5 0-37 16,-4-2 34-16,-2-1 1 0,0-1-43 0,-2-2 16 16,-3-1-30-16,2-3 31 0,-1 0-42 15,8-11 31-15,-1-1-36 0,0-1 23 0,2-4-34 16,2-2 29-16,3-1-41 0,3-4 36 0,1-3-32 15,1-3 33-15,3-2-26 0,2-1 8 0,0-1-10 16,2-11 16-16,3 19-21 0,1-9 7 0,1 0 1 16,5 0 0-16,-1-1 1 0,4 0 0 0,1 2 0 15,1 0 2-15,2 0 0 0,-2-1-2 0,3 3-2 16,-1-2-4-16,0 3 15 0,-1-1-1 0,-1 1-8 16,2 3 21-16,-3 0-27 0,1-1 35 0,-2 3-34 15,2 4 30-15,-2-1-33 0,-1 3 31 0,2 0-31 16,-5 2 31-16,0-1-3 0,-3-1-33 0,2 6 29 15,-3 0-24-15,-1 1 32 0,-1 4-28 16,-1 0-4-16,-1 4 4 0,1 0 4 0,-4 3 0 16,1 0 8-16,0 1 5 0,-3 4 32 15,1-1-28-15,0 1 22 0,-1 1-24 0,-4 10 27 16,2-1 2-16,-2-1-10 0,4 2-8 0,-2-2 16 16,-2 1-6-16,4-9 14 0,0 0-13 0,3-2 5 15,-1 0-10-15,2 0 2 0,1-3-16 0,1-3 8 16,4-1-15-16,2-3 10 0,4 0-3 0,0-5-6 15,5-3-6-15,5-4-23 0,0-5-40 0,7-4-61 16,6-3-75-16,7-10-129 0,4-5-106 0,4-3-385 16,14-8-379-16</inkml:trace>
  <inkml:trace contextRef="#ctx0" brushRef="#br0" timeOffset="1674.36">1174 11735 103 0,'0'0'217'0,"-3"-14"-49"16,3 14-37-16,-3-13-31 0,3 13 6 0,-1-13-32 15,1 13-2-15,-5-12-2 0,5 12-1 0,-3-10-8 16,3 10 13-16,-2-9 11 0,2 9-16 0,0 0 9 16,-6-13-44-16,6 13 33 0,0 0-28 15,-7-9 25-15,7 9-39 0,0 0 22 0,-9-6-33 16,9 6 35-16,0 0-36 0,-19 0 34 0,19 0-38 15,-22 6 40-15,7 0-37 0,-5 4 23 0,-2 5 0 16,-4 2 9-16,-1 3-4 0,-1 3-2 16,1 5 21-16,-5 8-29 0,0 6 3 0,2 0-3 0,0 4 0 15,3 3-8-15,2 0 0 0,3 1-2 0,2 0-2 16,4-3-12-16,1-7 14 0,6-2-12 0,2-1 2 16,1-2 7-16,5-5 40 0,1-1-54 15,3-3 44-15,3-1-55 0,-1-1 45 16,3-1-47-16,5 3 40 0,0-1-42 0,3-3 7 15,3 2-14-15,0-2 51 0,2 1-50 0,2 1 1 16,1 1 11-16,1 1-1 0,0 3 3 0,1 0 2 16,2 8-2-16,-5-6 1 0,2 9 2 0,-8-6 0 15,2 2 1-15,-6-1-12 0,2 3 13 0,-6-1 0 16,-1 1-9-16,-1-1 10 0,-4 1 9 0,0-2-8 16,-3 2 50-16,-3-3-46 0,-1-1 46 0,-6-1-52 15,1 1 50-15,-3-2-55 0,-3 1 2 0,-2-4-3 16,0 2 11-16,-2-4-17 0,0 2 15 15,-1-3 11-15,0-1-10 0,0-2 16 0,1-1-3 0,2 0-1 16,2-6-3-16,1 0-3 0,1 0-5 16,2-1 1-16,-1 0-3 0,1 1 7 0,3-1-10 15,0-1 2-15,1 3 2 0,2-3 3 0,1 1-4 16,0 3-2-16,4-1-9 0,-1 4-1 0,2 1 12 16,0 0 2-16,3 3-3 0,0-1 1 15,1 2 2-15,1-1 2 0,1 0 37 0,2 4-55 16,-1 0 47-16,0 0-39 0,1-1 20 0,0 1-32 15,4 1 3-15,-4 0-1 0,3 0-8 0,-1 1 13 16,2 2 1-16,1 0 1 0,-4 1 1 0,3 1-12 16,1 4 15-16,-4 0-13 0,3 1 16 0,0 1-2 15,-1 0 4-15,-2 2 2 0,1 1 9 0,3 7 3 16,-4-8 3-16,1-1-4 0,0 2 2 0,2 7 11 16,-4-8 0-16,2 0 12 0,0-1 3 15,-1 0 5-15,0 0-4 0,0 1 3 0,1-3-18 16,0-1 6-16,1-1-15 0,-2 0 10 0,4-1-16 15,-2-2 3-15,1 2-11 0,2-5 6 0,1-1-9 16,1-1 0-16,2-1-1 0,-1-2-3 0,5-2-3 16,4-3-9-16,-3-2-24 0,5-4 0 0,5-2-89 15,-1-3 22-15,3-6-69 0,5-4-92 0,2-8-108 16,11-7-312-16,-3-7-211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1.05591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30T10:37:56.2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3230 4867 313 0,'0'0'300'16,"0"0"-87"-16,0 0-43 0,0 0-56 0,0 0 20 15,0 0-38-15,0 0 15 0,0 0-44 16,0 0 26-16,0 0-3 0,0 0-5 0,0 0 0 16,0 0-18-16,0 0-8 0,0 0-12 0,0 0-1 15,0 0-24-15,0 0 12 0,0 0-5 0,0 0 0 16,0 0-13-16,0 0-5 0,0 0-1 0,0 0-1 16,0 0 1-16,0 0 2 0,5 8-2 0,-5-8 0 15,0 0 6-15,0 0-10 0,13 3 5 0,-13-3 16 16,0 0-10-16,18 2 4 0,-18-2 4 0,0 0-2 15,28-2 0-15,-28 2 4 0,23-1-10 0,-9-1 0 16,-14 2 3-16,27-4-8 0,-27 4-2 16,29-4-8-16,-29 4 8 0,29-1-6 0,-29 1-4 15,30-3 9-15,-30 3 2 0,31-1-15 0,-12 0 23 16,-19 1 6-16,33-1-1 0,-15 1 2 0,1-1-6 16,1 1 0-16,0-2-1 0,-1 0-3 15,3-1 6-15,2 1-6 0,1-1 1 0,-1-1-1 16,0 2-3-16,1-3-10 0,-1 1 0 0,0 0 11 15,2 1-4-15,-2-1 0 0,-1 0 35 0,0 2-43 16,-4-1 38-16,1 2-46 0,-1-1 39 0,0 0-47 16,-1 1 43-16,1 0-40 0,-1-1 33 0,1 1-33 15,0 1 2-15,-1-1-3 0,1 0 4 0,1 1 14 16,1-1 3-16,2-2 2 0,1 2 6 0,1-2 2 16,-1 1 8-16,0-1-3 0,2 1 0 0,-2-1-4 15,0-1-3-15,1 2-1 0,-2 1 2 16,0-2-5-16,-4 1-2 0,0 0-7 0,0 1 1 15,1 0 0-15,-1-2 3 0,-1 2-2 0,0 0-3 16,0 1 2-16,-18 0 0 0,30-1-2 0,-30 1-3 16,31 0 2-16,-31 0 3 0,31 1 0 0,-31-1 4 15,35 0-1-15,-35 0 16 0,38 1-31 0,-19-1 21 16,-1 0-18-16,1 1 25 0,0-1-29 0,3 0 25 16,-3 0-23-16,0 2 21 0,2-1-25 0,-1-1 25 15,-2 0-30-15,1 1 25 0,2-1-21 16,-3 1 7-16,2-1 1 0,-2 2-3 0,1-1-5 15,0 0 5-15,-1 1 0 0,1-1 5 0,-2-1-1 16,2 1 1-16,0 0 0 0,-1-1 2 16,0 0-2-16,0 1 1 0,1-1-3 0,0 2 0 15,-2-2 0-15,2 0 7 0,1 1 1 0,-1-1-5 16,0 1-3-16,-1-1 1 0,1 2 3 0,0-2 0 16,0 0-1-16,-1 1 0 0,0-1-1 0,-18 0 17 15,32 2-20-15,-32-2-2 0,31 4 23 0,-15-3-25 16,1 0 24-16,1 1-20 0,-3 0 0 0,3 0 24 15,1-1-32-15,-2 0 22 0,2 0-19 0,-1 0 27 16,1-1-27-16,0 2 26 0,2-2-25 0,-1 0-1 16,3 0 1-16,-2 0 2 0,1 0-3 15,3 0 3-15,-1-2 4 0,-2 2 5 0,0 0-1 16,0 0-4-16,-2 0-1 0,3 0-1 0,-1 0 2 16,0 0 2-16,-2 0 0 0,1 0 0 0,0 0 2 15,1 0-3-15,-1 0 0 0,0 0 0 16,-1 0-2-16,1 0 0 0,0 0 4 0,-1 0 5 15,2-1 0-15,0 2-6 0,-2-2-4 0,5 1 1 16,-4-1 25-16,2 1-29 0,-4-1 30 0,4 1-29 16,-1 0 25-16,-3-1-26 0,3-1 23 0,2 5-25 15,-6-4 20-15,3-1-24 0,-1 1 29 0,2 0-22 16,-3-1 18-16,2 1-24 0,-1 1 26 0,4-4-29 16,-1 3 25-16,2-2-20 0,-1 1 23 0,0-2-24 15,1 2 25-15,0 0-26 0,1-4 27 16,-1 4-27-16,0-2 22 0,0 1-24 0,1 1 27 15,-1-2-24-15,1 1 25 0,-1 2-21 0,0-3 19 16,0 1-26-16,1 2 20 0,-2 0-19 0,2-2 28 16,-2 2-27-16,1 0 27 0,0 0-25 0,-5-1 22 15,1 2-22-15,-1-1 23 0,3 0-28 0,-3 1 24 16,1-2-23-16,0 2 31 0,-1-1-21 0,1 1 16 16,0 0-24-16,2-1 17 0,1 1-16 0,0-1 24 15,1 1-24-15,0-1 24 0,1-2-22 0,0 0 22 16,1 2-23-16,0-3 20 0,0 2-27 15,1 0 28-15,0-2-22 0,0 1 26 0,0 1-22 16,0-2 19-16,2 0-23 0,0 0 19 16,4 2-25-16,-4-2 33 0,-1 0-27 0,0 2 25 15,-1 0-25-15,0-1 26 0,1 0-25 0,-1 2 21 16,-2 0 3-16,1-2-10 0,1 2 0 0,-2 0 5 16,-2 0 1-16,3 0-5 0,-1-1-2 0,-1 2-1 15,3-2-26-15,-2-1 24 0,2 2-15 0,-1 0 25 16,0 0-24-16,0-2 24 0,1 0-24 0,0 2 26 15,0 0-27-15,0-2 25 0,0 1-25 0,-1 1 22 16,1 0-19-16,-3-1 26 0,0 1-21 16,0 0 18-16,1-1-24 0,-5 2 19 0,0 0-22 0,-2-1 29 15,1 1-25-15,-1 0 25 0,0 0-24 16,-1 1 24-16,-18-1-24 0,32 0 25 0,-10 2-27 16,-22-2 22-16,32 1-19 0,-32-1 26 0,29 3-5 15,-29-3 0-15,32 1-3 0,-32-1-9 0,31 1 1 16,-13 0 7-16,-1 0-1 0,1 2-4 0,-2-2 1 15,3-1-1-15,-1 1-2 0,-2 2 2 0,1-2 2 16,0 1 3-16,1-1-12 0,-2 1 0 16,1-1 6-16,0 2 1 0,0 0-2 0,-1-2 1 15,1 0-25-15,-1 1 21 0,0 1-15 0,0-2 27 16,1 0-23-16,1 2 24 0,-3 0-24 0,4-2 27 16,0-1-26-16,-2 1 26 0,2 0-24 15,-1 0 18-15,3-1-22 0,-1 2 28 0,0-2-19 16,1 0 18-16,1-2-23 0,2 2 18 0,1-1-2 15,0 1 6-15,-1-1-2 0,1 0-1 0,-1 0-1 16,0-2 1-16,1 2-3 0,-5 1 1 0,-1-2-3 16,3 1 0-16,-2 0-5 0,0 1 1 0,1-1 5 15,-1-1-1-15,-1 2 0 0,1-1-2 0,0 1 0 16,-1-1-7-16,0 1 2 0,-1 0 7 0,2-1 0 16,1 1 0-16,-3 0-2 0,1 0 0 0,0 0 1 15,1 0 1-15,0 1-3 0,-1-1-3 0,3 1 1 16,-3-1 4-16,0 1 2 0,1 1-2 0,3-1 2 15,-5 0-3-15,4-1-5 0,-2 1-1 0,0 1 8 16,0-1-1-16,0 2-1 0,-1-3 1 16,0 1 2-16,0 0-20 0,1 0 20 0,-1 0-1 15,0 2-3-15,0-2 0 0,0 1 3 16,-1-1 2-16,2 0-2 0,-1 0 0 0,1 0 0 16,0-1-5-16,1 2-2 0,-1-2 8 0,2 1 0 15,-2-1 0-15,2 1 2 0,3-1-2 0,0 0 0 16,2 0-1-16,-4 0 1 0,4 0 0 31,-3 0-7-15,3 0 3-1,-2 0 3 17,-2 0 6-32,4 1-22 0,-3-1 19 15,2 0-3-15,0 2-6 0,-2-2 1 0,-4 1 7 0,5-1 0 0,0 3-2 0,-4-3 0 0,4 1 0 16,-4-1-5-16,4 1-13 0,-1 0 21 0,-2-1-5 0,4 1 3 0,0 1 8 0,-2-1-2 15,1 0 3 1,0 1-2 0,0-2 2-16,1 1-11 15,1-1 4-15,0 1 5 0,-2 0-2 0,0-1-2 0,3 1 0 0,-3-1 0 0,3 3-3 0,-3-2 0 16,1-1-1-16,0 1 1 0,-2 1-8 0,2-1-9 0,0 2 18 0,-4-2-12 0,3 0 16 0,-2 1-18 0,2 0 9 0,0 0-7 0,-1 0 11 0,-1 0-10 0,3 0 17 16,-2 0-17-16,0-1 16 0,2 0-15 0,-1-1 17 0,-2 1-19 0,0-1 19 0,3 2-19 0,-1-2 19 0,1 1 0 15,-1-1-14-15,-1 0 15 0,-3 1-6 16,2-1-4-16,-2 2 2 0,1-2 1 0,-1 1 1 15,-1-1 3-15,1 0-5 0,0 1-2 0,-2-1 2 16,1 1-3-16,0 0-15 0,-2 1 11 0,2-1-9 16,-1 0 18-16,-1 1-14 0,3-1 15 0,0 0-13 15,-1 1 14-15,0 0-15 0,-1-1 11 0,2 0-12 16,2 2 14-16,0-1-14 0,2 0 17 0,1-1-15 16,-1 0 13-16,1 1-14 0,-1 0 15 0,0 0-16 15,2 0 9-15,0-2-5 0,-2 1 11 0,3 0-10 16,0 0 11-16,1 0-14 0,-1 2 11 0,-3-2-10 15,4-1 12-15,-3 1-14 0,2 1 15 0,-1-1-2 16,1-1-12-16,-1 1 12 0,3 1-12 16,-2-2 12-16,0 1-15 0,0-1 11 0,0 0-7 15,1 0 14-15,1 0-13 0,0-1 14 0,2 1-16 16,0-2 13-16,6 1-9 0,-2 0 10 0,-4 1-12 16,6-3 13-16,-1 2-12 0,0-2 13 0,1 1-14 15,0 1 14-15,-3 0-14 0,-4-2 9 16,0 0 0-16,0 2 6 0,1-1-2 0,3 1 2 15,-5-2-2-15,6-1-2 0,-6 3-1 0,1-2 0 16,0 1 2-16,1 1 0 0,5-2-11 16,-3 1 12-16,-3-1-10 0,6 1 13 0,-1-2-12 15,-5 3 10-15,-2-2 0 0,2 2-2 0,1-2-1 0,-2 2 5 16,1-1 1-16,0 1-1 0,1-1-1 16,0 0-1-16,-3 0-2 0,2 1-1 0,-1 1-2 15,-1-1-1-15,1 1 0 0,-2-1 0 0,0 0-2 16,1-2 2-16,-3 3-1 0,-1-1-2 0,2 1-4 15,0 0 3-15,-2 0 2 0,1 0 0 0,2 0 1 16,-5 0-1-16,4 1 1 0,0-1-1 0,1 1 1 16,0 1-2-16,1-1 1 0,1-1 0 0,-2 1-1 15,2 0 0-15,0-1 1 0,1 1 3 0,1 1-5 16,-4 0 1-16,2 0-3 0,0-1-1 16,0 1 4-16,0 1-3 0,1-1 2 0,-2 1 3 0,2 1 0 15,-3-2-3-15,0 0 2 0,2 2-1 16,3 0 1-16,-1 0 1 0,-5-2-1 0,3 1 0 15,6 2 1-15,-5-4 3 0,6 3 0 0,-1 0 3 16,0-2-3-16,1 0 5 0,1 2-3 16,-1-3 0-16,3 1 2 0,1-1-3 0,1 2 1 15,-1-3-1-15,0 1 1 0,1-1-2 0,-1 0 4 16,0 0-2-16,-3-1-2 0,4-2 0 0,-1 3-3 16,1-1 2-16,-1 1-3 0,-1-2 1 0,1 2 0 15,-1-1-4-15,-2 1 4 0,3 0-1 0,-2 0 0 16,0-1-1-16,2 1-1 0,-2-3 2 0,0 2-2 15,2-1-3-15,0 1 3 0,-3-2-1 0,2 0 1 16,-2 1-1-16,2 1-1 0,-3-2 3 16,1 1-4-16,2 0 4 0,-2 0 0 0,1-1 0 15,-2 1-2-15,0 0 0 0,-1-1 0 0,2 0 2 16,-2 0-3-16,1 0 1 0,-3-1 0 0,-4 2 1 16,1-1-2-16,-2 2-1 0,0-1 3 0,1 1-3 15,-1-2 0-15,1 2 3 0,-1-2 2 0,-1 2-1 16,1 0-2-16,1-2 1 0,-2 2-1 0,1-2-1 15,0 2 3-15,-1-3-1 0,1 2-4 0,1 0 43 16,-2-1-47-16,1 0 31 16,1 1-34-16,-2 1 39 0,4-3-39 0,2 1-1 0,1 0 2 15,-3 0 1-15,1 0 1 0,5-1 2 16,-3 1 2-16,-4 1 42 0,2-2-48 0,-4 0 2 16,2 3 2-16,-3-3-2 0,3 2 5 0,-3 1 3 15,1-2 10-15,2 0 0 0,-2 1 2 0,0-2 1 16,0 0 0-16,2 3-1 0,4-4 1 0,0 2-3 15,-7-1 0-15,1 0 27 0,6-1-35 0,-9 1-3 16,7-2-3-16,0 1 4 0,0-1 1 0,-2-1 0 16,0 0-2-16,-1-1-1 0,-4 1 2 0,-1-1-1 15,-1 2 0-15,0-2 10 0,-2 0-10 0,-2-1 17 16,2 2-21-16,-3-2 12 0,-2 0-13 0,2 1 17 16,-4-3-6-16,2 3 14 0,-3-4-16 0,1 3 10 15,1-1-14-15,-1-3 10 0,-2 2-15 16,2-2 14-16,-2 1-11 0,1-1 18 15,-1 1-17-15,0-3 8 0,-1 1-16 0,1 0 18 16,0-1-13-16,-3 0 6 0,2 0-10 0,-2-1 15 16,0 1-12-16,-1-1 14 0,3 0-15 0,-3-1 13 15,-2 1-11-15,2-1 16 0,-1-1-19 0,1 0 38 16,-1 0-40-16,-1 0 11 0,1 0-12 0,-2 0 14 16,1-2-15-16,-2 1 3 0,2 1 3 0,-3 2 16 15,0 0-12-15,0 2-3 0,-1-2-2 0,-2 3 2 16,0 0 6-16,2 1 0 0,-3 2 6 0,1-2 0 15,-1 2 10-15,0 10-15 0,-1-18 13 0,-2 9-17 16,3 9 19-16,-4-16-16 0,4 16 26 16,-7-17-28-16,1 10 21 0,-1 0-26 0,0 1 21 15,7 6-19-15,-16-11 21 0,16 11-23 0,-23-8 19 16,23 8-22-16,-30-6 22 0,11 5 19 0,1 0-21 16,-2-1-22-16,-2 2 17 0,1 0-22 15,-4 2 23-15,-2-1-20 0,-1 0 21 0,0 2-20 16,0-2 3-16,-3 1 1 0,2 1 4 0,-7 1-1 15,1-2 1-15,-2 2 2 0,0 0-1 0,-2 0 6 16,-1-2-5-16,1 2-2 0,-4 0 1 16,2-2 2-16,-3 2 0 0,-1-2 0 0,0-1-3 15,-4 1 4-15,0-1-1 0,1 0-2 0,-1 2 2 0,2-3 1 16,-4 1 0-16,2-1 1 0,-2 1 0 16,0-1 5-16,1 0-3 0,-1 0-5 0,0 0-1 15,1-1 0-15,0 1 2 0,-1 0 0 0,0-1-3 16,0 1 4-16,-1-1-1 0,2-2-2 0,-1 2 4 15,3-2-2-15,-3 2-1 0,1-2 0 0,1 2 0 16,-2-1 1-16,1 1 8 0,1-3-3 0,1 1-7 16,0 1 2-16,0-1-3 0,-1 1 23 0,1-1-24 15,-2 0 18-15,1 1-21 0,1 0 20 0,-2-1-24 16,0 1 24-16,0-2-21 0,3 3 19 16,-3-3-21-16,1 1 2 0,1 1 2 0,0-2 2 15,0 2 6-15,-2-1 21 0,0-1-34 16,-1 1 24-16,0 0-22 0,1 1 19 0,-4-1-20 15,2 2 22-15,-2-3-24 0,0 2 22 0,0 1-20 16,1-2 19-16,0-1-24 0,1 3 28 0,-2-1-24 16,3-1 23-16,-3 0-16 0,3 2 20 0,1 0-25 15,-1-3 16-15,0 3-21 0,1-1 20 0,-1 0-16 16,0-2 17-16,-2 3-20 0,2-1 21 0,-1 2-18 16,2-3 18-16,-3 2-18 0,1-2 19 0,2 2-20 15,-1 0 19-15,-2-2 0 0,0 1 3 0,3 0-26 16,-3-1 20-16,0 0 0 0,3 1 0 0,-3-2-4 15,0 2 0-15,3-1-1 0,-4-1-1 0,2 2-1 16,-1 0 0-16,1-2 1 0,1 0-1 16,-3 2 2-16,4-2-1 0,-1 1 2 0,-2-1 8 15,2 1-4-15,0-1-8 0,0 0 3 0,0 1-1 16,0-1-1-16,-2 0-2 0,2 0 1 0,-12 1 0 16,10-1 0-16,0 0-2 0,1 0 2 0,-1 2 0 15,-9-4 0-15,10 3 2 0,1 1 0 0,-1-4 8 16,1 3-3-16,-2-1-8 0,2 0 9 15,1-1-11-15,1 2 2 0,-2-3 2 0,2 3 1 16,2-4-1-16,0 2-1 0,1 1 1 16,0-4-1-16,3 2 2 0,0-2-5 0,0 1 5 15,2-2 0-15,-1 0 7 0,2 0-1 0,0-1-11 0,-2 1 4 16,1 0 0-16,-1 0-1 0,-1 0 0 16,0-1 1-16,0 1 1 0,-2 1-1 0,-1 0-1 15,-2 2 1-15,-1-1 0 0,2 0 0 0,-4 1 1 16,1 1-1-16,-12-1 19 0,11 1-15 0,0 0-9 15,0 0-1-15,-2 1 3 0,-9-1-3 0,9 3 3 16,-9-4-1-16,8 3 2 0,-11-1-2 0,-1 2 0 16,1 0 28-16,-1-1-31 0,-2 2 2 0,-2 1-2 15,-1 0 3-15,-1 1 18 0,-3 1-12 0,0-1-10 16,-6 3 2-16,0 0 2 0,-3-1 2 0,-4 3 26 16,0-2-31-16,-4 3 0 0,-1 0 5 15,0 1-4-15,-3 1 4 0,-1-1 26 0,-2 1-29 16,0 1 26-16,-22 3-31 0,24-3 33 15,-2 1-26-15,-19 4-7 0,22-4 5 0,-1 1 31 16,-23 4-39-16,22-5 29 0,-21 4-28 0,23-1 1 16,0-2 0-16,0 2 2 0,1-2 0 0,-1 1 1 15,2-2 0-15,0 2-3 0,1-2 0 0,5-1 7 16,1 0 0-16,4-3-7 0,5 2 3 0,2-2 3 16,5 0 0-16,3-3 5 0,6 0-2 0,11-1 2 15,-1-2-2-15,6 1 2 0,0-1 1 0,3-2-1 16,2 1 2-16,1-2 0 0,2 0 1 0,1-1 5 15,2 0-2-15,-1 0-6 0,8 1-1 16,-7-4 1-16,1 2-1 0,6 0 3 0,1 0-1 0,-2-1 1 16,-5 1-2-16,6-1 1 0,-1 2-1 15,1-1 0-15,-2 1 2 0,1-2 0 0,-2 3 20 16,3 1-19-16,-1-3-6 0,-1 1 1 0,2 2-1 16,-2 0 52-16,0-2-68 0,-1 3 36 0,1-1-25 15,-1 1 25-15,0 0-30 0,-2 1 26 0,-7-1-26 16,2 3 28-16,-3-2-28 0,0 0 24 0,-2 2-20 15,-1 1 25-15,-1-3-33 0,1 2 1 16,0 1 5-16,-2-1 0 0,1 1 8 0,2-2 0 16,2 0 1-16,1 0 0 0,2 0-1 15,6-2 25-15,1 0-27 0,-1-2 25 0,5-1-29 16,-1 2 29-16,-1-3-24 0,1 2 20 0,-2-1-27 16,2-1 29-16,-1 1-30 0,-6-1 28 0,1-1-25 15,-1 1 23-15,-2 2-24 0,4-2 20 0,2 1-20 16,1 1 25-16,0 0-26 0,1 0 27 0,-2 0-26 15,5 0 32-15,-2 1-28 0,1 0 17 0,-1 0-25 16,3 0 30-16,-1-1-37 0,1 1 39 0,1 1-28 16,0-1 25-16,0-1-26 0,-2 1 25 0,3 0-24 15,-1-1 23-15,-3 1-25 0,0-1 25 0,-1 2-7 16,1-1 8-16,-1 1-28 0,-1-1 32 0,-2 2-33 16,0-1 25-16,1 1-23 0,-1 0 25 15,-6 1-25-15,6 1 25 0,2-2-24 0,-1 1 26 16,2 0-27-16,1 1 28 0,3-2-28 0,0 0 29 15,3 0-22-15,1 1 18 0,-1-1-26 16,2 0 30-16,0 1-31 0,-1-1 29 0,-1 0-25 16,2 0 26-16,-4 3-29 0,-1-2 27 0,-1 1-25 15,2 1 25-15,-1-1-27 0,-3 3 28 0,2-3-27 16,0 2 34-16,-3-1-31 0,4 1 17 0,-4-1-23 16,2 1 30-16,-1-3-31 0,-1 3 28 0,3-2-24 15,1-1 24-15,0 2-24 0,0-3 23 0,2 0-26 16,3 1 27-16,-2-1-24 0,1 0 23 0,-1-1-19 15,1 0 24-15,-2 0-30 0,3 0 26 16,-3 0-27-16,-1 2 27 0,-1-2-23 0,2 0 24 0,-2 2-26 16,2-1 25-16,-2 0-25 0,5 2 27 15,-3-2-26-15,5 2 4 0,-2-1 2 0,0 1 8 16,1-2 0-16,18-1-6 0,-29 2 1 0,29-2 1 16,-26 3 23-16,26-3-27 0,-23 3 5 0,23-3-1 15,-18 1 21-15,18-1-25 0,0 0 1 0,-24 1 25 16,24-1-26-16,0 0 21 0,-19 1-24 0,19-1 30 15,0 0-26-15,-17 2 15 16,17-2-23-16,0 0 26 0,-14 6-25 0,14-6 4 0,-12 8 4 16,12-8-2-16,-10 11 2 0,7-1 1 15,-3 0 1-15,3-1 0 0,0 3 3 0,-1 0-1 0,0 3 1 16,3 2 8-16,-2-1-7 0,2 3-1 0,1-2 2 16,-1 3 0-16,-2 5 5 0,3-1-3 15,0 2-3-15,-1 0 1 0,1 1-1 0,0 0 3 16,-2 2-2-16,0 0 2 0,1-1-1 0,0 1 0 15,-1 0 6-15,1-2-9 0,-1 1 2 0,0-1 0 16,2-1 0-16,-1 1-1 0,1-2 3 0,0-2 0 16,0-2-3-16,0-3 1 0,1 2 0 0,-1-1-1 15,2 0-2-15,-1-2 4 0,0 0-1 0,3-1 19 16,-3 0-26-16,3-4 5 0,-3 1-3 0,3-1 4 16,0 1-4-16,-3-2 5 0,3 0-2 15,-3 1-7-15,3-2-29 0,-2 1-40 0,0-2-40 16,-2-9-47-16,4 20 3 0,-4-20-68 0,5 17 37 15,0-7-52-15,-1-1-19 0,0-2-43 16,-4-7-76-16,11 14-262 0,-1-9-176 0</inkml:trace>
  <inkml:trace contextRef="#ctx0" brushRef="#br0" timeOffset="1365.03">19669 4350 67 0,'0'0'720'15,"0"0"-305"-15,0 0-37 0,-19-3-146 0,19 3-13 16,0 0-76-16,0 0 17 0,0 0-92 0,0 0 12 16,-13-4-25-16,13 4 53 0,0 0-43 15,0 0 12-15,15-1 1 0,-15 1-2 0,35-4-2 0,-7 1-7 16,9-1-6-16,8-2-5 0,2-1-14 15,16-1-8-15,3-2-5 0,2-2-5 0,1 0-4 16,0-1-4-16,4 0-3 0,0 0-7 16,-4 1 0-16,0-1 5 0,0 2-9 0,-8 1 2 15,-3 0-1-15,-12 0-2 0,-5 4-2 0,-4 0 1 16,-2 0-5-16,-10 3-2 0,-9 0-3 0,-16 3 1 16,26-4-15-16,-26 4 1 0,0 0 4 0,16-1-1 15,-16 1-20-15,0 0-37 0,0 0-65 0,-14 1 34 16,14-1 42-16,-31 0 18 0,11-1 21 0,-6-1 10 15,-2-1 3-15,-7-2 4 0,2-1 6 16,-1 0 2-16,-1-2 2 0,3 3 11 0,4-1 18 16,2 1 18-16,3 0 19 0,1 0 15 0,6 1 15 15,-1 0 8-15,17 4 17 0,-24-3-25 0,24 3-11 16,-18-4-12-16,18 4-14 0,-14-4-8 0,14 4-14 16,0 0-8-16,-15-1-8 0,15 1-3 15,0 0-1-15,0 0-2 0,0 0 11 0,8 10-4 16,-8-10 2-16,26 10 1 0,-8-3 10 0,5 1-11 15,0 0 16-15,6 0-18 0,1 2 18 0,-2 0-24 16,3 0 13-16,-3 2-9 0,-1-3 7 0,-6 1-20 16,0-1 11-16,-2 0-17 0,-1 2 14 15,-4-1-17-15,-1-2 18 0,-4 2-20 0,-3-2 18 16,-2 2-13-16,-1 0 19 0,-5 2-17 0,-1 0-1 16,-5 4 1-16,-5 2-1 0,-6 3-7 0,-1-1-15 15,-2 2-47-15,-4-1-61 0,1 0-86 0,-1-1-28 16,0 1-93-16,2-4-112 0,5-1-376 0,2-4-389 15</inkml:trace>
  <inkml:trace contextRef="#ctx0" brushRef="#br0" timeOffset="2233.03">22201 3597 507 0,'0'0'443'16,"0"0"-73"-16,-5-9-115 0,5 9-33 0,0 0-64 15,0 0-11-15,-8-8-51 0,8 8-2 16,0 0-38-16,0 0 4 0,0 0-22 0,-6 7 14 0,6-7-28 16,0 25 21-16,0-1-6 0,0 3-3 15,0 9 10-15,3 1 13 0,-1 3-41 16,-1 2-9-16,2 2-3 0,-2 1 6 0,0-1-16 16,1 0 12-16,-2-1-20 0,0-1 4 15,0-2-17-15,0-1-12 0,-2-5-39 0,1-3 8 0,1-4-66 16,-1-2-34-16,-3-1-40 0,4-7-50 0,-2-4-266 15,0-1-8-15</inkml:trace>
  <inkml:trace contextRef="#ctx0" brushRef="#br0" timeOffset="2637.04">22141 4300 178 0,'-5'-16'487'0,"-2"-2"-121"0,1-2-107 16,1 0-14-16,1 4-97 0,2-1 14 0,-1 1-42 16,3 2-13-16,0 1-25 0,0-2-12 15,4 0-16-15,1 1-7 0,4-4-10 0,4 4-11 16,0-1-3-16,4 1-16 0,1 1 11 0,7-2-10 15,-1 3 3-15,-1 2-3 0,1 1-1 0,-2 1 0 16,1 2-3-16,-1 0-1 0,-7 2-9 0,3 1 11 16,-18 3-7-16,23-2 5 0,-23 2 1 0,18 2-1 15,-18-2-33-15,13 8 43 0,-13-8-29 0,6 17 31 16,-5-6-31-16,-2 3 47 0,0 3-29 0,-2 7 29 16,-3-2-30-16,2 2 24 0,-2 1-30 0,1 1 27 15,-1-1-29-15,1 0 18 16,4-1-18-16,0-2 24 0,1-3-25 0,1 0 26 15,5 0-12-15,2-2 54 0,1-2-36 0,4-2 30 16,1-2 4-16,2-4-3 0,0-2-7 0,3-2 1 16,0-3 0-16,6-1-2 0,-1-3-3 0,0-2 0 15,-1-2 10-15,-2-1 3 0,-1 0 21 0,-1-1 24 16,-2-3 11-16,-2 2-16 0,-3-4 6 0,-2 1-19 16,-2 2-3-16,-6-1-27 0,1 1 2 0,-5 0-43 15,0 0-10-15,-7-1-17 0,-3 1-5 0,-4 2-31 16,-2 1-15-16,-5 2-30 0,0 0-36 0,-3 5-38 15,2 1-32-15,2 2 17 0,-1-1-27 16,5 2-42-16,-1 3-62 0,5-3-365 16,0 2-208-16</inkml:trace>
  <inkml:trace contextRef="#ctx0" brushRef="#br0" timeOffset="2970.05">23186 4110 402 0,'0'0'371'16,"23"0"-54"-16,-23 0-105 0,0 0-9 16,23 1-87-16,-23-1 16 0,15 6-51 0,-15-6 23 15,16 10-53-15,-9-3 14 0,1 1-35 0,1 2 29 16,-1 1-48-16,-1 1 35 0,1 0-46 0,0 1 38 16,-2-2-44-16,0 2 24 0,-1-3-26 15,-1-1 38-15,0 1-42 0,-4-10 40 0,4 18-42 16,-4-18 44-16,0 14-33 0,0-14 36 0,-4 14 1 15,4-14 43-15,-5 8 42 0,5-8 44 0,-8 6 8 16,8-6-3-16,0 0-28 0,0 0-16 0,-20-3-23 16,12-2-11-16,-1-4-22 15,3-2-2-15,0-3-31 0,-1-5-21 0,3 1-34 0,3-1-8 16,1 0-21-16,1 0-43 0,3-3-31 0,1 2-25 16,3 2-3-16,2 1-17 0,3 1-45 15,1 2-49-15,1 3-36 0,2-2-5 0,2 4-234 0,0 2-29 16</inkml:trace>
  <inkml:trace contextRef="#ctx0" brushRef="#br0" timeOffset="3319.05">23570 4034 169 0,'0'0'458'0,"7"11"-114"15,-7-11-108-15,1 14-7 0,-1-14-98 16,0 13 27-16,0-13-53 0,-1 16 23 0,1-16-58 16,-1 17 21-16,1-17-49 0,0 15 25 0,0-15-43 15,1 14 34-15,-1-14-25 0,3 13 38 0,-3-13-8 16,7 13 0-16,-7-13-9 0,11 7-13 0,-11-7-5 15,0 0-7-15,21 3 1 0,-21-3-12 16,20-7-6-16,-11 3-7 0,-2-3 7 0,1-2-1 0,1 1 7 16,-3-3-7-16,1-2 5 0,-3-1 10 15,-2 1 8-15,1 0-12 0,-3 1-7 0,0 0 12 16,-3 1-6-16,3 1-5 0,-5 1-3 0,5 9-5 16,-10-12-1-16,10 12-1 0,-17-4 2 15,17 4-20-15,-19 8 11 0,4 0 12 0,-1 7-7 16,0 0-3-16,-3 8 2 0,3 2-7 0,-3 1 5 15,6 0 3-15,-1 2-15 0,4-3 7 0,2-3 8 16,3-1 0-16,4-3-22 0,1-4-9 0,1-1-19 16,4 1-8-16,4-3-15 0,0 0-8 0,5-7-14 15,3-1-59-15,2-4-44 0,5-4-37 16,8-4-22-16,-1-6-20 0,1-2-187 0,1-7 113 16</inkml:trace>
  <inkml:trace contextRef="#ctx0" brushRef="#br0" timeOffset="3502.05">23970 3928 379 0,'9'-28'340'0,"-3"4"-27"0,-2 0-69 15,0 2 4-15,-4 3-70 0,0 4 11 0,0 1-28 16,-3 0 2-16,2 3-9 0,0 1-14 0,1 10-18 16,-3-15-33-16,3 15-12 0,-5-11-22 0,5 11-10 15,0 0-5-15,0 0-5 0,-15 3-9 0,15-3-12 16,-9 13 4-16,5-1-1 0,-1 2-6 0,0 7 33 16,0 1-38-16,1 2-6 0,1 1 3 15,1 2 4-15,-1 2-6 0,2 0-10 0,0-1-3 16,-1 3-26-16,2-3-33 0,0 2-14 0,-1-3-22 15,0-1-71-15,1-1-49 0,0-5-43 16,-2-3-62-16,4-2-189 0,-1-1-2 0</inkml:trace>
  <inkml:trace contextRef="#ctx0" brushRef="#br0" timeOffset="3674.06">23948 4146 495 0,'0'0'505'0,"-1"-16"-117"15,1 16-100-15,-5-15-60 0,5 15-36 0,-4-12-30 16,4 12-28-16,-4-10-34 0,4 10-35 0,0 0 5 15,-1-11-25-15,1 11-27 0,0 0-16 0,2-8-18 16,-2 8-7-16,8-7-15 0,-8 7-45 16,17-5-75-16,-17 5-59 0,24-5-22 15,-11 1-65-15,3 1-171 0,0 0 82 0</inkml:trace>
  <inkml:trace contextRef="#ctx0" brushRef="#br0" timeOffset="4004.06">24158 3975 229 0,'0'0'450'0,"0"0"-86"15,0 0-70-15,-3-12-64 0,3 12-36 0,0 0-22 16,0 0-24-16,-1-10-19 0,1 10-21 0,0 0 10 16,0 0-52-16,0 0 20 15,0 0-72-15,0 0 15 0,0 0-6 0,0 0-5 16,0 0 2-16,14 6-4 0,-14-6-4 0,9 16 6 16,-1-7-1-16,-3 3-9 0,1 1 10 0,1 0 7 15,-2 1-9-15,0 0 1 0,-1-1-2 0,-2 0-4 16,2-2-1-16,-1 2-1 0,-1-3-12 0,-2-10 13 15,3 16-3-15,-3-16-3 0,2 14 4 0,-2-14 18 16,3 10 44-16,-3-10 42 0,0 0-13 0,0 0-23 16,0 0 0-16,0 0-6 0,0 0 5 0,0 0-10 15,1-16-12-15,1 7-10 0,0-5-7 16,-1-1-8-16,3-1-7 0,-1-1-2 0,2 1-14 16,0 1-14-16,0-1-22 0,0 1-24 0,-1 1-15 15,3 2-65-15,0 0 9 0,-2 4-46 16,3 0 33-16,-3 1-53 0,-5 7-19 0,15-8-38 15,-15 8-8-15,16-5 3 0,-16 5-5 0,0 0-219 16,24 1 77-16</inkml:trace>
  <inkml:trace contextRef="#ctx0" brushRef="#br0" timeOffset="4483.07">24432 3955 171 0,'0'0'354'0,"7"6"-101"0,-7-6-26 16,0 0-44-16,5 11 17 0,-5-11-68 0,3 10 12 16,-3-10-48-16,0 10 23 0,0-10-10 15,-1 11-15-15,1-11-15 0,-2 13-20 0,2-13-9 16,0 10-20-16,0-10 2 0,0 11 1 0,0-11-1 15,4 9-1-15,-4-9-1 0,0 0-8 0,11 7-7 16,-11-7-2-16,0 0-19 0,20-2 8 16,-11-4 2-16,-9 6-14 0,16-11 20 0,-8 3-21 15,0-2 2-15,-2-3 4 0,2 2-15 0,-6-1 44 16,2-1-37-16,-1 2 44 0,-2-2-27 0,-1 13 37 16,-1-18-37-16,1 18 36 0,-3-15-39 0,3 15 27 15,-6-10-33-15,6 10 39 0,0 0-39 16,-17-5 47-16,17 5-43 0,-15 6 36 0,4 0-44 15,-1 5 9-15,-2 3 0 0,1 1 4 0,0 1-8 16,2 2 6-16,-1 1 4 0,2-2 0 0,4 1-3 16,-2 0 2-16,4-1 4 0,2-2-5 0,0-3-8 15,4 2-4-15,0-4-7 0,3 3-6 0,3-6-9 16,-8-7-2-16,19 6-37 0,-19-6-41 0,30-2 11 16,-9-5-48-16,0 1-25 0,4-6-4 15,2-1-11-15,1-2 21 0,-1-2-20 16,-3-2 35-16,2-1 16 0,-3-1 90 0,-1-1 54 15,-3 4 90-15,-4 2 73 0,-2-1 33 0,1 3-14 16,-6 4 21-16,-2 2 45 0,-6 8-36 0,12-13 0 16,-12 13-70-16,6-9-38 0,-6 9-12 0,0 0 1 15,0 0-36-15,0 0 6 0,0 0-24 0,0 0 13 16,-1 14-23-16,-2-5-10 0,-1 2-4 0,2 4-4 16,-3-1-3-16,1 2-3 0,0 1-8 15,0 0-18-15,0 2-41 0,2-2-50 0,-2 1-29 16,1-3-22-16,0 0-55 0,0-3-84 0,1-2-111 15,2-10-197-15,-3 14-136 0</inkml:trace>
  <inkml:trace contextRef="#ctx0" brushRef="#br0" timeOffset="4639.08">24800 3877 238 0,'3'-18'658'16,"-6"-1"-204"-16,3 3-123 0,-4 1-66 0,2 2-53 15,-2 1-41-15,1 3-39 0,-1-2-16 0,4 11-46 16,-10-13-20-16,10 13-11 0,0 0-13 0,-8-8-34 15,8 8-14-15,0 0-24 0,0 0-23 16,-1 14-85-16,1-14-79 0,5 15-41 0,1-5-290 16,2 0-82-16</inkml:trace>
  <inkml:trace contextRef="#ctx0" brushRef="#br0" timeOffset="4836.08">24874 3870 281 0,'16'7'485'0,"-16"-7"-151"0,11 5-81 0,-11-5-55 15,0 0-36-15,13 3-26 0,-13-3-23 0,0 0-16 16,15 5-12-16,-15-5-11 0,0 0-4 0,17 7-18 15,-17-7 48-15,10 10-43 0,-10-10 16 0,13 13-60 16,-9-5 3-16,1 1-3 0,1 1-3 0,-2 2-2 16,2-3-5-16,-2 3-4 0,1-1 4 15,-1 0-7-15,0-1-12 0,1-1-16 16,0 0-31-16,3-2-58 0,-8-7-18 0,10 10-39 16,-10-10-38-16,13 5 19 0,-13-5-13 0,17-2-226 15,-17 2 159-15</inkml:trace>
  <inkml:trace contextRef="#ctx0" brushRef="#br0" timeOffset="4985.08">25190 3909 406 0,'10'-21'253'0,"3"3"12"0,-5 0-29 16,-2 3 24-16,-1 3-26 0,-1 3-34 0,1 0-13 16,-5 9-24-16,5-12-34 0,-5 12-26 0,0 0-18 15,0 0-18-15,0 0-16 0,0 0-9 16,-12 5 24-16,5 4-51 0,2-1 47 0,-3 3-46 16,0 3 29-16,1 0-44 0,-1 2-5 15,3-1-25-15,0 1-25 0,0-1-27 0,3-2-49 16,0-2-83-16,2-11-58 0,3 19 1 0,-3-19-263 0,9 11-22 15</inkml:trace>
  <inkml:trace contextRef="#ctx0" brushRef="#br0" timeOffset="5277.09">25452 3815 297 0,'9'-8'513'0,"-9"8"-145"16,10-11-62-16,-10 11-83 0,8-8-44 0,-8 8-28 15,0 0-30-15,0 0 10 0,0 0-56 0,0 0 29 16,8 8-67-16,-8-8 41 0,-3 11-63 0,3-11 40 15,0 13-47-15,0-13 35 0,4 15-46 16,-4-15 27-16,4 15-31 0,-4-15 31 0,6 13-38 16,-6-13 41-16,13 11-47 0,-13-11 35 0,14 3-38 15,-14-3 38-15,18-1-36 0,-18 1 27 0,19-5-23 16,-7 0 35-16,-1-2-41 0,0-2 43 0,-2-4-36 16,1 1 1-16,-4-1 4 0,-1 0 0 15,-2 0 14-15,-2 3-8 0,-1 10 18 0,-4-17 1 16,4 17 9-16,-13-13-1 0,13 13-5 0,-23-4-3 15,23 4 0-15,-35 5-3 0,14 3-3 0,-2 1 32 16,-1 7-51-16,-2 0 19 0,3 3-61 0,-1 1 0 16,1 4-66-16,2-1-70 0,1 4-72 15,-2-1-73-15,3 4-199 0,-3 0-22 0</inkml:trace>
  <inkml:trace contextRef="#ctx0" brushRef="#br0" timeOffset="5640.1">23274 4622 103 0,'-18'5'842'0,"5"-2"-306"0,13-3-125 0,-19 5-110 16,19-5-36-16,0 0-84 0,0 0-37 0,0 0-42 15,18 3 6-15,8-4-35 0,12-2 9 16,7-4-24-16,19-2 15 0,9 1-24 0,6-2 11 16,9-3-26-16,8 1-9 0,27-3-8 0,2-2 0 15,2 1 1-15,-3 1-8 0,0-2 0 0,-4-1-2 16,-2-2-2-16,-25 5 1 0,-2-1-6 0,-6-1-1 16,-7 0-7-16,-6 0-20 0,-8 1-31 0,-9-1-24 15,-16 6-23-15,-6 0-9 0,-10 3 2 0,-9 2-17 16,-14 6-3-16,8-7-44 0,-8 7-23 0,-18-3-8 15,-9 6 4-15,-13-1 19 0,-9 4 6 16,-17 3 5-16,-7 1-44 0,-7 1-144 16,-6 2 230-16</inkml:trace>
  <inkml:trace contextRef="#ctx0" brushRef="#br0" timeOffset="5872.1">23554 4618 16 0,'-42'12'569'0,"4"0"-172"0,2-2-85 15,4 0-50-15,8-2-26 0,3-2-63 0,5-1 24 16,5-1-61-16,11-4 54 0,-11 6-39 0,11-6 14 15,0 0-8-15,20 2 21 0,4-2-11 0,15-2 0 16,6-3-13-16,16-3-10 0,11 0-4 0,5-2-9 16,8-1-26-16,7-2-6 0,27-3-38 15,-1-1 0-15,-21 6-19 0,22-6-2 16,-23 3-15-16,0 0 3 0,-2 1-6 0,-1-3-5 16,-4 3 3-16,-6 0-15 0,-6-2-21 0,-8 4-30 15,-3-2-36-15,-9 2-28 0,-15 3-23 0,-5 0-24 16,-5 2-25-16,-8-1-32 0,-6 3 1 0,-4 0-17 15,-14 4-62-15,13-8-61 0,-13 8-404 0,0 0-279 16</inkml:trace>
  <inkml:trace contextRef="#ctx0" brushRef="#br0" timeOffset="6454.11">24239 5171 158 0,'-7'-21'555'0,"1"-2"-143"0,-2 3-94 0,2 1-55 16,-1 6-31-16,2-1-38 0,1 4-5 15,2 1-30-15,2 9-27 0,-8-15-32 16,8 15-26-16,-5-10-21 0,5 10-5 0,0 0-14 15,-4 10-2-15,3 4-6 0,0 5-6 0,-1 7 17 16,2 4-22-16,0 8-6 0,0 3 6 0,2 2-6 16,-1 1 31-16,0 1-36 0,3 2-1 0,0-3-6 15,0 1-7-15,1-1-24 0,0-2-27 0,1-5-5 16,1-2-11-16,-1-3-12 0,3-1-52 0,-4-9-27 16,3-3-61-16,-3-3-41 0,-2-7-49 15,-3-9-169-15,3 11 58 0</inkml:trace>
  <inkml:trace contextRef="#ctx0" brushRef="#br0" timeOffset="7268.13">24020 5563 613 0,'-18'-12'475'0,"4"2"-145"0,-4 0-55 0,6 3-93 15,2-1-13-15,0 2-66 0,10 6 24 0,-13-9-68 16,13 9 29-16,-9-8-53 0,9 8 29 0,0 0-49 16,0 0 40-16,9-9-55 0,5 3 31 0,5 0-49 15,7 0 35-15,6-3-35 0,1-1 1 0,4-1-1 16,3 0 2-16,-2-3-10 0,1 2 12 15,-5-3-3-15,1-1 5 0,-3 1 1 16,-4-2-34-16,-4-2 47 0,-2 1-33 0,-7-4 37 16,-3 4-11-16,-2-4 43 0,-5 2-6 0,0 2 30 15,-3 1-2-15,-1 0 22 0,-1 2 8 0,-3 2 7 16,3 2 9-16,0 11-2 0,-4-17-9 0,4 17-27 16,-1-13-9-16,1 13-19 0,0 0-2 0,-4-8-14 15,4 8 0-15,-5 8-8 0,5-8 4 0,-6 17-13 16,3-4 7-16,2 3-11 0,0 3 3 0,1 2-4 15,0 3-1-15,1 2-1 0,-1 1 3 16,3-2-2-16,-1 1 12 0,3 0-16 0,-2 0 14 16,1-2-24-16,1 0-2 0,0-2-5 0,0-2-11 15,0-5-5-15,0 2-7 0,0-6 0 16,-1-2 9-16,1 2 14 0,-5-11 10 0,13 10 4 16,-13-10 2-16,0 0 2 0,18 2 7 0,-18-2 22 15,18-6-28-15,-18 6 30 0,19-11-28 0,-8 3 24 16,1-1-26-16,-2 2 15 0,3-1-18 0,-4 2 22 15,4 1-27-15,-6-1 16 0,-7 6-19 0,16-8 21 16,-16 8-25-16,13-3 22 0,-13 3-31 0,0 0 26 16,20 2-35-16,-20-2 21 0,14 10-64 15,-9-2 32-15,3 0-50 0,-3 4 31 0,4-1-40 16,-3 0-12-16,2 2 5 0,1-3-19 16,0 1-39-16,1-1 16 0,-1-1 10 0,1-4 17 15,1 0 26-15,-11-5 18 0,21 3 16 0,-21-3 15 16,22-2 10-16,-9-2 18 0,-3-1 17 0,4-1 25 15,-2-2 3-15,-2 1 31 0,1-2 18 0,-2 1 4 16,-1 0 5-16,2 2-1 0,-5-2-7 0,2 1-4 16,-7 7-20-16,10-10 5 0,-10 10-11 15,10-12-5-15,-10 12-9 0,5-7-4 0,-5 7-6 16,0 0-2-16,11-10-16 0,-11 10 11 0,7-7-4 16,-7 7-1-16,10-5 2 0,-10 5-1 0,12-8-2 15,-12 8-2-15,15-10-12 0,-7 4 13 0,-2-1-4 16,2 1 8-16,1-2-6 0,-4 1-1 0,2-3 1 15,-2 0 3-15,0 0-15 0,-3-1-22 16,0-2 43-16,-1 2-25 0,-1-3 46 0,-3 3-26 16,1-1 35-16,-2 1-34 0,-1 2 25 15,-3 0-24-15,-1 3 27 0,-1 0-31 0,10 6 24 16,-18-2-8-16,18 2-2 0,-27 8-6 0,9 2-5 16,3 4-4-16,-2 1 9 0,4 2 32 0,1 1-46 15,2 0 39-15,2 4-44 0,2-3 39 0,3 0-48 16,3-2 24-16,4 3-55 0,5-3 0 0,2 1-25 15,7-6-31-15,5 2-50 0,7-4-28 0,5-5-23 16,2-3-36-16,2-4-256 0,2-2 45 0</inkml:trace>
  <inkml:trace contextRef="#ctx0" brushRef="#br0" timeOffset="7638.14">25470 5362 616 0,'7'-9'427'0,"-2"-1"-85"0,0 2-78 15,-5 8-49-15,6-15-27 0,-6 15-15 0,4-13-15 16,-4 13-27-16,3-11-30 0,-3 11-27 0,3-8-18 15,-3 8-20-15,0 0 3 0,0 0-12 0,13-4-8 16,-13 4-1-16,13 6-5 0,-13-6-2 0,19 12 0 16,-9-4-18-16,3 2 8 0,-3 1 32 0,-1 0-45 15,0-1 39-15,-2 1-43 0,0 0 42 16,-3-1-40-16,-4-10 37 0,4 16-43 0,-4-16 43 16,-1 13-31-16,1-13 33 0,-7 13-32 15,7-13 48-15,-11 10-20 0,11-10 48 0,-13 6-13 0,13-6 9 16,0 0-7-16,-23-1 10 0,23 1-25 15,-17-9 6-15,7 2-29 0,3-3 1 0,1-4-31 16,1 0-17-16,4 2-20 0,2-3-32 0,2-3-27 16,3-2-11-16,3 0-9 0,7-3-42 0,2 3 32 15,3 1-40-15,2 0-35 110,0 2-13-110,3 3-8 0,-1 0-21 0,2 3-216 0,-4 2 92 0</inkml:trace>
  <inkml:trace contextRef="#ctx0" brushRef="#br0" timeOffset="7946.68">25904 5182 456 0,'0'0'317'0,"-5"17"-99"0,2-9-18 0,-1 2-59 0,0-1-9 0,-1 1-46 0,3 0 18 15,2-10-39-15,-4 19 31 0,4-19-9 0,-4 17-10 16,4-17-8-16,0 19-15 0,0-19 9 16,4 19-12-16,-1-10-1 0,-3-9-6 0,8 20-3 15,-3-13-4-15,1 2 34 0,0-3-54 0,-6-6 44 16,10 11-52-16,-10-11 42 0,14 6-47 0,-14-6 34 15,16 4-42-15,-16-4 34 0,16-2-39 0,-16 2 2 16,19-11-5-16,-10 6 6 0,-1-6 2 0,1 0 1 16,-1-3 2-16,-2 1-2 0,-3-3-9 0,1-1-15 15,-2 1 31-15,-1 2-12 0,-1 2 28 0,-1-1-20 16,1 3 20-16,0 10-19 0,-5-17 15 16,5 17-17-16,-9-11 9 0,9 11-10 15,-14-6 17-15,14 6-4 0,-17 3-1 0,7 2-1 16,-3 3 1-16,-2 4-5 0,2 2-7 0,0 2 7 15,1 0 1-15,1 2 0 0,2 0 35 0,1 4-45 16,1-4 35-16,3 4-37 0,3-5 36 0,1 1-44 16,1-2 34-16,4 0-49 0,3-3-10 0,2 1-11 15,4-3-45-15,4-3-6 0,0-2-53 0,3-4-57 16,4-3-18-16,3-2-41 0,5-4-210 16,3-2 72-16</inkml:trace>
  <inkml:trace contextRef="#ctx0" brushRef="#br0" timeOffset="8298.69">26456 5186 510 0,'7'-11'389'0,"-5"2"-50"16,-2 9-105-16,4-15-33 0,-4 15-59 0,-2-13 9 16,2 13-55-16,-7-7 14 0,7 7-45 0,0 0 16 15,-15-4-21-15,15 4-3 0,-18 7-21 0,9-3 3 16,-3 7-7-16,2-1-8 0,0 5-4 0,-3-1-5 16,4 2 1-16,1 4-4 0,3-2-6 15,-2 2 8-15,4-4 43 0,1 1-53 0,2-1 44 16,2 0-48-16,1 2 44 0,4-3-51 0,0 1 40 15,2-2-52-15,1-3 52 0,4-1-55 0,-1-4 52 16,2 1-49-16,-1-4 47 0,-14-3-46 16,32 1 43-16,-13-3-46 0,4-3 36 0,-1-1-42 15,1-2 12-15,0 0 3 0,4-5 3 0,-4 2 5 16,-4 1 11-16,0-2 11 0,-3 2 9 0,-1 1 12 16,-3-1 5-16,-2 1 11 0,-3 0 2 0,1 2 8 15,-3-2 10-15,-1 0-16 0,-4 9 7 16,4-15-13-16,-4 15-3 0,-2-16-18 0,-2 7-2 15,-4-1-12-15,-2 0 2 0,-3 1-13 0,-4-2 5 16,-2 2-4-16,1 1-1 0,-2 0-11 0,-1 0-2 16,-2 2-17-16,3 3-14 0,-1 1-22 0,1 1-37 15,1 2-26-15,-4 2-20 0,0 3-49 0,-2 2-36 16,5 0-100-16,-2 2-351 0,3 0-206 16</inkml:trace>
  <inkml:trace contextRef="#ctx0" brushRef="#br0" timeOffset="8954.7">26264 5188 315 0,'0'0'336'0,"-5"-12"-63"15,5 12-87-15,-9-11 20 0,9 11-57 0,-10-8-12 16,10 8-32-16,-10-6 24 0,10 6-55 0,0 0 28 16,-22 0-55-16,22 0 31 0,-18 8-43 0,11-1 31 15,0 1-46-15,-1 0 32 0,3 5-10 0,0 1-7 16,3-2-16-16,0 3 2 0,5 1 7 16,0 2-5-16,4 2-1 0,2 0 33 0,0-1-45 15,4 2 35-15,1 3-44 0,1-2 34 16,-2-3-47-16,1-2 43 0,0 1-34 0,-2-2 30 15,-1-3-42-15,1 3 3 0,-4-4-3 0,0-1 14 16,-4-1-12-16,1-1 10 0,-5-9 3 0,0 16 6 16,0-16 1-16,-5 14 3 0,-1-6-6 0,6-8 6 15,-19 10-12-15,8-5 10 0,11-5-2 0,-29 2-4 16,29-2-9-16,-36 0-7 0,18-2-20 0,-1-2-9 16,4 0-45-16,-2-2-87 0,6 0-73 15,-1-2-350-15,7 0-130 0</inkml:trace>
  <inkml:trace contextRef="#ctx0" brushRef="#br0" timeOffset="9387.7">26859 5213 281 0,'9'-6'428'0,"-9"6"-161"0,9-7-16 16,-9 7-75-16,6-7 3 0,-6 7-58 16,8-6 36-16,-8 6-39 0,0 0 24 0,5-8-17 15,-5 8 2-15,0 0-18 0,0 0-20 0,0 0-26 16,0 0-3-16,0 0-19 0,0 0 6 0,0 0-17 16,4 16 7-16,-8-5-17 0,0 0-5 0,2 4 6 15,-1 2-6-15,-1-1 0 0,3 0-2 0,1 0-3 16,0-1 1-16,1 1 20 0,3 1-28 15,1-2 27-15,3 0-30 0,2-2 33 0,1-1-32 16,4-2 27-16,0-3-38 0,2-3 36 0,0 0-33 16,2-4 29-16,0-1-41 0,5-5 45 0,-1 0-39 15,0-2 3-15,-2-1 6 0,-1-2 17 0,3-6 31 16,-6 2 23-16,-2-1 9 0,-2-2 1 16,-2 0 5-16,-3 0-13 0,-4 2 5 0,-2 0-19 15,-2 2 9-15,-2-1-29 0,-3 1-4 0,-3 0-20 16,-3 0-13-16,-2 2-22 0,0 4-18 0,2-1-33 15,-2 2-36-15,-1 2-44 0,14 5-39 16,-21-4 17-16,21 4-63 0,0 0-44 0,-19 0-45 16,19 0-302-16,0 0-162 0</inkml:trace>
  <inkml:trace contextRef="#ctx0" brushRef="#br0" timeOffset="9719.7">27327 5107 19 0,'0'0'672'0,"0"0"-264"0,18-1-59 16,-18 1-126-16,0 0-23 0,0 0-65 0,0 0-3 16,19 1-49-16,-19-1 4 0,0 0-43 0,13 9 20 15,-13-9-40-15,12 11 24 0,-4-2-36 0,1 1 22 16,3 4-11-16,-1 0 0 0,0 0-11 0,-1 1 4 16,1 0 2-16,-2 1-9 0,1-5-2 0,-2 3-2 15,-1-3-5-15,-2-2 5 0,-1 2-7 0,0-1 7 16,-4-10 1-16,3 12 5 0,-3-12 11 0,2 12 32 15,-2-12 19-15,-3 8 27 0,3-8 29 16,0 0 4-16,-13 4 3 0,13-4-9 16,0 0-11-16,-19-7-14 0,19 7-7 0,-15-11-8 15,7 2-18-15,1-4 1 0,1 1-33 0,1-5-3 16,3 1-37-16,0-1-12 0,4-1-32 0,1-3-21 16,4 1-52-16,-1-1-44 0,4 2-31 0,3 1-32 15,1 1 22-15,0 2-58 0,4 0-65 0,3-4-82 16,-1 6-168-16,3 0-109 0</inkml:trace>
  <inkml:trace contextRef="#ctx0" brushRef="#br0" timeOffset="10534.73">27928 5117 138 0,'0'0'516'0,"12"-8"-196"0,-12 8-34 16,9-9-81-16,-9 9-1 0,0 0-68 0,7-8 17 15,-7 8-51-15,0 0 16 0,7-7-47 0,-7 7 7 16,0 0-39-16,0 0 21 0,0 0-36 0,0 0 21 16,0 0-37-16,0 0 25 0,-7 10-32 0,7-10 26 15,-5 14-31-15,5-14 20 0,-5 17-19 0,5-17 12 16,0 20-15-16,3-9 20 0,-1 0 0 0,3 3-1 15,1-1-6-15,0 1 2 0,0-3-3 0,2 3 0 16,-2-5-4-16,1 1 5 0,-2-1-10 16,0 0 9-16,-5-9-2 0,9 13 3 0,-9-13-6 15,6 8 4-15,-6-8 6 0,0 0 1 0,0 11-1 16,0-11-3-16,-6 7 1 0,6-7-8 16,-19 5-5-16,19-5 2 0,-30 0 7 0,14 0-3 15,-3-4-1-15,-3 0-13 0,0-1-9 0,4-1-45 16,-1-2 23-16,1-2-72 0,3 0 29 0,2-1-42 15,3 0-10-15,2 0-14 0,6 1 42 0,0 1 12 16,2 9 19-16,3-21 8 0,1 11 16 0,0 0 13 16,2 2 5-16,-1 0 27 0,-5 8 25 0,9-13 16 15,-9 13-2-15,8-10 26 0,-8 10 0 16,6-8 1-16,-6 8-3 0,0 0 12 0,0 0-5 16,6-6 43-16,-6 6-51 0,0 0 41 15,0 0-53-15,-2 13 38 0,2-13-41 0,-8 17 24 16,4-6-41-16,-3 3 27 0,-1 2-37 0,-3 1 4 15,0 1-9-15,2 1 28 0,-2 0-8 0,2 0-5 16,0-1-12-16,0 1-36 0,1 0-69 0,3-4-87 16,1 0-75-16,4-4-308 0,2-1-82 0</inkml:trace>
  <inkml:trace contextRef="#ctx0" brushRef="#br0" timeOffset="10874.73">28432 5104 254 0,'0'0'540'0,"0"0"-229"0,0 0-19 0,0 0-120 15,17 3-10-15,-17-3-61 0,2 10 15 16,-2-10-42-16,0 15 11 0,0-15-44 0,4 19 32 16,-1-8-43-16,-1 1 23 0,4-1-33 0,-3-1 22 15,5 4-22-15,-2-5 19 0,2 0-43 0,0 0 35 16,-1-3-37-16,1 2 28 0,-8-8-30 0,16 9 36 15,-16-9-35-15,17 3 29 0,-17-3-37 0,0 0 39 16,21-5-39-16,-21 5 27 0,11-11-32 0,-11 11 40 16,6-18-35-16,-4 7 33 0,-2-4-38 0,-2 0 38 15,-4-1-39-15,0-3 37 0,-7 3-44 16,0 1 45-16,-2 3-35 0,-3 2 37 16,-4 2-36-16,1 2 37 0,0 5-36 0,-6 4 35 15,-3 3-42-15,-1 7 39 0,0 2-34 0,-1 5 33 16,0 1-46-16,3 4 26 0,-6 8-36 0,3-1-23 15,7-3-57-15,1 0-73 0,2 2-34 0,1-1-298 16,-6 8-9-16</inkml:trace>
  <inkml:trace contextRef="#ctx0" brushRef="#br0" timeOffset="11225.74">26232 5922 215 0,'-17'5'602'0,"5"0"-191"16,12-5-95-16,-18 5-80 0,18-5-49 0,0 0-40 16,0 0-28-16,0 0-26 0,19-1-21 0,5-1 0 15,14-7-7-15,8 1-3 0,19-6-10 16,12 2-11-16,8-3 1 0,6 0-5 0,29-3 9 0,4 0 4 15,6 0-9-15,0-2-11 0,2 0-4 16,-2 2-7-16,-4-3-2 0,-10 3-5 0,-25 1 0 16,-4 2 19-16,-3 2 6 0,-6-2-5 0,-2 2 22 15,-6 2 5-15,-5 1-11 0,-5 3-9 0,-14-1-10 16,-6 3-3-16,-7 1-4 0,-6 0-15 16,-8 2-28-16,-19 2-12 0,23-2-19 0,-23 2-33 15,0 0-22-15,0 0-15 0,0 0-17 0,0 0-93 16,-23 8-27-16,-1-4-54 0,-8 2-275 0,-5 2-121 15</inkml:trace>
  <inkml:trace contextRef="#ctx0" brushRef="#br0" timeOffset="18441.23">17359 5817 194 0,'0'0'331'16,"0"0"-103"-16,0 0-11 0,0 0-47 0,0 0 27 15,10-4-51-15,-10 4 17 0,0 0-44 0,0 0 28 16,0 0-17-16,0 0-6 0,0 0 2 0,-2 12 12 16,2-12-18-16,0 0-28 0,0 0-11 15,-4 10-16-15,4-10-18 0,0 0-23 0,0 0 11 0,4 8-8 16,-4-8-5-16,14 7-2 0,-14-7-4 15,30 3-4-15,-1 0-4 0,9-2 5 0,3-1 2 16,8 0 1-16,4-3-4 0,20 1-9 0,4 0 2 16,6-5 2-16,1 4 0 0,7-3-2 0,1-1 0 15,2 2-1-15,-2 0-1 0,1-1-2 0,3 1 7 16,-2 1-4-16,0 2-1 0,-2-2-8 16,-6 1 8-16,-2 2-1 0,-5-1 3 0,-7-1 2 15,-7 2 5-15,-14 1 0 0,-6-1 1 0,-4 1-1 16,-10-1-1-16,-7 1-8 0,-2 0-1 0,-22 0-4 15,29 0 7-15,-29 0-5 0,22-2 2 16,-22 2-3-16,0 0-17 0,9-6-6 0,-9 6-7 16,-10-8 0-16,-4 2-3 0,-4-2 2 0,-5-1-6 15,-7-2 0-15,-2-5-4 0,-2 1 9 0,-1 0 8 16,2-2 3-16,-4-2 5 0,4 3 4 0,1-2 4 16,1 3 32-16,2 0-33 0,3 2 38 0,-1 0-29 15,5 3 27-15,2 1-27 0,2 1 53 0,3 1-27 16,4 4 38-16,11 3-27 0,-20-9 19 0,20 9-28 15,-14-6 12-15,14 6-32 0,0 0 25 16,0 0-28-16,0 0 19 0,0 0-21 0,0 0 2 16,12 15-2-16,7-5 2 31,5 4-3-31,7-1 3 16,2 2 7 15,3 1 11-16,1 1 3 1,0-1 1-16,1 0 4 0,1 2 4 0,-5-2-3 16,-1 0-1-16,-1 2-2 15,-4-2-2-15,-2 0-5 16,-4 2-7 0,-7-3-1-16,-2 1 0 0,-2 0-1 0,-4 2-6 0,-6-1-1 0,-2 1-2 0,-7 3 0 0,-7 5-6 0,-4 1-25 0,-7-1-49 0,-9 6-58 0,-3 0 4 0,0-3-85 0,-1 2-93 0,2-3-84 15,8-4-279-15,1-4-200 0</inkml:trace>
  <inkml:trace contextRef="#ctx0" brushRef="#br0" timeOffset="20794.27">19942 5734 194 0,'2'-11'486'0,"-2"0"-110"0,0 11-70 0,-2-19-72 0,2 19-45 16,-5-16-35-16,5 16-29 0,-6-15-15 15,6 15-18-15,-12-11-11 0,12 11-17 0,-15-6 6 16,15 6-27-16,-18 0-1 0,5 4-9 0,-1 1-6 16,-2 8-6-16,-1 2-5 0,-2 6 0 0,1 3-4 15,0 2-4-15,4 3-2 0,-1-1-6 16,3 0 7-16,5-4-3 0,1 0 0 0,4 0-1 16,3 0 1-16,3-4 0 0,5 2-4 0,2-3 4 15,6-3-4-15,5-1-20 0,5-1-2 0,-3-8-6 16,9-1-9-16,-2-5-16 0,6-1-13 0,-1-6-39 15,1-1 21-15,-3-2-9 0,-3-3 46 16,-3-2-21-16,-3 0 28 0,-5-2-16 0,-7-2 38 16,-3 1-6-16,-2-1 37 0,-7 2-20 0,-1-1 53 15,-1 0-15-15,-3 2 46 0,-1-3-35 0,-4 2 35 16,1 5-39-16,2-1 28 0,-2 2-3 0,0 3-14 16,3 0-6-16,5 8-5 0,-9-11-13 15,9 11 1-15,-6-9-7 0,6 9-5 0,0 0-1 16,0 0-4-16,0 0-1 0,0 0-5 0,0 0 4 15,17 10-9-15,-5-2 7 0,4 4 0 0,2 1-2 16,-2 2 1-16,6 1 1 0,0 2-3 0,-7-5 1 16,3 3 1-16,-4 1-4 0,0-2 3 0,-2 0-8 15,-3 0 7-15,-2-3-4 0,0-2 4 16,-4 0 0-16,-3-10 1 0,6 15 0 0,-6-15 0 16,1 13-3-16,-1-13 8 0,-4 9 3 0,4-9 10 15,0 0-3-15,-9 6 10 0,9-6-6 0,-9-5-4 16,9 5-3-16,-11-15-6 0,5 2-5 0,1-2-16 15,3-2-11-15,-1-1-7 0,3-2-4 16,1 1-4-16,2-4-3 0,1 3-9 0,1-1-18 16,3 4-49-16,-1 0 4 0,1 4-29 0,1 1 13 15,-1 1-8-15,2 2 2 0,-1 1 16 0,-1 2-2 16,-8 6 31-16,17-9 6 0,-17 9 11 0,16-3 16 16,-16 3 11-16,16-3 9 0,-16 3 10 15,0 0 14-15,17 1 18 0,-17-1 23 0,0 0 11 16,15 6 4-16,-15-6 9 0,9 10 6 0,-9-10 14 15,7 13-11-15,-7-13 16 0,9 17-15 0,-7-7 15 16,2 2-33-16,0-2 12 0,-2 0-20 16,1 1 33-16,1 0-44 0,0-1 33 0,-1 0-38 15,1 0 37-15,1 0-38 0,1 0 43 0,-1-2-48 16,0-1 40-16,-5-7-34 0,10 13 32 0,-10-13-35 16,13 8 30-16,-13-8-37 0,13 4 30 15,-13-4-39-15,0 0 31 0,19-4-36 0,-19 4 24 0,16-9-28 16,-9 0 32-16,-1 0-36 0,-1-5 32 0,-1-1-34 15,-1-1 32-15,-1-1-35 0,-2 4 37 16,-2-2-12-16,1 2 6 0,-2 1-4 0,-1 1-3 16,2 0-1-16,-4 5-3 0,6 6 2 0,-10-11-1 15,10 11-11-15,0 0 12 0,-25 6-5 16,12 2-32-16,0 6 42 0,1-1-27 0,1 5 30 16,2 1-33-16,0 0 34 0,2 1-3 0,1 2-11 15,4-2 5-15,2-1 5 0,1-2-3 0,6 1-2 16,3-2 0-16,2-3-2 0,5-1 0 0,2-3-11 15,4-5-7-15,3-1 8 0,3-3-44 0,7-4 37 16,0-3-38-16,1-3 45 0,-1-2-43 0,-2-3 44 16,-2-2-49-16,-1 0 61 0,-3-5-43 0,-6 3 49 15,0-3-38-15,-5 0 44 0,-5 2-34 16,-3-1 44-16,-1-1-28 0,-5 2 36 0,-1 4 1 16,-2 1 9-16,-3 4-1 0,1-2-1 15,-6 3-7-15,0 2-3 0,-1 1-6 0,-3 5-10 16,12 2 2-16,-28 0-8 0,12 3 1 0,-4 5-3 15,0 5 6-15,0-1-10 0,1 5 1 0,2 3-1 16,-2-1-7-16,9 0 6 0,-2-1-6 0,3 3 6 16,3-3-2-16,5-2 3 0,-1-1-2 0,5-3-1 15,2 2 0-15,0-3-5 0,7-1-4 0,-2-4 0 16,6 1-3-16,0-6-7 0,-16-1 4 0,37-3-3 16,-15-3-23-16,-2-3 25 0,-2-1-17 15,1-4 27-15,-2 0-25 0,-3-2 38 16,0-2-2-16,-3-1 0 0,0 0 4 0,-5-1 0 15,2 1 10-15,-3 4 1 0,-1 4 47 0,0 1 11 16,-4 10 2-16,3-17-13 0,-3 17-15 0,4-13-12 16,-4 13-10-16,0 0-4 0,0 0-11 0,0 0-1 15,0 0 2-15,-5 11-8 0,5-11-7 0,-5 21 4 16,5-10-4-16,-1 1-1 0,-2 1-3 0,3 1-6 16,3-2-21-16,-2 2-12 0,2-3-35 0,2 0-1 15,0-1-2-15,0-2-5 0,5-4-38 0,-10-4 16 16,17 6-58-16,-17-6-6 0,27-7-15 0,-10 0 6 15,0-5 31-15,1-4 11 16,-1-3 36-16,-2-6 19 0,-1-3 6 0,-1-1 39 16,-5-3 12-16,-2-3 25 0,-1-5 50 0,-1-2 15 15,1-1 26-15,-5-1-14 0,1 3 54 0,-1 2-26 16,0 8 42-16,0 4-14 0,0 4 23 0,-1 4-18 16,1 5-20-16,0 2-28 0,0 0-22 0,0 12-25 15,0-12-9-15,0 12-6 0,0 0 3 0,0 0-7 16,-1 16-5-16,-2-1-6 0,3 4-3 0,0 5 16 15,3 3 8-15,-2 5-37 0,-1 2 5 0,3 5-6 16,-1-1-14-16,-1 1-15 0,2-2-24 0,1 1-24 16,-2-5-11-16,1-5-63 0,1-2-48 15,2-2-15-15,-1-3-6 0,0-5-18 16,2-5-251-16,-2-2 52 0</inkml:trace>
  <inkml:trace contextRef="#ctx0" brushRef="#br0" timeOffset="21191.27">21351 5684 333 0,'2'-16'378'0,"1"4"-61"0,-2-2-43 0,3 1-46 15,-3 1-55-15,0 2-15 0,1-1-31 0,-2 11-5 16,1-17-25-16,-1 17-10 0,1-12-17 0,-1 12-15 16,1-10-11-16,-1 10-8 0,0 0-7 0,7-8-14 15,-7 8-3-15,0 0 5 0,16 2-5 16,-16-2-6-16,17 9-1 0,-4-4-1 0,-2 2-4 16,4-1-5-16,-1 2-1 0,1 1 8 15,3-2-2-15,-4 0 2 0,3-1-29 0,-2-3 32 16,0 0-29-16,-1 0 28 0,-14-3 3 0,27 1-8 15,-27-1 9-15,27-5-2 0,-27 5 4 0,23-9-2 16,-10 2 2-16,-3 0-1 0,-1-3-6 0,-1 0-3 16,-2 0 7-16,0-3 2 0,-3 1 38 0,0-3-41 15,-2 1 5-15,-4 1 0 0,2-3 0 0,-4 0 8 16,1 2 1-16,-1 5 3 0,0-1-15 16,-3 3 7-16,8 7-1 0,-18-4 0 0,18 4-6 15,-26 4 5-15,9 5-2 0,-4 4 27 16,0 4-40-16,3 3 9 0,-1 4-14 0,3 1 17 0,1 0-5 15,7-2 3-15,2-3 5 0,2 2 10 16,4-3-2-16,2 2 4 0,5-2-11 0,3-2 0 16,7-2-2-16,1-3-27 0,5-1-17 0,1-5-15 15,4 0-22-15,1-4-58 0,2 0-9 0,1-2-95 16,-1-2-46-16,-2-1-49 0,-1 1-192 0,-1-5 4 16</inkml:trace>
  <inkml:trace contextRef="#ctx0" brushRef="#br0" timeOffset="21879.75">19895 6667 226 0,'-2'-10'483'15,"-1"0"-86"-15,-1 0-54 0,2 1-68 16,2 9-16-16,-7-13-16 0,7 13-10 0,-5-14-25 16,5 14-30-16,-4-9-32 0,4 9-23 0,0 0-24 15,-5-8-21-15,5 8-19 0,0 0-6 0,0 0-10 16,-6 13-9-16,3-1-6 0,2 0-7 16,-2 7-4-16,0 1-5 0,0 2-1 0,1 2-3 15,-1-1-29-15,2 1-40 0,-2 0-21 0,3 0-73 16,-1 0-4-16,-1-6-54 0,1 0-45 0,1-3-45 15,0 0-39-15,0-5 11 0,0-10-155 0,-1 16 66 16</inkml:trace>
  <inkml:trace contextRef="#ctx0" brushRef="#br0" timeOffset="22063.76">19779 6809 115 0,'-11'-32'498'16,"0"1"-122"-16,-3 0-54 0,5 0-66 0,2 7-48 16,0 0-37-16,2 4-25 0,1 0-22 0,0 6-26 15,2 3-18-15,2 11-21 0,-3-15-4 0,3 15-18 16,0 0 1-16,12-5-4 0,-12 5-10 15,23 11-4-15,-5 1-2 0,1 0-3 0,5 4 3 16,1 2-8-16,0 0-5 0,3 1 3 0,-1 0-9 16,1 0 7-16,1 0 1 0,1-4-18 0,-3 1 4 15,-1-1-52-15,-4-5-49 0,-1-3-58 16,-1-2-46-16,-2-1-38 0,-18-4-34 0,30-1-201 16,-15-5 66-16</inkml:trace>
  <inkml:trace contextRef="#ctx0" brushRef="#br0" timeOffset="22234.76">20186 6446 458 0,'-8'-24'536'0,"1"4"-154"0,1 5-43 16,1 3-110-16,-1 2-7 0,-1 1-84 16,7 9 10-16,-9-9-70 0,9 9 18 0,0 0-59 15,0 0 18-15,-13 12-35 0,11-1-11 0,1 3 25 16,1 4-20-16,1 5-1 0,-1 3-1 0,5 0-2 16,0 7-2-16,0-1-4 0,3 1-15 15,-2 1-19-15,3-3-24 0,-2-1-35 0,0 0-77 16,1-3-86-16,2-4-46 0,-3-3-263 0,-1-4-74 15</inkml:trace>
  <inkml:trace contextRef="#ctx0" brushRef="#br0" timeOffset="22578.77">20345 6666 532 0,'0'0'531'16,"4"-16"-173"-16,-4 16-60 0,4-13-103 0,-4 13 7 15,1-10-89-15,-1 10-29 0,0 0-19 16,0 0-11-16,0 0-3 0,0 0-9 0,0 0-10 15,9 7-8-15,-9-7-6 0,10 16-7 0,-3-6 3 16,-1 1-10-16,2 2 5 0,2-4 0 0,0 1-2 16,1-2-2-16,-1-1-2 0,0 0-1 0,-10-7-3 15,17 7 3-15,-17-7-7 0,18 2 7 0,-18-2-5 16,16-7 1-16,-7 1-2 0,-1 0 1 0,-3-5-7 16,0-1 8-16,0-3-5 0,-2-1 6 0,-3-3 2 15,-2-3-3-15,-2-2 2 0,-2 0 0 0,0 2-9 16,-1-2 46-16,0 4-30 0,-2 1 30 15,1 3-47-15,2 4 56 0,-2 3-52 16,1 2 37-16,7 7-41 0,-13-6 39 0,13 6-44 16,-13 6 41-16,4 2-45 0,1 4 41 0,2 2-41 15,-1 4 41-15,1 3-46 0,2-1 9 0,3 1 36 16,0-2-49-16,1 0-12 0,1-1-31 0,0 1-19 16,2-1-65-16,1-1-60 0,-1 0-27 0,0-6-75 15,-1 1-160-15,-2-12 79 0</inkml:trace>
  <inkml:trace contextRef="#ctx0" brushRef="#br0" timeOffset="24607.8">10884 6509 265 0,'-6'-8'206'0,"6"8"-74"0,-10-11-24 0,10 11-23 15,-11-12-23-15,11 12-14 0,-14-10-11 0,14 10-6 16,-13-9-6-16,13 9-7 0,-13-9-3 0,13 9-1 16,-12-7 6-16,12 7-1 0,-9-6 2 0,9 6 2 15,0 0 2-15,-13-5 4 0,13 5 11 0,0 0-3 16,0 0-1-16,-17 4-5 0,17-4 9 15,-12 6 2-15,12-6 0 0,-9 8-7 0,9-8-6 16,-9 9-6-16,9-9 4 0,-8 6-4 0,8-6-1 16,0 0-2-16,-6 10-2 0,6-10-4 0,0 0-10 15,-2 9 11-15,2-9 0 0,0 0 1 16,5 9 8-16,-5-9-17 0,11 9 20 0,-11-9-18 16,17 8 19-16,-17-8-19 0,24 7 18 0,-9-4-18 15,4 1 11-15,-2-2-23 0,5 0 36 0,4 2-28 16,1-2 31-16,2-2-27 0,2 0 28 15,9 0-28-15,0-3 25 0,3-1-27 0,3 1 29 0,2-3-33 16,1 0 35-16,12 0-45 0,-12 0 32 16,10-2-21-16,1 0 33 0,-10 0-42 0,10 0 45 15,-12 2-40-15,2 0 39 0,9-1-39 0,-12-1 35 16,3 1-38-16,6-3 34 0,-9 1-38 0,0 0 37 16,-2-1-15-16,1-1 6 0,-3 1 0 0,1-2-5 15,-3 0 6-15,-3 1-4 0,0-3 0 0,1 0 31 16,-5-1-39-16,-1 2 0 0,-1-4-2 0,-1 2 2 15,-1-1-6-15,-5 1 1 0,1-2-9 0,-2 0 10 16,-1 0 0-16,-3-1-37 0,1 0 42 16,-2-1-32-16,-3-1 34 0,1-1-33 0,-4 1 31 15,3-2-33-15,-4 2 33 0,0 0-34 16,1 2 34-16,-3-3-35 0,1 2 33 0,0 0-36 16,-2-1 35-16,1 1-29 0,-2 2 34 0,-2-2-36 15,0 0 35-15,-1 2-32 0,-2 3 31 0,-1-2-38 16,-2 2 38-16,2-1-40 0,-2 1 30 0,0-1-33 15,-4-1 43-15,3 0-42 0,-1-1 39 0,0 0-36 16,-2 1 38-16,2-2-5 0,-2 1 0 0,0-4-6 16,-1 2 2-16,-1-2-2 0,3 0-4 0,-5 3-33 15,2-3 28-15,-1 2-22 0,0 1 28 0,-2-2-30 16,0 2 42-16,-2 1-44 0,-1-1 42 0,-1 2-34 16,0 0 32-16,-2 1-34 0,-3 1 29 0,1 0-29 15,-3 0 5-15,-4 2-7 0,0-2 3 0,1 4 13 16,-3 1-3-16,-3-1 2 15,0-1 0-15,4 5 1 0,-1-1 9 0,-6 0-9 16,4 2 3-16,-4 1 0 0,-4-2-3 0,9 4-7 16,-2 0-7-16,-1-2 21 0,2 1-1 0,-1 2-1 15,-1-2-2-15,1 2-3 0,-1 0 2 0,1 0 3 16,0 1-3-16,-2 1 3 0,0-1 0 0,1 1-1 16,-2 0-8-16,-4 3 11 0,-1-1-6 0,-4 1 5 15,4-1-5-15,-2 2 4 0,1 0-7 0,-2 1 5 16,2 2 0-16,1 1 3 0,0-1-1 0,-2 2 2 15,5 2 0-15,1-2-4 0,1 1 0 0,1 3 7 16,2-3 4-16,-1 3-6 0,1-1 1 16,1 1 2-16,-1 1 5 0,4 2-2 0,-3-1-4 15,1 0 4-15,-1 2 4 0,1-1-2 0,1 0-3 16,-1 2 6-16,3 1 0 0,-2-2-6 16,2 2-11-16,0-2 22 0,-2 3-6 0,4-3 4 15,-1 2 1-15,1 0-3 0,-1 0 1 0,2 2-1 16,1-4 0-16,0 2-7 0,4 0-3 0,2-3 8 15,1 0 5-15,3 0-5 0,-3 1 6 0,3-1-11 16,1 1 4-16,0 1 2 0,2-2 8 16,0 1-12-16,1-3 1 0,3-1 1 0,-2 3-7 0,2-1 9 15,1 0 4-15,-1 2 0 0,0-2-1 16,2 1 10-16,0 3-11 0,-1-3 10 0,2 1-8 16,0-2 7-16,0 0-9 0,0 2 11 0,2-1-11 15,0 0 9-15,1 1-9 0,1-1 20 0,0 4-16 16,3-3 16-16,0 1-18 0,-1-1 18 0,2 0-13 15,2 0 20-15,-1-1-20 0,3 0 32 0,1 0-33 16,0-2 21-16,3 0-32 0,-2-1 42 0,4 1-39 16,0-4 44-16,2 3-37 0,2-4 30 15,4 2-37-15,2 0 40 0,0-4-35 0,-2-1 34 16,3-4-36-16,0 1 35 0,0-1-54 0,3-2 43 16,2-1-23-16,-2-1 20 0,4-1-31 15,2-2 38-15,-4 1-38 0,-4-1 35 0,-4 0-40 0,2 2 38 16,-2-3-39-16,0 1 35 0,-3-1-37 15,-1 3 36-15,-6-2-40 0,-1 1 37 0,-15 3-41 16,22-2 40-16,-22 2-32 0,18-4 34 0,-18 4-38 16,0 0 37-16,21-2-36 0,-21 2 36 0,0 0-39 15,13-3 38-15,-13 3-32 0,0 0 20 0,0 0-26 16,0 0 36-16,16-3-40 0,-16 3 41 0,0 0-33 16,0 0 31-16,0 0-38 0,0 0 37 0,0 0-38 15,0 0 35-15,0 0-36 0,0 0 25 0,0 0-100 16,10 6-77-16,-10-6-112 0,-12 8-223 15,3 0 21-15</inkml:trace>
  <inkml:trace contextRef="#ctx0" brushRef="#br0" timeOffset="30346.99">20606 9305 19 0,'0'0'579'0,"0"0"-176"15,-6 10-89-15,6-10-69 0,0 0-57 16,0 0-33-16,-4 9-28 0,4-9-15 16,0 0-22-16,0 0 41 0,0 0-70 0,0 0 35 0,0 0-59 15,22-13-4-15,3 1-8 0,5-6-3 0,14-6-7 16,6-2 2-16,8-5-10 0,6-2 6 16,6-2-5-16,20-10-5 0,6 0-11 0,0 2-19 15,1-3-29-15,-1 7-16 0,-3-3-41 0,-20 11-69 16,1 1-38-16,-5 4-36 0,-5-1-260 0,-4 8 12 15</inkml:trace>
  <inkml:trace contextRef="#ctx0" brushRef="#br0" timeOffset="31367.01">14694 11733 681 0,'0'0'419'0,"-11"8"-50"16,11-8-133-16,-7 6 3 0,7-6-92 16,0 0 25-16,-9 8-67 0,9-8 35 0,0 0-62 15,0 0 17-15,0 0-50 0,18-9 21 0,7-5-18 16,7-3-2-16,17-8 10 0,10-4 7 0,7-5 12 16,24-8 5-16,6-2 2 0,6 0-4 0,3-1-5 15,-2 1-3-15,2 3-8 0,-5 0 2 16,-4 5-10-16,-19 6 12 0,-3 3-2 0,-4 1 3 15,-2 2-2-15,-4 1 1 0,-5 4 1 0,-5 0 1 16,-5 3-9-16,-10 2-9 0,-5 2-8 0,-3 1-9 16,-7 4-5-16,-3 0-7 0,-5 2-2 0,-2 1-3 15,-3 0-8-15,-11 4 4 0,19-6-3 16,-19 6-5-16,14-5 3 0,-14 5-2 0,0 0-1 16,16-5-10-16,-16 5-13 0,0 0-19 0,0 0-24 15,13-4-42-15,-13 4-59 0,0 0-78 0,0 0 15 16,0 0-77-16,0 0-93 0,0 0-18 0,0 0-312 15,0 0-253-15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3" name="Google Shape;6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4" name="Google Shape;64;p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1632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9797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2990467e5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" name="Google Shape;71;g12990467e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2990467e5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g12990467e5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8833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2990467e5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" name="Google Shape;71;g12990467e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04542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8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400" cy="226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cxnSp>
        <p:nvCxnSpPr>
          <p:cNvPr id="25" name="Google Shape;25;p46"/>
          <p:cNvCxnSpPr/>
          <p:nvPr/>
        </p:nvCxnSpPr>
        <p:spPr>
          <a:xfrm>
            <a:off x="622300" y="1143000"/>
            <a:ext cx="10947400" cy="0"/>
          </a:xfrm>
          <a:prstGeom prst="straightConnector1">
            <a:avLst/>
          </a:prstGeom>
          <a:noFill/>
          <a:ln w="28575" cap="flat" cmpd="sng">
            <a:solidFill>
              <a:srgbClr val="095A8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46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95A8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9" name="Google Shape;29;p37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37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3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37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3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36" name="Google Shape;36;p38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38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38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38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3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38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3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7"/>
          <p:cNvSpPr txBox="1"/>
          <p:nvPr/>
        </p:nvSpPr>
        <p:spPr>
          <a:xfrm>
            <a:off x="0" y="0"/>
            <a:ext cx="508000" cy="6858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7"/>
          <p:cNvSpPr txBox="1"/>
          <p:nvPr/>
        </p:nvSpPr>
        <p:spPr>
          <a:xfrm>
            <a:off x="0" y="685800"/>
            <a:ext cx="508000" cy="6858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4="http://schemas.microsoft.com/office/powerpoint/2010/main">
    <mc:Choice Requires="p14">
      <p:transition spd="slow" p14:dur="34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/>
        </p:nvSpPr>
        <p:spPr>
          <a:xfrm>
            <a:off x="2096137" y="1885870"/>
            <a:ext cx="7999725" cy="1215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4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Virtual Class 4</a:t>
            </a:r>
            <a:endParaRPr sz="1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2096062" y="3101515"/>
            <a:ext cx="79998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RESTful Web Services</a:t>
            </a:r>
            <a:b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4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Rahul Dixit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>
            <a:spLocks noGrp="1"/>
          </p:cNvSpPr>
          <p:nvPr>
            <p:ph type="body" idx="1"/>
          </p:nvPr>
        </p:nvSpPr>
        <p:spPr>
          <a:xfrm>
            <a:off x="622300" y="1248493"/>
            <a:ext cx="10947400" cy="502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Learn about Spring Boot’s Database handling.</a:t>
            </a:r>
          </a:p>
          <a:p>
            <a:pPr marL="457200" lvl="2" indent="0">
              <a:spcBef>
                <a:spcPts val="0"/>
              </a:spcBef>
            </a:pPr>
            <a:r>
              <a:rPr lang="en-US" dirty="0"/>
              <a:t>JPA </a:t>
            </a:r>
          </a:p>
          <a:p>
            <a:pPr marL="457200" lvl="2" indent="0">
              <a:spcBef>
                <a:spcPts val="0"/>
              </a:spcBef>
            </a:pPr>
            <a:r>
              <a:rPr lang="en-US" dirty="0"/>
              <a:t>Mongo Atlas | Embedded Mongo</a:t>
            </a:r>
          </a:p>
          <a:p>
            <a:pPr marL="0" lvl="1" indent="0">
              <a:spcBef>
                <a:spcPts val="0"/>
              </a:spcBef>
              <a:buSzPts val="2400"/>
              <a:buChar char="•"/>
            </a:pPr>
            <a:endParaRPr lang="en-US" dirty="0"/>
          </a:p>
          <a:p>
            <a:pPr marL="0" lvl="1" indent="0">
              <a:spcBef>
                <a:spcPts val="0"/>
              </a:spcBef>
              <a:buSzPts val="2400"/>
              <a:buChar char="•"/>
            </a:pPr>
            <a:endParaRPr lang="en-US" dirty="0"/>
          </a:p>
          <a:p>
            <a:pPr marL="0" lvl="1" indent="0">
              <a:spcBef>
                <a:spcPts val="0"/>
              </a:spcBef>
              <a:buSzPts val="2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Learn about Spring Boot’s Restful Web Services</a:t>
            </a:r>
            <a:endParaRPr lang="en-US" sz="2400" dirty="0">
              <a:latin typeface="Calibri"/>
              <a:cs typeface="Calibri"/>
              <a:sym typeface="Calibri"/>
            </a:endParaRPr>
          </a:p>
          <a:p>
            <a:pPr marL="457200" lvl="2" indent="0">
              <a:spcBef>
                <a:spcPts val="0"/>
              </a:spcBef>
            </a:pPr>
            <a:r>
              <a:rPr lang="en-US" dirty="0"/>
              <a:t>Rest Controller          Request Mapping               Request Body</a:t>
            </a:r>
          </a:p>
          <a:p>
            <a:pPr marL="457200" lvl="2" indent="0">
              <a:spcBef>
                <a:spcPts val="0"/>
              </a:spcBef>
            </a:pPr>
            <a:r>
              <a:rPr lang="en-US" dirty="0"/>
              <a:t>Path Variable              Request Parameter            POST API</a:t>
            </a:r>
          </a:p>
          <a:p>
            <a:pPr marL="457200" lvl="2" indent="0">
              <a:spcBef>
                <a:spcPts val="0"/>
              </a:spcBef>
            </a:pPr>
            <a:r>
              <a:rPr lang="en-US" dirty="0"/>
              <a:t>PUT API                        DELETE API</a:t>
            </a:r>
          </a:p>
          <a:p>
            <a:pPr marL="457200" lvl="2" indent="0">
              <a:spcBef>
                <a:spcPts val="0"/>
              </a:spcBef>
            </a:pPr>
            <a:r>
              <a:rPr lang="en-US" dirty="0"/>
              <a:t>Introduction to RESTful Web Service :- Initializing RESTful Web Services</a:t>
            </a:r>
            <a:endParaRPr dirty="0"/>
          </a:p>
        </p:txBody>
      </p:sp>
      <p:sp>
        <p:nvSpPr>
          <p:cNvPr id="54" name="Google Shape;54;p2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3200" b="1" dirty="0">
                <a:latin typeface="Calibri"/>
                <a:ea typeface="Calibri"/>
                <a:cs typeface="Calibri"/>
                <a:sym typeface="Calibri"/>
              </a:rPr>
              <a:t>Agenda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0FD34D-EAF8-2597-1AA3-D3B295505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4842" y="1399154"/>
            <a:ext cx="10947400" cy="5114188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alibri" panose="020F0502020204030204" pitchFamily="34" charset="0"/>
              </a:rPr>
              <a:t>There are many ways to communicate with the database.</a:t>
            </a:r>
            <a:endParaRPr lang="en-US" sz="2800" dirty="0">
              <a:effectLst/>
              <a:latin typeface="Calibri" panose="020F0502020204030204" pitchFamily="34" charset="0"/>
            </a:endParaRPr>
          </a:p>
          <a:p>
            <a:pPr fontAlgn="ctr">
              <a:spcBef>
                <a:spcPts val="0"/>
              </a:spcBef>
            </a:pPr>
            <a:r>
              <a:rPr lang="en-US" sz="2800" b="1" i="0" dirty="0">
                <a:effectLst/>
                <a:latin typeface="Calibri" panose="020F0502020204030204" pitchFamily="34" charset="0"/>
              </a:rPr>
              <a:t>JDBC </a:t>
            </a:r>
          </a:p>
          <a:p>
            <a:pPr marL="742950" lvl="1" indent="-285750" fontAlgn="ctr">
              <a:spcBef>
                <a:spcPts val="0"/>
              </a:spcBef>
            </a:pPr>
            <a:r>
              <a:rPr lang="en-US" b="1" i="0" dirty="0">
                <a:solidFill>
                  <a:srgbClr val="ED7D31"/>
                </a:solidFill>
                <a:effectLst/>
                <a:latin typeface="Calibri" panose="020F0502020204030204" pitchFamily="34" charset="0"/>
              </a:rPr>
              <a:t>Write a lot of </a:t>
            </a:r>
            <a:r>
              <a:rPr lang="en-US" b="1" i="0" dirty="0" err="1">
                <a:solidFill>
                  <a:srgbClr val="ED7D31"/>
                </a:solidFill>
                <a:effectLst/>
                <a:latin typeface="Calibri" panose="020F0502020204030204" pitchFamily="34" charset="0"/>
              </a:rPr>
              <a:t>sql</a:t>
            </a:r>
            <a:r>
              <a:rPr lang="en-US" b="1" i="0" dirty="0">
                <a:solidFill>
                  <a:srgbClr val="ED7D31"/>
                </a:solidFill>
                <a:effectLst/>
                <a:latin typeface="Calibri" panose="020F0502020204030204" pitchFamily="34" charset="0"/>
              </a:rPr>
              <a:t> Queries </a:t>
            </a:r>
          </a:p>
          <a:p>
            <a:pPr marL="742950" lvl="1" indent="-285750" fontAlgn="ctr">
              <a:spcBef>
                <a:spcPts val="0"/>
              </a:spcBef>
            </a:pPr>
            <a:r>
              <a:rPr lang="en-US" b="1" i="0" dirty="0">
                <a:solidFill>
                  <a:srgbClr val="ED7D31"/>
                </a:solidFill>
                <a:effectLst/>
                <a:latin typeface="Calibri" panose="020F0502020204030204" pitchFamily="34" charset="0"/>
              </a:rPr>
              <a:t>And write lot of java code </a:t>
            </a:r>
          </a:p>
          <a:p>
            <a:pPr fontAlgn="ctr">
              <a:spcBef>
                <a:spcPts val="0"/>
              </a:spcBef>
            </a:pPr>
            <a:r>
              <a:rPr lang="en-US" sz="2800" b="1" i="0" dirty="0">
                <a:effectLst/>
                <a:latin typeface="Calibri" panose="020F0502020204030204" pitchFamily="34" charset="0"/>
              </a:rPr>
              <a:t>Spring JDBC</a:t>
            </a:r>
          </a:p>
          <a:p>
            <a:pPr marL="742950" lvl="1" indent="-285750" fontAlgn="ctr">
              <a:spcBef>
                <a:spcPts val="0"/>
              </a:spcBef>
            </a:pPr>
            <a:r>
              <a:rPr lang="en-US" b="1" i="0" dirty="0">
                <a:solidFill>
                  <a:srgbClr val="ED7D31"/>
                </a:solidFill>
                <a:effectLst/>
                <a:latin typeface="Calibri" panose="020F0502020204030204" pitchFamily="34" charset="0"/>
              </a:rPr>
              <a:t>Write a lot of </a:t>
            </a:r>
            <a:r>
              <a:rPr lang="en-US" b="1" i="0" dirty="0" err="1">
                <a:solidFill>
                  <a:srgbClr val="ED7D31"/>
                </a:solidFill>
                <a:effectLst/>
                <a:latin typeface="Calibri" panose="020F0502020204030204" pitchFamily="34" charset="0"/>
              </a:rPr>
              <a:t>sql</a:t>
            </a:r>
            <a:r>
              <a:rPr lang="en-US" b="1" i="0" dirty="0">
                <a:solidFill>
                  <a:srgbClr val="ED7D31"/>
                </a:solidFill>
                <a:effectLst/>
                <a:latin typeface="Calibri" panose="020F0502020204030204" pitchFamily="34" charset="0"/>
              </a:rPr>
              <a:t> Queries </a:t>
            </a:r>
          </a:p>
          <a:p>
            <a:pPr marL="742950" lvl="1" indent="-285750" fontAlgn="ctr">
              <a:spcBef>
                <a:spcPts val="0"/>
              </a:spcBef>
            </a:pPr>
            <a:r>
              <a:rPr lang="en-US" b="1" i="0" dirty="0">
                <a:solidFill>
                  <a:srgbClr val="ED7D31"/>
                </a:solidFill>
                <a:effectLst/>
                <a:latin typeface="Calibri" panose="020F0502020204030204" pitchFamily="34" charset="0"/>
              </a:rPr>
              <a:t>But Less Java Code</a:t>
            </a:r>
          </a:p>
          <a:p>
            <a:pPr fontAlgn="ctr">
              <a:spcBef>
                <a:spcPts val="0"/>
              </a:spcBef>
            </a:pPr>
            <a:r>
              <a:rPr lang="en-US" sz="2800" b="1" i="0" dirty="0">
                <a:effectLst/>
                <a:latin typeface="Calibri" panose="020F0502020204030204" pitchFamily="34" charset="0"/>
              </a:rPr>
              <a:t>JPA :</a:t>
            </a:r>
          </a:p>
          <a:p>
            <a:pPr marL="742950" lvl="1" indent="-285750" fontAlgn="ctr">
              <a:spcBef>
                <a:spcPts val="0"/>
              </a:spcBef>
            </a:pPr>
            <a:r>
              <a:rPr lang="en-US" b="1" i="0" dirty="0">
                <a:solidFill>
                  <a:srgbClr val="ED7D31"/>
                </a:solidFill>
                <a:effectLst/>
                <a:latin typeface="Calibri" panose="020F0502020204030204" pitchFamily="34" charset="0"/>
              </a:rPr>
              <a:t>Don’t worry to write queries </a:t>
            </a:r>
          </a:p>
          <a:p>
            <a:pPr marL="742950" lvl="1" indent="-285750" fontAlgn="ctr">
              <a:spcBef>
                <a:spcPts val="0"/>
              </a:spcBef>
            </a:pPr>
            <a:r>
              <a:rPr lang="en-US" b="1" i="0" dirty="0">
                <a:solidFill>
                  <a:srgbClr val="ED7D31"/>
                </a:solidFill>
                <a:effectLst/>
                <a:latin typeface="Calibri" panose="020F0502020204030204" pitchFamily="34" charset="0"/>
              </a:rPr>
              <a:t>Just map entities to table.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fontAlgn="ctr">
              <a:spcBef>
                <a:spcPts val="0"/>
              </a:spcBef>
            </a:pPr>
            <a:r>
              <a:rPr lang="en-US" sz="2800" b="1" i="0" dirty="0">
                <a:effectLst/>
                <a:latin typeface="Calibri" panose="020F0502020204030204" pitchFamily="34" charset="0"/>
              </a:rPr>
              <a:t>Spring Data JPA : </a:t>
            </a:r>
          </a:p>
          <a:p>
            <a:pPr marL="742950" lvl="1" indent="-285750" fontAlgn="ctr">
              <a:spcBef>
                <a:spcPts val="0"/>
              </a:spcBef>
            </a:pPr>
            <a:r>
              <a:rPr lang="en-US" b="1" i="0" dirty="0">
                <a:solidFill>
                  <a:srgbClr val="ED7D31"/>
                </a:solidFill>
                <a:effectLst/>
                <a:latin typeface="Calibri" panose="020F0502020204030204" pitchFamily="34" charset="0"/>
              </a:rPr>
              <a:t>I will take care of everything</a:t>
            </a:r>
          </a:p>
          <a:p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031DE6-3699-C892-17AD-9E10C44D9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Communicate with database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EC7A662-7B22-102B-88C6-88FE2D9F4067}"/>
                  </a:ext>
                </a:extLst>
              </p14:cNvPr>
              <p14:cNvContentPartPr/>
              <p14:nvPr/>
            </p14:nvContentPartPr>
            <p14:xfrm>
              <a:off x="1026000" y="4374720"/>
              <a:ext cx="10892880" cy="2259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EC7A662-7B22-102B-88C6-88FE2D9F40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6640" y="4365360"/>
                <a:ext cx="10911600" cy="227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6216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/>
        </p:nvSpPr>
        <p:spPr>
          <a:xfrm>
            <a:off x="2096137" y="1885870"/>
            <a:ext cx="7999725" cy="1215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Connect Application With Embedded Mongo Atlas</a:t>
            </a:r>
            <a:endParaRPr sz="1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2096062" y="3101515"/>
            <a:ext cx="79998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>
            <a:spLocks noGrp="1"/>
          </p:cNvSpPr>
          <p:nvPr>
            <p:ph type="body" idx="1"/>
          </p:nvPr>
        </p:nvSpPr>
        <p:spPr>
          <a:xfrm>
            <a:off x="622301" y="1626593"/>
            <a:ext cx="5701924" cy="26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lvl="0" indent="-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lang="en-IN" sz="2400" dirty="0">
                <a:latin typeface="Calibri"/>
                <a:cs typeface="Calibri"/>
                <a:sym typeface="Calibri"/>
              </a:rPr>
              <a:t>Add Dependency</a:t>
            </a:r>
          </a:p>
          <a:p>
            <a:pPr marL="514350" lvl="0" indent="-5143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lang="en-IN" sz="2400" dirty="0">
                <a:latin typeface="Calibri"/>
                <a:cs typeface="Calibri"/>
                <a:sym typeface="Calibri"/>
              </a:rPr>
              <a:t>Write Configuration </a:t>
            </a:r>
          </a:p>
          <a:p>
            <a:pPr marL="971550" lvl="1" indent="-514350">
              <a:spcBef>
                <a:spcPts val="1200"/>
              </a:spcBef>
              <a:buSzPts val="2400"/>
            </a:pPr>
            <a:r>
              <a:rPr lang="en-IN" sz="2400" dirty="0">
                <a:latin typeface="Calibri"/>
                <a:cs typeface="Calibri"/>
                <a:sym typeface="Calibri"/>
              </a:rPr>
              <a:t>Properties file</a:t>
            </a:r>
          </a:p>
          <a:p>
            <a:pPr marL="514350" lvl="0" indent="-5143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Create Entity to be persist</a:t>
            </a:r>
          </a:p>
          <a:p>
            <a:pPr marL="514350" lvl="0" indent="-5143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Create Class </a:t>
            </a: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Repository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3200" b="1" dirty="0">
                <a:latin typeface="Calibri"/>
                <a:ea typeface="Calibri"/>
                <a:cs typeface="Calibri"/>
                <a:sym typeface="Calibri"/>
              </a:rPr>
              <a:t>Steps</a:t>
            </a:r>
            <a:endParaRPr sz="3200"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58745F-ED72-8153-A9A0-A84E3E365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623" y="1153551"/>
            <a:ext cx="10947400" cy="5050939"/>
          </a:xfrm>
        </p:spPr>
        <p:txBody>
          <a:bodyPr/>
          <a:lstStyle/>
          <a:p>
            <a:r>
              <a:rPr lang="en-US" dirty="0"/>
              <a:t>Flap doodle Dependency: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&lt;!-- https://mvnrepository.com/artifact/de.flapdoodle.embed/de.flapdoodle.embed.mongo --&gt;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de.flapdoodle.embed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&gt;de.flapdoodle.embed.mongo.spring30x&lt;/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&gt;4.9.3&lt;/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Starter Mongo Db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800" dirty="0"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org.springframework.boot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800" dirty="0"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&gt;spring-boot-starter-data-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800" dirty="0"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800" dirty="0"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534F4C-7342-38E0-9EEC-AD6A40745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Connect Embedded Mongo Using Spring Data </a:t>
            </a:r>
            <a:r>
              <a:rPr lang="en-US" sz="4000" dirty="0" err="1"/>
              <a:t>Jpa</a:t>
            </a:r>
            <a:endParaRPr lang="en-US" sz="4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28DEE1D-C53B-67E0-61D4-97705EA04BBC}"/>
                  </a:ext>
                </a:extLst>
              </p14:cNvPr>
              <p14:cNvContentPartPr/>
              <p14:nvPr/>
            </p14:nvContentPartPr>
            <p14:xfrm>
              <a:off x="236520" y="2354760"/>
              <a:ext cx="365400" cy="331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28DEE1D-C53B-67E0-61D4-97705EA04B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7160" y="2345400"/>
                <a:ext cx="384120" cy="333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7009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/>
        </p:nvSpPr>
        <p:spPr>
          <a:xfrm>
            <a:off x="2096137" y="1885870"/>
            <a:ext cx="7999725" cy="1215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Connect Application With Mongo Atlas</a:t>
            </a:r>
            <a:endParaRPr sz="1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2096062" y="3101515"/>
            <a:ext cx="79998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898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/>
        </p:nvSpPr>
        <p:spPr>
          <a:xfrm>
            <a:off x="2096137" y="1885870"/>
            <a:ext cx="7999725" cy="1215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 Api Using Spring Boot</a:t>
            </a:r>
            <a:endParaRPr sz="1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2096062" y="3101515"/>
            <a:ext cx="79998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260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93906B-8A5B-3E9C-C32F-0AA6F42C1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3035002"/>
          </a:xfrm>
        </p:spPr>
        <p:txBody>
          <a:bodyPr/>
          <a:lstStyle/>
          <a:p>
            <a:r>
              <a:rPr lang="en-US" dirty="0"/>
              <a:t>RESTful web services are a popular architectural style for designing and implementing web APIs (Application Programming Interfaces). </a:t>
            </a:r>
          </a:p>
          <a:p>
            <a:pPr lvl="1"/>
            <a:r>
              <a:rPr lang="en-US" dirty="0"/>
              <a:t>REST, which stands for Representational State Transfer</a:t>
            </a:r>
          </a:p>
          <a:p>
            <a:pPr lvl="1"/>
            <a:r>
              <a:rPr lang="en-US" dirty="0"/>
              <a:t>provides a set of guidelines and constraints for building scalable, interoperable, and stateless web services.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9FB555-7601-D836-E177-316F3F33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RESTful Web Services</a:t>
            </a:r>
          </a:p>
        </p:txBody>
      </p:sp>
    </p:spTree>
    <p:extLst>
      <p:ext uri="{BB962C8B-B14F-4D97-AF65-F5344CB8AC3E}">
        <p14:creationId xmlns:p14="http://schemas.microsoft.com/office/powerpoint/2010/main" val="506318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EAF733-E4EC-A0FA-6193-7826DE77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5835769"/>
          </a:xfrm>
        </p:spPr>
        <p:txBody>
          <a:bodyPr/>
          <a:lstStyle/>
          <a:p>
            <a:r>
              <a:rPr lang="en-US" dirty="0"/>
              <a:t>Stateless: The server does not store any session or client-specific data between requests.</a:t>
            </a:r>
          </a:p>
          <a:p>
            <a:r>
              <a:rPr lang="en-US" dirty="0"/>
              <a:t>Client – Server Architecture : client is responsible for initiating requests and the server is responsible for processing those requests and returning responses.</a:t>
            </a:r>
          </a:p>
          <a:p>
            <a:r>
              <a:rPr lang="en-US" dirty="0"/>
              <a:t>Uniform Interface : provides a set of standard HTTP methods (GET, POST, PUT, DELETE) to perform operations on resources.</a:t>
            </a:r>
          </a:p>
          <a:p>
            <a:r>
              <a:rPr lang="en-US" dirty="0"/>
              <a:t>Resource Oriented : clients can perform operations on these resources using the standard HTTP methods.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DB5362-BAB7-9271-8258-1ADC7BCF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Principle</a:t>
            </a:r>
          </a:p>
        </p:txBody>
      </p:sp>
    </p:spTree>
    <p:extLst>
      <p:ext uri="{BB962C8B-B14F-4D97-AF65-F5344CB8AC3E}">
        <p14:creationId xmlns:p14="http://schemas.microsoft.com/office/powerpoint/2010/main" val="2133395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C8ACFD-F66B-A865-C73B-A0D1A18CE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5189438"/>
          </a:xfrm>
        </p:spPr>
        <p:txBody>
          <a:bodyPr/>
          <a:lstStyle/>
          <a:p>
            <a:r>
              <a:rPr lang="en-US" dirty="0"/>
              <a:t>Scalability : RESTful services are inherently scalable due to their stateless nature. </a:t>
            </a:r>
          </a:p>
          <a:p>
            <a:r>
              <a:rPr lang="en-US" dirty="0"/>
              <a:t>Interoperability : RESTful web services can be consumed by clients written in different programming languages and running on different platforms. They communicate over standard protocols like HTTP, making them highly interoperable.</a:t>
            </a:r>
          </a:p>
          <a:p>
            <a:r>
              <a:rPr lang="en-US" dirty="0"/>
              <a:t>Simplicity : RESTful services follow a simple and intuitive design approach, leveraging the existing capabilities of the HTTP protocol.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D1881F-F031-D81D-880A-09D989404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1226857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FD2B89-CA77-A77B-BF25-D59E9A980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773940"/>
          </a:xfrm>
        </p:spPr>
        <p:txBody>
          <a:bodyPr/>
          <a:lstStyle/>
          <a:p>
            <a:r>
              <a:rPr lang="en-US" dirty="0"/>
              <a:t>Identifying Resources (/users, /users/{id}/posts) </a:t>
            </a:r>
          </a:p>
          <a:p>
            <a:r>
              <a:rPr lang="en-US" dirty="0"/>
              <a:t>Identifying Actions (GET, POST, PUT, DELETE, ...) </a:t>
            </a:r>
          </a:p>
          <a:p>
            <a:r>
              <a:rPr lang="en-US" dirty="0"/>
              <a:t>Defining Request and Response structures Using appropriate Response Status (200, 404, 500, ..) </a:t>
            </a:r>
          </a:p>
          <a:p>
            <a:r>
              <a:rPr lang="en-US" dirty="0"/>
              <a:t>Understanding REST API Best Practices Thinking from the perspective of your consumer Validation, Internationalization - i18n, Exception Handling, HATEOAS, Versioning, Documentation, Content Negotiation and a lot more!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BBF072-80C3-F02A-D104-3A7CEF6E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Rest Api</a:t>
            </a:r>
          </a:p>
        </p:txBody>
      </p:sp>
    </p:spTree>
    <p:extLst>
      <p:ext uri="{BB962C8B-B14F-4D97-AF65-F5344CB8AC3E}">
        <p14:creationId xmlns:p14="http://schemas.microsoft.com/office/powerpoint/2010/main" val="8088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79020B-8939-123A-06DA-7AC2250E6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5230475"/>
          </a:xfrm>
        </p:spPr>
        <p:txBody>
          <a:bodyPr/>
          <a:lstStyle/>
          <a:p>
            <a:r>
              <a:rPr lang="en-US" dirty="0"/>
              <a:t>Build 3 Simple Hello World REST API </a:t>
            </a:r>
          </a:p>
          <a:p>
            <a:pPr lvl="1"/>
            <a:r>
              <a:rPr lang="en-US" dirty="0"/>
              <a:t>Understand the magic of Spring Boot </a:t>
            </a:r>
          </a:p>
          <a:p>
            <a:pPr lvl="1"/>
            <a:r>
              <a:rPr lang="en-US" dirty="0"/>
              <a:t>Understand fundamentals of building REST API with Spring Boot @RestController, @RequestMapping, @PathVariable, JSON </a:t>
            </a:r>
          </a:p>
          <a:p>
            <a:r>
              <a:rPr lang="en-US" dirty="0"/>
              <a:t>conversion 2: Build a REST API for a Social Media Application </a:t>
            </a:r>
          </a:p>
          <a:p>
            <a:pPr lvl="1"/>
            <a:r>
              <a:rPr lang="en-US" dirty="0"/>
              <a:t>Design and Build a Great REST API </a:t>
            </a:r>
          </a:p>
          <a:p>
            <a:pPr lvl="2"/>
            <a:r>
              <a:rPr lang="en-US" dirty="0"/>
              <a:t>Choosing the right URI for resources (/users, /users/{id}, /users/{id}/posts) </a:t>
            </a:r>
          </a:p>
          <a:p>
            <a:pPr lvl="2"/>
            <a:r>
              <a:rPr lang="en-US" dirty="0"/>
              <a:t>Choosing the right request method for actions (GET, POST, PUT, DELETE, ..) </a:t>
            </a:r>
          </a:p>
          <a:p>
            <a:pPr lvl="2"/>
            <a:r>
              <a:rPr lang="en-US" dirty="0"/>
              <a:t>Designing Request and Response structures </a:t>
            </a:r>
          </a:p>
          <a:p>
            <a:pPr lvl="2"/>
            <a:r>
              <a:rPr lang="en-US" dirty="0"/>
              <a:t>Implementing Security, Validation and Exception Handling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455A67-C5F0-107D-3568-864DC5B6F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Project </a:t>
            </a:r>
          </a:p>
        </p:txBody>
      </p:sp>
    </p:spTree>
    <p:extLst>
      <p:ext uri="{BB962C8B-B14F-4D97-AF65-F5344CB8AC3E}">
        <p14:creationId xmlns:p14="http://schemas.microsoft.com/office/powerpoint/2010/main" val="2253555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53FE8-5364-CEFA-25FA-DEA4A378B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3173502"/>
          </a:xfrm>
        </p:spPr>
        <p:txBody>
          <a:bodyPr/>
          <a:lstStyle/>
          <a:p>
            <a:r>
              <a:rPr lang="en-US" dirty="0"/>
              <a:t>Build Advanced REST API Features </a:t>
            </a:r>
          </a:p>
          <a:p>
            <a:pPr lvl="1"/>
            <a:r>
              <a:rPr lang="en-US" dirty="0"/>
              <a:t>Internationalization, HATEOAS, Versioning, Documentation, Content Negotiation, ... </a:t>
            </a:r>
          </a:p>
          <a:p>
            <a:r>
              <a:rPr lang="en-US" dirty="0"/>
              <a:t>Connect your REST API to a Database Fundamentals of JPA and Hibernate Use H2 and MySQL as databases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0653FB-D963-7F8F-51CB-D7B931DB9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82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23CE9A-6B67-07A0-78EE-90573068E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625181"/>
          </a:xfrm>
        </p:spPr>
        <p:txBody>
          <a:bodyPr/>
          <a:lstStyle/>
          <a:p>
            <a:r>
              <a:rPr lang="en-US" dirty="0"/>
              <a:t>Let's explore some Spring Boot Magic: Enable Debug Logging</a:t>
            </a:r>
          </a:p>
          <a:p>
            <a:r>
              <a:rPr lang="en-US" dirty="0"/>
              <a:t>How are our requests handled?</a:t>
            </a:r>
          </a:p>
          <a:p>
            <a:pPr lvl="1"/>
            <a:r>
              <a:rPr lang="en-US" dirty="0" err="1"/>
              <a:t>DispatcherServlet</a:t>
            </a:r>
            <a:r>
              <a:rPr lang="en-US" dirty="0"/>
              <a:t> - Front Controller Pattern </a:t>
            </a:r>
          </a:p>
          <a:p>
            <a:pPr lvl="2"/>
            <a:r>
              <a:rPr lang="en-US" dirty="0"/>
              <a:t>Mapping servlets: </a:t>
            </a:r>
            <a:r>
              <a:rPr lang="en-US" dirty="0" err="1"/>
              <a:t>dispatcherServlet</a:t>
            </a:r>
            <a:r>
              <a:rPr lang="en-US" dirty="0"/>
              <a:t> </a:t>
            </a:r>
            <a:r>
              <a:rPr lang="en-US" dirty="0" err="1"/>
              <a:t>urls</a:t>
            </a:r>
            <a:r>
              <a:rPr lang="en-US" dirty="0"/>
              <a:t>=[/] </a:t>
            </a:r>
          </a:p>
          <a:p>
            <a:pPr lvl="2"/>
            <a:r>
              <a:rPr lang="en-US" dirty="0"/>
              <a:t>Auto Configuration (</a:t>
            </a:r>
            <a:r>
              <a:rPr lang="en-US" dirty="0" err="1"/>
              <a:t>DispatcherServletAutoConfiguration</a:t>
            </a:r>
            <a:r>
              <a:rPr lang="en-US" dirty="0"/>
              <a:t>)</a:t>
            </a:r>
          </a:p>
          <a:p>
            <a:r>
              <a:rPr lang="en-US" dirty="0"/>
              <a:t>How does </a:t>
            </a:r>
            <a:r>
              <a:rPr lang="en-US" dirty="0" err="1"/>
              <a:t>HelloWorldBean</a:t>
            </a:r>
            <a:r>
              <a:rPr lang="en-US" dirty="0"/>
              <a:t> object get converted to JSON?</a:t>
            </a:r>
          </a:p>
          <a:p>
            <a:pPr lvl="1"/>
            <a:r>
              <a:rPr lang="en-US" dirty="0"/>
              <a:t>@ResponseBody + </a:t>
            </a:r>
            <a:r>
              <a:rPr lang="en-US" dirty="0" err="1"/>
              <a:t>JacksonHttpMessageConverters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Auto Configuration (</a:t>
            </a:r>
            <a:r>
              <a:rPr lang="en-US" dirty="0" err="1"/>
              <a:t>JacksonHttpMessageConvertersConfiguration</a:t>
            </a:r>
            <a:r>
              <a:rPr lang="en-US" dirty="0"/>
              <a:t>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D70D59-1869-D7C9-4FBD-D3AD58CBD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Happening in the Background?</a:t>
            </a:r>
          </a:p>
        </p:txBody>
      </p:sp>
    </p:spTree>
    <p:extLst>
      <p:ext uri="{BB962C8B-B14F-4D97-AF65-F5344CB8AC3E}">
        <p14:creationId xmlns:p14="http://schemas.microsoft.com/office/powerpoint/2010/main" val="2184624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572D55-3E50-3AFE-F575-79B4CAA99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3111946"/>
          </a:xfrm>
        </p:spPr>
        <p:txBody>
          <a:bodyPr/>
          <a:lstStyle/>
          <a:p>
            <a:r>
              <a:rPr lang="en-US" dirty="0"/>
              <a:t>Who is configuring error mapping?</a:t>
            </a:r>
          </a:p>
          <a:p>
            <a:pPr lvl="1"/>
            <a:r>
              <a:rPr lang="en-US" dirty="0"/>
              <a:t>Auto Configuration (</a:t>
            </a:r>
            <a:r>
              <a:rPr lang="en-US" dirty="0" err="1"/>
              <a:t>ErrorMvcAutoConfiguration</a:t>
            </a:r>
            <a:r>
              <a:rPr lang="en-US" dirty="0"/>
              <a:t>)</a:t>
            </a:r>
          </a:p>
          <a:p>
            <a:r>
              <a:rPr lang="en-US" dirty="0"/>
              <a:t>How are all jars available(Spring, Spring MVC, Jackson, Tomcat)?</a:t>
            </a:r>
          </a:p>
          <a:p>
            <a:pPr lvl="1"/>
            <a:r>
              <a:rPr lang="en-US" dirty="0"/>
              <a:t>Starter Projects - Spring Boot Starter Web (spring-</a:t>
            </a:r>
            <a:r>
              <a:rPr lang="en-US" dirty="0" err="1"/>
              <a:t>webmvc</a:t>
            </a:r>
            <a:r>
              <a:rPr lang="en-US" dirty="0"/>
              <a:t>, spring-web, </a:t>
            </a:r>
            <a:r>
              <a:rPr lang="en-US" dirty="0" err="1"/>
              <a:t>springboot</a:t>
            </a:r>
            <a:r>
              <a:rPr lang="en-US" dirty="0"/>
              <a:t>-starter-tomcat, spring-boot-starter-</a:t>
            </a:r>
            <a:r>
              <a:rPr lang="en-US" dirty="0" err="1"/>
              <a:t>json</a:t>
            </a:r>
            <a:r>
              <a:rPr lang="en-US" dirty="0"/>
              <a:t>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E23CCA-AAB3-407A-7560-7A425183C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11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EE1E51-2784-2E4B-5F3C-DDB5A35DC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343052"/>
          </a:xfrm>
        </p:spPr>
        <p:txBody>
          <a:bodyPr/>
          <a:lstStyle/>
          <a:p>
            <a:r>
              <a:rPr lang="en-US" dirty="0"/>
              <a:t>Build a REST API for a Social Media Application </a:t>
            </a:r>
          </a:p>
          <a:p>
            <a:r>
              <a:rPr lang="en-US" dirty="0"/>
              <a:t>Key Resources: </a:t>
            </a:r>
          </a:p>
          <a:p>
            <a:pPr lvl="1"/>
            <a:r>
              <a:rPr lang="en-US" dirty="0"/>
              <a:t>Student</a:t>
            </a:r>
          </a:p>
          <a:p>
            <a:pPr lvl="1"/>
            <a:r>
              <a:rPr lang="en-US" dirty="0"/>
              <a:t>Course</a:t>
            </a:r>
          </a:p>
          <a:p>
            <a:r>
              <a:rPr lang="en-US" dirty="0"/>
              <a:t>Details: </a:t>
            </a:r>
          </a:p>
          <a:p>
            <a:pPr lvl="1"/>
            <a:r>
              <a:rPr lang="en-US" dirty="0"/>
              <a:t>Student: id, name, email,  Course</a:t>
            </a:r>
          </a:p>
          <a:p>
            <a:pPr lvl="1"/>
            <a:r>
              <a:rPr lang="en-US" dirty="0"/>
              <a:t>Course: id, </a:t>
            </a:r>
            <a:r>
              <a:rPr lang="en-US" dirty="0" err="1"/>
              <a:t>cname</a:t>
            </a:r>
            <a:r>
              <a:rPr lang="en-US" dirty="0"/>
              <a:t>,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F7C322-76D8-3542-A9C5-F8C08D65C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Student </a:t>
            </a:r>
            <a:r>
              <a:rPr lang="en-US" dirty="0"/>
              <a:t>Rest Api With Crud Operation</a:t>
            </a:r>
          </a:p>
        </p:txBody>
      </p:sp>
    </p:spTree>
    <p:extLst>
      <p:ext uri="{BB962C8B-B14F-4D97-AF65-F5344CB8AC3E}">
        <p14:creationId xmlns:p14="http://schemas.microsoft.com/office/powerpoint/2010/main" val="4263262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C7A30D-350A-BBA0-B442-C8CA56FCE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2881114"/>
          </a:xfrm>
        </p:spPr>
        <p:txBody>
          <a:bodyPr/>
          <a:lstStyle/>
          <a:p>
            <a:r>
              <a:rPr lang="en-US" dirty="0"/>
              <a:t>GET - Retrieve details of a resource </a:t>
            </a:r>
          </a:p>
          <a:p>
            <a:r>
              <a:rPr lang="en-US" dirty="0"/>
              <a:t>POST - Create a new resource </a:t>
            </a:r>
          </a:p>
          <a:p>
            <a:r>
              <a:rPr lang="en-US" dirty="0"/>
              <a:t>PUT - Update an existing resource </a:t>
            </a:r>
          </a:p>
          <a:p>
            <a:r>
              <a:rPr lang="en-US" dirty="0"/>
              <a:t>PATCH - Update part of a resource D</a:t>
            </a:r>
          </a:p>
          <a:p>
            <a:r>
              <a:rPr lang="en-US" dirty="0"/>
              <a:t>DELETE - Delete a resource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7F7A35-4486-B11D-6C17-2814F07CE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Methods for REST API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83AD19-7E39-9218-A7D5-928EEB3529B6}"/>
                  </a:ext>
                </a:extLst>
              </p14:cNvPr>
              <p14:cNvContentPartPr/>
              <p14:nvPr/>
            </p14:nvContentPartPr>
            <p14:xfrm>
              <a:off x="1108080" y="1192680"/>
              <a:ext cx="9183600" cy="3039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83AD19-7E39-9218-A7D5-928EEB3529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8720" y="1183320"/>
                <a:ext cx="9202320" cy="305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6810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F0A442-C287-74B3-C555-5982859F4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3996804"/>
          </a:xfrm>
        </p:spPr>
        <p:txBody>
          <a:bodyPr/>
          <a:lstStyle/>
          <a:p>
            <a:r>
              <a:rPr lang="en-US" dirty="0"/>
              <a:t>Users REST API </a:t>
            </a:r>
          </a:p>
          <a:p>
            <a:pPr lvl="1"/>
            <a:r>
              <a:rPr lang="en-US" dirty="0"/>
              <a:t>Retrieve all Users </a:t>
            </a:r>
          </a:p>
          <a:p>
            <a:pPr lvl="2"/>
            <a:r>
              <a:rPr lang="en-US" dirty="0"/>
              <a:t>GET /students </a:t>
            </a:r>
          </a:p>
          <a:p>
            <a:pPr lvl="1"/>
            <a:r>
              <a:rPr lang="en-US" dirty="0"/>
              <a:t>Create a User </a:t>
            </a:r>
          </a:p>
          <a:p>
            <a:pPr lvl="2"/>
            <a:r>
              <a:rPr lang="en-US" dirty="0"/>
              <a:t>POST /students </a:t>
            </a:r>
          </a:p>
          <a:p>
            <a:pPr lvl="1"/>
            <a:r>
              <a:rPr lang="en-US" dirty="0"/>
              <a:t>Retrieve one User </a:t>
            </a:r>
          </a:p>
          <a:p>
            <a:pPr lvl="2"/>
            <a:r>
              <a:rPr lang="en-US" dirty="0"/>
              <a:t>GET /students/{id} -&gt; /students/1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AE7EAE-C97E-36BC-5362-9E56E8BC2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and methods</a:t>
            </a:r>
          </a:p>
        </p:txBody>
      </p:sp>
    </p:spTree>
    <p:extLst>
      <p:ext uri="{BB962C8B-B14F-4D97-AF65-F5344CB8AC3E}">
        <p14:creationId xmlns:p14="http://schemas.microsoft.com/office/powerpoint/2010/main" val="506792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4B7148-5029-73FE-390D-297479EB3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876532"/>
          </a:xfrm>
        </p:spPr>
        <p:txBody>
          <a:bodyPr/>
          <a:lstStyle/>
          <a:p>
            <a:pPr lvl="1"/>
            <a:r>
              <a:rPr lang="en-US" dirty="0"/>
              <a:t>Delete a User </a:t>
            </a:r>
          </a:p>
          <a:p>
            <a:pPr lvl="2"/>
            <a:r>
              <a:rPr lang="en-US" dirty="0"/>
              <a:t>DELETE /students/{id} -&gt; / students /1 </a:t>
            </a:r>
          </a:p>
          <a:p>
            <a:pPr lvl="1"/>
            <a:r>
              <a:rPr lang="en-US" dirty="0"/>
              <a:t>Posts REST API </a:t>
            </a:r>
          </a:p>
          <a:p>
            <a:pPr lvl="1"/>
            <a:r>
              <a:rPr lang="en-US" dirty="0"/>
              <a:t>Retrieve all posts for a User </a:t>
            </a:r>
          </a:p>
          <a:p>
            <a:pPr lvl="2"/>
            <a:r>
              <a:rPr lang="en-US" dirty="0"/>
              <a:t>GET / students /{id}/courses </a:t>
            </a:r>
          </a:p>
          <a:p>
            <a:pPr lvl="1"/>
            <a:r>
              <a:rPr lang="en-US" dirty="0"/>
              <a:t>Create a post for a User </a:t>
            </a:r>
          </a:p>
          <a:p>
            <a:pPr lvl="2"/>
            <a:r>
              <a:rPr lang="en-US" dirty="0"/>
              <a:t>POST / students /{id}/courses </a:t>
            </a:r>
          </a:p>
          <a:p>
            <a:pPr lvl="1"/>
            <a:r>
              <a:rPr lang="en-US" dirty="0"/>
              <a:t>Retrieve details of a post </a:t>
            </a:r>
          </a:p>
          <a:p>
            <a:pPr lvl="2"/>
            <a:r>
              <a:rPr lang="en-US" dirty="0"/>
              <a:t>GET / students /{id}/courses/{</a:t>
            </a:r>
            <a:r>
              <a:rPr lang="en-US" dirty="0" err="1"/>
              <a:t>post_id</a:t>
            </a: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0CA178-240F-BEAA-EDF2-0A90929A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&amp; Methods (continued…)</a:t>
            </a:r>
          </a:p>
        </p:txBody>
      </p:sp>
    </p:spTree>
    <p:extLst>
      <p:ext uri="{BB962C8B-B14F-4D97-AF65-F5344CB8AC3E}">
        <p14:creationId xmlns:p14="http://schemas.microsoft.com/office/powerpoint/2010/main" val="393228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0B3584-1CD1-5AE2-EB05-D82AE0367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2696448"/>
          </a:xfrm>
        </p:spPr>
        <p:txBody>
          <a:bodyPr/>
          <a:lstStyle/>
          <a:p>
            <a:r>
              <a:rPr lang="en-US" dirty="0"/>
              <a:t>Return the correct response status </a:t>
            </a:r>
          </a:p>
          <a:p>
            <a:pPr lvl="1"/>
            <a:r>
              <a:rPr lang="en-US" dirty="0"/>
              <a:t>Resource is not found =&gt; 404 </a:t>
            </a:r>
          </a:p>
          <a:p>
            <a:pPr lvl="1"/>
            <a:r>
              <a:rPr lang="en-US" dirty="0"/>
              <a:t>Server exception =&gt; 500 </a:t>
            </a:r>
          </a:p>
          <a:p>
            <a:pPr lvl="1"/>
            <a:r>
              <a:rPr lang="en-US" dirty="0"/>
              <a:t>Validation error =&gt; 400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464346-A318-C571-C1FE-C5D43CD1C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status for </a:t>
            </a:r>
            <a:r>
              <a:rPr lang="en-US" dirty="0" err="1"/>
              <a:t>RestApi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579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BD1572-CDD3-6093-ABAA-41B5C2943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727773"/>
          </a:xfrm>
        </p:spPr>
        <p:txBody>
          <a:bodyPr/>
          <a:lstStyle/>
          <a:p>
            <a:r>
              <a:rPr lang="en-US" dirty="0"/>
              <a:t>Important Response Statuses </a:t>
            </a:r>
          </a:p>
          <a:p>
            <a:pPr lvl="1"/>
            <a:r>
              <a:rPr lang="en-US" dirty="0"/>
              <a:t>200 — Success </a:t>
            </a:r>
          </a:p>
          <a:p>
            <a:pPr lvl="1"/>
            <a:r>
              <a:rPr lang="en-US" dirty="0"/>
              <a:t>201 — Created </a:t>
            </a:r>
          </a:p>
          <a:p>
            <a:pPr lvl="1"/>
            <a:r>
              <a:rPr lang="en-US" dirty="0"/>
              <a:t>204 — No Content </a:t>
            </a:r>
          </a:p>
          <a:p>
            <a:pPr lvl="1"/>
            <a:r>
              <a:rPr lang="en-US" dirty="0"/>
              <a:t>401 — Unauthorized (when authorization fails) </a:t>
            </a:r>
          </a:p>
          <a:p>
            <a:pPr lvl="1"/>
            <a:r>
              <a:rPr lang="en-US" dirty="0"/>
              <a:t>400 — Bad Request (such as validation error) </a:t>
            </a:r>
          </a:p>
          <a:p>
            <a:pPr lvl="1"/>
            <a:r>
              <a:rPr lang="en-US" dirty="0"/>
              <a:t>404 — Resource Not Found </a:t>
            </a:r>
          </a:p>
          <a:p>
            <a:pPr lvl="1"/>
            <a:r>
              <a:rPr lang="en-US" dirty="0"/>
              <a:t>500 — Server Error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0F017-B14C-DE52-0C9B-3C48DDD3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Status for Rest Api</a:t>
            </a:r>
          </a:p>
        </p:txBody>
      </p:sp>
    </p:spTree>
    <p:extLst>
      <p:ext uri="{BB962C8B-B14F-4D97-AF65-F5344CB8AC3E}">
        <p14:creationId xmlns:p14="http://schemas.microsoft.com/office/powerpoint/2010/main" val="57912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2990467e5a_0_0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300" cy="7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3200" b="1">
                <a:latin typeface="Calibri"/>
                <a:ea typeface="Calibri"/>
                <a:cs typeface="Calibri"/>
                <a:sym typeface="Calibri"/>
              </a:rPr>
              <a:t>5 min break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12990467e5a_0_0"/>
          <p:cNvSpPr/>
          <p:nvPr/>
        </p:nvSpPr>
        <p:spPr>
          <a:xfrm>
            <a:off x="9581211" y="5635599"/>
            <a:ext cx="23631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12990467e5a_0_0"/>
          <p:cNvSpPr txBox="1"/>
          <p:nvPr/>
        </p:nvSpPr>
        <p:spPr>
          <a:xfrm>
            <a:off x="622300" y="1707884"/>
            <a:ext cx="10947300" cy="42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5461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a 5 min break for you</a:t>
            </a:r>
            <a:endParaRPr/>
          </a:p>
          <a:p>
            <a:pPr marL="5461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Have a glass of water</a:t>
            </a:r>
            <a:endParaRPr/>
          </a:p>
          <a:p>
            <a:pPr marL="5461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 a deep breath</a:t>
            </a:r>
            <a:endParaRPr/>
          </a:p>
          <a:p>
            <a:pPr marL="5461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 down any doubt you have till now</a:t>
            </a:r>
            <a:endParaRPr/>
          </a:p>
          <a:p>
            <a:pPr marL="5461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Join back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marR="0" lvl="0" indent="-190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marR="0" lvl="0" indent="-190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marR="0" lvl="0" indent="-190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g12990467e5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5909" y="1707884"/>
            <a:ext cx="166687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990467e5a_0_35"/>
          <p:cNvSpPr txBox="1"/>
          <p:nvPr/>
        </p:nvSpPr>
        <p:spPr>
          <a:xfrm>
            <a:off x="2096062" y="2213395"/>
            <a:ext cx="79998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doubts?</a:t>
            </a: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12990467e5a_0_35"/>
          <p:cNvSpPr txBox="1"/>
          <p:nvPr/>
        </p:nvSpPr>
        <p:spPr>
          <a:xfrm>
            <a:off x="2096062" y="3101515"/>
            <a:ext cx="79998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/>
        </p:nvSpPr>
        <p:spPr>
          <a:xfrm>
            <a:off x="759655" y="1885870"/>
            <a:ext cx="10972800" cy="1215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5400" dirty="0"/>
              <a:t>Spring Boot with Microservices</a:t>
            </a:r>
            <a:endParaRPr sz="1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2096062" y="3101515"/>
            <a:ext cx="79998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7536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93906B-8A5B-3E9C-C32F-0AA6F42C1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850884"/>
          </a:xfrm>
        </p:spPr>
        <p:txBody>
          <a:bodyPr/>
          <a:lstStyle/>
          <a:p>
            <a:r>
              <a:rPr lang="en-US" dirty="0"/>
              <a:t>Understand the fundamentals of microservices.</a:t>
            </a:r>
          </a:p>
          <a:p>
            <a:r>
              <a:rPr lang="en-US" dirty="0"/>
              <a:t>Gain proficiency in creating a project structure suitable for microservices using Spring Boot.</a:t>
            </a:r>
          </a:p>
          <a:p>
            <a:r>
              <a:rPr lang="en-US" dirty="0"/>
              <a:t>Including building and deploying individual services, as well as managing their interactions and dependencies.</a:t>
            </a:r>
          </a:p>
          <a:p>
            <a:r>
              <a:rPr lang="en-US" dirty="0"/>
              <a:t>Develop an understanding of coding standards specific to microservices development, such as defining RESTful APIs, error handling, and versioning strategies.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9FB555-7601-D836-E177-316F3F33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2061679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C8ACFD-F66B-A865-C73B-A0D1A18CE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5189438"/>
          </a:xfrm>
        </p:spPr>
        <p:txBody>
          <a:bodyPr/>
          <a:lstStyle/>
          <a:p>
            <a:r>
              <a:rPr lang="en-US" dirty="0"/>
              <a:t>Scalability : RESTful services are inherently scalable due to their stateless nature. </a:t>
            </a:r>
          </a:p>
          <a:p>
            <a:r>
              <a:rPr lang="en-US" dirty="0"/>
              <a:t>Interoperability : RESTful web services can be consumed by clients written in different programming languages and running on different platforms. They communicate over standard protocols like HTTP, making them highly interoperable.</a:t>
            </a:r>
          </a:p>
          <a:p>
            <a:r>
              <a:rPr lang="en-US" dirty="0"/>
              <a:t>Simplicity : RESTful services follow a simple and intuitive design approach, leveraging the existing capabilities of the HTTP protocol.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D1881F-F031-D81D-880A-09D989404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1251810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FD2B89-CA77-A77B-BF25-D59E9A980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773940"/>
          </a:xfrm>
        </p:spPr>
        <p:txBody>
          <a:bodyPr/>
          <a:lstStyle/>
          <a:p>
            <a:r>
              <a:rPr lang="en-US" dirty="0"/>
              <a:t>Identifying Resources (/users, /users/{id}/posts) </a:t>
            </a:r>
          </a:p>
          <a:p>
            <a:r>
              <a:rPr lang="en-US" dirty="0"/>
              <a:t>Identifying Actions (GET, POST, PUT, DELETE, ...) </a:t>
            </a:r>
          </a:p>
          <a:p>
            <a:r>
              <a:rPr lang="en-US" dirty="0"/>
              <a:t>Defining Request and Response structures Using appropriate Response Status (200, 404, 500, ..) </a:t>
            </a:r>
          </a:p>
          <a:p>
            <a:r>
              <a:rPr lang="en-US" dirty="0"/>
              <a:t>Understanding REST API Best Practices Thinking from the perspective of your consumer Validation, Internationalization - i18n, Exception Handling, HATEOAS, Versioning, Documentation, Content Negotiation and a lot more!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BBF072-80C3-F02A-D104-3A7CEF6E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Rest Api</a:t>
            </a:r>
          </a:p>
        </p:txBody>
      </p:sp>
    </p:spTree>
    <p:extLst>
      <p:ext uri="{BB962C8B-B14F-4D97-AF65-F5344CB8AC3E}">
        <p14:creationId xmlns:p14="http://schemas.microsoft.com/office/powerpoint/2010/main" val="721542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79020B-8939-123A-06DA-7AC2250E6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5230475"/>
          </a:xfrm>
        </p:spPr>
        <p:txBody>
          <a:bodyPr/>
          <a:lstStyle/>
          <a:p>
            <a:r>
              <a:rPr lang="en-US" dirty="0"/>
              <a:t>Build 3 Simple Hello World REST API </a:t>
            </a:r>
          </a:p>
          <a:p>
            <a:pPr lvl="1"/>
            <a:r>
              <a:rPr lang="en-US" dirty="0"/>
              <a:t>Understand the magic of Spring Boot </a:t>
            </a:r>
          </a:p>
          <a:p>
            <a:pPr lvl="1"/>
            <a:r>
              <a:rPr lang="en-US" dirty="0"/>
              <a:t>Understand fundamentals of building REST API with Spring Boot @RestController, @RequestMapping, @PathVariable, JSON </a:t>
            </a:r>
          </a:p>
          <a:p>
            <a:r>
              <a:rPr lang="en-US" dirty="0"/>
              <a:t>conversion 2: Build a REST API for a Social Media Application </a:t>
            </a:r>
          </a:p>
          <a:p>
            <a:pPr lvl="1"/>
            <a:r>
              <a:rPr lang="en-US" dirty="0"/>
              <a:t>Design and Build a Great REST API </a:t>
            </a:r>
          </a:p>
          <a:p>
            <a:pPr lvl="2"/>
            <a:r>
              <a:rPr lang="en-US" dirty="0"/>
              <a:t>Choosing the right URI for resources (/users, /users/{id}, /users/{id}/posts) </a:t>
            </a:r>
          </a:p>
          <a:p>
            <a:pPr lvl="2"/>
            <a:r>
              <a:rPr lang="en-US" dirty="0"/>
              <a:t>Choosing the right request method for actions (GET, POST, PUT, DELETE, ..) </a:t>
            </a:r>
          </a:p>
          <a:p>
            <a:pPr lvl="2"/>
            <a:r>
              <a:rPr lang="en-US" dirty="0"/>
              <a:t>Designing Request and Response structures </a:t>
            </a:r>
          </a:p>
          <a:p>
            <a:pPr lvl="2"/>
            <a:r>
              <a:rPr lang="en-US" dirty="0"/>
              <a:t>Implementing Security, Validation and Exception Handling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455A67-C5F0-107D-3568-864DC5B6F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Project </a:t>
            </a:r>
          </a:p>
        </p:txBody>
      </p:sp>
    </p:spTree>
    <p:extLst>
      <p:ext uri="{BB962C8B-B14F-4D97-AF65-F5344CB8AC3E}">
        <p14:creationId xmlns:p14="http://schemas.microsoft.com/office/powerpoint/2010/main" val="1933697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53FE8-5364-CEFA-25FA-DEA4A378B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3173502"/>
          </a:xfrm>
        </p:spPr>
        <p:txBody>
          <a:bodyPr/>
          <a:lstStyle/>
          <a:p>
            <a:r>
              <a:rPr lang="en-US" dirty="0"/>
              <a:t>Build Advanced REST API Features </a:t>
            </a:r>
          </a:p>
          <a:p>
            <a:pPr lvl="1"/>
            <a:r>
              <a:rPr lang="en-US" dirty="0"/>
              <a:t>Internationalization, HATEOAS, Versioning, Documentation, Content Negotiation, ... </a:t>
            </a:r>
          </a:p>
          <a:p>
            <a:r>
              <a:rPr lang="en-US" dirty="0"/>
              <a:t>Connect your REST API to a Database Fundamentals of JPA and Hibernate Use H2 and MySQL as databases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0653FB-D963-7F8F-51CB-D7B931DB9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031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23CE9A-6B67-07A0-78EE-90573068E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625181"/>
          </a:xfrm>
        </p:spPr>
        <p:txBody>
          <a:bodyPr/>
          <a:lstStyle/>
          <a:p>
            <a:r>
              <a:rPr lang="en-US" dirty="0"/>
              <a:t>Let's explore some Spring Boot Magic: Enable Debug Logging</a:t>
            </a:r>
          </a:p>
          <a:p>
            <a:r>
              <a:rPr lang="en-US" dirty="0"/>
              <a:t>How are our requests handled?</a:t>
            </a:r>
          </a:p>
          <a:p>
            <a:pPr lvl="1"/>
            <a:r>
              <a:rPr lang="en-US" dirty="0" err="1"/>
              <a:t>DispatcherServlet</a:t>
            </a:r>
            <a:r>
              <a:rPr lang="en-US" dirty="0"/>
              <a:t> - Front Controller Pattern </a:t>
            </a:r>
          </a:p>
          <a:p>
            <a:pPr lvl="2"/>
            <a:r>
              <a:rPr lang="en-US" dirty="0"/>
              <a:t>Mapping servlets: </a:t>
            </a:r>
            <a:r>
              <a:rPr lang="en-US" dirty="0" err="1"/>
              <a:t>dispatcherServlet</a:t>
            </a:r>
            <a:r>
              <a:rPr lang="en-US" dirty="0"/>
              <a:t> </a:t>
            </a:r>
            <a:r>
              <a:rPr lang="en-US" dirty="0" err="1"/>
              <a:t>urls</a:t>
            </a:r>
            <a:r>
              <a:rPr lang="en-US" dirty="0"/>
              <a:t>=[/] </a:t>
            </a:r>
          </a:p>
          <a:p>
            <a:pPr lvl="2"/>
            <a:r>
              <a:rPr lang="en-US" dirty="0"/>
              <a:t>Auto Configuration (</a:t>
            </a:r>
            <a:r>
              <a:rPr lang="en-US" dirty="0" err="1"/>
              <a:t>DispatcherServletAutoConfiguration</a:t>
            </a:r>
            <a:r>
              <a:rPr lang="en-US" dirty="0"/>
              <a:t>)</a:t>
            </a:r>
          </a:p>
          <a:p>
            <a:r>
              <a:rPr lang="en-US" dirty="0"/>
              <a:t>How does </a:t>
            </a:r>
            <a:r>
              <a:rPr lang="en-US" dirty="0" err="1"/>
              <a:t>HelloWorldBean</a:t>
            </a:r>
            <a:r>
              <a:rPr lang="en-US" dirty="0"/>
              <a:t> object get converted to JSON?</a:t>
            </a:r>
          </a:p>
          <a:p>
            <a:pPr lvl="1"/>
            <a:r>
              <a:rPr lang="en-US" dirty="0"/>
              <a:t>@ResponseBody + </a:t>
            </a:r>
            <a:r>
              <a:rPr lang="en-US" dirty="0" err="1"/>
              <a:t>JacksonHttpMessageConverters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Auto Configuration (</a:t>
            </a:r>
            <a:r>
              <a:rPr lang="en-US" dirty="0" err="1"/>
              <a:t>JacksonHttpMessageConvertersConfiguration</a:t>
            </a:r>
            <a:r>
              <a:rPr lang="en-US" dirty="0"/>
              <a:t>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D70D59-1869-D7C9-4FBD-D3AD58CBD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Happening in the Background?</a:t>
            </a:r>
          </a:p>
        </p:txBody>
      </p:sp>
    </p:spTree>
    <p:extLst>
      <p:ext uri="{BB962C8B-B14F-4D97-AF65-F5344CB8AC3E}">
        <p14:creationId xmlns:p14="http://schemas.microsoft.com/office/powerpoint/2010/main" val="2151461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572D55-3E50-3AFE-F575-79B4CAA99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3111946"/>
          </a:xfrm>
        </p:spPr>
        <p:txBody>
          <a:bodyPr/>
          <a:lstStyle/>
          <a:p>
            <a:r>
              <a:rPr lang="en-US" dirty="0"/>
              <a:t>Who is configuring error mapping?</a:t>
            </a:r>
          </a:p>
          <a:p>
            <a:pPr lvl="1"/>
            <a:r>
              <a:rPr lang="en-US" dirty="0"/>
              <a:t>Auto Configuration (</a:t>
            </a:r>
            <a:r>
              <a:rPr lang="en-US" dirty="0" err="1"/>
              <a:t>ErrorMvcAutoConfiguration</a:t>
            </a:r>
            <a:r>
              <a:rPr lang="en-US" dirty="0"/>
              <a:t>)</a:t>
            </a:r>
          </a:p>
          <a:p>
            <a:r>
              <a:rPr lang="en-US" dirty="0"/>
              <a:t>How are all jars available(Spring, Spring MVC, Jackson, Tomcat)?</a:t>
            </a:r>
          </a:p>
          <a:p>
            <a:pPr lvl="1"/>
            <a:r>
              <a:rPr lang="en-US" dirty="0"/>
              <a:t>Starter Projects - Spring Boot Starter Web (spring-</a:t>
            </a:r>
            <a:r>
              <a:rPr lang="en-US" dirty="0" err="1"/>
              <a:t>webmvc</a:t>
            </a:r>
            <a:r>
              <a:rPr lang="en-US" dirty="0"/>
              <a:t>, spring-web, </a:t>
            </a:r>
            <a:r>
              <a:rPr lang="en-US" dirty="0" err="1"/>
              <a:t>springboot</a:t>
            </a:r>
            <a:r>
              <a:rPr lang="en-US" dirty="0"/>
              <a:t>-starter-tomcat, spring-boot-starter-</a:t>
            </a:r>
            <a:r>
              <a:rPr lang="en-US" dirty="0" err="1"/>
              <a:t>json</a:t>
            </a:r>
            <a:r>
              <a:rPr lang="en-US" dirty="0"/>
              <a:t>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E23CCA-AAB3-407A-7560-7A425183C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443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EE1E51-2784-2E4B-5F3C-DDB5A35DC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343052"/>
          </a:xfrm>
        </p:spPr>
        <p:txBody>
          <a:bodyPr/>
          <a:lstStyle/>
          <a:p>
            <a:r>
              <a:rPr lang="en-US" dirty="0"/>
              <a:t>Build a REST API for a Social Media Application </a:t>
            </a:r>
          </a:p>
          <a:p>
            <a:r>
              <a:rPr lang="en-US" dirty="0"/>
              <a:t>Key Resources: </a:t>
            </a:r>
          </a:p>
          <a:p>
            <a:pPr lvl="1"/>
            <a:r>
              <a:rPr lang="en-US" dirty="0"/>
              <a:t>Student</a:t>
            </a:r>
          </a:p>
          <a:p>
            <a:pPr lvl="1"/>
            <a:r>
              <a:rPr lang="en-US" dirty="0"/>
              <a:t>Course</a:t>
            </a:r>
          </a:p>
          <a:p>
            <a:r>
              <a:rPr lang="en-US" dirty="0"/>
              <a:t>Details: </a:t>
            </a:r>
          </a:p>
          <a:p>
            <a:pPr lvl="1"/>
            <a:r>
              <a:rPr lang="en-US" dirty="0"/>
              <a:t>Student: id, name, email,  Course</a:t>
            </a:r>
          </a:p>
          <a:p>
            <a:pPr lvl="1"/>
            <a:r>
              <a:rPr lang="en-US" dirty="0"/>
              <a:t>Course: id, </a:t>
            </a:r>
            <a:r>
              <a:rPr lang="en-US" dirty="0" err="1"/>
              <a:t>cname</a:t>
            </a:r>
            <a:r>
              <a:rPr lang="en-US" dirty="0"/>
              <a:t>,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F7C322-76D8-3542-A9C5-F8C08D65C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Rest Api With Crud Operation</a:t>
            </a:r>
          </a:p>
        </p:txBody>
      </p:sp>
    </p:spTree>
    <p:extLst>
      <p:ext uri="{BB962C8B-B14F-4D97-AF65-F5344CB8AC3E}">
        <p14:creationId xmlns:p14="http://schemas.microsoft.com/office/powerpoint/2010/main" val="2681067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C7A30D-350A-BBA0-B442-C8CA56FCE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2881114"/>
          </a:xfrm>
        </p:spPr>
        <p:txBody>
          <a:bodyPr/>
          <a:lstStyle/>
          <a:p>
            <a:r>
              <a:rPr lang="en-US" dirty="0"/>
              <a:t>GET - Retrieve details of a resource </a:t>
            </a:r>
          </a:p>
          <a:p>
            <a:r>
              <a:rPr lang="en-US" dirty="0"/>
              <a:t>POST - Create a new resource </a:t>
            </a:r>
          </a:p>
          <a:p>
            <a:r>
              <a:rPr lang="en-US" dirty="0"/>
              <a:t>PUT - Update an existing resource </a:t>
            </a:r>
          </a:p>
          <a:p>
            <a:r>
              <a:rPr lang="en-US" dirty="0"/>
              <a:t>PATCH - Update part of a resource D</a:t>
            </a:r>
          </a:p>
          <a:p>
            <a:r>
              <a:rPr lang="en-US" dirty="0"/>
              <a:t>DELETE - Delete a resource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7F7A35-4486-B11D-6C17-2814F07CE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Methods for REST API</a:t>
            </a:r>
          </a:p>
        </p:txBody>
      </p:sp>
    </p:spTree>
    <p:extLst>
      <p:ext uri="{BB962C8B-B14F-4D97-AF65-F5344CB8AC3E}">
        <p14:creationId xmlns:p14="http://schemas.microsoft.com/office/powerpoint/2010/main" val="11921418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F0A442-C287-74B3-C555-5982859F4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3996804"/>
          </a:xfrm>
        </p:spPr>
        <p:txBody>
          <a:bodyPr/>
          <a:lstStyle/>
          <a:p>
            <a:r>
              <a:rPr lang="en-US" dirty="0"/>
              <a:t>Users REST API </a:t>
            </a:r>
          </a:p>
          <a:p>
            <a:pPr lvl="1"/>
            <a:r>
              <a:rPr lang="en-US" dirty="0"/>
              <a:t>Retrieve all Users </a:t>
            </a:r>
          </a:p>
          <a:p>
            <a:pPr lvl="2"/>
            <a:r>
              <a:rPr lang="en-US" dirty="0"/>
              <a:t>GET /students </a:t>
            </a:r>
          </a:p>
          <a:p>
            <a:pPr lvl="1"/>
            <a:r>
              <a:rPr lang="en-US" dirty="0"/>
              <a:t>Create a User </a:t>
            </a:r>
          </a:p>
          <a:p>
            <a:pPr lvl="2"/>
            <a:r>
              <a:rPr lang="en-US" dirty="0"/>
              <a:t>POST /students </a:t>
            </a:r>
          </a:p>
          <a:p>
            <a:pPr lvl="1"/>
            <a:r>
              <a:rPr lang="en-US" dirty="0"/>
              <a:t>Retrieve one User </a:t>
            </a:r>
          </a:p>
          <a:p>
            <a:pPr lvl="2"/>
            <a:r>
              <a:rPr lang="en-US" dirty="0"/>
              <a:t>GET /students/{id} -&gt; /students/1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AE7EAE-C97E-36BC-5362-9E56E8BC2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and methods</a:t>
            </a:r>
          </a:p>
        </p:txBody>
      </p:sp>
    </p:spTree>
    <p:extLst>
      <p:ext uri="{BB962C8B-B14F-4D97-AF65-F5344CB8AC3E}">
        <p14:creationId xmlns:p14="http://schemas.microsoft.com/office/powerpoint/2010/main" val="13284355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4B7148-5029-73FE-390D-297479EB3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876532"/>
          </a:xfrm>
        </p:spPr>
        <p:txBody>
          <a:bodyPr/>
          <a:lstStyle/>
          <a:p>
            <a:pPr lvl="1"/>
            <a:r>
              <a:rPr lang="en-US" dirty="0"/>
              <a:t>Delete a User </a:t>
            </a:r>
          </a:p>
          <a:p>
            <a:pPr lvl="2"/>
            <a:r>
              <a:rPr lang="en-US" dirty="0"/>
              <a:t>DELETE /students/{id} -&gt; / students /1 </a:t>
            </a:r>
          </a:p>
          <a:p>
            <a:pPr lvl="1"/>
            <a:r>
              <a:rPr lang="en-US" dirty="0"/>
              <a:t>Posts REST API </a:t>
            </a:r>
          </a:p>
          <a:p>
            <a:pPr lvl="1"/>
            <a:r>
              <a:rPr lang="en-US" dirty="0"/>
              <a:t>Retrieve all posts for a User </a:t>
            </a:r>
          </a:p>
          <a:p>
            <a:pPr lvl="2"/>
            <a:r>
              <a:rPr lang="en-US" dirty="0"/>
              <a:t>GET / students /{id}/courses </a:t>
            </a:r>
          </a:p>
          <a:p>
            <a:pPr lvl="1"/>
            <a:r>
              <a:rPr lang="en-US" dirty="0"/>
              <a:t>Create a post for a User </a:t>
            </a:r>
          </a:p>
          <a:p>
            <a:pPr lvl="2"/>
            <a:r>
              <a:rPr lang="en-US" dirty="0"/>
              <a:t>POST / students /{id}/courses </a:t>
            </a:r>
          </a:p>
          <a:p>
            <a:pPr lvl="1"/>
            <a:r>
              <a:rPr lang="en-US" dirty="0"/>
              <a:t>Retrieve details of a post </a:t>
            </a:r>
          </a:p>
          <a:p>
            <a:pPr lvl="2"/>
            <a:r>
              <a:rPr lang="en-US" dirty="0"/>
              <a:t>GET / students /{id}/courses/{</a:t>
            </a:r>
            <a:r>
              <a:rPr lang="en-US" dirty="0" err="1"/>
              <a:t>post_id</a:t>
            </a: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0CA178-240F-BEAA-EDF2-0A90929A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&amp; Methods (continued…)</a:t>
            </a:r>
          </a:p>
        </p:txBody>
      </p:sp>
    </p:spTree>
    <p:extLst>
      <p:ext uri="{BB962C8B-B14F-4D97-AF65-F5344CB8AC3E}">
        <p14:creationId xmlns:p14="http://schemas.microsoft.com/office/powerpoint/2010/main" val="2009828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0B3584-1CD1-5AE2-EB05-D82AE0367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2696448"/>
          </a:xfrm>
        </p:spPr>
        <p:txBody>
          <a:bodyPr/>
          <a:lstStyle/>
          <a:p>
            <a:r>
              <a:rPr lang="en-US" dirty="0"/>
              <a:t>Return the correct response status </a:t>
            </a:r>
          </a:p>
          <a:p>
            <a:pPr lvl="1"/>
            <a:r>
              <a:rPr lang="en-US" dirty="0"/>
              <a:t>Resource is not found =&gt; 404 </a:t>
            </a:r>
          </a:p>
          <a:p>
            <a:pPr lvl="1"/>
            <a:r>
              <a:rPr lang="en-US" dirty="0"/>
              <a:t>Server exception =&gt; 500 </a:t>
            </a:r>
          </a:p>
          <a:p>
            <a:pPr lvl="1"/>
            <a:r>
              <a:rPr lang="en-US" dirty="0"/>
              <a:t>Validation error =&gt; 400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464346-A318-C571-C1FE-C5D43CD1C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status for </a:t>
            </a:r>
            <a:r>
              <a:rPr lang="en-US" dirty="0" err="1"/>
              <a:t>RestApi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463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BD1572-CDD3-6093-ABAA-41B5C2943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727773"/>
          </a:xfrm>
        </p:spPr>
        <p:txBody>
          <a:bodyPr/>
          <a:lstStyle/>
          <a:p>
            <a:r>
              <a:rPr lang="en-US" dirty="0"/>
              <a:t>Important Response Statuses </a:t>
            </a:r>
          </a:p>
          <a:p>
            <a:pPr lvl="1"/>
            <a:r>
              <a:rPr lang="en-US" dirty="0"/>
              <a:t>200 — Success </a:t>
            </a:r>
          </a:p>
          <a:p>
            <a:pPr lvl="1"/>
            <a:r>
              <a:rPr lang="en-US" dirty="0"/>
              <a:t>201 — Created </a:t>
            </a:r>
          </a:p>
          <a:p>
            <a:pPr lvl="1"/>
            <a:r>
              <a:rPr lang="en-US" dirty="0"/>
              <a:t>204 — No Content </a:t>
            </a:r>
          </a:p>
          <a:p>
            <a:pPr lvl="1"/>
            <a:r>
              <a:rPr lang="en-US" dirty="0"/>
              <a:t>401 — Unauthorized (when authorization fails) </a:t>
            </a:r>
          </a:p>
          <a:p>
            <a:pPr lvl="1"/>
            <a:r>
              <a:rPr lang="en-US" dirty="0"/>
              <a:t>400 — Bad Request (such as validation error) </a:t>
            </a:r>
          </a:p>
          <a:p>
            <a:pPr lvl="1"/>
            <a:r>
              <a:rPr lang="en-US" dirty="0"/>
              <a:t>404 — Resource Not Found </a:t>
            </a:r>
          </a:p>
          <a:p>
            <a:pPr lvl="1"/>
            <a:r>
              <a:rPr lang="en-US" dirty="0"/>
              <a:t>500 — Server Error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0F017-B14C-DE52-0C9B-3C48DDD3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Status for Rest Api</a:t>
            </a:r>
          </a:p>
        </p:txBody>
      </p:sp>
    </p:spTree>
    <p:extLst>
      <p:ext uri="{BB962C8B-B14F-4D97-AF65-F5344CB8AC3E}">
        <p14:creationId xmlns:p14="http://schemas.microsoft.com/office/powerpoint/2010/main" val="29694519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2990467e5a_0_0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300" cy="7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3200" b="1">
                <a:latin typeface="Calibri"/>
                <a:ea typeface="Calibri"/>
                <a:cs typeface="Calibri"/>
                <a:sym typeface="Calibri"/>
              </a:rPr>
              <a:t>5 min break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12990467e5a_0_0"/>
          <p:cNvSpPr/>
          <p:nvPr/>
        </p:nvSpPr>
        <p:spPr>
          <a:xfrm>
            <a:off x="9581211" y="5635599"/>
            <a:ext cx="23631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12990467e5a_0_0"/>
          <p:cNvSpPr txBox="1"/>
          <p:nvPr/>
        </p:nvSpPr>
        <p:spPr>
          <a:xfrm>
            <a:off x="622300" y="1707884"/>
            <a:ext cx="10947300" cy="42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5461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a 5 min break for you</a:t>
            </a:r>
            <a:endParaRPr/>
          </a:p>
          <a:p>
            <a:pPr marL="5461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Have a glass of water</a:t>
            </a:r>
            <a:endParaRPr/>
          </a:p>
          <a:p>
            <a:pPr marL="5461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 a deep breath</a:t>
            </a:r>
            <a:endParaRPr/>
          </a:p>
          <a:p>
            <a:pPr marL="5461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 down any doubt you have till now</a:t>
            </a:r>
            <a:endParaRPr/>
          </a:p>
          <a:p>
            <a:pPr marL="5461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Join back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marR="0" lvl="0" indent="-190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marR="0" lvl="0" indent="-190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marR="0" lvl="0" indent="-190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g12990467e5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5909" y="1707884"/>
            <a:ext cx="1666875" cy="2743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40617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5"/>
          <p:cNvSpPr txBox="1">
            <a:spLocks noGrp="1"/>
          </p:cNvSpPr>
          <p:nvPr>
            <p:ph type="title"/>
          </p:nvPr>
        </p:nvSpPr>
        <p:spPr>
          <a:xfrm>
            <a:off x="700358" y="379144"/>
            <a:ext cx="10947400" cy="756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3200" b="1"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3200"/>
          </a:p>
        </p:txBody>
      </p:sp>
      <p:sp>
        <p:nvSpPr>
          <p:cNvPr id="88" name="Google Shape;88;p45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5"/>
          <p:cNvSpPr txBox="1"/>
          <p:nvPr/>
        </p:nvSpPr>
        <p:spPr>
          <a:xfrm>
            <a:off x="700358" y="1323633"/>
            <a:ext cx="10817764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0000" marR="0" lvl="0" indent="-360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 1</a:t>
            </a:r>
            <a:endParaRPr/>
          </a:p>
          <a:p>
            <a:pPr marL="360000" marR="0" lvl="0" indent="-36000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 2</a:t>
            </a:r>
            <a:endParaRPr/>
          </a:p>
          <a:p>
            <a:pPr marL="360000" marR="0" lvl="0" indent="-36000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 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1806</Words>
  <Application>Microsoft Office PowerPoint</Application>
  <PresentationFormat>Widescreen</PresentationFormat>
  <Paragraphs>257</Paragraphs>
  <Slides>40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Candara</vt:lpstr>
      <vt:lpstr>Calibri</vt:lpstr>
      <vt:lpstr>Consolas</vt:lpstr>
      <vt:lpstr>Corbel</vt:lpstr>
      <vt:lpstr>Office Theme</vt:lpstr>
      <vt:lpstr>PowerPoint Presentation</vt:lpstr>
      <vt:lpstr>Agenda</vt:lpstr>
      <vt:lpstr>Application Communicate with database</vt:lpstr>
      <vt:lpstr>PowerPoint Presentation</vt:lpstr>
      <vt:lpstr>Steps</vt:lpstr>
      <vt:lpstr>Connect Embedded Mongo Using Spring Data Jpa</vt:lpstr>
      <vt:lpstr>PowerPoint Presentation</vt:lpstr>
      <vt:lpstr>PowerPoint Presentation</vt:lpstr>
      <vt:lpstr>Introduction to RESTful Web Services</vt:lpstr>
      <vt:lpstr>Key Principle</vt:lpstr>
      <vt:lpstr>Benefits</vt:lpstr>
      <vt:lpstr>How to Build Rest Api</vt:lpstr>
      <vt:lpstr>Our Project </vt:lpstr>
      <vt:lpstr>PowerPoint Presentation</vt:lpstr>
      <vt:lpstr>What's Happening in the Background?</vt:lpstr>
      <vt:lpstr>PowerPoint Presentation</vt:lpstr>
      <vt:lpstr>Student Rest Api With Crud Operation</vt:lpstr>
      <vt:lpstr>Request Methods for REST API</vt:lpstr>
      <vt:lpstr>Resources and methods</vt:lpstr>
      <vt:lpstr>Resources &amp; Methods (continued…)</vt:lpstr>
      <vt:lpstr>Response status for RestApi</vt:lpstr>
      <vt:lpstr>Response Status for Rest Api</vt:lpstr>
      <vt:lpstr>5 min break</vt:lpstr>
      <vt:lpstr>PowerPoint Presentation</vt:lpstr>
      <vt:lpstr>PowerPoint Presentation</vt:lpstr>
      <vt:lpstr>Objectives</vt:lpstr>
      <vt:lpstr>Benefits</vt:lpstr>
      <vt:lpstr>How to Build Rest Api</vt:lpstr>
      <vt:lpstr>Our Project </vt:lpstr>
      <vt:lpstr>PowerPoint Presentation</vt:lpstr>
      <vt:lpstr>What's Happening in the Background?</vt:lpstr>
      <vt:lpstr>PowerPoint Presentation</vt:lpstr>
      <vt:lpstr>User Rest Api With Crud Operation</vt:lpstr>
      <vt:lpstr>Request Methods for REST API</vt:lpstr>
      <vt:lpstr>Resources and methods</vt:lpstr>
      <vt:lpstr>Resources &amp; Methods (continued…)</vt:lpstr>
      <vt:lpstr>Response status for RestApi</vt:lpstr>
      <vt:lpstr>Response Status for Rest Api</vt:lpstr>
      <vt:lpstr>5 min break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Bharani Akella</dc:creator>
  <cp:lastModifiedBy>rahul dixit</cp:lastModifiedBy>
  <cp:revision>22</cp:revision>
  <dcterms:modified xsi:type="dcterms:W3CDTF">2025-03-30T11:31:58Z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2023-10-04T08:17:56Z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1e98151f-8b85-4f7e-8f8d-43c09e5a1938</vt:lpwstr>
  </property>
  <property fmtid="{D5CDD505-2E9C-101B-9397-08002B2CF9AE}" pid="7" name="MSIP_Label_defa4170-0d19-0005-0004-bc88714345d2_ActionId">
    <vt:lpwstr>75261930-ec1b-4b04-a7e5-76c0266b5b92</vt:lpwstr>
  </property>
  <property fmtid="{D5CDD505-2E9C-101B-9397-08002B2CF9AE}" pid="8" name="MSIP_Label_defa4170-0d19-0005-0004-bc88714345d2_ContentBits">
    <vt:lpwstr>0</vt:lpwstr>
  </property>
</Properties>
</file>